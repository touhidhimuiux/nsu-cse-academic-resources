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376" r:id="rId2"/>
    <p:sldId id="434" r:id="rId3"/>
    <p:sldId id="458" r:id="rId4"/>
    <p:sldId id="464" r:id="rId5"/>
    <p:sldId id="556" r:id="rId6"/>
    <p:sldId id="559" r:id="rId7"/>
    <p:sldId id="283" r:id="rId8"/>
    <p:sldId id="378" r:id="rId9"/>
    <p:sldId id="292" r:id="rId10"/>
    <p:sldId id="387" r:id="rId11"/>
    <p:sldId id="384" r:id="rId12"/>
    <p:sldId id="389" r:id="rId13"/>
    <p:sldId id="391" r:id="rId14"/>
    <p:sldId id="393" r:id="rId15"/>
    <p:sldId id="395" r:id="rId16"/>
    <p:sldId id="397" r:id="rId17"/>
    <p:sldId id="399" r:id="rId18"/>
    <p:sldId id="401" r:id="rId19"/>
    <p:sldId id="403" r:id="rId20"/>
    <p:sldId id="558" r:id="rId21"/>
    <p:sldId id="520" r:id="rId22"/>
    <p:sldId id="521" r:id="rId23"/>
    <p:sldId id="522" r:id="rId24"/>
    <p:sldId id="523" r:id="rId25"/>
    <p:sldId id="524" r:id="rId26"/>
    <p:sldId id="525" r:id="rId27"/>
    <p:sldId id="526" r:id="rId28"/>
    <p:sldId id="527" r:id="rId29"/>
    <p:sldId id="528" r:id="rId30"/>
    <p:sldId id="529" r:id="rId31"/>
    <p:sldId id="530" r:id="rId32"/>
    <p:sldId id="531" r:id="rId33"/>
    <p:sldId id="532" r:id="rId34"/>
    <p:sldId id="533" r:id="rId35"/>
    <p:sldId id="534" r:id="rId36"/>
    <p:sldId id="535" r:id="rId37"/>
    <p:sldId id="536" r:id="rId38"/>
    <p:sldId id="537" r:id="rId39"/>
    <p:sldId id="538" r:id="rId40"/>
    <p:sldId id="539" r:id="rId41"/>
    <p:sldId id="540" r:id="rId42"/>
    <p:sldId id="54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38430A-9039-4653-8EC5-F181BFEF35BD}" v="2" dt="2025-05-28T14:15:58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nan Arefeen" userId="7f89e2fc2a789bdb" providerId="LiveId" clId="{3E38430A-9039-4653-8EC5-F181BFEF35BD}"/>
    <pc:docChg chg="addSld delSld modSld">
      <pc:chgData name="Adnan Arefeen" userId="7f89e2fc2a789bdb" providerId="LiveId" clId="{3E38430A-9039-4653-8EC5-F181BFEF35BD}" dt="2025-05-28T14:17:23.646" v="13" actId="20577"/>
      <pc:docMkLst>
        <pc:docMk/>
      </pc:docMkLst>
      <pc:sldChg chg="addSp delSp modSp new del">
        <pc:chgData name="Adnan Arefeen" userId="7f89e2fc2a789bdb" providerId="LiveId" clId="{3E38430A-9039-4653-8EC5-F181BFEF35BD}" dt="2025-05-28T14:15:20.970" v="2" actId="2696"/>
        <pc:sldMkLst>
          <pc:docMk/>
          <pc:sldMk cId="597351708" sldId="559"/>
        </pc:sldMkLst>
        <pc:spChg chg="del">
          <ac:chgData name="Adnan Arefeen" userId="7f89e2fc2a789bdb" providerId="LiveId" clId="{3E38430A-9039-4653-8EC5-F181BFEF35BD}" dt="2025-05-28T14:14:05.851" v="1"/>
          <ac:spMkLst>
            <pc:docMk/>
            <pc:sldMk cId="597351708" sldId="559"/>
            <ac:spMk id="3" creationId="{70D0BA53-AE02-305B-1610-04C99E6912F6}"/>
          </ac:spMkLst>
        </pc:spChg>
        <pc:picChg chg="add mod">
          <ac:chgData name="Adnan Arefeen" userId="7f89e2fc2a789bdb" providerId="LiveId" clId="{3E38430A-9039-4653-8EC5-F181BFEF35BD}" dt="2025-05-28T14:14:05.851" v="1"/>
          <ac:picMkLst>
            <pc:docMk/>
            <pc:sldMk cId="597351708" sldId="559"/>
            <ac:picMk id="1026" creationId="{AC8CE458-DCCD-CFA4-1E36-D2DBEA11714E}"/>
          </ac:picMkLst>
        </pc:picChg>
      </pc:sldChg>
      <pc:sldChg chg="addSp delSp modSp new mod">
        <pc:chgData name="Adnan Arefeen" userId="7f89e2fc2a789bdb" providerId="LiveId" clId="{3E38430A-9039-4653-8EC5-F181BFEF35BD}" dt="2025-05-28T14:17:23.646" v="13" actId="20577"/>
        <pc:sldMkLst>
          <pc:docMk/>
          <pc:sldMk cId="726815896" sldId="559"/>
        </pc:sldMkLst>
        <pc:spChg chg="mod">
          <ac:chgData name="Adnan Arefeen" userId="7f89e2fc2a789bdb" providerId="LiveId" clId="{3E38430A-9039-4653-8EC5-F181BFEF35BD}" dt="2025-05-28T14:17:23.646" v="13" actId="20577"/>
          <ac:spMkLst>
            <pc:docMk/>
            <pc:sldMk cId="726815896" sldId="559"/>
            <ac:spMk id="2" creationId="{DF0D4899-B1E3-DA7F-E196-C9B3772478D5}"/>
          </ac:spMkLst>
        </pc:spChg>
        <pc:spChg chg="del">
          <ac:chgData name="Adnan Arefeen" userId="7f89e2fc2a789bdb" providerId="LiveId" clId="{3E38430A-9039-4653-8EC5-F181BFEF35BD}" dt="2025-05-28T14:15:58.999" v="4"/>
          <ac:spMkLst>
            <pc:docMk/>
            <pc:sldMk cId="726815896" sldId="559"/>
            <ac:spMk id="3" creationId="{907E3BFA-5397-2C26-7AF6-1C445355ADC8}"/>
          </ac:spMkLst>
        </pc:spChg>
        <pc:picChg chg="add mod">
          <ac:chgData name="Adnan Arefeen" userId="7f89e2fc2a789bdb" providerId="LiveId" clId="{3E38430A-9039-4653-8EC5-F181BFEF35BD}" dt="2025-05-28T14:15:58.999" v="4"/>
          <ac:picMkLst>
            <pc:docMk/>
            <pc:sldMk cId="726815896" sldId="559"/>
            <ac:picMk id="74754" creationId="{35C35A79-BBD2-084B-FE21-C16B96F49B2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BD834-8E6B-439C-A3A8-BC75973F624B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1312B-347D-456F-80A7-68D0F1D60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43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5">
            <a:extLst>
              <a:ext uri="{FF2B5EF4-FFF2-40B4-BE49-F238E27FC236}">
                <a16:creationId xmlns:a16="http://schemas.microsoft.com/office/drawing/2014/main" id="{8250BA14-1806-247A-30C3-DEB43EF9A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8E0BF3-95AC-4C2B-B16C-2A1268127C49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366D5DE9-675A-62EB-A78F-11BB77F570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573063FE-7A76-FB3C-766A-052FF2C9A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5">
            <a:extLst>
              <a:ext uri="{FF2B5EF4-FFF2-40B4-BE49-F238E27FC236}">
                <a16:creationId xmlns:a16="http://schemas.microsoft.com/office/drawing/2014/main" id="{B20B6EF0-E116-B5BB-F32B-BD1955E435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A0315D-DBB6-4372-86DC-A035B4B963A3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AAE71615-1A0C-0326-33C5-CD3CEC88E7B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3BF55255-A1BA-D81C-6758-339A053A0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5">
            <a:extLst>
              <a:ext uri="{FF2B5EF4-FFF2-40B4-BE49-F238E27FC236}">
                <a16:creationId xmlns:a16="http://schemas.microsoft.com/office/drawing/2014/main" id="{13CBB5E9-0D42-BCF7-8865-80789157CD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52795-F28D-4769-9086-0573963C8871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1905A12-4CED-BCD4-DF5E-00CD29CB7C5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D5CAA40F-1FA2-59E7-76E2-5963BC098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5">
            <a:extLst>
              <a:ext uri="{FF2B5EF4-FFF2-40B4-BE49-F238E27FC236}">
                <a16:creationId xmlns:a16="http://schemas.microsoft.com/office/drawing/2014/main" id="{52A660EF-096F-E8B0-384F-76F2875AB5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5A6837-01CC-465B-BC4B-EBFCB27E4AF0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D0D0E0E6-A384-43F9-EABB-FED20584281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F02C12B2-88F2-42E6-8E36-EDF82B566D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Divide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: if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the initial array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has at leas</a:t>
            </a:r>
            <a:r>
              <a:rPr lang="da-DK" altLang="en-US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two elements (nothing needs to be done if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has zero or one elements), divide A into two subarrays each containing about half of the elements of A. </a:t>
            </a:r>
          </a:p>
          <a:p>
            <a:pPr eaLnBrk="1" hangingPunct="1"/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Conquer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: sort the two subarrays using Merge Sort.</a:t>
            </a:r>
          </a:p>
          <a:p>
            <a:pPr eaLnBrk="1" hangingPunct="1"/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Combine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: merging the two sorted subarray into  one sorted array</a:t>
            </a:r>
          </a:p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5">
            <a:extLst>
              <a:ext uri="{FF2B5EF4-FFF2-40B4-BE49-F238E27FC236}">
                <a16:creationId xmlns:a16="http://schemas.microsoft.com/office/drawing/2014/main" id="{4F288597-0B02-F0E8-2DEA-FCE44883C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31267-54CE-4EF2-B623-AB9EFDEC31C4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0617086-2F2D-F267-E9D8-D6FB0A1CB13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768479E-C3A2-1F42-F6E8-93A1558BB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5">
            <a:extLst>
              <a:ext uri="{FF2B5EF4-FFF2-40B4-BE49-F238E27FC236}">
                <a16:creationId xmlns:a16="http://schemas.microsoft.com/office/drawing/2014/main" id="{A96EC93A-B6DF-11C7-BDE7-DCA165F2B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8E295F-6542-4CB9-824A-DAFDB1B1B661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A35D9A88-D434-198A-9DB3-C5F05285B8F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569704CF-EBE0-2C63-B2FC-D735BB1F5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5">
            <a:extLst>
              <a:ext uri="{FF2B5EF4-FFF2-40B4-BE49-F238E27FC236}">
                <a16:creationId xmlns:a16="http://schemas.microsoft.com/office/drawing/2014/main" id="{4839B727-A903-A96D-E955-88E8B6B5A1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F4222B-8A2F-4AE2-88C9-68B666B3CE42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7A5F3960-C118-71B7-EB76-EF93EFAF7CF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21B96147-5F90-E72A-D36B-1548F0E02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5">
            <a:extLst>
              <a:ext uri="{FF2B5EF4-FFF2-40B4-BE49-F238E27FC236}">
                <a16:creationId xmlns:a16="http://schemas.microsoft.com/office/drawing/2014/main" id="{72FE92A7-1B40-1DBE-FE82-3F8CBC5E1F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40FA05-F2DF-44E5-90E4-C904BB7101E4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C425435D-5651-5984-B9C7-1B738A9C6B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0016FB9B-CEB2-83A9-64F5-43A1E38F44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5">
            <a:extLst>
              <a:ext uri="{FF2B5EF4-FFF2-40B4-BE49-F238E27FC236}">
                <a16:creationId xmlns:a16="http://schemas.microsoft.com/office/drawing/2014/main" id="{6976AE14-642F-E658-9A7A-3B59258B1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3BE270-DE1E-427F-A4D1-9975108296E9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011A466D-E9CB-2A71-304B-DF0AF5F000F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F30AD0EF-32D1-B926-2BE7-A96DA473D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5">
            <a:extLst>
              <a:ext uri="{FF2B5EF4-FFF2-40B4-BE49-F238E27FC236}">
                <a16:creationId xmlns:a16="http://schemas.microsoft.com/office/drawing/2014/main" id="{BA29F3C1-4D4B-8AE8-0F8F-FD6E072358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4D8A70-D543-4428-A133-7BF204E03E41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1B47A37B-D33E-0851-3CA1-3E11EFFB2C7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6DF9AB6B-EF5D-4025-1A36-6B0B20D0F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5">
            <a:extLst>
              <a:ext uri="{FF2B5EF4-FFF2-40B4-BE49-F238E27FC236}">
                <a16:creationId xmlns:a16="http://schemas.microsoft.com/office/drawing/2014/main" id="{EAF2C3A1-2396-14CD-16F4-5213E05B58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31CA17-29AB-46D2-94C5-49EC29A770C4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D2C51266-4648-C6D7-6AD5-C608D768ED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5C58F951-DF6A-0AD5-178D-95438977D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5">
            <a:extLst>
              <a:ext uri="{FF2B5EF4-FFF2-40B4-BE49-F238E27FC236}">
                <a16:creationId xmlns:a16="http://schemas.microsoft.com/office/drawing/2014/main" id="{CA0DB967-83E8-5BCE-D2BF-1D36A98151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307FF0-F2BE-48DA-8EBE-571290737E73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50BD49BF-A22A-CAD5-E46F-2C287F3E7D7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D36A5ACB-AA6E-77DF-F86D-E78098039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5">
            <a:extLst>
              <a:ext uri="{FF2B5EF4-FFF2-40B4-BE49-F238E27FC236}">
                <a16:creationId xmlns:a16="http://schemas.microsoft.com/office/drawing/2014/main" id="{5157738E-CF2E-BFC1-2D9F-C0F8647C9E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3DAC45-6674-45F1-B221-BA275DB95EF4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2EB9B1AE-BCA2-3754-BE8E-81BBB24973A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4F665D56-A434-D249-16D2-40C0E4CC5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5">
            <a:extLst>
              <a:ext uri="{FF2B5EF4-FFF2-40B4-BE49-F238E27FC236}">
                <a16:creationId xmlns:a16="http://schemas.microsoft.com/office/drawing/2014/main" id="{88DF3CBE-C48A-140F-C004-8B836C030B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299DF5-CFDD-4F95-8C8E-CA5DECB42319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90F61612-F7F1-E3AF-45AB-DA967896843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1157C2E8-3970-17BB-799F-A4A15160AF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5">
            <a:extLst>
              <a:ext uri="{FF2B5EF4-FFF2-40B4-BE49-F238E27FC236}">
                <a16:creationId xmlns:a16="http://schemas.microsoft.com/office/drawing/2014/main" id="{735F66A3-B817-6900-41CC-7D2F524D81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51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51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651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CFFE3C-CE42-4A67-BB7B-78BFC72AA081}" type="slidenum">
              <a:rPr kumimoji="0" lang="en-US" altLang="en-US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7651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3BA5A4A0-65CA-42B3-9BE9-D0328BDD819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EE73F720-4276-06CD-3A91-77C68DE790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F2D104A5-6B84-1EF1-A4F0-B006081C3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>
              <a:latin typeface="Arial" charset="0"/>
              <a:cs typeface="Arial" charset="0"/>
            </a:endParaRP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845E914B-9D9D-729F-BA56-56146EC43E44}"/>
              </a:ext>
            </a:extLst>
          </p:cNvPr>
          <p:cNvGrpSpPr>
            <a:grpSpLocks/>
          </p:cNvGrpSpPr>
          <p:nvPr/>
        </p:nvGrpSpPr>
        <p:grpSpPr bwMode="auto">
          <a:xfrm>
            <a:off x="9990667" y="2992438"/>
            <a:ext cx="1784351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F1173543-D099-313D-E230-3F603823B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C3A8C1FE-2DC6-0160-D23B-E9CE37B87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071AB673-C563-4773-4E66-805443DF0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803D0CD5-F5C9-B85D-2497-1F03D08E6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50490B1B-E6C1-1803-E3C7-C50220718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0C2EF63-12C4-C4BE-0F70-D4164776B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64BDE86F-2A43-C43D-4351-79BCA96BE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F71681A0-0F20-6F6D-E3C1-DB09779B6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0DAE0747-F628-132F-D425-153DEB88A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D7F1D5B8-CDB1-06F2-A784-9E4076C4E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64CFD4C9-5691-D390-50B8-C7A1FB1C6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8853BAEE-7773-0A49-5535-CFC1C64DB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A594538A-71F8-27BB-EC93-84B14203E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669E1FFA-1FED-C37F-05C5-71EC70187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BD95AF6A-FB16-AB3F-E0DC-5EF37B67F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119BE084-83D3-16D7-ABBB-945EE8CC8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66D8EE0F-5EF2-4BF3-105B-F34ADB914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503C2977-641B-9A36-5D44-C8A2B0B83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2F87830F-0AD3-280D-F18B-302277A40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D5134E19-D7B9-EC62-2FBC-609BCF450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3DDFA3FF-66CA-5ED5-DD59-20E66DF1B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E7488C57-1E1F-C022-9A58-83D190523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9F8204EC-CB89-55C5-AB44-9544CA4AD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0E5EC1B0-6C06-78A9-D0FE-8D26F00C0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8BA2800E-0E3B-2CB3-FA0C-46CEC3E0C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0B5C0E78-1049-50A6-77B0-297D4224A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3EAE6C96-FD7F-0D4B-8390-9F6557F2D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898EC4B5-434D-4482-0827-B016475AC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5A2FCC46-5DB6-567A-30FB-F364E643A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1DC3CBE4-D6A1-8C2E-5E6C-86E29CBA1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A91C1920-1191-B9F7-074A-4C26A491A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D18659-FE3A-80B4-9424-338D611A4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857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A7F65C8-ADD9-9F4A-6756-8745D9F32B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F09C40-3A09-441F-8C8B-3F4F384A3297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FE02499C-0294-3978-0A7A-845DE9C83E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35588F05-98B3-1805-7A61-E0753A2930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3FC95D-8579-400D-AC1E-61D8D99C98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385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4D9A07-36AF-36EB-FACA-593E3CEFE2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AC517-6C6D-4C78-9006-B846451D0A43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987594-24DF-5F30-ECB4-739D9E70A9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EB16122-304D-1A45-F9E2-C6D7DD3079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D35583-0210-43AD-8100-FB6A3B2400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51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BB7F993-4A43-AC1D-A6AB-A6784B1120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B3DC-6503-41F4-83CD-19CD3E55DF78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D3F3FE-0E46-15ED-3C4B-05ED61C93C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BED335A-17E1-DEDC-C4F3-0F67E487FE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4962F1-28ED-4D63-A491-B33E03C470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868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57313"/>
            <a:ext cx="5384800" cy="4773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57313"/>
            <a:ext cx="5384800" cy="4773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D4E39E-A99C-8160-E2E0-5AE25A4730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172331-6846-4F53-917F-F6DF67C3E629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3B7CAB-E42D-3B43-EE19-74DF39F142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AD56ADE-A72C-2556-A0AE-B878F26366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552AD9-A259-48BF-91C3-CA55C9D79A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712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30DB32B-6554-96B7-1BE0-3FE4E40714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8C5522-5669-4674-998F-53A2CBF19FBA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B0CC264-9D52-1BB6-5CC5-0C6E9587D7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250DED1-7F64-F90F-056D-B5D604C74F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9D9C09-5A9E-46ED-BC6D-AF5FFD64D6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824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4D98C62-D0D9-CF35-0112-8E37D8CEF1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D410EE-75E3-4AB7-B818-D516FD829FFB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1781FD4-DA6F-A9C5-27F5-A74C212F0C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CA5E394-EC70-316C-F5EB-2759E44972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C1A3D0-933C-4B98-A2FE-C3804D8A53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0958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EA8A7A09-A805-93AE-A2BA-8E62094DBC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5E5488-0E1A-4FD1-8E6A-41364971F8FA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96287CF-6A28-5C2B-ECE5-CE9AD5BC0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FEE12D3-549B-DCAF-F48C-ABF7F52DDB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355243-1F97-43DC-8823-167772081D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881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902DC0-10BA-FB02-5C6F-F8416D97BC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40C3D8-EB3B-4860-8C09-2AFB8042D2A3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0071F9-0033-6478-5E48-AFA3A68F19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39554DC-D55C-74C5-B1EC-9E1431BDEB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6E1178-DFA7-482E-A8DB-AF2FEEB636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431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7AF78A-A6C4-2E4A-E92F-E11B514611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02A5B-9DCC-4BA7-9419-87004F472BD3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C707DD-11AE-CC1F-2E0F-841CEC0BB7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E7305AA-8E5E-0284-0967-82AF7B02FE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921D74-5E9D-41A6-8325-F7AB4DCC9A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08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573ABA3-789F-41FC-7592-E6C66CF988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874E89-B65E-47B9-AA83-C0B6B47E4082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1F38CA2-8A81-3F33-6E02-0E0EC08598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DBD1265-E898-9352-396B-2DE8D0460B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A10434-C98A-4E4B-859A-F1A8812746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974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20152" y="319089"/>
            <a:ext cx="2762249" cy="5811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1284" y="319089"/>
            <a:ext cx="8085667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6FCC832-6DA4-C54C-D46F-CC1B35CCD1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35E10-A156-489E-9470-40BC29207A3A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E5BD500-52A4-EA49-C1B7-F578B64E8B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7BD69CE-2631-EC86-C242-365C7ADA57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2428B7-4632-4E56-95DA-FE0B060144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7093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31285" y="319089"/>
            <a:ext cx="11051116" cy="5811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D0F15E0-2A17-CA2C-2526-E05110C0CE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B3D2AA-E418-4051-90CD-0AB8772CBF4A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3B8ACF4-E9AC-4AC1-FC1F-1CA991C001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8AF478B-FB8A-92E9-BBDB-A6FC00C4A4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EBA3A3-733F-4542-B7F5-3E4AB6B703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4874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284" y="319089"/>
            <a:ext cx="10058400" cy="758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57313"/>
            <a:ext cx="5384800" cy="4773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57313"/>
            <a:ext cx="5384800" cy="2309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19525"/>
            <a:ext cx="5384800" cy="231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B1D298-5708-86E3-8FA2-2A1F3D8E94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66FE68-8F8B-4A4A-AEB7-097D145A9E34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D9C063-6E82-AB70-F76D-D51775A493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E7A0E-DA65-CE50-2C1E-3A1053DDCF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1BFC3B-D4AA-42B1-A638-C12B670A91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9186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284" y="319089"/>
            <a:ext cx="10058400" cy="758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57313"/>
            <a:ext cx="5384800" cy="4773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57313"/>
            <a:ext cx="5384800" cy="4773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A79D05-DB13-DE29-A997-B60B98197A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F06C8-AFD5-43A6-B3F8-E09FD076C6A2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B92A93-751B-0A77-8570-2C8D4AA598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DBF2E51-B6A1-685C-DF75-74AAACECB9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C3CD07-CC09-4C8C-9D4D-9F4EC10824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155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Line 2">
            <a:extLst>
              <a:ext uri="{FF2B5EF4-FFF2-40B4-BE49-F238E27FC236}">
                <a16:creationId xmlns:a16="http://schemas.microsoft.com/office/drawing/2014/main" id="{414DF57F-F34B-5EFD-9948-9634DBECD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64238D-1F3C-91C3-2829-6CA794A3D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1284" y="319089"/>
            <a:ext cx="10058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21471E3-A679-E21F-D425-39AE40956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57313"/>
            <a:ext cx="10972800" cy="477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84677" name="Rectangle 5">
            <a:extLst>
              <a:ext uri="{FF2B5EF4-FFF2-40B4-BE49-F238E27FC236}">
                <a16:creationId xmlns:a16="http://schemas.microsoft.com/office/drawing/2014/main" id="{D6E1BFD9-FBEE-FDE0-94AF-6B80072F9D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7775D9D-796C-4D1A-B955-8470C3DEF2CB}" type="datetime1">
              <a:rPr lang="en-US"/>
              <a:pPr>
                <a:defRPr/>
              </a:pPr>
              <a:t>5/28/2025</a:t>
            </a:fld>
            <a:endParaRPr lang="en-US" altLang="en-US"/>
          </a:p>
        </p:txBody>
      </p:sp>
      <p:sp>
        <p:nvSpPr>
          <p:cNvPr id="284678" name="Rectangle 6">
            <a:extLst>
              <a:ext uri="{FF2B5EF4-FFF2-40B4-BE49-F238E27FC236}">
                <a16:creationId xmlns:a16="http://schemas.microsoft.com/office/drawing/2014/main" id="{E0827D43-BAB0-41D7-F7E2-10A6D3637E7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CSE1303 Part A</a:t>
            </a:r>
          </a:p>
        </p:txBody>
      </p:sp>
      <p:sp>
        <p:nvSpPr>
          <p:cNvPr id="284679" name="Rectangle 7">
            <a:extLst>
              <a:ext uri="{FF2B5EF4-FFF2-40B4-BE49-F238E27FC236}">
                <a16:creationId xmlns:a16="http://schemas.microsoft.com/office/drawing/2014/main" id="{B9663A08-F54A-9218-56E2-75F838BBCA7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/>
            </a:lvl1pPr>
          </a:lstStyle>
          <a:p>
            <a:fld id="{CC5BCBEF-7321-492D-BC59-73B5C7B6D693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B0982343-F79E-8EF2-DA9A-3374C7A454F8}"/>
              </a:ext>
            </a:extLst>
          </p:cNvPr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284681" name="Oval 9">
              <a:extLst>
                <a:ext uri="{FF2B5EF4-FFF2-40B4-BE49-F238E27FC236}">
                  <a16:creationId xmlns:a16="http://schemas.microsoft.com/office/drawing/2014/main" id="{163C40CC-0C8B-BF6D-5223-DBC5D7E0A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82" name="Oval 10">
              <a:extLst>
                <a:ext uri="{FF2B5EF4-FFF2-40B4-BE49-F238E27FC236}">
                  <a16:creationId xmlns:a16="http://schemas.microsoft.com/office/drawing/2014/main" id="{02F03E08-593D-7381-5E2B-9BA5CCE0A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83" name="Oval 11">
              <a:extLst>
                <a:ext uri="{FF2B5EF4-FFF2-40B4-BE49-F238E27FC236}">
                  <a16:creationId xmlns:a16="http://schemas.microsoft.com/office/drawing/2014/main" id="{2F6E8575-4F05-A65A-08F4-D60DE4C8D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84" name="Oval 12">
              <a:extLst>
                <a:ext uri="{FF2B5EF4-FFF2-40B4-BE49-F238E27FC236}">
                  <a16:creationId xmlns:a16="http://schemas.microsoft.com/office/drawing/2014/main" id="{D0DEA233-01D3-61A4-5793-2E4E59244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85" name="Oval 13">
              <a:extLst>
                <a:ext uri="{FF2B5EF4-FFF2-40B4-BE49-F238E27FC236}">
                  <a16:creationId xmlns:a16="http://schemas.microsoft.com/office/drawing/2014/main" id="{DD145372-3C97-C5BA-E378-F64426591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86" name="Oval 14">
              <a:extLst>
                <a:ext uri="{FF2B5EF4-FFF2-40B4-BE49-F238E27FC236}">
                  <a16:creationId xmlns:a16="http://schemas.microsoft.com/office/drawing/2014/main" id="{21177B10-7FA0-3846-F92A-ADB042318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87" name="Oval 15">
              <a:extLst>
                <a:ext uri="{FF2B5EF4-FFF2-40B4-BE49-F238E27FC236}">
                  <a16:creationId xmlns:a16="http://schemas.microsoft.com/office/drawing/2014/main" id="{E889E2C9-EE8E-4D5D-80FF-5B7E26600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88" name="Oval 16">
              <a:extLst>
                <a:ext uri="{FF2B5EF4-FFF2-40B4-BE49-F238E27FC236}">
                  <a16:creationId xmlns:a16="http://schemas.microsoft.com/office/drawing/2014/main" id="{E55607C6-D2F1-B430-7516-285513187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89" name="Oval 17">
              <a:extLst>
                <a:ext uri="{FF2B5EF4-FFF2-40B4-BE49-F238E27FC236}">
                  <a16:creationId xmlns:a16="http://schemas.microsoft.com/office/drawing/2014/main" id="{3162A575-2DE6-810E-6BC6-71C82B100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90" name="Oval 18">
              <a:extLst>
                <a:ext uri="{FF2B5EF4-FFF2-40B4-BE49-F238E27FC236}">
                  <a16:creationId xmlns:a16="http://schemas.microsoft.com/office/drawing/2014/main" id="{56E19FE6-8298-E396-4FDF-4FEF2B8C5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91" name="Oval 19">
              <a:extLst>
                <a:ext uri="{FF2B5EF4-FFF2-40B4-BE49-F238E27FC236}">
                  <a16:creationId xmlns:a16="http://schemas.microsoft.com/office/drawing/2014/main" id="{58D58922-D1EC-A5FF-46C8-451D031A6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92" name="Oval 20">
              <a:extLst>
                <a:ext uri="{FF2B5EF4-FFF2-40B4-BE49-F238E27FC236}">
                  <a16:creationId xmlns:a16="http://schemas.microsoft.com/office/drawing/2014/main" id="{2D4FF90E-A949-ACEA-DC05-D1D9A5415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93" name="Oval 21">
              <a:extLst>
                <a:ext uri="{FF2B5EF4-FFF2-40B4-BE49-F238E27FC236}">
                  <a16:creationId xmlns:a16="http://schemas.microsoft.com/office/drawing/2014/main" id="{9FA7435F-99DC-CA8B-82D8-56F0BFB10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94" name="Oval 22">
              <a:extLst>
                <a:ext uri="{FF2B5EF4-FFF2-40B4-BE49-F238E27FC236}">
                  <a16:creationId xmlns:a16="http://schemas.microsoft.com/office/drawing/2014/main" id="{BB917D8C-FD72-0240-4013-365BEAFCB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95" name="Oval 23">
              <a:extLst>
                <a:ext uri="{FF2B5EF4-FFF2-40B4-BE49-F238E27FC236}">
                  <a16:creationId xmlns:a16="http://schemas.microsoft.com/office/drawing/2014/main" id="{232E4B21-20D0-A413-1D1F-703603C2E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96" name="Oval 24">
              <a:extLst>
                <a:ext uri="{FF2B5EF4-FFF2-40B4-BE49-F238E27FC236}">
                  <a16:creationId xmlns:a16="http://schemas.microsoft.com/office/drawing/2014/main" id="{D2B5FA63-14C7-6F03-6FED-AFCC731A7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97" name="Oval 25">
              <a:extLst>
                <a:ext uri="{FF2B5EF4-FFF2-40B4-BE49-F238E27FC236}">
                  <a16:creationId xmlns:a16="http://schemas.microsoft.com/office/drawing/2014/main" id="{E9406951-57B3-0A3D-1F2F-4DD1A0753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98" name="Oval 26">
              <a:extLst>
                <a:ext uri="{FF2B5EF4-FFF2-40B4-BE49-F238E27FC236}">
                  <a16:creationId xmlns:a16="http://schemas.microsoft.com/office/drawing/2014/main" id="{7CD742B8-47BB-203E-2639-6BC295866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699" name="Oval 27">
              <a:extLst>
                <a:ext uri="{FF2B5EF4-FFF2-40B4-BE49-F238E27FC236}">
                  <a16:creationId xmlns:a16="http://schemas.microsoft.com/office/drawing/2014/main" id="{1ABD8980-23F6-C398-E14E-90A15A1C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00" name="Oval 28">
              <a:extLst>
                <a:ext uri="{FF2B5EF4-FFF2-40B4-BE49-F238E27FC236}">
                  <a16:creationId xmlns:a16="http://schemas.microsoft.com/office/drawing/2014/main" id="{EAB2BAB4-45B8-3080-CA94-A34D50E84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01" name="Oval 29">
              <a:extLst>
                <a:ext uri="{FF2B5EF4-FFF2-40B4-BE49-F238E27FC236}">
                  <a16:creationId xmlns:a16="http://schemas.microsoft.com/office/drawing/2014/main" id="{2BF5DC65-273A-14AD-B2C8-CD6FF2518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02" name="Oval 30">
              <a:extLst>
                <a:ext uri="{FF2B5EF4-FFF2-40B4-BE49-F238E27FC236}">
                  <a16:creationId xmlns:a16="http://schemas.microsoft.com/office/drawing/2014/main" id="{798F00D1-D620-0D60-11C8-9661782AD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03" name="Oval 31">
              <a:extLst>
                <a:ext uri="{FF2B5EF4-FFF2-40B4-BE49-F238E27FC236}">
                  <a16:creationId xmlns:a16="http://schemas.microsoft.com/office/drawing/2014/main" id="{3CF984FF-88F6-5FF6-47A7-1C8B6359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04" name="Oval 32">
              <a:extLst>
                <a:ext uri="{FF2B5EF4-FFF2-40B4-BE49-F238E27FC236}">
                  <a16:creationId xmlns:a16="http://schemas.microsoft.com/office/drawing/2014/main" id="{0EBDE2F4-0308-23F7-CE97-BA234EC82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05" name="Oval 33">
              <a:extLst>
                <a:ext uri="{FF2B5EF4-FFF2-40B4-BE49-F238E27FC236}">
                  <a16:creationId xmlns:a16="http://schemas.microsoft.com/office/drawing/2014/main" id="{81A58B9D-7DD7-1147-B153-14C111F91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06" name="Oval 34">
              <a:extLst>
                <a:ext uri="{FF2B5EF4-FFF2-40B4-BE49-F238E27FC236}">
                  <a16:creationId xmlns:a16="http://schemas.microsoft.com/office/drawing/2014/main" id="{240F21B6-9B0B-3BDE-0D61-BD279FAE3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07" name="Oval 35">
              <a:extLst>
                <a:ext uri="{FF2B5EF4-FFF2-40B4-BE49-F238E27FC236}">
                  <a16:creationId xmlns:a16="http://schemas.microsoft.com/office/drawing/2014/main" id="{CC04C5B8-17E7-667F-591A-931EDFC2D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08" name="Oval 36">
              <a:extLst>
                <a:ext uri="{FF2B5EF4-FFF2-40B4-BE49-F238E27FC236}">
                  <a16:creationId xmlns:a16="http://schemas.microsoft.com/office/drawing/2014/main" id="{946A0FF2-223F-06CD-3C72-62C0DEDD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09" name="Oval 37">
              <a:extLst>
                <a:ext uri="{FF2B5EF4-FFF2-40B4-BE49-F238E27FC236}">
                  <a16:creationId xmlns:a16="http://schemas.microsoft.com/office/drawing/2014/main" id="{3139B8C6-FD39-4B39-7A85-A35C1FE45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10" name="Oval 38">
              <a:extLst>
                <a:ext uri="{FF2B5EF4-FFF2-40B4-BE49-F238E27FC236}">
                  <a16:creationId xmlns:a16="http://schemas.microsoft.com/office/drawing/2014/main" id="{064402B9-52E5-2F14-830D-9F350D8E7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4711" name="Oval 39">
              <a:extLst>
                <a:ext uri="{FF2B5EF4-FFF2-40B4-BE49-F238E27FC236}">
                  <a16:creationId xmlns:a16="http://schemas.microsoft.com/office/drawing/2014/main" id="{490044A9-D2C3-E71E-20AA-2A39356E4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latin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649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cs typeface="+mn-cs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cs typeface="+mn-cs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BDC3AFC4-CBDD-9861-403C-40520381DA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82775" y="641351"/>
            <a:ext cx="6781800" cy="1381125"/>
          </a:xfrm>
        </p:spPr>
        <p:txBody>
          <a:bodyPr/>
          <a:lstStyle/>
          <a:p>
            <a:pPr eaLnBrk="1" hangingPunct="1"/>
            <a:r>
              <a:rPr lang="en-US" altLang="en-US"/>
              <a:t>Sorting Algorithms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EC9D664-7E34-EAD1-FBF5-054B9030C4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73314" y="3049588"/>
            <a:ext cx="6435725" cy="26082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Merge Sort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4B74BAC4-2078-A764-5AEC-6A880D5C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4463F7D-19B3-4AE0-98F5-4706F6750010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CDE57AE4-E662-5FC4-2BEB-06207A230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52400"/>
            <a:ext cx="77724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900">
                <a:solidFill>
                  <a:srgbClr val="330066"/>
                </a:solidFill>
              </a:rPr>
              <a:t>Divide and Conquer</a:t>
            </a:r>
          </a:p>
        </p:txBody>
      </p:sp>
      <p:sp>
        <p:nvSpPr>
          <p:cNvPr id="400399" name="Rectangle 15">
            <a:extLst>
              <a:ext uri="{FF2B5EF4-FFF2-40B4-BE49-F238E27FC236}">
                <a16:creationId xmlns:a16="http://schemas.microsoft.com/office/drawing/2014/main" id="{A08FA75D-CFFC-D8A4-33AB-6F5E32AA5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262064"/>
            <a:ext cx="79121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AutoNum type="arabicPeriod"/>
            </a:pPr>
            <a:r>
              <a:rPr lang="da-DK" altLang="en-US" sz="3200">
                <a:solidFill>
                  <a:srgbClr val="CCCC00"/>
                </a:solidFill>
              </a:rPr>
              <a:t>Base Case</a:t>
            </a:r>
            <a:r>
              <a:rPr lang="da-DK" altLang="en-US" sz="3200" b="0">
                <a:solidFill>
                  <a:srgbClr val="000000"/>
                </a:solidFill>
              </a:rPr>
              <a:t>, solve the problem </a:t>
            </a:r>
            <a:r>
              <a:rPr lang="da-DK" altLang="en-US" sz="3200">
                <a:solidFill>
                  <a:srgbClr val="0000FF"/>
                </a:solidFill>
              </a:rPr>
              <a:t>directly</a:t>
            </a:r>
            <a:r>
              <a:rPr lang="da-DK" altLang="en-US" sz="3200" b="0">
                <a:solidFill>
                  <a:srgbClr val="000000"/>
                </a:solidFill>
              </a:rPr>
              <a:t> if it is small enough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AutoNum type="arabicPeriod"/>
            </a:pPr>
            <a:endParaRPr lang="da-DK" altLang="en-US" sz="3200" b="0">
              <a:solidFill>
                <a:srgbClr val="000000"/>
              </a:solidFill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AutoNum type="arabicPeriod"/>
            </a:pPr>
            <a:r>
              <a:rPr lang="da-DK" altLang="en-US" sz="3200">
                <a:solidFill>
                  <a:srgbClr val="FF0000"/>
                </a:solidFill>
              </a:rPr>
              <a:t>Divide</a:t>
            </a:r>
            <a:r>
              <a:rPr lang="da-DK" altLang="en-US" sz="3200" b="0">
                <a:solidFill>
                  <a:srgbClr val="000000"/>
                </a:solidFill>
              </a:rPr>
              <a:t> the problem into two or more </a:t>
            </a:r>
            <a:r>
              <a:rPr lang="da-DK" altLang="en-US" sz="3200">
                <a:solidFill>
                  <a:srgbClr val="0000FF"/>
                </a:solidFill>
              </a:rPr>
              <a:t>similar and smaller</a:t>
            </a:r>
            <a:r>
              <a:rPr lang="da-DK" altLang="en-US" sz="3200" b="0">
                <a:solidFill>
                  <a:srgbClr val="000000"/>
                </a:solidFill>
              </a:rPr>
              <a:t> subproblems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da-DK" altLang="en-US" sz="3200" b="0">
                <a:solidFill>
                  <a:srgbClr val="000000"/>
                </a:solidFill>
              </a:rPr>
              <a:t>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AutoNum type="arabicPeriod" startAt="3"/>
            </a:pPr>
            <a:r>
              <a:rPr lang="da-DK" altLang="en-US" sz="3200">
                <a:solidFill>
                  <a:srgbClr val="009900"/>
                </a:solidFill>
              </a:rPr>
              <a:t>Recursively</a:t>
            </a:r>
            <a:r>
              <a:rPr lang="da-DK" altLang="en-US" sz="3200" b="0">
                <a:solidFill>
                  <a:srgbClr val="000000"/>
                </a:solidFill>
              </a:rPr>
              <a:t> solve the subproblems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AutoNum type="arabicPeriod" startAt="3"/>
            </a:pPr>
            <a:endParaRPr lang="da-DK" altLang="en-US" sz="3200" b="0">
              <a:solidFill>
                <a:srgbClr val="000000"/>
              </a:solidFill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AutoNum type="arabicPeriod" startAt="3"/>
            </a:pPr>
            <a:r>
              <a:rPr lang="da-DK" altLang="en-US" sz="3200">
                <a:solidFill>
                  <a:srgbClr val="FF3300"/>
                </a:solidFill>
              </a:rPr>
              <a:t>Combine</a:t>
            </a:r>
            <a:r>
              <a:rPr lang="da-DK" altLang="en-US" sz="3200" b="0">
                <a:solidFill>
                  <a:srgbClr val="000000"/>
                </a:solidFill>
              </a:rPr>
              <a:t> solutions to the subproblems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2466F606-30BF-D342-9351-7F9024616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07A8F8A-C6F7-4BCA-8FBE-29506DE93AFC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DC52AB2-C021-F90F-FABF-19D6E9B61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8338" y="412751"/>
            <a:ext cx="7543800" cy="728663"/>
          </a:xfrm>
        </p:spPr>
        <p:txBody>
          <a:bodyPr/>
          <a:lstStyle/>
          <a:p>
            <a:pPr eaLnBrk="1" hangingPunct="1"/>
            <a:r>
              <a:rPr lang="en-US" altLang="en-US"/>
              <a:t>Divide and Conquer - Sort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CF42832A-F2D9-D4B7-42E1-6DB0ABE21B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71613"/>
            <a:ext cx="8229600" cy="46593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/>
              <a:t>Problem: </a:t>
            </a:r>
          </a:p>
          <a:p>
            <a:pPr eaLnBrk="1" hangingPunct="1"/>
            <a:r>
              <a:rPr lang="en-US" altLang="en-US" sz="2600"/>
              <a:t>Input:    A[left..right] – </a:t>
            </a:r>
            <a:r>
              <a:rPr lang="en-US" altLang="en-US" sz="2600" b="1">
                <a:solidFill>
                  <a:srgbClr val="009900"/>
                </a:solidFill>
              </a:rPr>
              <a:t>unsorted</a:t>
            </a:r>
            <a:r>
              <a:rPr lang="en-US" altLang="en-US" sz="2600"/>
              <a:t> array of integers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/>
              <a:t>                 </a:t>
            </a:r>
          </a:p>
          <a:p>
            <a:pPr eaLnBrk="1" hangingPunct="1"/>
            <a:r>
              <a:rPr lang="en-US" altLang="en-US" sz="2600"/>
              <a:t>Output:</a:t>
            </a:r>
            <a:r>
              <a:rPr lang="en-US" altLang="en-US"/>
              <a:t> </a:t>
            </a:r>
            <a:r>
              <a:rPr lang="en-US" altLang="en-US" sz="2600"/>
              <a:t>A[left..right] – </a:t>
            </a:r>
            <a:r>
              <a:rPr lang="en-US" altLang="en-US" sz="2600" b="1">
                <a:solidFill>
                  <a:srgbClr val="FF3300"/>
                </a:solidFill>
              </a:rPr>
              <a:t>sorted </a:t>
            </a:r>
            <a:r>
              <a:rPr lang="en-US" altLang="en-US" sz="2600"/>
              <a:t>in non-decreasing order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600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C2CFF529-A28E-AAA5-D728-C3FD73BC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21CC1F7-46C3-451A-9505-D971445EEFFB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39CA1CC1-1599-56FB-F9A8-447512FB0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52400"/>
            <a:ext cx="77724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900">
                <a:solidFill>
                  <a:srgbClr val="330066"/>
                </a:solidFill>
              </a:rPr>
              <a:t>Divide and Conquer - Sort</a:t>
            </a:r>
          </a:p>
        </p:txBody>
      </p:sp>
      <p:sp>
        <p:nvSpPr>
          <p:cNvPr id="450574" name="Rectangle 14">
            <a:extLst>
              <a:ext uri="{FF2B5EF4-FFF2-40B4-BE49-F238E27FC236}">
                <a16:creationId xmlns:a16="http://schemas.microsoft.com/office/drawing/2014/main" id="{3691E929-34C8-54CA-016F-75BB64E70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551" y="942975"/>
            <a:ext cx="8759825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0513" indent="-290513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79500" indent="-4572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49400" indent="-4572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120900" indent="-4572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AutoNum type="arabicPeriod"/>
            </a:pPr>
            <a:r>
              <a:rPr lang="da-DK" altLang="en-US" sz="2800">
                <a:solidFill>
                  <a:srgbClr val="CCCC00"/>
                </a:solidFill>
              </a:rPr>
              <a:t>  Base case</a:t>
            </a:r>
            <a:r>
              <a:rPr lang="da-DK" altLang="en-US" sz="2800">
                <a:solidFill>
                  <a:srgbClr val="000000"/>
                </a:solidFill>
              </a:rPr>
              <a:t> </a:t>
            </a:r>
          </a:p>
          <a:p>
            <a:pPr lvl="1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da-DK" altLang="en-US" sz="2800" b="0">
                <a:solidFill>
                  <a:srgbClr val="000000"/>
                </a:solidFill>
              </a:rPr>
              <a:t>   at most one element (left ≥ right),  return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Tx/>
              <a:buAutoNum type="arabicPeriod"/>
            </a:pPr>
            <a:r>
              <a:rPr lang="da-DK" altLang="en-US" sz="2800">
                <a:solidFill>
                  <a:srgbClr val="000000"/>
                </a:solidFill>
              </a:rPr>
              <a:t> </a:t>
            </a:r>
            <a:r>
              <a:rPr lang="da-DK" altLang="en-US" sz="2800">
                <a:solidFill>
                  <a:srgbClr val="CCCC00"/>
                </a:solidFill>
              </a:rPr>
              <a:t> </a:t>
            </a:r>
            <a:r>
              <a:rPr lang="da-DK" altLang="en-US" sz="2800">
                <a:solidFill>
                  <a:srgbClr val="0000FF"/>
                </a:solidFill>
              </a:rPr>
              <a:t>Divide</a:t>
            </a:r>
            <a:r>
              <a:rPr lang="da-DK" altLang="en-US" sz="2800" b="0">
                <a:solidFill>
                  <a:srgbClr val="000000"/>
                </a:solidFill>
              </a:rPr>
              <a:t> </a:t>
            </a:r>
            <a:r>
              <a:rPr lang="da-DK" altLang="en-US" sz="2800" b="0">
                <a:solidFill>
                  <a:srgbClr val="FF0000"/>
                </a:solidFill>
              </a:rPr>
              <a:t>A</a:t>
            </a:r>
            <a:r>
              <a:rPr lang="da-DK" altLang="en-US" sz="2800" b="0">
                <a:solidFill>
                  <a:srgbClr val="000000"/>
                </a:solidFill>
              </a:rPr>
              <a:t> into two</a:t>
            </a:r>
            <a:r>
              <a:rPr lang="da-DK" altLang="en-US" sz="2000">
                <a:solidFill>
                  <a:srgbClr val="000000"/>
                </a:solidFill>
              </a:rPr>
              <a:t> </a:t>
            </a:r>
            <a:r>
              <a:rPr lang="da-DK" altLang="en-US" sz="2800" b="0">
                <a:solidFill>
                  <a:srgbClr val="000000"/>
                </a:solidFill>
              </a:rPr>
              <a:t>subarrays: FirstPart, SecondPart</a:t>
            </a:r>
          </a:p>
          <a:p>
            <a:pPr lvl="2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da-DK" altLang="en-US" sz="2800" b="0">
                <a:solidFill>
                  <a:srgbClr val="000000"/>
                </a:solidFill>
              </a:rPr>
              <a:t>    Two Subproblems:</a:t>
            </a:r>
          </a:p>
          <a:p>
            <a:pPr lvl="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da-DK" altLang="en-US" sz="2400" b="0">
                <a:solidFill>
                  <a:srgbClr val="000000"/>
                </a:solidFill>
              </a:rPr>
              <a:t>  sort the FirstPart </a:t>
            </a:r>
          </a:p>
          <a:p>
            <a:pPr lvl="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da-DK" altLang="en-US" sz="2400" b="0">
                <a:solidFill>
                  <a:srgbClr val="000000"/>
                </a:solidFill>
              </a:rPr>
              <a:t>  sort the SecondPart</a:t>
            </a:r>
            <a:r>
              <a:rPr lang="da-DK" altLang="en-US" sz="2800" b="0">
                <a:solidFill>
                  <a:srgbClr val="000000"/>
                </a:solidFill>
              </a:rPr>
              <a:t>      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AutoNum type="arabicPeriod"/>
            </a:pPr>
            <a:r>
              <a:rPr lang="da-DK" altLang="en-US" sz="2800" b="0">
                <a:solidFill>
                  <a:srgbClr val="000000"/>
                </a:solidFill>
              </a:rPr>
              <a:t>  </a:t>
            </a:r>
            <a:r>
              <a:rPr lang="da-DK" altLang="en-US" sz="2800">
                <a:solidFill>
                  <a:srgbClr val="009900"/>
                </a:solidFill>
              </a:rPr>
              <a:t>Recursively</a:t>
            </a:r>
            <a:endParaRPr lang="da-DK" altLang="en-US" sz="2800" b="0">
              <a:solidFill>
                <a:srgbClr val="000000"/>
              </a:solidFill>
            </a:endParaRPr>
          </a:p>
          <a:p>
            <a:pPr lvl="3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a-DK" altLang="en-US" sz="2400" b="0">
                <a:solidFill>
                  <a:srgbClr val="000000"/>
                </a:solidFill>
              </a:rPr>
              <a:t>  sort FirstPart</a:t>
            </a:r>
          </a:p>
          <a:p>
            <a:pPr lvl="3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a-DK" altLang="en-US" sz="2400" b="0">
                <a:solidFill>
                  <a:srgbClr val="000000"/>
                </a:solidFill>
              </a:rPr>
              <a:t>  sort SecondPart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AutoNum type="arabicPeriod"/>
            </a:pPr>
            <a:r>
              <a:rPr lang="da-DK" altLang="en-US" sz="2800" b="0">
                <a:solidFill>
                  <a:srgbClr val="000000"/>
                </a:solidFill>
              </a:rPr>
              <a:t>  </a:t>
            </a:r>
            <a:r>
              <a:rPr lang="da-DK" altLang="en-US" sz="2800">
                <a:solidFill>
                  <a:srgbClr val="FF3300"/>
                </a:solidFill>
              </a:rPr>
              <a:t>Combine</a:t>
            </a:r>
            <a:r>
              <a:rPr lang="da-DK" altLang="en-US" sz="2800" b="0">
                <a:solidFill>
                  <a:srgbClr val="000000"/>
                </a:solidFill>
              </a:rPr>
              <a:t> </a:t>
            </a:r>
            <a:r>
              <a:rPr lang="da-DK" altLang="en-US" sz="2800" b="0">
                <a:solidFill>
                  <a:srgbClr val="0000FF"/>
                </a:solidFill>
              </a:rPr>
              <a:t>sorted</a:t>
            </a:r>
            <a:r>
              <a:rPr lang="da-DK" altLang="en-US" sz="2800" b="0">
                <a:solidFill>
                  <a:srgbClr val="000000"/>
                </a:solidFill>
              </a:rPr>
              <a:t> FirstPart  and </a:t>
            </a:r>
            <a:r>
              <a:rPr lang="da-DK" altLang="en-US" sz="2800" b="0">
                <a:solidFill>
                  <a:srgbClr val="0000FF"/>
                </a:solidFill>
              </a:rPr>
              <a:t>sorted</a:t>
            </a:r>
            <a:r>
              <a:rPr lang="da-DK" altLang="en-US" sz="2800" b="0">
                <a:solidFill>
                  <a:srgbClr val="000000"/>
                </a:solidFill>
              </a:rPr>
              <a:t> SecondPart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14E1B9BE-1349-CCCF-1ED3-42725713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3F130BE-23FF-4D18-A134-FBE1A728BBE8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2CE9CFAF-6BA0-5CBD-C658-50989EDB3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Overview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4335752D-F36E-ADF3-D36E-70A702EBF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Divide and Conquer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Merge Sort</a:t>
            </a:r>
          </a:p>
          <a:p>
            <a:pPr eaLnBrk="1" hangingPunct="1"/>
            <a:endParaRPr lang="en-US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4899-B1E3-DA7F-E196-C9B37724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26310-14A7-6E76-C192-3D2A5CDA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5583-0210-43AD-8100-FB6A3B2400DE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74754" name="Picture 2" descr="Merge Sort Average Case">
            <a:extLst>
              <a:ext uri="{FF2B5EF4-FFF2-40B4-BE49-F238E27FC236}">
                <a16:creationId xmlns:a16="http://schemas.microsoft.com/office/drawing/2014/main" id="{35C35A79-BBD2-084B-FE21-C16B96F49B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212" y="2396331"/>
            <a:ext cx="269557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815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236DC45E-4AC1-A28A-C8C3-7FB36914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1A4074C-8EE3-4280-A9A2-8D14F7AAF9AA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43190486-6CAB-0053-C25F-C338B1C81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17488"/>
            <a:ext cx="7772400" cy="925512"/>
          </a:xfrm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Merge Sort: Idea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4900245-768C-E57E-FAF1-BFDAC476C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1793875"/>
            <a:ext cx="4178300" cy="673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0420" name="Line 4">
            <a:extLst>
              <a:ext uri="{FF2B5EF4-FFF2-40B4-BE49-F238E27FC236}">
                <a16:creationId xmlns:a16="http://schemas.microsoft.com/office/drawing/2014/main" id="{BAF1BE7E-7BC8-71AE-526B-8A7C0E3F8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0488" y="1787525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D0C54EBE-B6EC-EF2D-DA0D-5E70F02343B3}"/>
              </a:ext>
            </a:extLst>
          </p:cNvPr>
          <p:cNvGrpSpPr>
            <a:grpSpLocks/>
          </p:cNvGrpSpPr>
          <p:nvPr/>
        </p:nvGrpSpPr>
        <p:grpSpPr bwMode="auto">
          <a:xfrm>
            <a:off x="2892425" y="2503488"/>
            <a:ext cx="2432050" cy="1365250"/>
            <a:chOff x="724" y="1872"/>
            <a:chExt cx="1532" cy="860"/>
          </a:xfrm>
        </p:grpSpPr>
        <p:sp>
          <p:nvSpPr>
            <p:cNvPr id="9242" name="Rectangle 6">
              <a:extLst>
                <a:ext uri="{FF2B5EF4-FFF2-40B4-BE49-F238E27FC236}">
                  <a16:creationId xmlns:a16="http://schemas.microsoft.com/office/drawing/2014/main" id="{57AA8CA3-190D-9061-9E56-8C86336BA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2308"/>
              <a:ext cx="1288" cy="4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243" name="Line 7">
              <a:extLst>
                <a:ext uri="{FF2B5EF4-FFF2-40B4-BE49-F238E27FC236}">
                  <a16:creationId xmlns:a16="http://schemas.microsoft.com/office/drawing/2014/main" id="{60B55D95-2E93-9415-14B5-16EC1EE0BA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1920"/>
              <a:ext cx="1008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44" name="Rectangle 8">
              <a:extLst>
                <a:ext uri="{FF2B5EF4-FFF2-40B4-BE49-F238E27FC236}">
                  <a16:creationId xmlns:a16="http://schemas.microsoft.com/office/drawing/2014/main" id="{FD27597B-1229-1C05-A71D-B4CA1EA5F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872"/>
              <a:ext cx="9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en-US" altLang="en-US" sz="2400" b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36E9AC25-A7E8-C014-B6C6-0F2AA9DA0467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2397125"/>
            <a:ext cx="2813050" cy="1365250"/>
            <a:chOff x="3552" y="1824"/>
            <a:chExt cx="1772" cy="860"/>
          </a:xfrm>
        </p:grpSpPr>
        <p:sp>
          <p:nvSpPr>
            <p:cNvPr id="9239" name="Rectangle 10">
              <a:extLst>
                <a:ext uri="{FF2B5EF4-FFF2-40B4-BE49-F238E27FC236}">
                  <a16:creationId xmlns:a16="http://schemas.microsoft.com/office/drawing/2014/main" id="{F39BC820-ECD2-F64D-C458-3EAAB3E44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6" y="2260"/>
              <a:ext cx="1288" cy="4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240" name="Line 11">
              <a:extLst>
                <a:ext uri="{FF2B5EF4-FFF2-40B4-BE49-F238E27FC236}">
                  <a16:creationId xmlns:a16="http://schemas.microsoft.com/office/drawing/2014/main" id="{876CAAAA-B35C-403F-1AB7-86D965AAB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920"/>
              <a:ext cx="1104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41" name="Rectangle 12">
              <a:extLst>
                <a:ext uri="{FF2B5EF4-FFF2-40B4-BE49-F238E27FC236}">
                  <a16:creationId xmlns:a16="http://schemas.microsoft.com/office/drawing/2014/main" id="{349B14AF-36A8-93B3-3AD0-36B8E0204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9" y="1824"/>
              <a:ext cx="9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en-US" altLang="en-US" sz="2400" b="0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42599E66-1077-7697-5190-53D9CC6C21BA}"/>
              </a:ext>
            </a:extLst>
          </p:cNvPr>
          <p:cNvGrpSpPr>
            <a:grpSpLocks/>
          </p:cNvGrpSpPr>
          <p:nvPr/>
        </p:nvGrpSpPr>
        <p:grpSpPr bwMode="auto">
          <a:xfrm>
            <a:off x="3849688" y="3844925"/>
            <a:ext cx="5562600" cy="1593850"/>
            <a:chOff x="1296" y="2736"/>
            <a:chExt cx="3504" cy="1004"/>
          </a:xfrm>
        </p:grpSpPr>
        <p:sp>
          <p:nvSpPr>
            <p:cNvPr id="9234" name="Rectangle 14">
              <a:extLst>
                <a:ext uri="{FF2B5EF4-FFF2-40B4-BE49-F238E27FC236}">
                  <a16:creationId xmlns:a16="http://schemas.microsoft.com/office/drawing/2014/main" id="{DC987335-3767-0CA1-A155-7FD7C1DE8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2" y="3316"/>
              <a:ext cx="2632" cy="4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235" name="Line 15">
              <a:extLst>
                <a:ext uri="{FF2B5EF4-FFF2-40B4-BE49-F238E27FC236}">
                  <a16:creationId xmlns:a16="http://schemas.microsoft.com/office/drawing/2014/main" id="{E4362C99-190B-9344-F256-80DA051B7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784"/>
              <a:ext cx="1728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36" name="Line 16">
              <a:extLst>
                <a:ext uri="{FF2B5EF4-FFF2-40B4-BE49-F238E27FC236}">
                  <a16:creationId xmlns:a16="http://schemas.microsoft.com/office/drawing/2014/main" id="{ECCAF383-F734-5C4E-17BF-C168673E2E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2784"/>
              <a:ext cx="177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37" name="Line 17">
              <a:extLst>
                <a:ext uri="{FF2B5EF4-FFF2-40B4-BE49-F238E27FC236}">
                  <a16:creationId xmlns:a16="http://schemas.microsoft.com/office/drawing/2014/main" id="{991037E1-617A-3A41-02D3-218A6EB52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12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38" name="Rectangle 18">
              <a:extLst>
                <a:ext uri="{FF2B5EF4-FFF2-40B4-BE49-F238E27FC236}">
                  <a16:creationId xmlns:a16="http://schemas.microsoft.com/office/drawing/2014/main" id="{E7F8B711-94E0-BAA4-5EDC-53EC9FE3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" y="2736"/>
              <a:ext cx="86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400">
                  <a:solidFill>
                    <a:srgbClr val="FF3300"/>
                  </a:solidFill>
                </a:rPr>
                <a:t>Merge</a:t>
              </a:r>
            </a:p>
          </p:txBody>
        </p:sp>
      </p:grpSp>
      <p:sp>
        <p:nvSpPr>
          <p:cNvPr id="60435" name="Text Box 19">
            <a:extLst>
              <a:ext uri="{FF2B5EF4-FFF2-40B4-BE49-F238E27FC236}">
                <a16:creationId xmlns:a16="http://schemas.microsoft.com/office/drawing/2014/main" id="{6C615727-E21D-1480-C414-DF9A5F433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013" y="2649539"/>
            <a:ext cx="195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00FF"/>
                </a:solidFill>
              </a:rPr>
              <a:t>Recursively sort</a:t>
            </a:r>
          </a:p>
        </p:txBody>
      </p:sp>
      <p:sp>
        <p:nvSpPr>
          <p:cNvPr id="9226" name="Text Box 20">
            <a:extLst>
              <a:ext uri="{FF2B5EF4-FFF2-40B4-BE49-F238E27FC236}">
                <a16:creationId xmlns:a16="http://schemas.microsoft.com/office/drawing/2014/main" id="{78091070-0522-BDA1-17BB-BFE5C2FD4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16049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0438" name="Text Box 22">
            <a:extLst>
              <a:ext uri="{FF2B5EF4-FFF2-40B4-BE49-F238E27FC236}">
                <a16:creationId xmlns:a16="http://schemas.microsoft.com/office/drawing/2014/main" id="{277C5C66-D7B9-5E8D-D8F5-A7209D68F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1730376"/>
            <a:ext cx="17572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Divide into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two halves</a:t>
            </a:r>
          </a:p>
        </p:txBody>
      </p:sp>
      <p:sp>
        <p:nvSpPr>
          <p:cNvPr id="61444" name="Rectangle 1028">
            <a:extLst>
              <a:ext uri="{FF2B5EF4-FFF2-40B4-BE49-F238E27FC236}">
                <a16:creationId xmlns:a16="http://schemas.microsoft.com/office/drawing/2014/main" id="{1710AF87-18F2-6E8D-3344-A8F5D848F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1944689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a-DK" altLang="en-US" sz="2000" b="0">
                <a:solidFill>
                  <a:srgbClr val="000000"/>
                </a:solidFill>
              </a:rPr>
              <a:t>FirstPart</a:t>
            </a:r>
            <a:endParaRPr lang="en-US" altLang="en-US" sz="2000" b="0">
              <a:solidFill>
                <a:srgbClr val="000000"/>
              </a:solidFill>
            </a:endParaRPr>
          </a:p>
        </p:txBody>
      </p:sp>
      <p:sp>
        <p:nvSpPr>
          <p:cNvPr id="61445" name="Rectangle 1029">
            <a:extLst>
              <a:ext uri="{FF2B5EF4-FFF2-40B4-BE49-F238E27FC236}">
                <a16:creationId xmlns:a16="http://schemas.microsoft.com/office/drawing/2014/main" id="{9B888465-1075-C881-E08F-A8949461D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275" y="1949451"/>
            <a:ext cx="1511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a-DK" altLang="en-US" sz="2000" b="0">
                <a:solidFill>
                  <a:srgbClr val="000000"/>
                </a:solidFill>
              </a:rPr>
              <a:t>SecondPart</a:t>
            </a:r>
            <a:endParaRPr lang="en-US" altLang="en-US" sz="2000" b="0">
              <a:solidFill>
                <a:srgbClr val="000000"/>
              </a:solidFill>
            </a:endParaRPr>
          </a:p>
        </p:txBody>
      </p:sp>
      <p:sp>
        <p:nvSpPr>
          <p:cNvPr id="61446" name="Rectangle 1030">
            <a:extLst>
              <a:ext uri="{FF2B5EF4-FFF2-40B4-BE49-F238E27FC236}">
                <a16:creationId xmlns:a16="http://schemas.microsoft.com/office/drawing/2014/main" id="{596DAC89-EBEA-462D-D061-5B1078654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3316289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a-DK" altLang="en-US" sz="2000" b="0">
                <a:solidFill>
                  <a:srgbClr val="000000"/>
                </a:solidFill>
              </a:rPr>
              <a:t>FirstPart</a:t>
            </a:r>
            <a:endParaRPr lang="en-US" altLang="en-US" sz="2000" b="0">
              <a:solidFill>
                <a:srgbClr val="000000"/>
              </a:solidFill>
            </a:endParaRPr>
          </a:p>
        </p:txBody>
      </p:sp>
      <p:sp>
        <p:nvSpPr>
          <p:cNvPr id="61447" name="Rectangle 1031">
            <a:extLst>
              <a:ext uri="{FF2B5EF4-FFF2-40B4-BE49-F238E27FC236}">
                <a16:creationId xmlns:a16="http://schemas.microsoft.com/office/drawing/2014/main" id="{B328A648-FE36-C3D7-7CBF-C0A52EBD8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233739"/>
            <a:ext cx="1511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a-DK" altLang="en-US" sz="2000" b="0">
                <a:solidFill>
                  <a:srgbClr val="000000"/>
                </a:solidFill>
              </a:rPr>
              <a:t>SecondPart</a:t>
            </a:r>
            <a:endParaRPr lang="en-US" altLang="en-US" sz="2000" b="0">
              <a:solidFill>
                <a:srgbClr val="000000"/>
              </a:solidFill>
            </a:endParaRPr>
          </a:p>
        </p:txBody>
      </p:sp>
      <p:sp>
        <p:nvSpPr>
          <p:cNvPr id="9232" name="Text Box 1032">
            <a:extLst>
              <a:ext uri="{FF2B5EF4-FFF2-40B4-BE49-F238E27FC236}">
                <a16:creationId xmlns:a16="http://schemas.microsoft.com/office/drawing/2014/main" id="{F28A733A-2649-8347-13B5-C9A0809A7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39" y="1843088"/>
            <a:ext cx="42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800" b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61449" name="Text Box 1033">
            <a:extLst>
              <a:ext uri="{FF2B5EF4-FFF2-40B4-BE49-F238E27FC236}">
                <a16:creationId xmlns:a16="http://schemas.microsoft.com/office/drawing/2014/main" id="{A5961A70-9C10-93C3-A0F7-58DBAD54F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26" y="4872038"/>
            <a:ext cx="2143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solidFill>
                  <a:srgbClr val="CCCC00"/>
                </a:solidFill>
              </a:rPr>
              <a:t>A is sorted!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5" grpId="0"/>
      <p:bldP spid="60438" grpId="0"/>
      <p:bldP spid="61444" grpId="0"/>
      <p:bldP spid="61445" grpId="0"/>
      <p:bldP spid="61446" grpId="0"/>
      <p:bldP spid="61447" grpId="0"/>
      <p:bldP spid="614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409CD521-D0F7-1947-689F-C61CDA20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8097D90-A4EC-4CF1-9CDA-A90FE6959FC8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DCAE4F2-AA29-C6F2-037E-0DB8A4A95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8338" y="252413"/>
            <a:ext cx="7543800" cy="976312"/>
          </a:xfrm>
        </p:spPr>
        <p:txBody>
          <a:bodyPr/>
          <a:lstStyle/>
          <a:p>
            <a:pPr eaLnBrk="1" hangingPunct="1"/>
            <a:r>
              <a:rPr lang="en-US" altLang="en-US"/>
              <a:t>Merge Sort: Algorithm	</a:t>
            </a:r>
          </a:p>
        </p:txBody>
      </p:sp>
      <p:sp>
        <p:nvSpPr>
          <p:cNvPr id="289797" name="Rectangle 5">
            <a:extLst>
              <a:ext uri="{FF2B5EF4-FFF2-40B4-BE49-F238E27FC236}">
                <a16:creationId xmlns:a16="http://schemas.microsoft.com/office/drawing/2014/main" id="{B2D8E6C0-107B-57A5-B25F-AF44530DF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379538"/>
            <a:ext cx="7924800" cy="364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MERGE-SORT(A, p, r)</a:t>
            </a:r>
          </a:p>
          <a:p>
            <a:pPr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1  if p &lt; r</a:t>
            </a:r>
          </a:p>
          <a:p>
            <a:pPr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2     q = ⌊(p + r)/2⌋</a:t>
            </a:r>
          </a:p>
          <a:p>
            <a:pPr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3     MERGE-SORT(A, p, q)</a:t>
            </a:r>
          </a:p>
          <a:p>
            <a:pPr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4     MERGE-SORT(A, q+1, r)</a:t>
            </a:r>
          </a:p>
          <a:p>
            <a:pPr eaLnBrk="1" fontAlgn="base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5     MERGE(A, p, q, r)</a:t>
            </a:r>
            <a:r>
              <a:rPr lang="en-GB" altLang="en-US" sz="28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   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9800" name="AutoShape 8">
            <a:extLst>
              <a:ext uri="{FF2B5EF4-FFF2-40B4-BE49-F238E27FC236}">
                <a16:creationId xmlns:a16="http://schemas.microsoft.com/office/drawing/2014/main" id="{8DE09891-EE1E-A646-0387-91D748C88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2113" y="3930650"/>
            <a:ext cx="1928812" cy="490538"/>
          </a:xfrm>
          <a:prstGeom prst="wedgeRectCallout">
            <a:avLst>
              <a:gd name="adj1" fmla="val -72389"/>
              <a:gd name="adj2" fmla="val 545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Recursive Call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0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id="{FECB4166-B41B-3FA6-110D-F6E45EF9B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E9F45C2-A57D-405F-8E8E-1223620499F6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11267" name="Rectangle 1045">
            <a:extLst>
              <a:ext uri="{FF2B5EF4-FFF2-40B4-BE49-F238E27FC236}">
                <a16:creationId xmlns:a16="http://schemas.microsoft.com/office/drawing/2014/main" id="{AF30B4FE-B0E3-8AB3-1B9E-1B1CCED04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4881563"/>
            <a:ext cx="381000" cy="6858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bIns="0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AU" altLang="en-US" sz="2400" b="0">
              <a:solidFill>
                <a:srgbClr val="FF0000"/>
              </a:solidFill>
            </a:endParaRPr>
          </a:p>
        </p:txBody>
      </p:sp>
      <p:sp>
        <p:nvSpPr>
          <p:cNvPr id="80923" name="Rectangle 1051">
            <a:extLst>
              <a:ext uri="{FF2B5EF4-FFF2-40B4-BE49-F238E27FC236}">
                <a16:creationId xmlns:a16="http://schemas.microsoft.com/office/drawing/2014/main" id="{CA349519-CF8A-6AEA-43FC-69674FB5F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6134101"/>
            <a:ext cx="1989138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A[middle]</a:t>
            </a:r>
          </a:p>
        </p:txBody>
      </p:sp>
      <p:sp>
        <p:nvSpPr>
          <p:cNvPr id="11269" name="Rectangle 1027">
            <a:extLst>
              <a:ext uri="{FF2B5EF4-FFF2-40B4-BE49-F238E27FC236}">
                <a16:creationId xmlns:a16="http://schemas.microsoft.com/office/drawing/2014/main" id="{0DF43C66-8941-1CA0-9683-7943C01C4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4881563"/>
            <a:ext cx="381000" cy="685800"/>
          </a:xfrm>
          <a:prstGeom prst="rect">
            <a:avLst/>
          </a:prstGeom>
          <a:solidFill>
            <a:srgbClr val="0099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bIns="0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0909" name="Rectangle 1037">
            <a:extLst>
              <a:ext uri="{FF2B5EF4-FFF2-40B4-BE49-F238E27FC236}">
                <a16:creationId xmlns:a16="http://schemas.microsoft.com/office/drawing/2014/main" id="{A9E6BD9C-7124-1A76-7E42-BE5322336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25" y="6132514"/>
            <a:ext cx="17526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A[left]</a:t>
            </a:r>
          </a:p>
        </p:txBody>
      </p:sp>
      <p:sp>
        <p:nvSpPr>
          <p:cNvPr id="11271" name="Rectangle 1029">
            <a:extLst>
              <a:ext uri="{FF2B5EF4-FFF2-40B4-BE49-F238E27FC236}">
                <a16:creationId xmlns:a16="http://schemas.microsoft.com/office/drawing/2014/main" id="{085B8364-1D6C-5C42-ED86-362883CB0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0" y="4887913"/>
            <a:ext cx="4178300" cy="673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272" name="Line 1030">
            <a:extLst>
              <a:ext uri="{FF2B5EF4-FFF2-40B4-BE49-F238E27FC236}">
                <a16:creationId xmlns:a16="http://schemas.microsoft.com/office/drawing/2014/main" id="{92D29C98-3B0A-466B-A1C8-87F12DCCD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4400" y="4881563"/>
            <a:ext cx="1588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3" name="AutoShape 1039">
            <a:extLst>
              <a:ext uri="{FF2B5EF4-FFF2-40B4-BE49-F238E27FC236}">
                <a16:creationId xmlns:a16="http://schemas.microsoft.com/office/drawing/2014/main" id="{BB27DFBA-0AA0-F4D1-9832-A5CECB66CA2E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4746625" y="3538538"/>
            <a:ext cx="457200" cy="2057400"/>
          </a:xfrm>
          <a:prstGeom prst="rightBrace">
            <a:avLst>
              <a:gd name="adj1" fmla="val 37500"/>
              <a:gd name="adj2" fmla="val 50000"/>
            </a:avLst>
          </a:prstGeom>
          <a:noFill/>
          <a:ln w="57150">
            <a:solidFill>
              <a:srgbClr val="0099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bIns="0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0912" name="Rectangle 1040">
            <a:extLst>
              <a:ext uri="{FF2B5EF4-FFF2-40B4-BE49-F238E27FC236}">
                <a16:creationId xmlns:a16="http://schemas.microsoft.com/office/drawing/2014/main" id="{242B2732-8F6A-94F8-609A-3B8974AEB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713" y="3570289"/>
            <a:ext cx="2057400" cy="83163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Sorted</a:t>
            </a:r>
            <a:r>
              <a:rPr lang="en-US" sz="2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 </a:t>
            </a:r>
            <a:r>
              <a:rPr lang="en-US" sz="2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FirstPart</a:t>
            </a:r>
          </a:p>
        </p:txBody>
      </p:sp>
      <p:sp>
        <p:nvSpPr>
          <p:cNvPr id="11275" name="AutoShape 1041">
            <a:extLst>
              <a:ext uri="{FF2B5EF4-FFF2-40B4-BE49-F238E27FC236}">
                <a16:creationId xmlns:a16="http://schemas.microsoft.com/office/drawing/2014/main" id="{14DC5913-460B-7FDC-2A3C-61AB2A4C96B3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6870700" y="3538538"/>
            <a:ext cx="457200" cy="2057400"/>
          </a:xfrm>
          <a:prstGeom prst="rightBrace">
            <a:avLst>
              <a:gd name="adj1" fmla="val 37500"/>
              <a:gd name="adj2" fmla="val 50000"/>
            </a:avLst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bIns="0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0914" name="Rectangle 1042">
            <a:extLst>
              <a:ext uri="{FF2B5EF4-FFF2-40B4-BE49-F238E27FC236}">
                <a16:creationId xmlns:a16="http://schemas.microsoft.com/office/drawing/2014/main" id="{F5908442-2A61-00EE-9D16-3E0921D94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3529014"/>
            <a:ext cx="2438400" cy="83163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Sorted </a:t>
            </a:r>
            <a:r>
              <a:rPr 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SecondPart</a:t>
            </a:r>
          </a:p>
        </p:txBody>
      </p:sp>
      <p:sp>
        <p:nvSpPr>
          <p:cNvPr id="11277" name="Rectangle 1064">
            <a:extLst>
              <a:ext uri="{FF2B5EF4-FFF2-40B4-BE49-F238E27FC236}">
                <a16:creationId xmlns:a16="http://schemas.microsoft.com/office/drawing/2014/main" id="{1DF7A5DA-A215-C34B-77CC-C496CC79D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5775" y="219076"/>
            <a:ext cx="7772400" cy="881063"/>
          </a:xfrm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Merge-Sort: Merge</a:t>
            </a:r>
          </a:p>
        </p:txBody>
      </p:sp>
      <p:sp>
        <p:nvSpPr>
          <p:cNvPr id="11278" name="Rectangle 1067">
            <a:extLst>
              <a:ext uri="{FF2B5EF4-FFF2-40B4-BE49-F238E27FC236}">
                <a16:creationId xmlns:a16="http://schemas.microsoft.com/office/drawing/2014/main" id="{0D2C70CF-602B-8767-FF40-A45B1EFF8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9" y="4905375"/>
            <a:ext cx="1755775" cy="65563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bIns="0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AU" altLang="en-US" sz="2400" b="0">
              <a:solidFill>
                <a:srgbClr val="FF0000"/>
              </a:solidFill>
            </a:endParaRPr>
          </a:p>
        </p:txBody>
      </p:sp>
      <p:sp>
        <p:nvSpPr>
          <p:cNvPr id="80940" name="Rectangle 1068">
            <a:extLst>
              <a:ext uri="{FF2B5EF4-FFF2-40B4-BE49-F238E27FC236}">
                <a16:creationId xmlns:a16="http://schemas.microsoft.com/office/drawing/2014/main" id="{CB673FDA-3E7D-D177-B7A1-4071CF4A2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5" y="6115051"/>
            <a:ext cx="1843088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A[right]</a:t>
            </a:r>
          </a:p>
        </p:txBody>
      </p:sp>
      <p:sp>
        <p:nvSpPr>
          <p:cNvPr id="11280" name="Rectangle 1069">
            <a:extLst>
              <a:ext uri="{FF2B5EF4-FFF2-40B4-BE49-F238E27FC236}">
                <a16:creationId xmlns:a16="http://schemas.microsoft.com/office/drawing/2014/main" id="{17B5BBCD-72ED-E566-24B3-CC9478FC9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4903789"/>
            <a:ext cx="1797050" cy="650875"/>
          </a:xfrm>
          <a:prstGeom prst="rect">
            <a:avLst/>
          </a:prstGeom>
          <a:solidFill>
            <a:srgbClr val="0099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bIns="0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AU" altLang="en-US" sz="2400" b="0">
              <a:solidFill>
                <a:srgbClr val="FF0000"/>
              </a:solidFill>
            </a:endParaRPr>
          </a:p>
        </p:txBody>
      </p:sp>
      <p:sp>
        <p:nvSpPr>
          <p:cNvPr id="80942" name="Rectangle 1070">
            <a:extLst>
              <a:ext uri="{FF2B5EF4-FFF2-40B4-BE49-F238E27FC236}">
                <a16:creationId xmlns:a16="http://schemas.microsoft.com/office/drawing/2014/main" id="{E952E716-781A-2CF0-BB57-CB73EDF82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188" y="2876551"/>
            <a:ext cx="1898650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merge</a:t>
            </a:r>
          </a:p>
        </p:txBody>
      </p:sp>
      <p:grpSp>
        <p:nvGrpSpPr>
          <p:cNvPr id="2" name="Group 1071">
            <a:extLst>
              <a:ext uri="{FF2B5EF4-FFF2-40B4-BE49-F238E27FC236}">
                <a16:creationId xmlns:a16="http://schemas.microsoft.com/office/drawing/2014/main" id="{0D3BAAAA-A3CB-08E6-DBD5-E85245312B1B}"/>
              </a:ext>
            </a:extLst>
          </p:cNvPr>
          <p:cNvGrpSpPr>
            <a:grpSpLocks/>
          </p:cNvGrpSpPr>
          <p:nvPr/>
        </p:nvGrpSpPr>
        <p:grpSpPr bwMode="auto">
          <a:xfrm>
            <a:off x="3951288" y="1906588"/>
            <a:ext cx="4191000" cy="685800"/>
            <a:chOff x="1737" y="3384"/>
            <a:chExt cx="2640" cy="432"/>
          </a:xfrm>
        </p:grpSpPr>
        <p:sp>
          <p:nvSpPr>
            <p:cNvPr id="11291" name="Rectangle 1072">
              <a:extLst>
                <a:ext uri="{FF2B5EF4-FFF2-40B4-BE49-F238E27FC236}">
                  <a16:creationId xmlns:a16="http://schemas.microsoft.com/office/drawing/2014/main" id="{8182CFC3-0644-620C-BB77-52C8032DC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3384"/>
              <a:ext cx="240" cy="432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bIns="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292" name="Rectangle 1073">
              <a:extLst>
                <a:ext uri="{FF2B5EF4-FFF2-40B4-BE49-F238E27FC236}">
                  <a16:creationId xmlns:a16="http://schemas.microsoft.com/office/drawing/2014/main" id="{3C4740A7-9DBC-3160-A2BD-3C686C897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3384"/>
              <a:ext cx="240" cy="4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bIns="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293" name="Rectangle 1074">
              <a:extLst>
                <a:ext uri="{FF2B5EF4-FFF2-40B4-BE49-F238E27FC236}">
                  <a16:creationId xmlns:a16="http://schemas.microsoft.com/office/drawing/2014/main" id="{6255301E-BA8A-54A6-DA5F-48A6B6C81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" y="3384"/>
              <a:ext cx="240" cy="4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bIns="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294" name="Rectangle 1075">
              <a:extLst>
                <a:ext uri="{FF2B5EF4-FFF2-40B4-BE49-F238E27FC236}">
                  <a16:creationId xmlns:a16="http://schemas.microsoft.com/office/drawing/2014/main" id="{2EDF966B-0663-7DD2-3973-45D9BC84A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7" y="3384"/>
              <a:ext cx="240" cy="4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bIns="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295" name="Rectangle 1076">
              <a:extLst>
                <a:ext uri="{FF2B5EF4-FFF2-40B4-BE49-F238E27FC236}">
                  <a16:creationId xmlns:a16="http://schemas.microsoft.com/office/drawing/2014/main" id="{752BFD43-FF7B-470F-8780-26108056E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7" y="3384"/>
              <a:ext cx="240" cy="432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bIns="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296" name="Rectangle 1077">
              <a:extLst>
                <a:ext uri="{FF2B5EF4-FFF2-40B4-BE49-F238E27FC236}">
                  <a16:creationId xmlns:a16="http://schemas.microsoft.com/office/drawing/2014/main" id="{EB04D6B2-2183-5643-6757-4656963B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7" y="3384"/>
              <a:ext cx="240" cy="432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bIns="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297" name="Rectangle 1078">
              <a:extLst>
                <a:ext uri="{FF2B5EF4-FFF2-40B4-BE49-F238E27FC236}">
                  <a16:creationId xmlns:a16="http://schemas.microsoft.com/office/drawing/2014/main" id="{D7E081D7-D020-530B-4538-171B733D8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7" y="3384"/>
              <a:ext cx="240" cy="432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bIns="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298" name="Rectangle 1079">
              <a:extLst>
                <a:ext uri="{FF2B5EF4-FFF2-40B4-BE49-F238E27FC236}">
                  <a16:creationId xmlns:a16="http://schemas.microsoft.com/office/drawing/2014/main" id="{D88A6D10-6AEA-F939-51C9-61DC065B1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3384"/>
              <a:ext cx="240" cy="4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bIns="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299" name="Rectangle 1080">
              <a:extLst>
                <a:ext uri="{FF2B5EF4-FFF2-40B4-BE49-F238E27FC236}">
                  <a16:creationId xmlns:a16="http://schemas.microsoft.com/office/drawing/2014/main" id="{ADC0C547-861C-775E-6EB5-B7AA19A70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" y="3384"/>
              <a:ext cx="240" cy="432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bIns="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300" name="Rectangle 1081">
              <a:extLst>
                <a:ext uri="{FF2B5EF4-FFF2-40B4-BE49-F238E27FC236}">
                  <a16:creationId xmlns:a16="http://schemas.microsoft.com/office/drawing/2014/main" id="{83325BCA-EB57-C5CE-F090-72E8C3E61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" y="3384"/>
              <a:ext cx="240" cy="432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bIns="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301" name="Rectangle 1082">
              <a:extLst>
                <a:ext uri="{FF2B5EF4-FFF2-40B4-BE49-F238E27FC236}">
                  <a16:creationId xmlns:a16="http://schemas.microsoft.com/office/drawing/2014/main" id="{B4E6F936-9DAE-1177-1AD3-06A9D3FD1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7" y="3384"/>
              <a:ext cx="240" cy="4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bIns="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1302" name="Rectangle 1083">
              <a:extLst>
                <a:ext uri="{FF2B5EF4-FFF2-40B4-BE49-F238E27FC236}">
                  <a16:creationId xmlns:a16="http://schemas.microsoft.com/office/drawing/2014/main" id="{001FBE20-F598-1332-84ED-2F14659C0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1" y="3388"/>
              <a:ext cx="2632" cy="4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80956" name="Rectangle 1084">
            <a:extLst>
              <a:ext uri="{FF2B5EF4-FFF2-40B4-BE49-F238E27FC236}">
                <a16:creationId xmlns:a16="http://schemas.microsoft.com/office/drawing/2014/main" id="{BC69435E-D20B-45E4-28CE-256AB76BF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926" y="2055813"/>
            <a:ext cx="646113" cy="5191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  <p:sp>
        <p:nvSpPr>
          <p:cNvPr id="80957" name="AutoShape 1085">
            <a:extLst>
              <a:ext uri="{FF2B5EF4-FFF2-40B4-BE49-F238E27FC236}">
                <a16:creationId xmlns:a16="http://schemas.microsoft.com/office/drawing/2014/main" id="{1A48869D-504D-D909-6803-33A6716C538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835650" y="2662238"/>
            <a:ext cx="406400" cy="1625600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285" name="Line 1092">
            <a:extLst>
              <a:ext uri="{FF2B5EF4-FFF2-40B4-BE49-F238E27FC236}">
                <a16:creationId xmlns:a16="http://schemas.microsoft.com/office/drawing/2014/main" id="{0FDE7910-4CB8-929C-2BCA-C22EF5AD7E5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65575" y="5635625"/>
            <a:ext cx="14288" cy="420688"/>
          </a:xfrm>
          <a:prstGeom prst="line">
            <a:avLst/>
          </a:prstGeom>
          <a:noFill/>
          <a:ln w="38100">
            <a:solidFill>
              <a:srgbClr val="00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86" name="Line 1093">
            <a:extLst>
              <a:ext uri="{FF2B5EF4-FFF2-40B4-BE49-F238E27FC236}">
                <a16:creationId xmlns:a16="http://schemas.microsoft.com/office/drawing/2014/main" id="{2D7AA8CC-60AA-9472-DD30-4FEB19D371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8663" y="5678488"/>
            <a:ext cx="0" cy="449262"/>
          </a:xfrm>
          <a:prstGeom prst="line">
            <a:avLst/>
          </a:prstGeom>
          <a:noFill/>
          <a:ln w="38100">
            <a:solidFill>
              <a:srgbClr val="00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87" name="Line 1094">
            <a:extLst>
              <a:ext uri="{FF2B5EF4-FFF2-40B4-BE49-F238E27FC236}">
                <a16:creationId xmlns:a16="http://schemas.microsoft.com/office/drawing/2014/main" id="{DF4071C8-63ED-AF7D-A30D-A783EE14D5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54963" y="5637213"/>
            <a:ext cx="0" cy="40640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967" name="Rectangle 1095">
            <a:extLst>
              <a:ext uri="{FF2B5EF4-FFF2-40B4-BE49-F238E27FC236}">
                <a16:creationId xmlns:a16="http://schemas.microsoft.com/office/drawing/2014/main" id="{DA503FAA-04A4-DABB-AC5C-0E3141848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4994276"/>
            <a:ext cx="646112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  <p:sp>
        <p:nvSpPr>
          <p:cNvPr id="80968" name="AutoShape 1096">
            <a:extLst>
              <a:ext uri="{FF2B5EF4-FFF2-40B4-BE49-F238E27FC236}">
                <a16:creationId xmlns:a16="http://schemas.microsoft.com/office/drawing/2014/main" id="{A7B10B19-C6FB-1DC1-D8FA-30337BC8E652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5840413" y="-403224"/>
            <a:ext cx="442913" cy="4132262"/>
          </a:xfrm>
          <a:prstGeom prst="rightBrace">
            <a:avLst>
              <a:gd name="adj1" fmla="val 77748"/>
              <a:gd name="adj2" fmla="val 50000"/>
            </a:avLst>
          </a:prstGeom>
          <a:noFill/>
          <a:ln w="57150">
            <a:solidFill>
              <a:schemeClr val="accent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bIns="0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0969" name="Rectangle 1097">
            <a:extLst>
              <a:ext uri="{FF2B5EF4-FFF2-40B4-BE49-F238E27FC236}">
                <a16:creationId xmlns:a16="http://schemas.microsoft.com/office/drawing/2014/main" id="{BB8B6ACB-F302-5780-DCD4-397CCBBA4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1084264"/>
            <a:ext cx="24384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Sorted</a:t>
            </a:r>
            <a:endParaRPr lang="en-US" sz="24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80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42" grpId="0" autoUpdateAnimBg="0"/>
      <p:bldP spid="80956" grpId="0"/>
      <p:bldP spid="80957" grpId="0" animBg="1"/>
      <p:bldP spid="80968" grpId="0" animBg="1"/>
      <p:bldP spid="8096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D293323C-3CB6-4C48-99FF-DF99B7079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619C4C0-89B5-4D28-9D40-CB8057EECE88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 b="0">
              <a:solidFill>
                <a:srgbClr val="000000"/>
              </a:solidFill>
            </a:endParaRPr>
          </a:p>
        </p:txBody>
      </p:sp>
      <p:grpSp>
        <p:nvGrpSpPr>
          <p:cNvPr id="2" name="Group 84">
            <a:extLst>
              <a:ext uri="{FF2B5EF4-FFF2-40B4-BE49-F238E27FC236}">
                <a16:creationId xmlns:a16="http://schemas.microsoft.com/office/drawing/2014/main" id="{935C517A-7901-4EDF-41F2-7B472F335ACE}"/>
              </a:ext>
            </a:extLst>
          </p:cNvPr>
          <p:cNvGrpSpPr>
            <a:grpSpLocks/>
          </p:cNvGrpSpPr>
          <p:nvPr/>
        </p:nvGrpSpPr>
        <p:grpSpPr bwMode="auto">
          <a:xfrm>
            <a:off x="2114551" y="4343400"/>
            <a:ext cx="6862763" cy="1784350"/>
            <a:chOff x="372" y="2736"/>
            <a:chExt cx="4323" cy="1124"/>
          </a:xfrm>
        </p:grpSpPr>
        <p:grpSp>
          <p:nvGrpSpPr>
            <p:cNvPr id="12313" name="Group 48">
              <a:extLst>
                <a:ext uri="{FF2B5EF4-FFF2-40B4-BE49-F238E27FC236}">
                  <a16:creationId xmlns:a16="http://schemas.microsoft.com/office/drawing/2014/main" id="{2ED5BBEF-791A-FD36-00B8-2F529F6349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3080"/>
              <a:ext cx="1536" cy="262"/>
              <a:chOff x="3159" y="3080"/>
              <a:chExt cx="1536" cy="262"/>
            </a:xfrm>
          </p:grpSpPr>
          <p:sp>
            <p:nvSpPr>
              <p:cNvPr id="12324" name="Text Box 25">
                <a:extLst>
                  <a:ext uri="{FF2B5EF4-FFF2-40B4-BE49-F238E27FC236}">
                    <a16:creationId xmlns:a16="http://schemas.microsoft.com/office/drawing/2014/main" id="{914DAAC3-8BB9-12B0-E48F-638324D75B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9" y="3080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AU" altLang="en-US" sz="2400" b="0">
                    <a:solidFill>
                      <a:srgbClr val="FFFFFF"/>
                    </a:solidFill>
                  </a:rPr>
                  <a:t>6</a:t>
                </a:r>
              </a:p>
            </p:txBody>
          </p:sp>
          <p:sp>
            <p:nvSpPr>
              <p:cNvPr id="12325" name="Text Box 26">
                <a:extLst>
                  <a:ext uri="{FF2B5EF4-FFF2-40B4-BE49-F238E27FC236}">
                    <a16:creationId xmlns:a16="http://schemas.microsoft.com/office/drawing/2014/main" id="{08EB604F-CE55-5EAE-8194-2820A51741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3" y="3080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AU" altLang="en-US" sz="2400" b="0">
                    <a:solidFill>
                      <a:srgbClr val="FFFFFF"/>
                    </a:solidFill>
                  </a:rPr>
                  <a:t>10</a:t>
                </a:r>
              </a:p>
            </p:txBody>
          </p:sp>
          <p:sp>
            <p:nvSpPr>
              <p:cNvPr id="12326" name="Text Box 27">
                <a:extLst>
                  <a:ext uri="{FF2B5EF4-FFF2-40B4-BE49-F238E27FC236}">
                    <a16:creationId xmlns:a16="http://schemas.microsoft.com/office/drawing/2014/main" id="{4D9AFBF7-299A-B4FD-CEAA-A257B36671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7" y="3080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AU" altLang="en-US" sz="2400" b="0">
                    <a:solidFill>
                      <a:srgbClr val="FFFFFF"/>
                    </a:solidFill>
                  </a:rPr>
                  <a:t>14</a:t>
                </a:r>
              </a:p>
            </p:txBody>
          </p:sp>
          <p:sp>
            <p:nvSpPr>
              <p:cNvPr id="12327" name="Text Box 28">
                <a:extLst>
                  <a:ext uri="{FF2B5EF4-FFF2-40B4-BE49-F238E27FC236}">
                    <a16:creationId xmlns:a16="http://schemas.microsoft.com/office/drawing/2014/main" id="{367F53F3-0E93-D89C-5D1D-02AC200A48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1" y="3080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AU" altLang="en-US" sz="2400" b="0">
                    <a:solidFill>
                      <a:srgbClr val="FFFFFF"/>
                    </a:solidFill>
                  </a:rPr>
                  <a:t>22</a:t>
                </a:r>
              </a:p>
            </p:txBody>
          </p:sp>
        </p:grpSp>
        <p:grpSp>
          <p:nvGrpSpPr>
            <p:cNvPr id="12314" name="Group 47">
              <a:extLst>
                <a:ext uri="{FF2B5EF4-FFF2-40B4-BE49-F238E27FC236}">
                  <a16:creationId xmlns:a16="http://schemas.microsoft.com/office/drawing/2014/main" id="{FE9B52EE-5215-6AEE-7FA0-8506DE5F7B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071"/>
              <a:ext cx="1536" cy="262"/>
              <a:chOff x="576" y="3071"/>
              <a:chExt cx="1536" cy="262"/>
            </a:xfrm>
          </p:grpSpPr>
          <p:sp>
            <p:nvSpPr>
              <p:cNvPr id="12320" name="Text Box 19">
                <a:extLst>
                  <a:ext uri="{FF2B5EF4-FFF2-40B4-BE49-F238E27FC236}">
                    <a16:creationId xmlns:a16="http://schemas.microsoft.com/office/drawing/2014/main" id="{2BA0C830-E232-07DC-CD96-55CEF8D5D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071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AU" altLang="en-US" sz="2400" b="0">
                    <a:solidFill>
                      <a:srgbClr val="FFFFFF"/>
                    </a:solidFill>
                  </a:rPr>
                  <a:t>3</a:t>
                </a:r>
              </a:p>
            </p:txBody>
          </p:sp>
          <p:sp>
            <p:nvSpPr>
              <p:cNvPr id="12321" name="Text Box 20">
                <a:extLst>
                  <a:ext uri="{FF2B5EF4-FFF2-40B4-BE49-F238E27FC236}">
                    <a16:creationId xmlns:a16="http://schemas.microsoft.com/office/drawing/2014/main" id="{D7625476-1D97-EA0E-2162-6F51D0D36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0" y="3071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AU" altLang="en-US" sz="2400" b="0">
                    <a:solidFill>
                      <a:srgbClr val="FFFFFF"/>
                    </a:solidFill>
                  </a:rPr>
                  <a:t>5</a:t>
                </a:r>
              </a:p>
            </p:txBody>
          </p:sp>
          <p:sp>
            <p:nvSpPr>
              <p:cNvPr id="12322" name="Text Box 21">
                <a:extLst>
                  <a:ext uri="{FF2B5EF4-FFF2-40B4-BE49-F238E27FC236}">
                    <a16:creationId xmlns:a16="http://schemas.microsoft.com/office/drawing/2014/main" id="{8648509C-AEB2-DAC2-13E3-5FE7650C54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071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AU" altLang="en-US" sz="2400" b="0">
                    <a:solidFill>
                      <a:srgbClr val="FFFFFF"/>
                    </a:solidFill>
                  </a:rPr>
                  <a:t>15</a:t>
                </a:r>
              </a:p>
            </p:txBody>
          </p:sp>
          <p:sp>
            <p:nvSpPr>
              <p:cNvPr id="12323" name="Text Box 22">
                <a:extLst>
                  <a:ext uri="{FF2B5EF4-FFF2-40B4-BE49-F238E27FC236}">
                    <a16:creationId xmlns:a16="http://schemas.microsoft.com/office/drawing/2014/main" id="{0745BD01-F28A-4E48-939B-8185A4931F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3071"/>
                <a:ext cx="384" cy="26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bIns="0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AU" altLang="en-US" sz="2400" b="0">
                    <a:solidFill>
                      <a:srgbClr val="FFFFFF"/>
                    </a:solidFill>
                  </a:rPr>
                  <a:t>28</a:t>
                </a:r>
              </a:p>
            </p:txBody>
          </p:sp>
        </p:grpSp>
        <p:sp>
          <p:nvSpPr>
            <p:cNvPr id="308240" name="Rectangle 16">
              <a:extLst>
                <a:ext uri="{FF2B5EF4-FFF2-40B4-BE49-F238E27FC236}">
                  <a16:creationId xmlns:a16="http://schemas.microsoft.com/office/drawing/2014/main" id="{ED5F51AD-5C03-F97E-D771-0D697C4DA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" y="2750"/>
              <a:ext cx="26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lIns="0" tIns="46038" rIns="0" bIns="46038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2800" b="1">
                  <a:solidFill>
                    <a:srgbClr val="33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itchFamily="49" charset="0"/>
                  <a:cs typeface="Arial" charset="0"/>
                </a:rPr>
                <a:t>L:</a:t>
              </a:r>
            </a:p>
          </p:txBody>
        </p:sp>
        <p:sp>
          <p:nvSpPr>
            <p:cNvPr id="308255" name="Rectangle 31">
              <a:extLst>
                <a:ext uri="{FF2B5EF4-FFF2-40B4-BE49-F238E27FC236}">
                  <a16:creationId xmlns:a16="http://schemas.microsoft.com/office/drawing/2014/main" id="{EDDB27D9-CEBB-6DD6-008D-C9162EC8D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" y="2736"/>
              <a:ext cx="26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lIns="0" tIns="46038" rIns="0" bIns="46038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2800" b="1">
                  <a:solidFill>
                    <a:srgbClr val="33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itchFamily="49" charset="0"/>
                  <a:cs typeface="Arial" charset="0"/>
                </a:rPr>
                <a:t>R:</a:t>
              </a:r>
            </a:p>
          </p:txBody>
        </p:sp>
        <p:sp>
          <p:nvSpPr>
            <p:cNvPr id="12317" name="AutoShape 78">
              <a:extLst>
                <a:ext uri="{FF2B5EF4-FFF2-40B4-BE49-F238E27FC236}">
                  <a16:creationId xmlns:a16="http://schemas.microsoft.com/office/drawing/2014/main" id="{1114003A-04B4-1D97-C620-B3199283438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401296">
              <a:off x="2323" y="3268"/>
              <a:ext cx="115" cy="485"/>
            </a:xfrm>
            <a:prstGeom prst="upArrow">
              <a:avLst>
                <a:gd name="adj1" fmla="val 50000"/>
                <a:gd name="adj2" fmla="val 10543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08304" name="Rectangle 80">
              <a:extLst>
                <a:ext uri="{FF2B5EF4-FFF2-40B4-BE49-F238E27FC236}">
                  <a16:creationId xmlns:a16="http://schemas.microsoft.com/office/drawing/2014/main" id="{EA69074D-814A-00F6-8B5E-76715A30F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3629"/>
              <a:ext cx="13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srgbClr val="33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cs typeface="Arial" charset="0"/>
                </a:rPr>
                <a:t>Temporary Arrays</a:t>
              </a:r>
            </a:p>
          </p:txBody>
        </p:sp>
        <p:sp>
          <p:nvSpPr>
            <p:cNvPr id="12319" name="AutoShape 81">
              <a:extLst>
                <a:ext uri="{FF2B5EF4-FFF2-40B4-BE49-F238E27FC236}">
                  <a16:creationId xmlns:a16="http://schemas.microsoft.com/office/drawing/2014/main" id="{D220ACA1-7EEA-1561-3042-2EE045DA80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401296" flipH="1">
              <a:off x="2826" y="3236"/>
              <a:ext cx="140" cy="485"/>
            </a:xfrm>
            <a:prstGeom prst="upArrow">
              <a:avLst>
                <a:gd name="adj1" fmla="val 50000"/>
                <a:gd name="adj2" fmla="val 8660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2292" name="Group 57">
            <a:extLst>
              <a:ext uri="{FF2B5EF4-FFF2-40B4-BE49-F238E27FC236}">
                <a16:creationId xmlns:a16="http://schemas.microsoft.com/office/drawing/2014/main" id="{0BDBCCE5-F62B-ACBE-AB75-78B31EBC668A}"/>
              </a:ext>
            </a:extLst>
          </p:cNvPr>
          <p:cNvGrpSpPr>
            <a:grpSpLocks/>
          </p:cNvGrpSpPr>
          <p:nvPr/>
        </p:nvGrpSpPr>
        <p:grpSpPr bwMode="auto">
          <a:xfrm>
            <a:off x="3074988" y="2719391"/>
            <a:ext cx="4870450" cy="423863"/>
            <a:chOff x="894" y="1037"/>
            <a:chExt cx="3068" cy="267"/>
          </a:xfrm>
        </p:grpSpPr>
        <p:sp>
          <p:nvSpPr>
            <p:cNvPr id="12305" name="Text Box 49">
              <a:extLst>
                <a:ext uri="{FF2B5EF4-FFF2-40B4-BE49-F238E27FC236}">
                  <a16:creationId xmlns:a16="http://schemas.microsoft.com/office/drawing/2014/main" id="{3991F576-4DD2-34E5-2ACF-D3A281F8A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12306" name="Text Box 50">
              <a:extLst>
                <a:ext uri="{FF2B5EF4-FFF2-40B4-BE49-F238E27FC236}">
                  <a16:creationId xmlns:a16="http://schemas.microsoft.com/office/drawing/2014/main" id="{A24C919E-9594-1E74-C78D-1CDA5F79A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15</a:t>
              </a:r>
            </a:p>
          </p:txBody>
        </p:sp>
        <p:sp>
          <p:nvSpPr>
            <p:cNvPr id="12307" name="Text Box 51">
              <a:extLst>
                <a:ext uri="{FF2B5EF4-FFF2-40B4-BE49-F238E27FC236}">
                  <a16:creationId xmlns:a16="http://schemas.microsoft.com/office/drawing/2014/main" id="{796DD969-7DBD-7155-1516-72631DA86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28</a:t>
              </a:r>
            </a:p>
          </p:txBody>
        </p:sp>
        <p:sp>
          <p:nvSpPr>
            <p:cNvPr id="12308" name="Text Box 52">
              <a:extLst>
                <a:ext uri="{FF2B5EF4-FFF2-40B4-BE49-F238E27FC236}">
                  <a16:creationId xmlns:a16="http://schemas.microsoft.com/office/drawing/2014/main" id="{1E9EBFBF-3F22-12E1-E032-1D246FBF1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30</a:t>
              </a:r>
            </a:p>
          </p:txBody>
        </p:sp>
        <p:sp>
          <p:nvSpPr>
            <p:cNvPr id="12309" name="Text Box 53">
              <a:extLst>
                <a:ext uri="{FF2B5EF4-FFF2-40B4-BE49-F238E27FC236}">
                  <a16:creationId xmlns:a16="http://schemas.microsoft.com/office/drawing/2014/main" id="{1918BF7A-B2E9-FAA0-308C-AAFB61383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6</a:t>
              </a:r>
            </a:p>
          </p:txBody>
        </p:sp>
        <p:sp>
          <p:nvSpPr>
            <p:cNvPr id="12310" name="Text Box 54">
              <a:extLst>
                <a:ext uri="{FF2B5EF4-FFF2-40B4-BE49-F238E27FC236}">
                  <a16:creationId xmlns:a16="http://schemas.microsoft.com/office/drawing/2014/main" id="{2E70880C-D6E0-4BA9-F5A9-09EF27C98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10</a:t>
              </a:r>
            </a:p>
          </p:txBody>
        </p:sp>
        <p:sp>
          <p:nvSpPr>
            <p:cNvPr id="12311" name="Text Box 55">
              <a:extLst>
                <a:ext uri="{FF2B5EF4-FFF2-40B4-BE49-F238E27FC236}">
                  <a16:creationId xmlns:a16="http://schemas.microsoft.com/office/drawing/2014/main" id="{064006A4-C817-A235-75B7-B65D97A93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037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14</a:t>
              </a:r>
            </a:p>
          </p:txBody>
        </p:sp>
        <p:sp>
          <p:nvSpPr>
            <p:cNvPr id="12312" name="Text Box 56">
              <a:extLst>
                <a:ext uri="{FF2B5EF4-FFF2-40B4-BE49-F238E27FC236}">
                  <a16:creationId xmlns:a16="http://schemas.microsoft.com/office/drawing/2014/main" id="{ED054C35-8D17-9010-DDDF-C16C784ED8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1042"/>
              <a:ext cx="384" cy="26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5</a:t>
              </a:r>
            </a:p>
          </p:txBody>
        </p:sp>
      </p:grpSp>
      <p:sp>
        <p:nvSpPr>
          <p:cNvPr id="12293" name="Rectangle 2">
            <a:extLst>
              <a:ext uri="{FF2B5EF4-FFF2-40B4-BE49-F238E27FC236}">
                <a16:creationId xmlns:a16="http://schemas.microsoft.com/office/drawing/2014/main" id="{5C7C8294-A90D-5AB5-4D15-492EF5E5B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grpSp>
        <p:nvGrpSpPr>
          <p:cNvPr id="6" name="Group 45">
            <a:extLst>
              <a:ext uri="{FF2B5EF4-FFF2-40B4-BE49-F238E27FC236}">
                <a16:creationId xmlns:a16="http://schemas.microsoft.com/office/drawing/2014/main" id="{F7BBE038-13C2-D93A-8CB2-6CEC813E43CB}"/>
              </a:ext>
            </a:extLst>
          </p:cNvPr>
          <p:cNvGrpSpPr>
            <a:grpSpLocks/>
          </p:cNvGrpSpPr>
          <p:nvPr/>
        </p:nvGrpSpPr>
        <p:grpSpPr bwMode="auto">
          <a:xfrm>
            <a:off x="3060700" y="2717798"/>
            <a:ext cx="2438400" cy="415925"/>
            <a:chOff x="968" y="1721"/>
            <a:chExt cx="1536" cy="262"/>
          </a:xfrm>
        </p:grpSpPr>
        <p:sp>
          <p:nvSpPr>
            <p:cNvPr id="12301" name="Text Box 5">
              <a:extLst>
                <a:ext uri="{FF2B5EF4-FFF2-40B4-BE49-F238E27FC236}">
                  <a16:creationId xmlns:a16="http://schemas.microsoft.com/office/drawing/2014/main" id="{A9595DE0-11A5-126E-BA66-DD7CA8969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" y="1721"/>
              <a:ext cx="384" cy="262"/>
            </a:xfrm>
            <a:prstGeom prst="rect">
              <a:avLst/>
            </a:prstGeom>
            <a:solidFill>
              <a:srgbClr val="0099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2302" name="Text Box 6">
              <a:extLst>
                <a:ext uri="{FF2B5EF4-FFF2-40B4-BE49-F238E27FC236}">
                  <a16:creationId xmlns:a16="http://schemas.microsoft.com/office/drawing/2014/main" id="{559FC5AD-EE93-0E1C-8F56-D593B0E24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2" y="1721"/>
              <a:ext cx="384" cy="262"/>
            </a:xfrm>
            <a:prstGeom prst="rect">
              <a:avLst/>
            </a:prstGeom>
            <a:solidFill>
              <a:srgbClr val="0099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12303" name="Text Box 7">
              <a:extLst>
                <a:ext uri="{FF2B5EF4-FFF2-40B4-BE49-F238E27FC236}">
                  <a16:creationId xmlns:a16="http://schemas.microsoft.com/office/drawing/2014/main" id="{42011B84-F105-84B9-6FFB-C8F61EE0A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6" y="1721"/>
              <a:ext cx="384" cy="262"/>
            </a:xfrm>
            <a:prstGeom prst="rect">
              <a:avLst/>
            </a:prstGeom>
            <a:solidFill>
              <a:srgbClr val="0099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7</a:t>
              </a:r>
            </a:p>
          </p:txBody>
        </p:sp>
        <p:sp>
          <p:nvSpPr>
            <p:cNvPr id="12304" name="Text Box 8">
              <a:extLst>
                <a:ext uri="{FF2B5EF4-FFF2-40B4-BE49-F238E27FC236}">
                  <a16:creationId xmlns:a16="http://schemas.microsoft.com/office/drawing/2014/main" id="{C953D138-6287-69FC-966C-2F35496AF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0" y="1721"/>
              <a:ext cx="384" cy="262"/>
            </a:xfrm>
            <a:prstGeom prst="rect">
              <a:avLst/>
            </a:prstGeom>
            <a:solidFill>
              <a:srgbClr val="0099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8</a:t>
              </a:r>
            </a:p>
          </p:txBody>
        </p:sp>
      </p:grpSp>
      <p:grpSp>
        <p:nvGrpSpPr>
          <p:cNvPr id="7" name="Group 46">
            <a:extLst>
              <a:ext uri="{FF2B5EF4-FFF2-40B4-BE49-F238E27FC236}">
                <a16:creationId xmlns:a16="http://schemas.microsoft.com/office/drawing/2014/main" id="{2F7C9EB0-ACE9-A009-9044-82768E84F227}"/>
              </a:ext>
            </a:extLst>
          </p:cNvPr>
          <p:cNvGrpSpPr>
            <a:grpSpLocks/>
          </p:cNvGrpSpPr>
          <p:nvPr/>
        </p:nvGrpSpPr>
        <p:grpSpPr bwMode="auto">
          <a:xfrm>
            <a:off x="5499100" y="2717798"/>
            <a:ext cx="2438400" cy="415925"/>
            <a:chOff x="2504" y="1721"/>
            <a:chExt cx="1536" cy="262"/>
          </a:xfrm>
        </p:grpSpPr>
        <p:sp>
          <p:nvSpPr>
            <p:cNvPr id="12297" name="Text Box 10">
              <a:extLst>
                <a:ext uri="{FF2B5EF4-FFF2-40B4-BE49-F238E27FC236}">
                  <a16:creationId xmlns:a16="http://schemas.microsoft.com/office/drawing/2014/main" id="{13CD31A0-C581-CC50-96E0-C3FB6DBFC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4" y="1721"/>
              <a:ext cx="384" cy="2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12298" name="Text Box 11">
              <a:extLst>
                <a:ext uri="{FF2B5EF4-FFF2-40B4-BE49-F238E27FC236}">
                  <a16:creationId xmlns:a16="http://schemas.microsoft.com/office/drawing/2014/main" id="{F475ECAA-E020-EA81-09F6-39CFCB343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8" y="1721"/>
              <a:ext cx="384" cy="2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12299" name="Text Box 12">
              <a:extLst>
                <a:ext uri="{FF2B5EF4-FFF2-40B4-BE49-F238E27FC236}">
                  <a16:creationId xmlns:a16="http://schemas.microsoft.com/office/drawing/2014/main" id="{1D351082-0C48-8929-AE94-6C2F3DADD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2" y="1721"/>
              <a:ext cx="384" cy="2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12300" name="Text Box 13">
              <a:extLst>
                <a:ext uri="{FF2B5EF4-FFF2-40B4-BE49-F238E27FC236}">
                  <a16:creationId xmlns:a16="http://schemas.microsoft.com/office/drawing/2014/main" id="{CFD501D8-EA30-F983-C2F0-C78D90C5B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6" y="1721"/>
              <a:ext cx="384" cy="26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bIns="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AU" altLang="en-US" sz="2400" b="0">
                  <a:solidFill>
                    <a:srgbClr val="FFFFFF"/>
                  </a:solidFill>
                </a:rPr>
                <a:t>6</a:t>
              </a:r>
            </a:p>
          </p:txBody>
        </p:sp>
      </p:grpSp>
      <p:sp>
        <p:nvSpPr>
          <p:cNvPr id="308293" name="Rectangle 69">
            <a:extLst>
              <a:ext uri="{FF2B5EF4-FFF2-40B4-BE49-F238E27FC236}">
                <a16:creationId xmlns:a16="http://schemas.microsoft.com/office/drawing/2014/main" id="{BF56CF8C-E04C-87F2-6B39-BD742FA31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2663826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03537 L -0.06962 0.31445 " pathEditMode="relative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3 0.01919 L 0.11406 0.3172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08" y="148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207223CA-A95F-2B40-2F77-68C4365D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C3271108-A1B3-4364-89E4-E80DC3191E80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FEDC3985-562E-9FF2-E80E-476FA4F2D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8A0FA386-FEB7-0AD3-2E2A-52D6C959C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257ECEBC-0685-D7A2-B17B-3F83190B6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100645A7-6229-A21B-814F-9BA663DED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B14A6DC3-089B-1644-C376-E0F7B512E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13320" name="Text Box 8">
            <a:extLst>
              <a:ext uri="{FF2B5EF4-FFF2-40B4-BE49-F238E27FC236}">
                <a16:creationId xmlns:a16="http://schemas.microsoft.com/office/drawing/2014/main" id="{C3F272C7-F82A-9C27-E79D-8AAD85272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13321" name="Text Box 10">
            <a:extLst>
              <a:ext uri="{FF2B5EF4-FFF2-40B4-BE49-F238E27FC236}">
                <a16:creationId xmlns:a16="http://schemas.microsoft.com/office/drawing/2014/main" id="{9E724827-B9FB-A535-93ED-DE0CAEB68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322" name="Text Box 11">
            <a:extLst>
              <a:ext uri="{FF2B5EF4-FFF2-40B4-BE49-F238E27FC236}">
                <a16:creationId xmlns:a16="http://schemas.microsoft.com/office/drawing/2014/main" id="{980A0EA9-485A-0DA7-0697-D2A6BACF2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3323" name="Text Box 12">
            <a:extLst>
              <a:ext uri="{FF2B5EF4-FFF2-40B4-BE49-F238E27FC236}">
                <a16:creationId xmlns:a16="http://schemas.microsoft.com/office/drawing/2014/main" id="{DFF8253C-59E0-D751-75F1-4471CA1C0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02096" name="Rectangle 16">
            <a:extLst>
              <a:ext uri="{FF2B5EF4-FFF2-40B4-BE49-F238E27FC236}">
                <a16:creationId xmlns:a16="http://schemas.microsoft.com/office/drawing/2014/main" id="{05F3E789-4336-BB2B-6986-26A414AA4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L:</a:t>
            </a:r>
          </a:p>
        </p:txBody>
      </p:sp>
      <p:sp>
        <p:nvSpPr>
          <p:cNvPr id="302098" name="Rectangle 18">
            <a:extLst>
              <a:ext uri="{FF2B5EF4-FFF2-40B4-BE49-F238E27FC236}">
                <a16:creationId xmlns:a16="http://schemas.microsoft.com/office/drawing/2014/main" id="{15A7809A-FC96-F479-34AD-F5D62F661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  <p:sp>
        <p:nvSpPr>
          <p:cNvPr id="13326" name="Text Box 36">
            <a:extLst>
              <a:ext uri="{FF2B5EF4-FFF2-40B4-BE49-F238E27FC236}">
                <a16:creationId xmlns:a16="http://schemas.microsoft.com/office/drawing/2014/main" id="{AD6ADC36-F545-10D1-E273-6859A111A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327" name="Text Box 38">
            <a:extLst>
              <a:ext uri="{FF2B5EF4-FFF2-40B4-BE49-F238E27FC236}">
                <a16:creationId xmlns:a16="http://schemas.microsoft.com/office/drawing/2014/main" id="{70A3BD36-8D0C-CE2E-D8F7-D7508BCB8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3328" name="Text Box 39">
            <a:extLst>
              <a:ext uri="{FF2B5EF4-FFF2-40B4-BE49-F238E27FC236}">
                <a16:creationId xmlns:a16="http://schemas.microsoft.com/office/drawing/2014/main" id="{4A8C6ED2-F085-07DE-21C7-89757B376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13329" name="Text Box 40">
            <a:extLst>
              <a:ext uri="{FF2B5EF4-FFF2-40B4-BE49-F238E27FC236}">
                <a16:creationId xmlns:a16="http://schemas.microsoft.com/office/drawing/2014/main" id="{13F8C474-8D39-D618-1456-03DC1E51D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13330" name="Text Box 44">
            <a:extLst>
              <a:ext uri="{FF2B5EF4-FFF2-40B4-BE49-F238E27FC236}">
                <a16:creationId xmlns:a16="http://schemas.microsoft.com/office/drawing/2014/main" id="{06339CFC-E5F6-00D3-3ACE-42B055751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331" name="Text Box 45">
            <a:extLst>
              <a:ext uri="{FF2B5EF4-FFF2-40B4-BE49-F238E27FC236}">
                <a16:creationId xmlns:a16="http://schemas.microsoft.com/office/drawing/2014/main" id="{6D0D9AA1-0402-7B06-8F3A-440CE4CD6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3332" name="Text Box 46">
            <a:extLst>
              <a:ext uri="{FF2B5EF4-FFF2-40B4-BE49-F238E27FC236}">
                <a16:creationId xmlns:a16="http://schemas.microsoft.com/office/drawing/2014/main" id="{BF420735-21E5-58C8-301A-E70DD9447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3333" name="Text Box 47">
            <a:extLst>
              <a:ext uri="{FF2B5EF4-FFF2-40B4-BE49-F238E27FC236}">
                <a16:creationId xmlns:a16="http://schemas.microsoft.com/office/drawing/2014/main" id="{79820F8E-3115-B5D8-A641-8AD7023D3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302132" name="Rectangle 52">
            <a:extLst>
              <a:ext uri="{FF2B5EF4-FFF2-40B4-BE49-F238E27FC236}">
                <a16:creationId xmlns:a16="http://schemas.microsoft.com/office/drawing/2014/main" id="{2E6F27D6-25EF-C624-5F5C-4DBA117C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R:</a:t>
            </a:r>
          </a:p>
        </p:txBody>
      </p:sp>
      <p:sp>
        <p:nvSpPr>
          <p:cNvPr id="13335" name="Text Box 55">
            <a:extLst>
              <a:ext uri="{FF2B5EF4-FFF2-40B4-BE49-F238E27FC236}">
                <a16:creationId xmlns:a16="http://schemas.microsoft.com/office/drawing/2014/main" id="{54919096-D6B9-E59F-8A58-D62F52CE8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738" y="5797551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9900"/>
                </a:solidFill>
              </a:rPr>
              <a:t>i=0</a:t>
            </a:r>
          </a:p>
        </p:txBody>
      </p:sp>
      <p:sp>
        <p:nvSpPr>
          <p:cNvPr id="13336" name="Text Box 56">
            <a:extLst>
              <a:ext uri="{FF2B5EF4-FFF2-40B4-BE49-F238E27FC236}">
                <a16:creationId xmlns:a16="http://schemas.microsoft.com/office/drawing/2014/main" id="{577E53D4-A0FB-5AFA-444E-96BB602ED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651" y="5818189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</a:rPr>
              <a:t>j=0</a:t>
            </a:r>
          </a:p>
        </p:txBody>
      </p:sp>
      <p:sp>
        <p:nvSpPr>
          <p:cNvPr id="13337" name="Text Box 58">
            <a:extLst>
              <a:ext uri="{FF2B5EF4-FFF2-40B4-BE49-F238E27FC236}">
                <a16:creationId xmlns:a16="http://schemas.microsoft.com/office/drawing/2014/main" id="{6A222E39-0842-F990-36D5-71FACE9B0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263" y="3403601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FF"/>
                </a:solidFill>
              </a:rPr>
              <a:t>k=0</a:t>
            </a:r>
          </a:p>
        </p:txBody>
      </p:sp>
      <p:sp>
        <p:nvSpPr>
          <p:cNvPr id="13338" name="Text Box 65">
            <a:extLst>
              <a:ext uri="{FF2B5EF4-FFF2-40B4-BE49-F238E27FC236}">
                <a16:creationId xmlns:a16="http://schemas.microsoft.com/office/drawing/2014/main" id="{7288BCD7-B915-5CEC-6DA5-2641D477B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339" name="Text Box 67">
            <a:extLst>
              <a:ext uri="{FF2B5EF4-FFF2-40B4-BE49-F238E27FC236}">
                <a16:creationId xmlns:a16="http://schemas.microsoft.com/office/drawing/2014/main" id="{BBBD89AF-B85E-8084-2C81-C593CC924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340" name="Text Box 68">
            <a:extLst>
              <a:ext uri="{FF2B5EF4-FFF2-40B4-BE49-F238E27FC236}">
                <a16:creationId xmlns:a16="http://schemas.microsoft.com/office/drawing/2014/main" id="{19ABBABB-21E1-8988-198B-EDA4F9E2D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341" name="Text Box 69">
            <a:extLst>
              <a:ext uri="{FF2B5EF4-FFF2-40B4-BE49-F238E27FC236}">
                <a16:creationId xmlns:a16="http://schemas.microsoft.com/office/drawing/2014/main" id="{A0BA0B0A-0361-CEBF-B05F-EE0B41DF6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3342" name="Text Box 71">
            <a:extLst>
              <a:ext uri="{FF2B5EF4-FFF2-40B4-BE49-F238E27FC236}">
                <a16:creationId xmlns:a16="http://schemas.microsoft.com/office/drawing/2014/main" id="{59485BF0-FE23-A782-5DF4-25E94A1F3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343" name="Text Box 72">
            <a:extLst>
              <a:ext uri="{FF2B5EF4-FFF2-40B4-BE49-F238E27FC236}">
                <a16:creationId xmlns:a16="http://schemas.microsoft.com/office/drawing/2014/main" id="{7AEBE0DA-34A3-B2F6-C60D-E40A764C9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344" name="Text Box 73">
            <a:extLst>
              <a:ext uri="{FF2B5EF4-FFF2-40B4-BE49-F238E27FC236}">
                <a16:creationId xmlns:a16="http://schemas.microsoft.com/office/drawing/2014/main" id="{BE6E3F39-5579-4FF9-0D83-F7363F790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345" name="Text Box 74">
            <a:extLst>
              <a:ext uri="{FF2B5EF4-FFF2-40B4-BE49-F238E27FC236}">
                <a16:creationId xmlns:a16="http://schemas.microsoft.com/office/drawing/2014/main" id="{B882CAAD-DDB2-690B-9745-AEB9FB557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346" name="Text Box 77">
            <a:extLst>
              <a:ext uri="{FF2B5EF4-FFF2-40B4-BE49-F238E27FC236}">
                <a16:creationId xmlns:a16="http://schemas.microsoft.com/office/drawing/2014/main" id="{24299D48-405E-ED54-93ED-619F1ADCC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627313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AU" altLang="en-US" sz="2400" b="0">
              <a:solidFill>
                <a:srgbClr val="FFFFFF"/>
              </a:solidFill>
            </a:endParaRPr>
          </a:p>
        </p:txBody>
      </p:sp>
      <p:sp>
        <p:nvSpPr>
          <p:cNvPr id="302158" name="Text Box 78">
            <a:extLst>
              <a:ext uri="{FF2B5EF4-FFF2-40B4-BE49-F238E27FC236}">
                <a16:creationId xmlns:a16="http://schemas.microsoft.com/office/drawing/2014/main" id="{0C660B40-B0DA-1713-6FB6-82A0F1614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038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348" name="AutoShape 79">
            <a:extLst>
              <a:ext uri="{FF2B5EF4-FFF2-40B4-BE49-F238E27FC236}">
                <a16:creationId xmlns:a16="http://schemas.microsoft.com/office/drawing/2014/main" id="{144503D3-5470-3D6C-3518-4CE02C2F5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1" y="5384801"/>
            <a:ext cx="233363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349" name="AutoShape 80">
            <a:extLst>
              <a:ext uri="{FF2B5EF4-FFF2-40B4-BE49-F238E27FC236}">
                <a16:creationId xmlns:a16="http://schemas.microsoft.com/office/drawing/2014/main" id="{11453376-C3AB-39B7-5DE9-981A870FB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4" y="5384800"/>
            <a:ext cx="231775" cy="420688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350" name="AutoShape 81">
            <a:extLst>
              <a:ext uri="{FF2B5EF4-FFF2-40B4-BE49-F238E27FC236}">
                <a16:creationId xmlns:a16="http://schemas.microsoft.com/office/drawing/2014/main" id="{2BFF4501-FB42-CDEF-276B-B19B8723E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201" y="3092451"/>
            <a:ext cx="188913" cy="347663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B2C5B6CE-3035-E68A-B8BF-D6C55C69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00CB3BD-3BCF-4E76-996C-091EC1E99A4E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F318E069-3AC7-0B90-E48B-144BDBF27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09EE52E4-CE8D-ABF2-8050-0FEDB4A58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316DF630-5601-198F-306E-A35C4412E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342" name="Text Box 5">
            <a:extLst>
              <a:ext uri="{FF2B5EF4-FFF2-40B4-BE49-F238E27FC236}">
                <a16:creationId xmlns:a16="http://schemas.microsoft.com/office/drawing/2014/main" id="{0E2A14C5-C7EE-C521-8E34-08B5FD77B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4343" name="Text Box 6">
            <a:extLst>
              <a:ext uri="{FF2B5EF4-FFF2-40B4-BE49-F238E27FC236}">
                <a16:creationId xmlns:a16="http://schemas.microsoft.com/office/drawing/2014/main" id="{E2FE1916-30FF-4F6B-F827-6497C8FCA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14344" name="Text Box 7">
            <a:extLst>
              <a:ext uri="{FF2B5EF4-FFF2-40B4-BE49-F238E27FC236}">
                <a16:creationId xmlns:a16="http://schemas.microsoft.com/office/drawing/2014/main" id="{2761A44F-5E35-E990-BC36-B82687559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14345" name="Text Box 9">
            <a:extLst>
              <a:ext uri="{FF2B5EF4-FFF2-40B4-BE49-F238E27FC236}">
                <a16:creationId xmlns:a16="http://schemas.microsoft.com/office/drawing/2014/main" id="{3278FA07-5311-C710-8735-15B1EBBA1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346" name="Text Box 10">
            <a:extLst>
              <a:ext uri="{FF2B5EF4-FFF2-40B4-BE49-F238E27FC236}">
                <a16:creationId xmlns:a16="http://schemas.microsoft.com/office/drawing/2014/main" id="{A542CF7E-699E-F3E4-B669-D44DF879E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4347" name="Text Box 11">
            <a:extLst>
              <a:ext uri="{FF2B5EF4-FFF2-40B4-BE49-F238E27FC236}">
                <a16:creationId xmlns:a16="http://schemas.microsoft.com/office/drawing/2014/main" id="{FC45C09D-CD36-2BF0-450A-F8884F21B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18479" name="Rectangle 15">
            <a:extLst>
              <a:ext uri="{FF2B5EF4-FFF2-40B4-BE49-F238E27FC236}">
                <a16:creationId xmlns:a16="http://schemas.microsoft.com/office/drawing/2014/main" id="{C99BFD25-F95E-6DC6-21A5-3AC245984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L:</a:t>
            </a:r>
          </a:p>
        </p:txBody>
      </p:sp>
      <p:sp>
        <p:nvSpPr>
          <p:cNvPr id="318480" name="Rectangle 16">
            <a:extLst>
              <a:ext uri="{FF2B5EF4-FFF2-40B4-BE49-F238E27FC236}">
                <a16:creationId xmlns:a16="http://schemas.microsoft.com/office/drawing/2014/main" id="{D956E1C7-879C-08CA-3BFC-FE73B3712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  <p:sp>
        <p:nvSpPr>
          <p:cNvPr id="14350" name="Text Box 18">
            <a:extLst>
              <a:ext uri="{FF2B5EF4-FFF2-40B4-BE49-F238E27FC236}">
                <a16:creationId xmlns:a16="http://schemas.microsoft.com/office/drawing/2014/main" id="{7D618014-D9E9-CD28-7398-42CA66E1F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351" name="Text Box 19">
            <a:extLst>
              <a:ext uri="{FF2B5EF4-FFF2-40B4-BE49-F238E27FC236}">
                <a16:creationId xmlns:a16="http://schemas.microsoft.com/office/drawing/2014/main" id="{A7401D93-AA34-C6FD-2184-89BD5404E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352" name="Text Box 20">
            <a:extLst>
              <a:ext uri="{FF2B5EF4-FFF2-40B4-BE49-F238E27FC236}">
                <a16:creationId xmlns:a16="http://schemas.microsoft.com/office/drawing/2014/main" id="{2D96A895-1704-821B-E1D0-8FF8CDBD7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4353" name="Text Box 21">
            <a:extLst>
              <a:ext uri="{FF2B5EF4-FFF2-40B4-BE49-F238E27FC236}">
                <a16:creationId xmlns:a16="http://schemas.microsoft.com/office/drawing/2014/main" id="{8EFED7CD-2EB9-1921-01E3-0B195C1CD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14354" name="Text Box 24">
            <a:extLst>
              <a:ext uri="{FF2B5EF4-FFF2-40B4-BE49-F238E27FC236}">
                <a16:creationId xmlns:a16="http://schemas.microsoft.com/office/drawing/2014/main" id="{F5AF33EF-13BB-15C3-D01A-5CF71FF86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355" name="Text Box 25">
            <a:extLst>
              <a:ext uri="{FF2B5EF4-FFF2-40B4-BE49-F238E27FC236}">
                <a16:creationId xmlns:a16="http://schemas.microsoft.com/office/drawing/2014/main" id="{2EB877F1-CD1A-E665-FEA7-47DF339CB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4356" name="Text Box 26">
            <a:extLst>
              <a:ext uri="{FF2B5EF4-FFF2-40B4-BE49-F238E27FC236}">
                <a16:creationId xmlns:a16="http://schemas.microsoft.com/office/drawing/2014/main" id="{95A89E81-A647-62EF-8027-3DBC97731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4357" name="Text Box 27">
            <a:extLst>
              <a:ext uri="{FF2B5EF4-FFF2-40B4-BE49-F238E27FC236}">
                <a16:creationId xmlns:a16="http://schemas.microsoft.com/office/drawing/2014/main" id="{E6FBD024-9A69-64BB-E729-D36CB05FC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318494" name="Rectangle 30">
            <a:extLst>
              <a:ext uri="{FF2B5EF4-FFF2-40B4-BE49-F238E27FC236}">
                <a16:creationId xmlns:a16="http://schemas.microsoft.com/office/drawing/2014/main" id="{07D3473F-37BF-3932-35C7-E4015CDA8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R:</a:t>
            </a:r>
          </a:p>
        </p:txBody>
      </p:sp>
      <p:sp>
        <p:nvSpPr>
          <p:cNvPr id="14359" name="Text Box 38">
            <a:extLst>
              <a:ext uri="{FF2B5EF4-FFF2-40B4-BE49-F238E27FC236}">
                <a16:creationId xmlns:a16="http://schemas.microsoft.com/office/drawing/2014/main" id="{7C1DEBFA-4327-F9A6-0A67-3BC8867BF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975" y="3417889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FF"/>
                </a:solidFill>
              </a:rPr>
              <a:t>k=1</a:t>
            </a:r>
          </a:p>
        </p:txBody>
      </p:sp>
      <p:sp>
        <p:nvSpPr>
          <p:cNvPr id="14360" name="Text Box 41">
            <a:extLst>
              <a:ext uri="{FF2B5EF4-FFF2-40B4-BE49-F238E27FC236}">
                <a16:creationId xmlns:a16="http://schemas.microsoft.com/office/drawing/2014/main" id="{0C2F013E-6322-1804-CA0E-2E0FC16E7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361" name="Text Box 42">
            <a:extLst>
              <a:ext uri="{FF2B5EF4-FFF2-40B4-BE49-F238E27FC236}">
                <a16:creationId xmlns:a16="http://schemas.microsoft.com/office/drawing/2014/main" id="{AC19136F-1F20-B473-8541-BDA722B51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362" name="Text Box 43">
            <a:extLst>
              <a:ext uri="{FF2B5EF4-FFF2-40B4-BE49-F238E27FC236}">
                <a16:creationId xmlns:a16="http://schemas.microsoft.com/office/drawing/2014/main" id="{9F391A02-F7A8-7812-C2AD-F0462BE05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4363" name="Text Box 44">
            <a:extLst>
              <a:ext uri="{FF2B5EF4-FFF2-40B4-BE49-F238E27FC236}">
                <a16:creationId xmlns:a16="http://schemas.microsoft.com/office/drawing/2014/main" id="{DD2284F7-5E30-A753-2BEE-3C8B7609D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4364" name="Text Box 47">
            <a:extLst>
              <a:ext uri="{FF2B5EF4-FFF2-40B4-BE49-F238E27FC236}">
                <a16:creationId xmlns:a16="http://schemas.microsoft.com/office/drawing/2014/main" id="{6668D25C-159A-0895-3836-48762AA2A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365" name="Text Box 48">
            <a:extLst>
              <a:ext uri="{FF2B5EF4-FFF2-40B4-BE49-F238E27FC236}">
                <a16:creationId xmlns:a16="http://schemas.microsoft.com/office/drawing/2014/main" id="{06A87385-8B56-F050-906C-B1CDA0268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66" name="Text Box 49">
            <a:extLst>
              <a:ext uri="{FF2B5EF4-FFF2-40B4-BE49-F238E27FC236}">
                <a16:creationId xmlns:a16="http://schemas.microsoft.com/office/drawing/2014/main" id="{521EC9FB-1430-3BD2-322B-FE89A1804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367" name="Text Box 50">
            <a:extLst>
              <a:ext uri="{FF2B5EF4-FFF2-40B4-BE49-F238E27FC236}">
                <a16:creationId xmlns:a16="http://schemas.microsoft.com/office/drawing/2014/main" id="{A4FA11F6-B6A7-0382-E343-F5B249EC5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368" name="Text Box 53">
            <a:extLst>
              <a:ext uri="{FF2B5EF4-FFF2-40B4-BE49-F238E27FC236}">
                <a16:creationId xmlns:a16="http://schemas.microsoft.com/office/drawing/2014/main" id="{DBA91031-1777-1729-2A58-CFDA3197D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175" y="2633663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AU" altLang="en-US" sz="2400" b="0">
              <a:solidFill>
                <a:srgbClr val="FFFFFF"/>
              </a:solidFill>
            </a:endParaRPr>
          </a:p>
        </p:txBody>
      </p:sp>
      <p:sp>
        <p:nvSpPr>
          <p:cNvPr id="318518" name="Text Box 54">
            <a:extLst>
              <a:ext uri="{FF2B5EF4-FFF2-40B4-BE49-F238E27FC236}">
                <a16:creationId xmlns:a16="http://schemas.microsoft.com/office/drawing/2014/main" id="{5D3C15C0-080E-918A-D4D7-624575C59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88" y="26273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370" name="AutoShape 57">
            <a:extLst>
              <a:ext uri="{FF2B5EF4-FFF2-40B4-BE49-F238E27FC236}">
                <a16:creationId xmlns:a16="http://schemas.microsoft.com/office/drawing/2014/main" id="{0E703915-9081-B1C0-8238-646E65803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1" y="3106738"/>
            <a:ext cx="188913" cy="347662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371" name="Text Box 58">
            <a:extLst>
              <a:ext uri="{FF2B5EF4-FFF2-40B4-BE49-F238E27FC236}">
                <a16:creationId xmlns:a16="http://schemas.microsoft.com/office/drawing/2014/main" id="{351B6854-A694-290A-4197-C211B587B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738" y="5797551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9900"/>
                </a:solidFill>
              </a:rPr>
              <a:t>i=0</a:t>
            </a:r>
          </a:p>
        </p:txBody>
      </p:sp>
      <p:sp>
        <p:nvSpPr>
          <p:cNvPr id="14372" name="AutoShape 59">
            <a:extLst>
              <a:ext uri="{FF2B5EF4-FFF2-40B4-BE49-F238E27FC236}">
                <a16:creationId xmlns:a16="http://schemas.microsoft.com/office/drawing/2014/main" id="{57180ABB-BD61-D10C-48B4-0FC0D6938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1" y="5384801"/>
            <a:ext cx="233363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373" name="Text Box 60">
            <a:extLst>
              <a:ext uri="{FF2B5EF4-FFF2-40B4-BE49-F238E27FC236}">
                <a16:creationId xmlns:a16="http://schemas.microsoft.com/office/drawing/2014/main" id="{62F8A260-21DA-CBFD-4301-9B516A2F4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1" y="5818189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</a:rPr>
              <a:t>j=1</a:t>
            </a:r>
          </a:p>
        </p:txBody>
      </p:sp>
      <p:sp>
        <p:nvSpPr>
          <p:cNvPr id="14374" name="AutoShape 61">
            <a:extLst>
              <a:ext uri="{FF2B5EF4-FFF2-40B4-BE49-F238E27FC236}">
                <a16:creationId xmlns:a16="http://schemas.microsoft.com/office/drawing/2014/main" id="{BD029DE4-BC9F-F6AC-23C1-9BD96A604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9" y="5399089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5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>
            <a:extLst>
              <a:ext uri="{FF2B5EF4-FFF2-40B4-BE49-F238E27FC236}">
                <a16:creationId xmlns:a16="http://schemas.microsoft.com/office/drawing/2014/main" id="{032BA48A-9868-869C-B4CF-AB1B2EA6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F1178C8-CEB2-48E4-B9B5-4345B1FE6DF0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31F1B80-EA1A-F9DB-A09B-B78A9ED220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15364" name="Text Box 3">
            <a:extLst>
              <a:ext uri="{FF2B5EF4-FFF2-40B4-BE49-F238E27FC236}">
                <a16:creationId xmlns:a16="http://schemas.microsoft.com/office/drawing/2014/main" id="{9AD602F2-FD30-D5EB-F2C5-B494272F7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132F724A-2581-7368-110E-D42B40C00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366" name="Text Box 5">
            <a:extLst>
              <a:ext uri="{FF2B5EF4-FFF2-40B4-BE49-F238E27FC236}">
                <a16:creationId xmlns:a16="http://schemas.microsoft.com/office/drawing/2014/main" id="{5E7AFC9B-CE58-28A6-76F2-29CDC24D7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5367" name="Text Box 6">
            <a:extLst>
              <a:ext uri="{FF2B5EF4-FFF2-40B4-BE49-F238E27FC236}">
                <a16:creationId xmlns:a16="http://schemas.microsoft.com/office/drawing/2014/main" id="{26571CCB-1888-F7A2-3B64-283601428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15368" name="Text Box 7">
            <a:extLst>
              <a:ext uri="{FF2B5EF4-FFF2-40B4-BE49-F238E27FC236}">
                <a16:creationId xmlns:a16="http://schemas.microsoft.com/office/drawing/2014/main" id="{A2A8F102-707B-3B1C-197D-600F76796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15369" name="Text Box 9">
            <a:extLst>
              <a:ext uri="{FF2B5EF4-FFF2-40B4-BE49-F238E27FC236}">
                <a16:creationId xmlns:a16="http://schemas.microsoft.com/office/drawing/2014/main" id="{696EA0E1-E647-E5A4-08F0-7F8477AE6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370" name="Text Box 10">
            <a:extLst>
              <a:ext uri="{FF2B5EF4-FFF2-40B4-BE49-F238E27FC236}">
                <a16:creationId xmlns:a16="http://schemas.microsoft.com/office/drawing/2014/main" id="{C8387A8C-503D-CFBC-A92D-A9EE6D26A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5371" name="Text Box 11">
            <a:extLst>
              <a:ext uri="{FF2B5EF4-FFF2-40B4-BE49-F238E27FC236}">
                <a16:creationId xmlns:a16="http://schemas.microsoft.com/office/drawing/2014/main" id="{AF4AED80-6D91-DA6E-AA10-D956EC708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22575" name="Rectangle 15">
            <a:extLst>
              <a:ext uri="{FF2B5EF4-FFF2-40B4-BE49-F238E27FC236}">
                <a16:creationId xmlns:a16="http://schemas.microsoft.com/office/drawing/2014/main" id="{B5A14C4B-8E51-C9D6-DF5D-EE0E4B7D1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L:</a:t>
            </a:r>
          </a:p>
        </p:txBody>
      </p:sp>
      <p:sp>
        <p:nvSpPr>
          <p:cNvPr id="322576" name="Rectangle 16">
            <a:extLst>
              <a:ext uri="{FF2B5EF4-FFF2-40B4-BE49-F238E27FC236}">
                <a16:creationId xmlns:a16="http://schemas.microsoft.com/office/drawing/2014/main" id="{92B98619-59CB-02F5-7EA6-FC7F9FF71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  <p:sp>
        <p:nvSpPr>
          <p:cNvPr id="15374" name="Text Box 24">
            <a:extLst>
              <a:ext uri="{FF2B5EF4-FFF2-40B4-BE49-F238E27FC236}">
                <a16:creationId xmlns:a16="http://schemas.microsoft.com/office/drawing/2014/main" id="{73FAA208-7DD7-0DEF-2028-D05E21512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375" name="Text Box 25">
            <a:extLst>
              <a:ext uri="{FF2B5EF4-FFF2-40B4-BE49-F238E27FC236}">
                <a16:creationId xmlns:a16="http://schemas.microsoft.com/office/drawing/2014/main" id="{87DD7A24-694D-24F5-677B-6274D80E7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5376" name="Text Box 26">
            <a:extLst>
              <a:ext uri="{FF2B5EF4-FFF2-40B4-BE49-F238E27FC236}">
                <a16:creationId xmlns:a16="http://schemas.microsoft.com/office/drawing/2014/main" id="{33D3EF97-050F-130B-9E40-0528BC6CA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5377" name="Text Box 27">
            <a:extLst>
              <a:ext uri="{FF2B5EF4-FFF2-40B4-BE49-F238E27FC236}">
                <a16:creationId xmlns:a16="http://schemas.microsoft.com/office/drawing/2014/main" id="{0C8EC075-2222-A71F-718F-1B776B8D6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322590" name="Rectangle 30">
            <a:extLst>
              <a:ext uri="{FF2B5EF4-FFF2-40B4-BE49-F238E27FC236}">
                <a16:creationId xmlns:a16="http://schemas.microsoft.com/office/drawing/2014/main" id="{73787852-63E2-4CC2-C337-6AB9D72B9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R:</a:t>
            </a:r>
          </a:p>
        </p:txBody>
      </p:sp>
      <p:sp>
        <p:nvSpPr>
          <p:cNvPr id="15379" name="Text Box 33">
            <a:extLst>
              <a:ext uri="{FF2B5EF4-FFF2-40B4-BE49-F238E27FC236}">
                <a16:creationId xmlns:a16="http://schemas.microsoft.com/office/drawing/2014/main" id="{BA257DB1-7926-7A33-E554-D65C8C1CB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163" y="5797551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9900"/>
                </a:solidFill>
              </a:rPr>
              <a:t>i=1</a:t>
            </a:r>
          </a:p>
        </p:txBody>
      </p:sp>
      <p:sp>
        <p:nvSpPr>
          <p:cNvPr id="15380" name="Text Box 38">
            <a:extLst>
              <a:ext uri="{FF2B5EF4-FFF2-40B4-BE49-F238E27FC236}">
                <a16:creationId xmlns:a16="http://schemas.microsoft.com/office/drawing/2014/main" id="{2E3991DA-BCF8-EE9A-5AC4-B9E9BB36F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738" y="3359151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FF"/>
                </a:solidFill>
              </a:rPr>
              <a:t>k=2</a:t>
            </a:r>
          </a:p>
        </p:txBody>
      </p:sp>
      <p:sp>
        <p:nvSpPr>
          <p:cNvPr id="15381" name="Text Box 41">
            <a:extLst>
              <a:ext uri="{FF2B5EF4-FFF2-40B4-BE49-F238E27FC236}">
                <a16:creationId xmlns:a16="http://schemas.microsoft.com/office/drawing/2014/main" id="{13261B9E-D249-F7CB-B22F-A1E723A70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5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382" name="Text Box 42">
            <a:extLst>
              <a:ext uri="{FF2B5EF4-FFF2-40B4-BE49-F238E27FC236}">
                <a16:creationId xmlns:a16="http://schemas.microsoft.com/office/drawing/2014/main" id="{461AB98D-C4EC-556F-280F-8935D69D2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1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383" name="Text Box 43">
            <a:extLst>
              <a:ext uri="{FF2B5EF4-FFF2-40B4-BE49-F238E27FC236}">
                <a16:creationId xmlns:a16="http://schemas.microsoft.com/office/drawing/2014/main" id="{44AB44E1-AE99-85D5-FE87-6A1F5EB54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47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5384" name="Text Box 44">
            <a:extLst>
              <a:ext uri="{FF2B5EF4-FFF2-40B4-BE49-F238E27FC236}">
                <a16:creationId xmlns:a16="http://schemas.microsoft.com/office/drawing/2014/main" id="{4A1DF8DA-6648-6922-808A-9A11D5604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3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5385" name="Text Box 47">
            <a:extLst>
              <a:ext uri="{FF2B5EF4-FFF2-40B4-BE49-F238E27FC236}">
                <a16:creationId xmlns:a16="http://schemas.microsoft.com/office/drawing/2014/main" id="{C19A07A2-B3C8-44EB-34D2-F45D5442D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386" name="Text Box 48">
            <a:extLst>
              <a:ext uri="{FF2B5EF4-FFF2-40B4-BE49-F238E27FC236}">
                <a16:creationId xmlns:a16="http://schemas.microsoft.com/office/drawing/2014/main" id="{7391F804-C9DC-F1ED-C953-A38D53CE9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387" name="Text Box 49">
            <a:extLst>
              <a:ext uri="{FF2B5EF4-FFF2-40B4-BE49-F238E27FC236}">
                <a16:creationId xmlns:a16="http://schemas.microsoft.com/office/drawing/2014/main" id="{4F9620F2-46BC-EF4F-88BA-05FBFBF65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388" name="Text Box 50">
            <a:extLst>
              <a:ext uri="{FF2B5EF4-FFF2-40B4-BE49-F238E27FC236}">
                <a16:creationId xmlns:a16="http://schemas.microsoft.com/office/drawing/2014/main" id="{6232EBD3-DC36-E60E-2EB9-C07CD1B41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389" name="Text Box 53">
            <a:extLst>
              <a:ext uri="{FF2B5EF4-FFF2-40B4-BE49-F238E27FC236}">
                <a16:creationId xmlns:a16="http://schemas.microsoft.com/office/drawing/2014/main" id="{175839BC-9131-A25E-B663-4F1DF6419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3663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AU" altLang="en-US" sz="2400" b="0">
              <a:solidFill>
                <a:srgbClr val="FFFFFF"/>
              </a:solidFill>
            </a:endParaRPr>
          </a:p>
        </p:txBody>
      </p:sp>
      <p:sp>
        <p:nvSpPr>
          <p:cNvPr id="15390" name="AutoShape 55">
            <a:extLst>
              <a:ext uri="{FF2B5EF4-FFF2-40B4-BE49-F238E27FC236}">
                <a16:creationId xmlns:a16="http://schemas.microsoft.com/office/drawing/2014/main" id="{3A6BCA6A-6A03-349A-D911-5DB924486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5341938"/>
            <a:ext cx="233362" cy="449262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391" name="AutoShape 57">
            <a:extLst>
              <a:ext uri="{FF2B5EF4-FFF2-40B4-BE49-F238E27FC236}">
                <a16:creationId xmlns:a16="http://schemas.microsoft.com/office/drawing/2014/main" id="{A7BF7E63-FAA6-7C1A-E74B-5CA36BA0D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3063876"/>
            <a:ext cx="188912" cy="347663"/>
          </a:xfrm>
          <a:prstGeom prst="upArrow">
            <a:avLst>
              <a:gd name="adj1" fmla="val 50000"/>
              <a:gd name="adj2" fmla="val 46009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22618" name="Text Box 58">
            <a:extLst>
              <a:ext uri="{FF2B5EF4-FFF2-40B4-BE49-F238E27FC236}">
                <a16:creationId xmlns:a16="http://schemas.microsoft.com/office/drawing/2014/main" id="{A9EBAE64-744B-D30D-BE3D-165668FC6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175" y="26273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393" name="Text Box 59">
            <a:extLst>
              <a:ext uri="{FF2B5EF4-FFF2-40B4-BE49-F238E27FC236}">
                <a16:creationId xmlns:a16="http://schemas.microsoft.com/office/drawing/2014/main" id="{88AE2DA8-D1C1-33EC-CA68-99B932772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1" y="5818189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</a:rPr>
              <a:t>j=1</a:t>
            </a:r>
          </a:p>
        </p:txBody>
      </p:sp>
      <p:sp>
        <p:nvSpPr>
          <p:cNvPr id="15394" name="AutoShape 60">
            <a:extLst>
              <a:ext uri="{FF2B5EF4-FFF2-40B4-BE49-F238E27FC236}">
                <a16:creationId xmlns:a16="http://schemas.microsoft.com/office/drawing/2014/main" id="{4B1305E6-6F9A-255F-0807-9AC613A6A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9" y="5399089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6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>
            <a:extLst>
              <a:ext uri="{FF2B5EF4-FFF2-40B4-BE49-F238E27FC236}">
                <a16:creationId xmlns:a16="http://schemas.microsoft.com/office/drawing/2014/main" id="{F029C912-CCA5-E5F5-89A3-B351815B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4C9A0BE-F90C-41E9-88CC-C065C1B8D1A4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9607587-583F-C693-40F5-2C4C4CB57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F2F7172D-FFB2-010C-AD30-938A5A40F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94C96EB2-4D87-BD58-3D8D-8D92C1907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390" name="Text Box 5">
            <a:extLst>
              <a:ext uri="{FF2B5EF4-FFF2-40B4-BE49-F238E27FC236}">
                <a16:creationId xmlns:a16="http://schemas.microsoft.com/office/drawing/2014/main" id="{AFAF4DFC-18D9-7408-6D86-EA6E1FCAF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391" name="Text Box 6">
            <a:extLst>
              <a:ext uri="{FF2B5EF4-FFF2-40B4-BE49-F238E27FC236}">
                <a16:creationId xmlns:a16="http://schemas.microsoft.com/office/drawing/2014/main" id="{3A4DD110-1CF4-CA2B-CC3D-9E4DB935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AU" altLang="en-US" sz="2400" b="0">
              <a:solidFill>
                <a:srgbClr val="FFFFFF"/>
              </a:solidFill>
            </a:endParaRPr>
          </a:p>
        </p:txBody>
      </p:sp>
      <p:sp>
        <p:nvSpPr>
          <p:cNvPr id="16392" name="Text Box 7">
            <a:extLst>
              <a:ext uri="{FF2B5EF4-FFF2-40B4-BE49-F238E27FC236}">
                <a16:creationId xmlns:a16="http://schemas.microsoft.com/office/drawing/2014/main" id="{676C56D5-D72C-66B2-09C2-A7F73B077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AU" altLang="en-US" sz="2400" b="0">
              <a:solidFill>
                <a:srgbClr val="FFFFFF"/>
              </a:solidFill>
            </a:endParaRPr>
          </a:p>
        </p:txBody>
      </p:sp>
      <p:sp>
        <p:nvSpPr>
          <p:cNvPr id="16393" name="Text Box 9">
            <a:extLst>
              <a:ext uri="{FF2B5EF4-FFF2-40B4-BE49-F238E27FC236}">
                <a16:creationId xmlns:a16="http://schemas.microsoft.com/office/drawing/2014/main" id="{0EFE9DE6-3A3E-6BF6-8BC0-780CBB026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394" name="Text Box 10">
            <a:extLst>
              <a:ext uri="{FF2B5EF4-FFF2-40B4-BE49-F238E27FC236}">
                <a16:creationId xmlns:a16="http://schemas.microsoft.com/office/drawing/2014/main" id="{59E4A91A-B07C-AAC3-C2C7-97C9B1388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6395" name="Text Box 11">
            <a:extLst>
              <a:ext uri="{FF2B5EF4-FFF2-40B4-BE49-F238E27FC236}">
                <a16:creationId xmlns:a16="http://schemas.microsoft.com/office/drawing/2014/main" id="{ACDD1F8F-AD12-8BC2-BCB0-3760CB9C2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26671" name="Rectangle 15">
            <a:extLst>
              <a:ext uri="{FF2B5EF4-FFF2-40B4-BE49-F238E27FC236}">
                <a16:creationId xmlns:a16="http://schemas.microsoft.com/office/drawing/2014/main" id="{11963E44-545F-A205-5941-E5C1F099D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L:</a:t>
            </a:r>
          </a:p>
        </p:txBody>
      </p:sp>
      <p:sp>
        <p:nvSpPr>
          <p:cNvPr id="326672" name="Rectangle 16">
            <a:extLst>
              <a:ext uri="{FF2B5EF4-FFF2-40B4-BE49-F238E27FC236}">
                <a16:creationId xmlns:a16="http://schemas.microsoft.com/office/drawing/2014/main" id="{F0F7DFEF-2853-034F-E5FB-10CF11818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  <p:sp>
        <p:nvSpPr>
          <p:cNvPr id="16398" name="Text Box 24">
            <a:extLst>
              <a:ext uri="{FF2B5EF4-FFF2-40B4-BE49-F238E27FC236}">
                <a16:creationId xmlns:a16="http://schemas.microsoft.com/office/drawing/2014/main" id="{C3D8138D-B2CE-6C22-C347-20430CCF6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399" name="Text Box 25">
            <a:extLst>
              <a:ext uri="{FF2B5EF4-FFF2-40B4-BE49-F238E27FC236}">
                <a16:creationId xmlns:a16="http://schemas.microsoft.com/office/drawing/2014/main" id="{E477DDCC-F7CC-4941-9DF8-2A72E4399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6400" name="Text Box 26">
            <a:extLst>
              <a:ext uri="{FF2B5EF4-FFF2-40B4-BE49-F238E27FC236}">
                <a16:creationId xmlns:a16="http://schemas.microsoft.com/office/drawing/2014/main" id="{5BE29193-B738-99CA-D90C-B858886BA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6401" name="Text Box 27">
            <a:extLst>
              <a:ext uri="{FF2B5EF4-FFF2-40B4-BE49-F238E27FC236}">
                <a16:creationId xmlns:a16="http://schemas.microsoft.com/office/drawing/2014/main" id="{2E0C417E-C34F-081E-C3E6-44FF8BF86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326686" name="Rectangle 30">
            <a:extLst>
              <a:ext uri="{FF2B5EF4-FFF2-40B4-BE49-F238E27FC236}">
                <a16:creationId xmlns:a16="http://schemas.microsoft.com/office/drawing/2014/main" id="{E45F3482-54A0-464A-5341-DD34A7B86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R:</a:t>
            </a:r>
          </a:p>
        </p:txBody>
      </p:sp>
      <p:sp>
        <p:nvSpPr>
          <p:cNvPr id="16403" name="Text Box 33">
            <a:extLst>
              <a:ext uri="{FF2B5EF4-FFF2-40B4-BE49-F238E27FC236}">
                <a16:creationId xmlns:a16="http://schemas.microsoft.com/office/drawing/2014/main" id="{68208885-144B-6E94-9A53-E03BCA13E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3" y="58404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9900"/>
                </a:solidFill>
              </a:rPr>
              <a:t>i=2</a:t>
            </a:r>
          </a:p>
        </p:txBody>
      </p:sp>
      <p:sp>
        <p:nvSpPr>
          <p:cNvPr id="16404" name="Text Box 36">
            <a:extLst>
              <a:ext uri="{FF2B5EF4-FFF2-40B4-BE49-F238E27FC236}">
                <a16:creationId xmlns:a16="http://schemas.microsoft.com/office/drawing/2014/main" id="{384DB413-782C-9F66-B73D-18AC83C7E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1" y="5818189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</a:rPr>
              <a:t>j=1</a:t>
            </a:r>
          </a:p>
        </p:txBody>
      </p:sp>
      <p:sp>
        <p:nvSpPr>
          <p:cNvPr id="16405" name="Text Box 38">
            <a:extLst>
              <a:ext uri="{FF2B5EF4-FFF2-40B4-BE49-F238E27FC236}">
                <a16:creationId xmlns:a16="http://schemas.microsoft.com/office/drawing/2014/main" id="{A6EB942D-8659-E5AC-2591-A5781CD5A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3387726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FF"/>
                </a:solidFill>
              </a:rPr>
              <a:t>k=3</a:t>
            </a:r>
          </a:p>
        </p:txBody>
      </p:sp>
      <p:sp>
        <p:nvSpPr>
          <p:cNvPr id="16406" name="Text Box 41">
            <a:extLst>
              <a:ext uri="{FF2B5EF4-FFF2-40B4-BE49-F238E27FC236}">
                <a16:creationId xmlns:a16="http://schemas.microsoft.com/office/drawing/2014/main" id="{435721BA-323D-B679-4B89-F13B12A14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8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407" name="Text Box 42">
            <a:extLst>
              <a:ext uri="{FF2B5EF4-FFF2-40B4-BE49-F238E27FC236}">
                <a16:creationId xmlns:a16="http://schemas.microsoft.com/office/drawing/2014/main" id="{D376FBA8-9A6B-25D8-405D-7700CF8DF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408" name="Text Box 43">
            <a:extLst>
              <a:ext uri="{FF2B5EF4-FFF2-40B4-BE49-F238E27FC236}">
                <a16:creationId xmlns:a16="http://schemas.microsoft.com/office/drawing/2014/main" id="{E587DFB7-3C0F-0E58-812F-D1BCDABC5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0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6409" name="Text Box 44">
            <a:extLst>
              <a:ext uri="{FF2B5EF4-FFF2-40B4-BE49-F238E27FC236}">
                <a16:creationId xmlns:a16="http://schemas.microsoft.com/office/drawing/2014/main" id="{A6E1ED15-C8F5-2FA3-48F1-57DFA2FD2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2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6410" name="Text Box 47">
            <a:extLst>
              <a:ext uri="{FF2B5EF4-FFF2-40B4-BE49-F238E27FC236}">
                <a16:creationId xmlns:a16="http://schemas.microsoft.com/office/drawing/2014/main" id="{F41EF33A-EB05-55F8-C95E-238A5C688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411" name="Text Box 48">
            <a:extLst>
              <a:ext uri="{FF2B5EF4-FFF2-40B4-BE49-F238E27FC236}">
                <a16:creationId xmlns:a16="http://schemas.microsoft.com/office/drawing/2014/main" id="{F293F20A-97AA-35E2-59CA-7B34E4422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412" name="Text Box 49">
            <a:extLst>
              <a:ext uri="{FF2B5EF4-FFF2-40B4-BE49-F238E27FC236}">
                <a16:creationId xmlns:a16="http://schemas.microsoft.com/office/drawing/2014/main" id="{EA8837EA-6D19-843C-27FB-EF4A964D2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413" name="Text Box 50">
            <a:extLst>
              <a:ext uri="{FF2B5EF4-FFF2-40B4-BE49-F238E27FC236}">
                <a16:creationId xmlns:a16="http://schemas.microsoft.com/office/drawing/2014/main" id="{F9AC27A2-C7F5-435F-90F3-507667C97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6710" name="Text Box 54">
            <a:extLst>
              <a:ext uri="{FF2B5EF4-FFF2-40B4-BE49-F238E27FC236}">
                <a16:creationId xmlns:a16="http://schemas.microsoft.com/office/drawing/2014/main" id="{08FDFD88-C26D-BC07-D12A-FCF65F960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3775" y="263842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415" name="AutoShape 55">
            <a:extLst>
              <a:ext uri="{FF2B5EF4-FFF2-40B4-BE49-F238E27FC236}">
                <a16:creationId xmlns:a16="http://schemas.microsoft.com/office/drawing/2014/main" id="{99CDD74D-2901-1F92-6F94-193D6B335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63" y="5384801"/>
            <a:ext cx="233362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416" name="AutoShape 56">
            <a:extLst>
              <a:ext uri="{FF2B5EF4-FFF2-40B4-BE49-F238E27FC236}">
                <a16:creationId xmlns:a16="http://schemas.microsoft.com/office/drawing/2014/main" id="{CD64EF9D-DCD8-2F88-EFBD-9436E5DBB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9" y="5399089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417" name="AutoShape 57">
            <a:extLst>
              <a:ext uri="{FF2B5EF4-FFF2-40B4-BE49-F238E27FC236}">
                <a16:creationId xmlns:a16="http://schemas.microsoft.com/office/drawing/2014/main" id="{75DBDD63-E88A-6D8F-46B8-AA5A23AAB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976" y="3092451"/>
            <a:ext cx="188913" cy="347663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7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4">
            <a:extLst>
              <a:ext uri="{FF2B5EF4-FFF2-40B4-BE49-F238E27FC236}">
                <a16:creationId xmlns:a16="http://schemas.microsoft.com/office/drawing/2014/main" id="{82CEDD91-3DDA-07DE-E1F8-A365192C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DD0B1E8-2086-43B3-B799-32034DB8B850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34BEE98-FB77-7845-7B7E-48AE72473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17412" name="Text Box 3">
            <a:extLst>
              <a:ext uri="{FF2B5EF4-FFF2-40B4-BE49-F238E27FC236}">
                <a16:creationId xmlns:a16="http://schemas.microsoft.com/office/drawing/2014/main" id="{47C74671-0426-F824-E5DF-22B1DE98D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D069CBFE-2223-6CC2-C279-CC5C13BB0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414" name="Text Box 5">
            <a:extLst>
              <a:ext uri="{FF2B5EF4-FFF2-40B4-BE49-F238E27FC236}">
                <a16:creationId xmlns:a16="http://schemas.microsoft.com/office/drawing/2014/main" id="{82BB9D9D-A03F-6FA5-79E6-2F16A0AA5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415" name="Text Box 6">
            <a:extLst>
              <a:ext uri="{FF2B5EF4-FFF2-40B4-BE49-F238E27FC236}">
                <a16:creationId xmlns:a16="http://schemas.microsoft.com/office/drawing/2014/main" id="{FB58993E-D7F9-C2A9-77E7-17CEA26CF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416" name="Text Box 9">
            <a:extLst>
              <a:ext uri="{FF2B5EF4-FFF2-40B4-BE49-F238E27FC236}">
                <a16:creationId xmlns:a16="http://schemas.microsoft.com/office/drawing/2014/main" id="{FFDCF6B5-9A91-64C8-DA2E-AFB6CE550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417" name="Text Box 10">
            <a:extLst>
              <a:ext uri="{FF2B5EF4-FFF2-40B4-BE49-F238E27FC236}">
                <a16:creationId xmlns:a16="http://schemas.microsoft.com/office/drawing/2014/main" id="{87D66F11-4095-BBC4-F267-4B46C5CA7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7418" name="Text Box 11">
            <a:extLst>
              <a:ext uri="{FF2B5EF4-FFF2-40B4-BE49-F238E27FC236}">
                <a16:creationId xmlns:a16="http://schemas.microsoft.com/office/drawing/2014/main" id="{A483DCF4-A8F7-2826-8220-60046327E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30767" name="Rectangle 15">
            <a:extLst>
              <a:ext uri="{FF2B5EF4-FFF2-40B4-BE49-F238E27FC236}">
                <a16:creationId xmlns:a16="http://schemas.microsoft.com/office/drawing/2014/main" id="{A771A405-A621-062B-5C04-3605B205A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L:</a:t>
            </a:r>
          </a:p>
        </p:txBody>
      </p:sp>
      <p:sp>
        <p:nvSpPr>
          <p:cNvPr id="330768" name="Rectangle 16">
            <a:extLst>
              <a:ext uri="{FF2B5EF4-FFF2-40B4-BE49-F238E27FC236}">
                <a16:creationId xmlns:a16="http://schemas.microsoft.com/office/drawing/2014/main" id="{72F1373E-0392-77A3-E188-A01E3D917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  <p:sp>
        <p:nvSpPr>
          <p:cNvPr id="17421" name="Text Box 24">
            <a:extLst>
              <a:ext uri="{FF2B5EF4-FFF2-40B4-BE49-F238E27FC236}">
                <a16:creationId xmlns:a16="http://schemas.microsoft.com/office/drawing/2014/main" id="{43DE35E7-6000-59D5-D6FA-39EB5395E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422" name="Text Box 25">
            <a:extLst>
              <a:ext uri="{FF2B5EF4-FFF2-40B4-BE49-F238E27FC236}">
                <a16:creationId xmlns:a16="http://schemas.microsoft.com/office/drawing/2014/main" id="{39F0B11D-BE51-D761-F6B1-8D00F77B7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7423" name="Text Box 26">
            <a:extLst>
              <a:ext uri="{FF2B5EF4-FFF2-40B4-BE49-F238E27FC236}">
                <a16:creationId xmlns:a16="http://schemas.microsoft.com/office/drawing/2014/main" id="{6D3F7C4D-715A-35A7-96B2-165D1068F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7424" name="Text Box 27">
            <a:extLst>
              <a:ext uri="{FF2B5EF4-FFF2-40B4-BE49-F238E27FC236}">
                <a16:creationId xmlns:a16="http://schemas.microsoft.com/office/drawing/2014/main" id="{6C34EF0D-8F19-4518-E227-67AB442CA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330782" name="Rectangle 30">
            <a:extLst>
              <a:ext uri="{FF2B5EF4-FFF2-40B4-BE49-F238E27FC236}">
                <a16:creationId xmlns:a16="http://schemas.microsoft.com/office/drawing/2014/main" id="{2636C149-4CEC-F5A2-09B1-7CDCFAA7E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R:</a:t>
            </a:r>
          </a:p>
        </p:txBody>
      </p:sp>
      <p:sp>
        <p:nvSpPr>
          <p:cNvPr id="17426" name="Text Box 36">
            <a:extLst>
              <a:ext uri="{FF2B5EF4-FFF2-40B4-BE49-F238E27FC236}">
                <a16:creationId xmlns:a16="http://schemas.microsoft.com/office/drawing/2014/main" id="{0040EEE8-33A8-167F-A697-77388B790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861051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</a:rPr>
              <a:t>j=2</a:t>
            </a:r>
          </a:p>
        </p:txBody>
      </p:sp>
      <p:sp>
        <p:nvSpPr>
          <p:cNvPr id="17427" name="Text Box 38">
            <a:extLst>
              <a:ext uri="{FF2B5EF4-FFF2-40B4-BE49-F238E27FC236}">
                <a16:creationId xmlns:a16="http://schemas.microsoft.com/office/drawing/2014/main" id="{F64B1816-350E-BB2A-7273-B239221D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1938" y="3402014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FF"/>
                </a:solidFill>
              </a:rPr>
              <a:t>k=4</a:t>
            </a:r>
          </a:p>
        </p:txBody>
      </p:sp>
      <p:sp>
        <p:nvSpPr>
          <p:cNvPr id="17428" name="Text Box 41">
            <a:extLst>
              <a:ext uri="{FF2B5EF4-FFF2-40B4-BE49-F238E27FC236}">
                <a16:creationId xmlns:a16="http://schemas.microsoft.com/office/drawing/2014/main" id="{B05271B9-475A-2271-82A9-8F52C102D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429" name="Text Box 42">
            <a:extLst>
              <a:ext uri="{FF2B5EF4-FFF2-40B4-BE49-F238E27FC236}">
                <a16:creationId xmlns:a16="http://schemas.microsoft.com/office/drawing/2014/main" id="{13E5AF0F-5BCD-D46B-1EBD-641B94CF5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430" name="Text Box 43">
            <a:extLst>
              <a:ext uri="{FF2B5EF4-FFF2-40B4-BE49-F238E27FC236}">
                <a16:creationId xmlns:a16="http://schemas.microsoft.com/office/drawing/2014/main" id="{84DC782D-2EBB-7C2C-E095-21872DC4C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431" name="Text Box 44">
            <a:extLst>
              <a:ext uri="{FF2B5EF4-FFF2-40B4-BE49-F238E27FC236}">
                <a16:creationId xmlns:a16="http://schemas.microsoft.com/office/drawing/2014/main" id="{2FB2F38C-47C1-84E4-BBED-610BF090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775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7432" name="Text Box 47">
            <a:extLst>
              <a:ext uri="{FF2B5EF4-FFF2-40B4-BE49-F238E27FC236}">
                <a16:creationId xmlns:a16="http://schemas.microsoft.com/office/drawing/2014/main" id="{D1999351-3641-8058-AB9E-8A973C283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433" name="Text Box 48">
            <a:extLst>
              <a:ext uri="{FF2B5EF4-FFF2-40B4-BE49-F238E27FC236}">
                <a16:creationId xmlns:a16="http://schemas.microsoft.com/office/drawing/2014/main" id="{9DFE9477-6793-994A-B323-9D1C46C7E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434" name="Text Box 49">
            <a:extLst>
              <a:ext uri="{FF2B5EF4-FFF2-40B4-BE49-F238E27FC236}">
                <a16:creationId xmlns:a16="http://schemas.microsoft.com/office/drawing/2014/main" id="{73A1F1E2-8AD9-48C2-E721-63E888806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435" name="Text Box 50">
            <a:extLst>
              <a:ext uri="{FF2B5EF4-FFF2-40B4-BE49-F238E27FC236}">
                <a16:creationId xmlns:a16="http://schemas.microsoft.com/office/drawing/2014/main" id="{A31002AE-A0FA-FD6E-AED2-4F54AB4F4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436" name="AutoShape 56">
            <a:extLst>
              <a:ext uri="{FF2B5EF4-FFF2-40B4-BE49-F238E27FC236}">
                <a16:creationId xmlns:a16="http://schemas.microsoft.com/office/drawing/2014/main" id="{DAD552C5-599A-E8AB-C7DB-8BBE164F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2114" y="5384800"/>
            <a:ext cx="231775" cy="420688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7437" name="AutoShape 57">
            <a:extLst>
              <a:ext uri="{FF2B5EF4-FFF2-40B4-BE49-F238E27FC236}">
                <a16:creationId xmlns:a16="http://schemas.microsoft.com/office/drawing/2014/main" id="{D69B03BE-79CD-D245-AAE5-857377339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1" y="3078163"/>
            <a:ext cx="188913" cy="347662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7438" name="Text Box 58">
            <a:extLst>
              <a:ext uri="{FF2B5EF4-FFF2-40B4-BE49-F238E27FC236}">
                <a16:creationId xmlns:a16="http://schemas.microsoft.com/office/drawing/2014/main" id="{ADBD25F9-0A23-52D8-9031-25D3499DF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3" y="58404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9900"/>
                </a:solidFill>
              </a:rPr>
              <a:t>i=2</a:t>
            </a:r>
          </a:p>
        </p:txBody>
      </p:sp>
      <p:sp>
        <p:nvSpPr>
          <p:cNvPr id="17439" name="AutoShape 59">
            <a:extLst>
              <a:ext uri="{FF2B5EF4-FFF2-40B4-BE49-F238E27FC236}">
                <a16:creationId xmlns:a16="http://schemas.microsoft.com/office/drawing/2014/main" id="{7B603F76-CE06-3777-B790-00EB98E0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63" y="5384801"/>
            <a:ext cx="233362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7440" name="Text Box 60">
            <a:extLst>
              <a:ext uri="{FF2B5EF4-FFF2-40B4-BE49-F238E27FC236}">
                <a16:creationId xmlns:a16="http://schemas.microsoft.com/office/drawing/2014/main" id="{DAC8B994-CCE5-F181-EC6C-CCE759C2E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738" y="2640013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AU" altLang="en-US" sz="2400" b="0">
              <a:solidFill>
                <a:srgbClr val="FFFFFF"/>
              </a:solidFill>
            </a:endParaRPr>
          </a:p>
        </p:txBody>
      </p:sp>
      <p:sp>
        <p:nvSpPr>
          <p:cNvPr id="330806" name="Text Box 54">
            <a:extLst>
              <a:ext uri="{FF2B5EF4-FFF2-40B4-BE49-F238E27FC236}">
                <a16:creationId xmlns:a16="http://schemas.microsoft.com/office/drawing/2014/main" id="{1C0AC0C4-062E-AB9B-52D3-85EC4DE18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2636838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80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C6946182-B5DB-E283-75D2-00DB79AF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E08B087-6A0B-4C34-8B8B-1F4B0D15DDB2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7B29187-7D80-7EDC-9F93-6C68A4DF5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A3267222-56BC-1492-611F-C39DE290A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FF0160D8-6F15-AF66-3A84-67B527B20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438" name="Text Box 5">
            <a:extLst>
              <a:ext uri="{FF2B5EF4-FFF2-40B4-BE49-F238E27FC236}">
                <a16:creationId xmlns:a16="http://schemas.microsoft.com/office/drawing/2014/main" id="{85FA1ACC-CB74-AAFA-5FDD-519BD6074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439" name="Text Box 6">
            <a:extLst>
              <a:ext uri="{FF2B5EF4-FFF2-40B4-BE49-F238E27FC236}">
                <a16:creationId xmlns:a16="http://schemas.microsoft.com/office/drawing/2014/main" id="{85073F59-3EAC-1447-0A23-B7CD981C4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440" name="Text Box 7">
            <a:extLst>
              <a:ext uri="{FF2B5EF4-FFF2-40B4-BE49-F238E27FC236}">
                <a16:creationId xmlns:a16="http://schemas.microsoft.com/office/drawing/2014/main" id="{D767FA50-0443-FA07-CEB2-07BB70415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441" name="Text Box 9">
            <a:extLst>
              <a:ext uri="{FF2B5EF4-FFF2-40B4-BE49-F238E27FC236}">
                <a16:creationId xmlns:a16="http://schemas.microsoft.com/office/drawing/2014/main" id="{7AD21418-1F56-8D8D-89EA-EA034F037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8902E247-3FE4-A129-C52B-FD1122B5A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8443" name="Text Box 11">
            <a:extLst>
              <a:ext uri="{FF2B5EF4-FFF2-40B4-BE49-F238E27FC236}">
                <a16:creationId xmlns:a16="http://schemas.microsoft.com/office/drawing/2014/main" id="{37E47B6D-4F9E-8516-B867-05DC38D6A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34863" name="Rectangle 15">
            <a:extLst>
              <a:ext uri="{FF2B5EF4-FFF2-40B4-BE49-F238E27FC236}">
                <a16:creationId xmlns:a16="http://schemas.microsoft.com/office/drawing/2014/main" id="{05E4504A-4452-F513-9325-51C5EBAD9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L:</a:t>
            </a:r>
          </a:p>
        </p:txBody>
      </p:sp>
      <p:sp>
        <p:nvSpPr>
          <p:cNvPr id="334864" name="Rectangle 16">
            <a:extLst>
              <a:ext uri="{FF2B5EF4-FFF2-40B4-BE49-F238E27FC236}">
                <a16:creationId xmlns:a16="http://schemas.microsoft.com/office/drawing/2014/main" id="{ECB30429-22ED-2A5F-1DB8-6A668214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  <p:sp>
        <p:nvSpPr>
          <p:cNvPr id="18446" name="Text Box 24">
            <a:extLst>
              <a:ext uri="{FF2B5EF4-FFF2-40B4-BE49-F238E27FC236}">
                <a16:creationId xmlns:a16="http://schemas.microsoft.com/office/drawing/2014/main" id="{19780C84-7609-D4A3-3CCC-51B2EC0A9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447" name="Text Box 25">
            <a:extLst>
              <a:ext uri="{FF2B5EF4-FFF2-40B4-BE49-F238E27FC236}">
                <a16:creationId xmlns:a16="http://schemas.microsoft.com/office/drawing/2014/main" id="{E7A007D1-7C71-8102-211C-82BEA74CA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8448" name="Text Box 26">
            <a:extLst>
              <a:ext uri="{FF2B5EF4-FFF2-40B4-BE49-F238E27FC236}">
                <a16:creationId xmlns:a16="http://schemas.microsoft.com/office/drawing/2014/main" id="{A3D5E70F-6567-74FD-92D7-5CCBA2580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8449" name="Text Box 27">
            <a:extLst>
              <a:ext uri="{FF2B5EF4-FFF2-40B4-BE49-F238E27FC236}">
                <a16:creationId xmlns:a16="http://schemas.microsoft.com/office/drawing/2014/main" id="{E7D6E57E-3D64-4DD8-5318-E7CB74C27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334878" name="Rectangle 30">
            <a:extLst>
              <a:ext uri="{FF2B5EF4-FFF2-40B4-BE49-F238E27FC236}">
                <a16:creationId xmlns:a16="http://schemas.microsoft.com/office/drawing/2014/main" id="{36E60B53-722D-C091-A163-38FA5CAF6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R:</a:t>
            </a:r>
          </a:p>
        </p:txBody>
      </p:sp>
      <p:sp>
        <p:nvSpPr>
          <p:cNvPr id="18451" name="Text Box 33">
            <a:extLst>
              <a:ext uri="{FF2B5EF4-FFF2-40B4-BE49-F238E27FC236}">
                <a16:creationId xmlns:a16="http://schemas.microsoft.com/office/drawing/2014/main" id="{F06F10C0-B81C-37F5-8F7A-1CB6300DF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3" y="58404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9900"/>
                </a:solidFill>
              </a:rPr>
              <a:t>i=2</a:t>
            </a:r>
          </a:p>
        </p:txBody>
      </p:sp>
      <p:sp>
        <p:nvSpPr>
          <p:cNvPr id="18452" name="Text Box 36">
            <a:extLst>
              <a:ext uri="{FF2B5EF4-FFF2-40B4-BE49-F238E27FC236}">
                <a16:creationId xmlns:a16="http://schemas.microsoft.com/office/drawing/2014/main" id="{714259CA-C0B8-E302-6CDD-BA92F46C4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0576" y="5875339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</a:rPr>
              <a:t>j=3</a:t>
            </a:r>
          </a:p>
        </p:txBody>
      </p:sp>
      <p:sp>
        <p:nvSpPr>
          <p:cNvPr id="18453" name="Text Box 38">
            <a:extLst>
              <a:ext uri="{FF2B5EF4-FFF2-40B4-BE49-F238E27FC236}">
                <a16:creationId xmlns:a16="http://schemas.microsoft.com/office/drawing/2014/main" id="{9175C102-22C9-0C53-1C0B-52056773F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3417889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FF"/>
                </a:solidFill>
              </a:rPr>
              <a:t>k=5</a:t>
            </a:r>
          </a:p>
        </p:txBody>
      </p:sp>
      <p:sp>
        <p:nvSpPr>
          <p:cNvPr id="18454" name="Text Box 41">
            <a:extLst>
              <a:ext uri="{FF2B5EF4-FFF2-40B4-BE49-F238E27FC236}">
                <a16:creationId xmlns:a16="http://schemas.microsoft.com/office/drawing/2014/main" id="{6FE183BE-D390-DA2E-FF75-23EB4CD83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5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455" name="Text Box 42">
            <a:extLst>
              <a:ext uri="{FF2B5EF4-FFF2-40B4-BE49-F238E27FC236}">
                <a16:creationId xmlns:a16="http://schemas.microsoft.com/office/drawing/2014/main" id="{0F247998-91EE-AF94-ECB9-9ED233515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1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456" name="Text Box 43">
            <a:extLst>
              <a:ext uri="{FF2B5EF4-FFF2-40B4-BE49-F238E27FC236}">
                <a16:creationId xmlns:a16="http://schemas.microsoft.com/office/drawing/2014/main" id="{1953DF53-FCA8-31CF-2215-55DE3CDB5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47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457" name="Text Box 44">
            <a:extLst>
              <a:ext uri="{FF2B5EF4-FFF2-40B4-BE49-F238E27FC236}">
                <a16:creationId xmlns:a16="http://schemas.microsoft.com/office/drawing/2014/main" id="{495AE208-02C4-FCD3-FA0E-4122B7580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338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8458" name="Text Box 47">
            <a:extLst>
              <a:ext uri="{FF2B5EF4-FFF2-40B4-BE49-F238E27FC236}">
                <a16:creationId xmlns:a16="http://schemas.microsoft.com/office/drawing/2014/main" id="{8AE9B48D-C7A1-CA28-B6FF-F9A8B62F7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459" name="Text Box 48">
            <a:extLst>
              <a:ext uri="{FF2B5EF4-FFF2-40B4-BE49-F238E27FC236}">
                <a16:creationId xmlns:a16="http://schemas.microsoft.com/office/drawing/2014/main" id="{76788F94-9FFD-4899-45D2-F9FA889A9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460" name="Text Box 49">
            <a:extLst>
              <a:ext uri="{FF2B5EF4-FFF2-40B4-BE49-F238E27FC236}">
                <a16:creationId xmlns:a16="http://schemas.microsoft.com/office/drawing/2014/main" id="{27FD13E0-719B-77C2-3125-05C38E0E3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461" name="Text Box 50">
            <a:extLst>
              <a:ext uri="{FF2B5EF4-FFF2-40B4-BE49-F238E27FC236}">
                <a16:creationId xmlns:a16="http://schemas.microsoft.com/office/drawing/2014/main" id="{D4600DD9-CDB3-D073-29A6-D48EDBA3C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4901" name="Text Box 53">
            <a:extLst>
              <a:ext uri="{FF2B5EF4-FFF2-40B4-BE49-F238E27FC236}">
                <a16:creationId xmlns:a16="http://schemas.microsoft.com/office/drawing/2014/main" id="{AE167B38-F917-6B92-0FA7-320E0C3F7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0275" y="2632075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AU" altLang="en-US" sz="2400" b="0">
              <a:solidFill>
                <a:srgbClr val="FFFFFF"/>
              </a:solidFill>
            </a:endParaRPr>
          </a:p>
        </p:txBody>
      </p:sp>
      <p:sp>
        <p:nvSpPr>
          <p:cNvPr id="334902" name="Text Box 54">
            <a:extLst>
              <a:ext uri="{FF2B5EF4-FFF2-40B4-BE49-F238E27FC236}">
                <a16:creationId xmlns:a16="http://schemas.microsoft.com/office/drawing/2014/main" id="{4A04405D-091E-3C24-2CC4-250CEF43D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0488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464" name="AutoShape 55">
            <a:extLst>
              <a:ext uri="{FF2B5EF4-FFF2-40B4-BE49-F238E27FC236}">
                <a16:creationId xmlns:a16="http://schemas.microsoft.com/office/drawing/2014/main" id="{665C91EA-9B89-20D3-B4EF-C82A5DB8D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63" y="5384801"/>
            <a:ext cx="233362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8465" name="AutoShape 56">
            <a:extLst>
              <a:ext uri="{FF2B5EF4-FFF2-40B4-BE49-F238E27FC236}">
                <a16:creationId xmlns:a16="http://schemas.microsoft.com/office/drawing/2014/main" id="{D2393580-837F-0880-C07A-4366FD0C1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7426" y="5399089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8466" name="AutoShape 57">
            <a:extLst>
              <a:ext uri="{FF2B5EF4-FFF2-40B4-BE49-F238E27FC236}">
                <a16:creationId xmlns:a16="http://schemas.microsoft.com/office/drawing/2014/main" id="{025B599D-E799-A310-E02B-1C8D44719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26" y="3121026"/>
            <a:ext cx="188913" cy="347663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901" grpId="0" animBg="1"/>
      <p:bldP spid="33490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>
            <a:extLst>
              <a:ext uri="{FF2B5EF4-FFF2-40B4-BE49-F238E27FC236}">
                <a16:creationId xmlns:a16="http://schemas.microsoft.com/office/drawing/2014/main" id="{A71F965F-1CAE-D82C-6560-8501785F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5B7050E-9221-4051-92ED-8381BD30B770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52BDF2A-7751-24D6-1C9C-166CFF0929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19460" name="Text Box 3">
            <a:extLst>
              <a:ext uri="{FF2B5EF4-FFF2-40B4-BE49-F238E27FC236}">
                <a16:creationId xmlns:a16="http://schemas.microsoft.com/office/drawing/2014/main" id="{92380AE9-12E2-5001-310F-4C812B94F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4976BCDB-F7D0-7927-903E-84F639CBB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462" name="Text Box 5">
            <a:extLst>
              <a:ext uri="{FF2B5EF4-FFF2-40B4-BE49-F238E27FC236}">
                <a16:creationId xmlns:a16="http://schemas.microsoft.com/office/drawing/2014/main" id="{628CEB86-DD3B-586B-C586-49456AB4B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463" name="Text Box 6">
            <a:extLst>
              <a:ext uri="{FF2B5EF4-FFF2-40B4-BE49-F238E27FC236}">
                <a16:creationId xmlns:a16="http://schemas.microsoft.com/office/drawing/2014/main" id="{049F634B-7C8B-01EC-4BBF-29B14F9BA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464" name="Text Box 7">
            <a:extLst>
              <a:ext uri="{FF2B5EF4-FFF2-40B4-BE49-F238E27FC236}">
                <a16:creationId xmlns:a16="http://schemas.microsoft.com/office/drawing/2014/main" id="{E6DEB116-ABCA-4ED4-0FFF-DE309EF2B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465" name="Text Box 9">
            <a:extLst>
              <a:ext uri="{FF2B5EF4-FFF2-40B4-BE49-F238E27FC236}">
                <a16:creationId xmlns:a16="http://schemas.microsoft.com/office/drawing/2014/main" id="{F1CAB2DA-63A9-6F5F-AE90-3171E9916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466" name="Text Box 11">
            <a:extLst>
              <a:ext uri="{FF2B5EF4-FFF2-40B4-BE49-F238E27FC236}">
                <a16:creationId xmlns:a16="http://schemas.microsoft.com/office/drawing/2014/main" id="{D8E06CFD-6728-D922-708F-8F15B7D38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38959" name="Rectangle 15">
            <a:extLst>
              <a:ext uri="{FF2B5EF4-FFF2-40B4-BE49-F238E27FC236}">
                <a16:creationId xmlns:a16="http://schemas.microsoft.com/office/drawing/2014/main" id="{A0B8B18B-3342-8311-1E61-107AF2022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L:</a:t>
            </a:r>
          </a:p>
        </p:txBody>
      </p:sp>
      <p:sp>
        <p:nvSpPr>
          <p:cNvPr id="338960" name="Rectangle 16">
            <a:extLst>
              <a:ext uri="{FF2B5EF4-FFF2-40B4-BE49-F238E27FC236}">
                <a16:creationId xmlns:a16="http://schemas.microsoft.com/office/drawing/2014/main" id="{98759CEE-CB8D-4884-4E40-C69E5982E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  <p:sp>
        <p:nvSpPr>
          <p:cNvPr id="19469" name="Text Box 24">
            <a:extLst>
              <a:ext uri="{FF2B5EF4-FFF2-40B4-BE49-F238E27FC236}">
                <a16:creationId xmlns:a16="http://schemas.microsoft.com/office/drawing/2014/main" id="{BA5B4583-B6AB-4279-1D92-6648F511A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470" name="Text Box 25">
            <a:extLst>
              <a:ext uri="{FF2B5EF4-FFF2-40B4-BE49-F238E27FC236}">
                <a16:creationId xmlns:a16="http://schemas.microsoft.com/office/drawing/2014/main" id="{1A94B7EF-DDD5-400D-B22B-39C825E1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9471" name="Text Box 26">
            <a:extLst>
              <a:ext uri="{FF2B5EF4-FFF2-40B4-BE49-F238E27FC236}">
                <a16:creationId xmlns:a16="http://schemas.microsoft.com/office/drawing/2014/main" id="{E9B0EE7C-B6D6-AF29-8853-0C81681C6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9472" name="Text Box 27">
            <a:extLst>
              <a:ext uri="{FF2B5EF4-FFF2-40B4-BE49-F238E27FC236}">
                <a16:creationId xmlns:a16="http://schemas.microsoft.com/office/drawing/2014/main" id="{13B67D8D-C9E0-6244-FA7C-578565601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338974" name="Rectangle 30">
            <a:extLst>
              <a:ext uri="{FF2B5EF4-FFF2-40B4-BE49-F238E27FC236}">
                <a16:creationId xmlns:a16="http://schemas.microsoft.com/office/drawing/2014/main" id="{F298BB97-EDE2-6121-29DA-22581C91D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R:</a:t>
            </a:r>
          </a:p>
        </p:txBody>
      </p:sp>
      <p:sp>
        <p:nvSpPr>
          <p:cNvPr id="19474" name="Text Box 38">
            <a:extLst>
              <a:ext uri="{FF2B5EF4-FFF2-40B4-BE49-F238E27FC236}">
                <a16:creationId xmlns:a16="http://schemas.microsoft.com/office/drawing/2014/main" id="{B0E6338C-73A6-A7EE-8E3A-0D7CF1DE3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3460751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FF"/>
                </a:solidFill>
              </a:rPr>
              <a:t>k=6</a:t>
            </a:r>
          </a:p>
        </p:txBody>
      </p:sp>
      <p:sp>
        <p:nvSpPr>
          <p:cNvPr id="19475" name="Text Box 41">
            <a:extLst>
              <a:ext uri="{FF2B5EF4-FFF2-40B4-BE49-F238E27FC236}">
                <a16:creationId xmlns:a16="http://schemas.microsoft.com/office/drawing/2014/main" id="{7203A9F8-00A2-C1A5-BEE5-D4D0B7DDB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850" y="486092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476" name="Text Box 42">
            <a:extLst>
              <a:ext uri="{FF2B5EF4-FFF2-40B4-BE49-F238E27FC236}">
                <a16:creationId xmlns:a16="http://schemas.microsoft.com/office/drawing/2014/main" id="{E1B57C7B-9C26-37AA-B820-724DE3E2F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50" y="486092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477" name="Text Box 43">
            <a:extLst>
              <a:ext uri="{FF2B5EF4-FFF2-40B4-BE49-F238E27FC236}">
                <a16:creationId xmlns:a16="http://schemas.microsoft.com/office/drawing/2014/main" id="{6E09FA43-1B51-A0DE-B2AE-FCC11A47D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486092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478" name="Text Box 44">
            <a:extLst>
              <a:ext uri="{FF2B5EF4-FFF2-40B4-BE49-F238E27FC236}">
                <a16:creationId xmlns:a16="http://schemas.microsoft.com/office/drawing/2014/main" id="{0F5BA78C-8E5E-0C43-B21D-629276D28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486092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9479" name="Text Box 47">
            <a:extLst>
              <a:ext uri="{FF2B5EF4-FFF2-40B4-BE49-F238E27FC236}">
                <a16:creationId xmlns:a16="http://schemas.microsoft.com/office/drawing/2014/main" id="{B4C207F7-BCDC-D383-72F4-C47EB9384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480" name="Text Box 48">
            <a:extLst>
              <a:ext uri="{FF2B5EF4-FFF2-40B4-BE49-F238E27FC236}">
                <a16:creationId xmlns:a16="http://schemas.microsoft.com/office/drawing/2014/main" id="{23C542BC-BB70-8870-D687-6B712B36C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481" name="Text Box 49">
            <a:extLst>
              <a:ext uri="{FF2B5EF4-FFF2-40B4-BE49-F238E27FC236}">
                <a16:creationId xmlns:a16="http://schemas.microsoft.com/office/drawing/2014/main" id="{5F1DBCD1-265C-B23F-AF45-887B27852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482" name="Text Box 50">
            <a:extLst>
              <a:ext uri="{FF2B5EF4-FFF2-40B4-BE49-F238E27FC236}">
                <a16:creationId xmlns:a16="http://schemas.microsoft.com/office/drawing/2014/main" id="{05A765AC-E2AB-DDB7-D98E-DB3205B9D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483" name="Text Box 53">
            <a:extLst>
              <a:ext uri="{FF2B5EF4-FFF2-40B4-BE49-F238E27FC236}">
                <a16:creationId xmlns:a16="http://schemas.microsoft.com/office/drawing/2014/main" id="{9C69B9EF-BF12-2D11-36CF-944B2F266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288" y="2632075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AU" altLang="en-US" sz="2400" b="0">
              <a:solidFill>
                <a:srgbClr val="FFFFFF"/>
              </a:solidFill>
            </a:endParaRPr>
          </a:p>
        </p:txBody>
      </p:sp>
      <p:sp>
        <p:nvSpPr>
          <p:cNvPr id="338998" name="Text Box 54">
            <a:extLst>
              <a:ext uri="{FF2B5EF4-FFF2-40B4-BE49-F238E27FC236}">
                <a16:creationId xmlns:a16="http://schemas.microsoft.com/office/drawing/2014/main" id="{2FD7A77C-76BE-42B7-B086-8BA1D8FA0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5113" y="2624138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485" name="AutoShape 57">
            <a:extLst>
              <a:ext uri="{FF2B5EF4-FFF2-40B4-BE49-F238E27FC236}">
                <a16:creationId xmlns:a16="http://schemas.microsoft.com/office/drawing/2014/main" id="{B529E5A7-9FB2-1364-BE41-787FB8F3C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1488" y="3136901"/>
            <a:ext cx="188912" cy="347663"/>
          </a:xfrm>
          <a:prstGeom prst="upArrow">
            <a:avLst>
              <a:gd name="adj1" fmla="val 50000"/>
              <a:gd name="adj2" fmla="val 46009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9486" name="Text Box 80">
            <a:extLst>
              <a:ext uri="{FF2B5EF4-FFF2-40B4-BE49-F238E27FC236}">
                <a16:creationId xmlns:a16="http://schemas.microsoft.com/office/drawing/2014/main" id="{CFD5F8C7-25FC-D0E0-6B4A-44D138FB0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3" y="58404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9900"/>
                </a:solidFill>
              </a:rPr>
              <a:t>i=2</a:t>
            </a:r>
          </a:p>
        </p:txBody>
      </p:sp>
      <p:sp>
        <p:nvSpPr>
          <p:cNvPr id="19487" name="AutoShape 81">
            <a:extLst>
              <a:ext uri="{FF2B5EF4-FFF2-40B4-BE49-F238E27FC236}">
                <a16:creationId xmlns:a16="http://schemas.microsoft.com/office/drawing/2014/main" id="{0E977AAC-883C-4000-D180-575CD79F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63" y="5384801"/>
            <a:ext cx="233362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9488" name="Text Box 82">
            <a:extLst>
              <a:ext uri="{FF2B5EF4-FFF2-40B4-BE49-F238E27FC236}">
                <a16:creationId xmlns:a16="http://schemas.microsoft.com/office/drawing/2014/main" id="{48D3C7CF-865A-8CA2-4895-D0A8F9C8B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8113" y="5859464"/>
            <a:ext cx="684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</a:rPr>
              <a:t>j=4</a:t>
            </a:r>
          </a:p>
        </p:txBody>
      </p:sp>
      <p:sp>
        <p:nvSpPr>
          <p:cNvPr id="19489" name="AutoShape 83">
            <a:extLst>
              <a:ext uri="{FF2B5EF4-FFF2-40B4-BE49-F238E27FC236}">
                <a16:creationId xmlns:a16="http://schemas.microsoft.com/office/drawing/2014/main" id="{96CE4855-09A3-C4D1-27F1-2D08AEE67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0839" y="5370514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9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C1D925B7-C617-4409-4208-3467CE8A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E331822-68F1-4046-96FA-C1341DFB6CDF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1FC6CE2-CB0A-36DD-7C6F-E19C17D63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E7253C61-FC08-6F14-5959-0687CA676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D21931D2-7F01-1E09-51AE-17BC2DA44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486" name="Text Box 5">
            <a:extLst>
              <a:ext uri="{FF2B5EF4-FFF2-40B4-BE49-F238E27FC236}">
                <a16:creationId xmlns:a16="http://schemas.microsoft.com/office/drawing/2014/main" id="{991E7C22-2FB5-3552-EF8B-0874C6228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487" name="Text Box 6">
            <a:extLst>
              <a:ext uri="{FF2B5EF4-FFF2-40B4-BE49-F238E27FC236}">
                <a16:creationId xmlns:a16="http://schemas.microsoft.com/office/drawing/2014/main" id="{20F1B604-4D55-FEE3-360B-C7BB6EF4D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488" name="Text Box 7">
            <a:extLst>
              <a:ext uri="{FF2B5EF4-FFF2-40B4-BE49-F238E27FC236}">
                <a16:creationId xmlns:a16="http://schemas.microsoft.com/office/drawing/2014/main" id="{10FC1B76-A297-F70B-92CB-0B2439A6C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489" name="Text Box 9">
            <a:extLst>
              <a:ext uri="{FF2B5EF4-FFF2-40B4-BE49-F238E27FC236}">
                <a16:creationId xmlns:a16="http://schemas.microsoft.com/office/drawing/2014/main" id="{B9E52280-EF66-ED8C-4C9E-28D011F25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490" name="Text Box 10">
            <a:extLst>
              <a:ext uri="{FF2B5EF4-FFF2-40B4-BE49-F238E27FC236}">
                <a16:creationId xmlns:a16="http://schemas.microsoft.com/office/drawing/2014/main" id="{098814FE-2DF7-307C-CEB1-84ED6435A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491" name="Text Box 11">
            <a:extLst>
              <a:ext uri="{FF2B5EF4-FFF2-40B4-BE49-F238E27FC236}">
                <a16:creationId xmlns:a16="http://schemas.microsoft.com/office/drawing/2014/main" id="{B1446325-9348-7F49-710D-075B2CAB5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43055" name="Rectangle 15">
            <a:extLst>
              <a:ext uri="{FF2B5EF4-FFF2-40B4-BE49-F238E27FC236}">
                <a16:creationId xmlns:a16="http://schemas.microsoft.com/office/drawing/2014/main" id="{497B0015-9AB6-7C33-6818-AA88BC3D6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L:</a:t>
            </a:r>
          </a:p>
        </p:txBody>
      </p:sp>
      <p:sp>
        <p:nvSpPr>
          <p:cNvPr id="343056" name="Rectangle 16">
            <a:extLst>
              <a:ext uri="{FF2B5EF4-FFF2-40B4-BE49-F238E27FC236}">
                <a16:creationId xmlns:a16="http://schemas.microsoft.com/office/drawing/2014/main" id="{8E961E29-0B28-9AF9-3075-0AB47890A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  <p:sp>
        <p:nvSpPr>
          <p:cNvPr id="20494" name="Text Box 18">
            <a:extLst>
              <a:ext uri="{FF2B5EF4-FFF2-40B4-BE49-F238E27FC236}">
                <a16:creationId xmlns:a16="http://schemas.microsoft.com/office/drawing/2014/main" id="{8744695B-B512-5A43-0EC2-4DBCCFEDA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495" name="Text Box 19">
            <a:extLst>
              <a:ext uri="{FF2B5EF4-FFF2-40B4-BE49-F238E27FC236}">
                <a16:creationId xmlns:a16="http://schemas.microsoft.com/office/drawing/2014/main" id="{DF61A0D8-2C18-684E-8445-E503169E6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496" name="Text Box 20">
            <a:extLst>
              <a:ext uri="{FF2B5EF4-FFF2-40B4-BE49-F238E27FC236}">
                <a16:creationId xmlns:a16="http://schemas.microsoft.com/office/drawing/2014/main" id="{78A1D477-79C0-8F20-1E0B-FE7B9EFFE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0497" name="Text Box 21">
            <a:extLst>
              <a:ext uri="{FF2B5EF4-FFF2-40B4-BE49-F238E27FC236}">
                <a16:creationId xmlns:a16="http://schemas.microsoft.com/office/drawing/2014/main" id="{BB0A8B46-29FE-D1A1-4821-6F2AE8A34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20498" name="Text Box 24">
            <a:extLst>
              <a:ext uri="{FF2B5EF4-FFF2-40B4-BE49-F238E27FC236}">
                <a16:creationId xmlns:a16="http://schemas.microsoft.com/office/drawing/2014/main" id="{3F8497ED-5ED7-626F-33F3-B6B37BE64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499" name="Text Box 25">
            <a:extLst>
              <a:ext uri="{FF2B5EF4-FFF2-40B4-BE49-F238E27FC236}">
                <a16:creationId xmlns:a16="http://schemas.microsoft.com/office/drawing/2014/main" id="{37BBE3F3-4881-0224-BD61-045A03B6D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0500" name="Text Box 26">
            <a:extLst>
              <a:ext uri="{FF2B5EF4-FFF2-40B4-BE49-F238E27FC236}">
                <a16:creationId xmlns:a16="http://schemas.microsoft.com/office/drawing/2014/main" id="{5226187E-7118-A5E2-32F7-674139F53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20501" name="Text Box 27">
            <a:extLst>
              <a:ext uri="{FF2B5EF4-FFF2-40B4-BE49-F238E27FC236}">
                <a16:creationId xmlns:a16="http://schemas.microsoft.com/office/drawing/2014/main" id="{B9944CE0-E22C-E064-6CB2-B70E115AC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343070" name="Rectangle 30">
            <a:extLst>
              <a:ext uri="{FF2B5EF4-FFF2-40B4-BE49-F238E27FC236}">
                <a16:creationId xmlns:a16="http://schemas.microsoft.com/office/drawing/2014/main" id="{A576A7C4-7D94-1B82-8155-8E25EA07D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R:</a:t>
            </a:r>
          </a:p>
        </p:txBody>
      </p:sp>
      <p:sp>
        <p:nvSpPr>
          <p:cNvPr id="20503" name="Text Box 41">
            <a:extLst>
              <a:ext uri="{FF2B5EF4-FFF2-40B4-BE49-F238E27FC236}">
                <a16:creationId xmlns:a16="http://schemas.microsoft.com/office/drawing/2014/main" id="{E9F73F5B-6371-E894-A1B5-E77711337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504" name="Text Box 42">
            <a:extLst>
              <a:ext uri="{FF2B5EF4-FFF2-40B4-BE49-F238E27FC236}">
                <a16:creationId xmlns:a16="http://schemas.microsoft.com/office/drawing/2014/main" id="{3F3CF014-3A96-FA6E-46CA-0CFD69A8A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505" name="Text Box 43">
            <a:extLst>
              <a:ext uri="{FF2B5EF4-FFF2-40B4-BE49-F238E27FC236}">
                <a16:creationId xmlns:a16="http://schemas.microsoft.com/office/drawing/2014/main" id="{CFE23E83-C823-5676-BB5D-A46355AF8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506" name="Text Box 44">
            <a:extLst>
              <a:ext uri="{FF2B5EF4-FFF2-40B4-BE49-F238E27FC236}">
                <a16:creationId xmlns:a16="http://schemas.microsoft.com/office/drawing/2014/main" id="{C39492B0-1F58-8DB1-4F97-8246ECFD5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507" name="Text Box 47">
            <a:extLst>
              <a:ext uri="{FF2B5EF4-FFF2-40B4-BE49-F238E27FC236}">
                <a16:creationId xmlns:a16="http://schemas.microsoft.com/office/drawing/2014/main" id="{319653AB-F3A9-687D-E80B-437F73F5D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508" name="Text Box 48">
            <a:extLst>
              <a:ext uri="{FF2B5EF4-FFF2-40B4-BE49-F238E27FC236}">
                <a16:creationId xmlns:a16="http://schemas.microsoft.com/office/drawing/2014/main" id="{0128CCF8-7B4F-FE06-BD60-65DF024C7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509" name="Text Box 49">
            <a:extLst>
              <a:ext uri="{FF2B5EF4-FFF2-40B4-BE49-F238E27FC236}">
                <a16:creationId xmlns:a16="http://schemas.microsoft.com/office/drawing/2014/main" id="{F89A81D4-BFDB-3E8C-4059-3AF63A157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510" name="Text Box 50">
            <a:extLst>
              <a:ext uri="{FF2B5EF4-FFF2-40B4-BE49-F238E27FC236}">
                <a16:creationId xmlns:a16="http://schemas.microsoft.com/office/drawing/2014/main" id="{1D28FE0D-0996-EDEB-75C9-405A75E06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511" name="Text Box 53">
            <a:extLst>
              <a:ext uri="{FF2B5EF4-FFF2-40B4-BE49-F238E27FC236}">
                <a16:creationId xmlns:a16="http://schemas.microsoft.com/office/drawing/2014/main" id="{45A9C194-BB7D-98FE-46C7-7F16135A1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300" y="2630488"/>
            <a:ext cx="609600" cy="415498"/>
          </a:xfrm>
          <a:prstGeom prst="rect">
            <a:avLst/>
          </a:prstGeom>
          <a:solidFill>
            <a:srgbClr val="4D4D4D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AU" altLang="en-US" sz="2400" b="0">
              <a:solidFill>
                <a:srgbClr val="FFFFFF"/>
              </a:solidFill>
            </a:endParaRPr>
          </a:p>
        </p:txBody>
      </p:sp>
      <p:sp>
        <p:nvSpPr>
          <p:cNvPr id="343094" name="Text Box 54">
            <a:extLst>
              <a:ext uri="{FF2B5EF4-FFF2-40B4-BE49-F238E27FC236}">
                <a16:creationId xmlns:a16="http://schemas.microsoft.com/office/drawing/2014/main" id="{D4DFBE7A-C045-D66A-E5ED-4328BC639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588" y="26273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513" name="Text Box 55">
            <a:extLst>
              <a:ext uri="{FF2B5EF4-FFF2-40B4-BE49-F238E27FC236}">
                <a16:creationId xmlns:a16="http://schemas.microsoft.com/office/drawing/2014/main" id="{6FCC8028-A5BA-D2C2-3C4E-F64255587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650" y="58404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9900"/>
                </a:solidFill>
              </a:rPr>
              <a:t>i=3</a:t>
            </a:r>
          </a:p>
        </p:txBody>
      </p:sp>
      <p:sp>
        <p:nvSpPr>
          <p:cNvPr id="20514" name="Text Box 56">
            <a:extLst>
              <a:ext uri="{FF2B5EF4-FFF2-40B4-BE49-F238E27FC236}">
                <a16:creationId xmlns:a16="http://schemas.microsoft.com/office/drawing/2014/main" id="{2ECCF8E4-7B73-AEC5-743B-65A668CD0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8113" y="5859464"/>
            <a:ext cx="684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</a:rPr>
              <a:t>j=4</a:t>
            </a:r>
          </a:p>
        </p:txBody>
      </p:sp>
      <p:sp>
        <p:nvSpPr>
          <p:cNvPr id="20515" name="Text Box 57">
            <a:extLst>
              <a:ext uri="{FF2B5EF4-FFF2-40B4-BE49-F238E27FC236}">
                <a16:creationId xmlns:a16="http://schemas.microsoft.com/office/drawing/2014/main" id="{548499E7-9367-EA44-24D0-4E449A211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575" y="3444876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FF"/>
                </a:solidFill>
              </a:rPr>
              <a:t>k=7</a:t>
            </a:r>
          </a:p>
        </p:txBody>
      </p:sp>
      <p:sp>
        <p:nvSpPr>
          <p:cNvPr id="20516" name="AutoShape 58">
            <a:extLst>
              <a:ext uri="{FF2B5EF4-FFF2-40B4-BE49-F238E27FC236}">
                <a16:creationId xmlns:a16="http://schemas.microsoft.com/office/drawing/2014/main" id="{9DA561EB-9FAB-B874-6F60-4EE6035E6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788" y="5368926"/>
            <a:ext cx="233362" cy="449263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0517" name="AutoShape 59">
            <a:extLst>
              <a:ext uri="{FF2B5EF4-FFF2-40B4-BE49-F238E27FC236}">
                <a16:creationId xmlns:a16="http://schemas.microsoft.com/office/drawing/2014/main" id="{13DE6228-7647-36E4-1E37-0CAEEA5BC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0839" y="5370514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0518" name="AutoShape 60">
            <a:extLst>
              <a:ext uri="{FF2B5EF4-FFF2-40B4-BE49-F238E27FC236}">
                <a16:creationId xmlns:a16="http://schemas.microsoft.com/office/drawing/2014/main" id="{61381808-9DE7-0B93-98D0-D0A957C74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763" y="3121026"/>
            <a:ext cx="188912" cy="347663"/>
          </a:xfrm>
          <a:prstGeom prst="upArrow">
            <a:avLst>
              <a:gd name="adj1" fmla="val 50000"/>
              <a:gd name="adj2" fmla="val 46009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9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>
            <a:extLst>
              <a:ext uri="{FF2B5EF4-FFF2-40B4-BE49-F238E27FC236}">
                <a16:creationId xmlns:a16="http://schemas.microsoft.com/office/drawing/2014/main" id="{99F8D9AD-7916-6ED2-C1C2-743620E1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D7B6CC1-7AD3-48FD-8CD2-10D836ACA815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44C66DCA-AF4F-8B30-D196-FD296E779A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Merge-Sort: Merge Example</a:t>
            </a:r>
            <a:endParaRPr lang="en-AU" altLang="en-US"/>
          </a:p>
        </p:txBody>
      </p:sp>
      <p:sp>
        <p:nvSpPr>
          <p:cNvPr id="21508" name="Text Box 3">
            <a:extLst>
              <a:ext uri="{FF2B5EF4-FFF2-40B4-BE49-F238E27FC236}">
                <a16:creationId xmlns:a16="http://schemas.microsoft.com/office/drawing/2014/main" id="{E809E618-F397-80DD-11D8-047AFECB4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A4EEABDE-D32C-EB2D-C170-CF688B5A7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510" name="Text Box 5">
            <a:extLst>
              <a:ext uri="{FF2B5EF4-FFF2-40B4-BE49-F238E27FC236}">
                <a16:creationId xmlns:a16="http://schemas.microsoft.com/office/drawing/2014/main" id="{DBB5FD84-F169-AC65-E0C3-B75AD02E3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511" name="Text Box 6">
            <a:extLst>
              <a:ext uri="{FF2B5EF4-FFF2-40B4-BE49-F238E27FC236}">
                <a16:creationId xmlns:a16="http://schemas.microsoft.com/office/drawing/2014/main" id="{4A769B96-DD60-4E23-75EE-7E1326452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512" name="Text Box 7">
            <a:extLst>
              <a:ext uri="{FF2B5EF4-FFF2-40B4-BE49-F238E27FC236}">
                <a16:creationId xmlns:a16="http://schemas.microsoft.com/office/drawing/2014/main" id="{15F1B59F-9903-F3F1-6E91-FA6F5B1A2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513" name="Text Box 9">
            <a:extLst>
              <a:ext uri="{FF2B5EF4-FFF2-40B4-BE49-F238E27FC236}">
                <a16:creationId xmlns:a16="http://schemas.microsoft.com/office/drawing/2014/main" id="{F2491C13-EC0C-570C-71FC-D11217DEB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2632075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514" name="Text Box 10">
            <a:extLst>
              <a:ext uri="{FF2B5EF4-FFF2-40B4-BE49-F238E27FC236}">
                <a16:creationId xmlns:a16="http://schemas.microsoft.com/office/drawing/2014/main" id="{BF07369D-B7ED-C7EC-9153-6878FDCE5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1515" name="Text Box 11">
            <a:extLst>
              <a:ext uri="{FF2B5EF4-FFF2-40B4-BE49-F238E27FC236}">
                <a16:creationId xmlns:a16="http://schemas.microsoft.com/office/drawing/2014/main" id="{E7BB912E-B08F-7AB7-297D-45BE0067E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2632075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7151" name="Rectangle 15">
            <a:extLst>
              <a:ext uri="{FF2B5EF4-FFF2-40B4-BE49-F238E27FC236}">
                <a16:creationId xmlns:a16="http://schemas.microsoft.com/office/drawing/2014/main" id="{E04A8B26-EDE8-F145-D9BE-7B68B1049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365626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L:</a:t>
            </a:r>
          </a:p>
        </p:txBody>
      </p:sp>
      <p:sp>
        <p:nvSpPr>
          <p:cNvPr id="347152" name="Rectangle 16">
            <a:extLst>
              <a:ext uri="{FF2B5EF4-FFF2-40B4-BE49-F238E27FC236}">
                <a16:creationId xmlns:a16="http://schemas.microsoft.com/office/drawing/2014/main" id="{D6A5A158-1E5B-4D1A-F795-59D53051D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2147889"/>
            <a:ext cx="635000" cy="46230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A:</a:t>
            </a:r>
          </a:p>
        </p:txBody>
      </p:sp>
      <p:sp>
        <p:nvSpPr>
          <p:cNvPr id="21518" name="Text Box 18">
            <a:extLst>
              <a:ext uri="{FF2B5EF4-FFF2-40B4-BE49-F238E27FC236}">
                <a16:creationId xmlns:a16="http://schemas.microsoft.com/office/drawing/2014/main" id="{A527D138-2CC5-DF16-1AD8-B5F3F79D9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519" name="Text Box 19">
            <a:extLst>
              <a:ext uri="{FF2B5EF4-FFF2-40B4-BE49-F238E27FC236}">
                <a16:creationId xmlns:a16="http://schemas.microsoft.com/office/drawing/2014/main" id="{2862BC37-18C6-1DE0-3806-A17ABDD00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520" name="Text Box 20">
            <a:extLst>
              <a:ext uri="{FF2B5EF4-FFF2-40B4-BE49-F238E27FC236}">
                <a16:creationId xmlns:a16="http://schemas.microsoft.com/office/drawing/2014/main" id="{5D6231E8-49FF-8055-4E47-AB7DAE072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1521" name="Text Box 21">
            <a:extLst>
              <a:ext uri="{FF2B5EF4-FFF2-40B4-BE49-F238E27FC236}">
                <a16:creationId xmlns:a16="http://schemas.microsoft.com/office/drawing/2014/main" id="{BC2F6EAA-CC65-7E8D-3AE4-796168D58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21522" name="Text Box 24">
            <a:extLst>
              <a:ext uri="{FF2B5EF4-FFF2-40B4-BE49-F238E27FC236}">
                <a16:creationId xmlns:a16="http://schemas.microsoft.com/office/drawing/2014/main" id="{7BBE4F28-B675-377B-8E63-54BA8B0E7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523" name="Text Box 25">
            <a:extLst>
              <a:ext uri="{FF2B5EF4-FFF2-40B4-BE49-F238E27FC236}">
                <a16:creationId xmlns:a16="http://schemas.microsoft.com/office/drawing/2014/main" id="{EF10E0E6-59AB-0324-1AB2-A0415888A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1524" name="Text Box 26">
            <a:extLst>
              <a:ext uri="{FF2B5EF4-FFF2-40B4-BE49-F238E27FC236}">
                <a16:creationId xmlns:a16="http://schemas.microsoft.com/office/drawing/2014/main" id="{F72D712D-469D-DF81-BCF0-6D47F61CE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21525" name="Text Box 27">
            <a:extLst>
              <a:ext uri="{FF2B5EF4-FFF2-40B4-BE49-F238E27FC236}">
                <a16:creationId xmlns:a16="http://schemas.microsoft.com/office/drawing/2014/main" id="{BE98DF7A-A27F-5DE9-01F0-235F32EF5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347166" name="Rectangle 30">
            <a:extLst>
              <a:ext uri="{FF2B5EF4-FFF2-40B4-BE49-F238E27FC236}">
                <a16:creationId xmlns:a16="http://schemas.microsoft.com/office/drawing/2014/main" id="{D1D75F0C-E9A5-915C-9735-013BDC445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4343401"/>
            <a:ext cx="42703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0" tIns="46038" rIns="0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33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Arial" charset="0"/>
              </a:rPr>
              <a:t>R:</a:t>
            </a:r>
          </a:p>
        </p:txBody>
      </p:sp>
      <p:sp>
        <p:nvSpPr>
          <p:cNvPr id="21527" name="Text Box 41">
            <a:extLst>
              <a:ext uri="{FF2B5EF4-FFF2-40B4-BE49-F238E27FC236}">
                <a16:creationId xmlns:a16="http://schemas.microsoft.com/office/drawing/2014/main" id="{EA4254E1-E1E9-EF2D-550B-2BDE00ACF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528" name="Text Box 42">
            <a:extLst>
              <a:ext uri="{FF2B5EF4-FFF2-40B4-BE49-F238E27FC236}">
                <a16:creationId xmlns:a16="http://schemas.microsoft.com/office/drawing/2014/main" id="{C8CD1B87-3DFB-C71E-BCC4-29F289E94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529" name="Text Box 43">
            <a:extLst>
              <a:ext uri="{FF2B5EF4-FFF2-40B4-BE49-F238E27FC236}">
                <a16:creationId xmlns:a16="http://schemas.microsoft.com/office/drawing/2014/main" id="{CE13469A-8C93-7CF8-3458-81AB3DDA8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1530" name="Text Box 44">
            <a:extLst>
              <a:ext uri="{FF2B5EF4-FFF2-40B4-BE49-F238E27FC236}">
                <a16:creationId xmlns:a16="http://schemas.microsoft.com/office/drawing/2014/main" id="{2667D2E5-D084-A60B-26B2-991301FAA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75213"/>
            <a:ext cx="609600" cy="415498"/>
          </a:xfrm>
          <a:prstGeom prst="rect">
            <a:avLst/>
          </a:prstGeom>
          <a:solidFill>
            <a:srgbClr val="0099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1531" name="Text Box 47">
            <a:extLst>
              <a:ext uri="{FF2B5EF4-FFF2-40B4-BE49-F238E27FC236}">
                <a16:creationId xmlns:a16="http://schemas.microsoft.com/office/drawing/2014/main" id="{15F3658D-3670-9CE1-76B5-A63F68F2C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532" name="Text Box 48">
            <a:extLst>
              <a:ext uri="{FF2B5EF4-FFF2-40B4-BE49-F238E27FC236}">
                <a16:creationId xmlns:a16="http://schemas.microsoft.com/office/drawing/2014/main" id="{EE786412-6D58-1AD9-D6CC-1E1DA590D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533" name="Text Box 49">
            <a:extLst>
              <a:ext uri="{FF2B5EF4-FFF2-40B4-BE49-F238E27FC236}">
                <a16:creationId xmlns:a16="http://schemas.microsoft.com/office/drawing/2014/main" id="{959D04B1-D927-4D93-D94D-175756026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534" name="Text Box 50">
            <a:extLst>
              <a:ext uri="{FF2B5EF4-FFF2-40B4-BE49-F238E27FC236}">
                <a16:creationId xmlns:a16="http://schemas.microsoft.com/office/drawing/2014/main" id="{44E4BB61-4E78-13BD-C671-88BFA983F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889500"/>
            <a:ext cx="609600" cy="415498"/>
          </a:xfrm>
          <a:prstGeom prst="rect">
            <a:avLst/>
          </a:prstGeom>
          <a:solidFill>
            <a:srgbClr val="FF0000"/>
          </a:solidFill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b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AU" altLang="en-US" sz="24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535" name="Text Box 55">
            <a:extLst>
              <a:ext uri="{FF2B5EF4-FFF2-40B4-BE49-F238E27FC236}">
                <a16:creationId xmlns:a16="http://schemas.microsoft.com/office/drawing/2014/main" id="{AF76FF54-D854-AFFD-7523-7401CDDC6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38" y="5842001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9900"/>
                </a:solidFill>
              </a:rPr>
              <a:t>i=4</a:t>
            </a:r>
          </a:p>
        </p:txBody>
      </p:sp>
      <p:sp>
        <p:nvSpPr>
          <p:cNvPr id="21536" name="Text Box 56">
            <a:extLst>
              <a:ext uri="{FF2B5EF4-FFF2-40B4-BE49-F238E27FC236}">
                <a16:creationId xmlns:a16="http://schemas.microsoft.com/office/drawing/2014/main" id="{31CD27EF-5865-073B-717A-CE8E61286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1" y="5772151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FF0000"/>
                </a:solidFill>
              </a:rPr>
              <a:t>j=4</a:t>
            </a:r>
          </a:p>
        </p:txBody>
      </p:sp>
      <p:sp>
        <p:nvSpPr>
          <p:cNvPr id="21537" name="Text Box 57">
            <a:extLst>
              <a:ext uri="{FF2B5EF4-FFF2-40B4-BE49-F238E27FC236}">
                <a16:creationId xmlns:a16="http://schemas.microsoft.com/office/drawing/2014/main" id="{166A01E5-28C7-33EB-F82F-9E76DCB3A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9075" y="3430589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>
                <a:solidFill>
                  <a:srgbClr val="0000FF"/>
                </a:solidFill>
              </a:rPr>
              <a:t>k=8</a:t>
            </a:r>
          </a:p>
        </p:txBody>
      </p:sp>
      <p:sp>
        <p:nvSpPr>
          <p:cNvPr id="21538" name="AutoShape 58">
            <a:extLst>
              <a:ext uri="{FF2B5EF4-FFF2-40B4-BE49-F238E27FC236}">
                <a16:creationId xmlns:a16="http://schemas.microsoft.com/office/drawing/2014/main" id="{1C1B2F8F-AE48-0539-3111-F8C56E55B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576" y="5370513"/>
            <a:ext cx="233363" cy="449262"/>
          </a:xfrm>
          <a:prstGeom prst="upArrow">
            <a:avLst>
              <a:gd name="adj1" fmla="val 50000"/>
              <a:gd name="adj2" fmla="val 4812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1539" name="AutoShape 59">
            <a:extLst>
              <a:ext uri="{FF2B5EF4-FFF2-40B4-BE49-F238E27FC236}">
                <a16:creationId xmlns:a16="http://schemas.microsoft.com/office/drawing/2014/main" id="{DA376A51-73D6-C907-9081-AC2C2BB3B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889" y="5354639"/>
            <a:ext cx="231775" cy="420687"/>
          </a:xfrm>
          <a:prstGeom prst="upArrow">
            <a:avLst>
              <a:gd name="adj1" fmla="val 50000"/>
              <a:gd name="adj2" fmla="val 4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1540" name="AutoShape 60">
            <a:extLst>
              <a:ext uri="{FF2B5EF4-FFF2-40B4-BE49-F238E27FC236}">
                <a16:creationId xmlns:a16="http://schemas.microsoft.com/office/drawing/2014/main" id="{A96B13EE-206D-0DD7-E330-A756B7445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63" y="3106738"/>
            <a:ext cx="188912" cy="347662"/>
          </a:xfrm>
          <a:prstGeom prst="upArrow">
            <a:avLst>
              <a:gd name="adj1" fmla="val 50000"/>
              <a:gd name="adj2" fmla="val 46008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86A23C4E-F4DA-AB9D-B886-F76E966C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58A5FFF-3745-407E-BF0E-2F97C063F1E5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618499" name="Rectangle 3">
            <a:extLst>
              <a:ext uri="{FF2B5EF4-FFF2-40B4-BE49-F238E27FC236}">
                <a16:creationId xmlns:a16="http://schemas.microsoft.com/office/drawing/2014/main" id="{7C599567-6FE3-1CBD-A6D0-96B6DF5DF0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22463" y="282576"/>
            <a:ext cx="8229600" cy="5630863"/>
          </a:xfrm>
        </p:spPr>
        <p:txBody>
          <a:bodyPr/>
          <a:lstStyle/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MERGE(A, p, q, r)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1  n1 = q - p + 1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2  n2 = r - q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3  let L[1..n1+1] and R[1..n2+1] be new arrays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4  for i = 1 to n1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5     L[i] = A[p + i - 1]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6  for j = 1 to n2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7     R[j] = A[q + j]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8  L[n1 + 1] = ∞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9  R[n2 + 1] = ∞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10 i = 1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11 j = 1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12 for k = p to r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13    if L[i] ≤ R[j]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14       A[k] = L[i]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15       i = i + 1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16    else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17       A[k] = R[j]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pt-BR" altLang="zh-TW" sz="2000" b="1" dirty="0">
                <a:latin typeface="Courier New" panose="02070309020205020404" pitchFamily="49" charset="0"/>
                <a:ea typeface="新細明體" panose="020B0604030504040204" pitchFamily="18" charset="-120"/>
              </a:rPr>
              <a:t>18       j = j + 1</a:t>
            </a:r>
            <a:endParaRPr lang="en-US" altLang="zh-TW" sz="2000" b="1" dirty="0">
              <a:latin typeface="Courier New" panose="02070309020205020404" pitchFamily="49" charset="0"/>
              <a:ea typeface="新細明體" panose="020B0604030504040204" pitchFamily="18" charset="-120"/>
            </a:endParaRPr>
          </a:p>
        </p:txBody>
      </p:sp>
      <p:sp>
        <p:nvSpPr>
          <p:cNvPr id="618501" name="Text Box 5">
            <a:extLst>
              <a:ext uri="{FF2B5EF4-FFF2-40B4-BE49-F238E27FC236}">
                <a16:creationId xmlns:a16="http://schemas.microsoft.com/office/drawing/2014/main" id="{17B0A9A0-4F9E-9E96-D433-BA3733214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1363" y="5448301"/>
            <a:ext cx="3930650" cy="11922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n = n</a:t>
            </a:r>
            <a:r>
              <a:rPr lang="en-US" altLang="en-US" baseline="-25000">
                <a:solidFill>
                  <a:srgbClr val="000000"/>
                </a:solidFill>
              </a:rPr>
              <a:t>1</a:t>
            </a:r>
            <a:r>
              <a:rPr lang="en-US" altLang="en-US">
                <a:solidFill>
                  <a:srgbClr val="000000"/>
                </a:solidFill>
              </a:rPr>
              <a:t>+n</a:t>
            </a:r>
            <a:r>
              <a:rPr lang="en-US" altLang="en-US" baseline="-25000">
                <a:solidFill>
                  <a:srgbClr val="000000"/>
                </a:solidFill>
              </a:rPr>
              <a:t>2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Space: n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Time :  c</a:t>
            </a:r>
            <a:r>
              <a:rPr lang="en-US" altLang="en-US">
                <a:solidFill>
                  <a:srgbClr val="000000"/>
                </a:solidFill>
                <a:sym typeface="Symbol" panose="05050102010706020507" pitchFamily="18" charset="2"/>
              </a:rPr>
              <a:t>n</a:t>
            </a:r>
            <a:r>
              <a:rPr lang="en-US" altLang="en-US">
                <a:solidFill>
                  <a:srgbClr val="000000"/>
                </a:solidFill>
              </a:rPr>
              <a:t> for some constant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501" grpId="0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>
            <a:extLst>
              <a:ext uri="{FF2B5EF4-FFF2-40B4-BE49-F238E27FC236}">
                <a16:creationId xmlns:a16="http://schemas.microsoft.com/office/drawing/2014/main" id="{D48D0FDE-98D5-D666-C358-3B51BD723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6F9E4AC-41AE-43EF-8E49-A4CA091904F5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23555" name="AutoShape 2">
            <a:extLst>
              <a:ext uri="{FF2B5EF4-FFF2-40B4-BE49-F238E27FC236}">
                <a16:creationId xmlns:a16="http://schemas.microsoft.com/office/drawing/2014/main" id="{521EC1E8-26BC-CB85-13F3-D7E897FFD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572419" name="AutoShape 3">
            <a:extLst>
              <a:ext uri="{FF2B5EF4-FFF2-40B4-BE49-F238E27FC236}">
                <a16:creationId xmlns:a16="http://schemas.microsoft.com/office/drawing/2014/main" id="{B6589013-E946-4A46-B55C-CABFB8AAE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600200"/>
            <a:ext cx="6019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6          2          8         4        3         7           5          1</a:t>
            </a:r>
          </a:p>
        </p:txBody>
      </p:sp>
      <p:sp>
        <p:nvSpPr>
          <p:cNvPr id="572420" name="AutoShape 4">
            <a:extLst>
              <a:ext uri="{FF2B5EF4-FFF2-40B4-BE49-F238E27FC236}">
                <a16:creationId xmlns:a16="http://schemas.microsoft.com/office/drawing/2014/main" id="{6CA1C239-2DE8-F36E-9AC9-0B53207A8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1593850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6          2          8         4</a:t>
            </a:r>
          </a:p>
        </p:txBody>
      </p:sp>
      <p:sp>
        <p:nvSpPr>
          <p:cNvPr id="572421" name="AutoShape 5">
            <a:extLst>
              <a:ext uri="{FF2B5EF4-FFF2-40B4-BE49-F238E27FC236}">
                <a16:creationId xmlns:a16="http://schemas.microsoft.com/office/drawing/2014/main" id="{D5A5C224-6EE7-42D8-9F09-C7B5B7D82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0E4012F0-E717-9F60-7650-FDD725E9F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22463" y="319088"/>
            <a:ext cx="7543800" cy="584200"/>
          </a:xfrm>
        </p:spPr>
        <p:txBody>
          <a:bodyPr/>
          <a:lstStyle/>
          <a:p>
            <a:pPr eaLnBrk="1" hangingPunct="1"/>
            <a:r>
              <a:rPr lang="en-US" altLang="en-US" sz="3100"/>
              <a:t>Merge-Sort(A, 0, 7)</a:t>
            </a:r>
          </a:p>
        </p:txBody>
      </p:sp>
      <p:sp>
        <p:nvSpPr>
          <p:cNvPr id="572423" name="Text Box 7">
            <a:extLst>
              <a:ext uri="{FF2B5EF4-FFF2-40B4-BE49-F238E27FC236}">
                <a16:creationId xmlns:a16="http://schemas.microsoft.com/office/drawing/2014/main" id="{CAED949A-AB2C-7932-C7FA-FE441B1A6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132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Divide</a:t>
            </a:r>
          </a:p>
        </p:txBody>
      </p:sp>
      <p:sp>
        <p:nvSpPr>
          <p:cNvPr id="23561" name="Text Box 8">
            <a:extLst>
              <a:ext uri="{FF2B5EF4-FFF2-40B4-BE49-F238E27FC236}">
                <a16:creationId xmlns:a16="http://schemas.microsoft.com/office/drawing/2014/main" id="{7AFFF398-3CCF-DB3C-5497-F8DA41757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19" grpId="0" animBg="1"/>
      <p:bldP spid="572420" grpId="0" animBg="1"/>
      <p:bldP spid="572421" grpId="0" animBg="1"/>
      <p:bldP spid="5724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0DE10E15-4816-4FEA-1E70-3EA8EA23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0384E33-CE30-4BF4-882C-69D6617ABDAD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24579" name="AutoShape 2">
            <a:extLst>
              <a:ext uri="{FF2B5EF4-FFF2-40B4-BE49-F238E27FC236}">
                <a16:creationId xmlns:a16="http://schemas.microsoft.com/office/drawing/2014/main" id="{F4F327D5-A25E-4B25-6EB0-81B2CA441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cxnSp>
        <p:nvCxnSpPr>
          <p:cNvPr id="24580" name="AutoShape 3">
            <a:extLst>
              <a:ext uri="{FF2B5EF4-FFF2-40B4-BE49-F238E27FC236}">
                <a16:creationId xmlns:a16="http://schemas.microsoft.com/office/drawing/2014/main" id="{7CDED4B3-5ED7-CAE7-CDE5-1F7D264EB7A0}"/>
              </a:ext>
            </a:extLst>
          </p:cNvPr>
          <p:cNvCxnSpPr>
            <a:cxnSpLocks noChangeShapeType="1"/>
            <a:stCxn id="24579" idx="0"/>
            <a:endCxn id="24581" idx="2"/>
          </p:cNvCxnSpPr>
          <p:nvPr/>
        </p:nvCxnSpPr>
        <p:spPr bwMode="auto">
          <a:xfrm flipV="1">
            <a:off x="4151314" y="1973264"/>
            <a:ext cx="1677987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81" name="AutoShape 4">
            <a:extLst>
              <a:ext uri="{FF2B5EF4-FFF2-40B4-BE49-F238E27FC236}">
                <a16:creationId xmlns:a16="http://schemas.microsoft.com/office/drawing/2014/main" id="{939FF5DC-89C1-CD3D-E22B-A1259B77F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573445" name="AutoShape 5">
            <a:extLst>
              <a:ext uri="{FF2B5EF4-FFF2-40B4-BE49-F238E27FC236}">
                <a16:creationId xmlns:a16="http://schemas.microsoft.com/office/drawing/2014/main" id="{B193074A-BC21-0E08-E575-F2626554D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2741613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6          2          8         4</a:t>
            </a:r>
          </a:p>
        </p:txBody>
      </p:sp>
      <p:sp>
        <p:nvSpPr>
          <p:cNvPr id="24583" name="AutoShape 6">
            <a:extLst>
              <a:ext uri="{FF2B5EF4-FFF2-40B4-BE49-F238E27FC236}">
                <a16:creationId xmlns:a16="http://schemas.microsoft.com/office/drawing/2014/main" id="{36645004-7325-9458-7E84-BC9AC4609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573447" name="AutoShape 7">
            <a:extLst>
              <a:ext uri="{FF2B5EF4-FFF2-40B4-BE49-F238E27FC236}">
                <a16:creationId xmlns:a16="http://schemas.microsoft.com/office/drawing/2014/main" id="{0B8E25FB-3311-00C2-E65D-078985892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176" y="2738438"/>
            <a:ext cx="1173163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6          2</a:t>
            </a:r>
          </a:p>
        </p:txBody>
      </p:sp>
      <p:sp>
        <p:nvSpPr>
          <p:cNvPr id="573448" name="AutoShape 8">
            <a:extLst>
              <a:ext uri="{FF2B5EF4-FFF2-40B4-BE49-F238E27FC236}">
                <a16:creationId xmlns:a16="http://schemas.microsoft.com/office/drawing/2014/main" id="{6D4AE8F8-9F0B-69B6-9488-0B98AB28D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413" y="2727326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24586" name="Text Box 10">
            <a:extLst>
              <a:ext uri="{FF2B5EF4-FFF2-40B4-BE49-F238E27FC236}">
                <a16:creationId xmlns:a16="http://schemas.microsoft.com/office/drawing/2014/main" id="{C40EDF2D-1977-EAFD-1C99-8D32CBF6F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290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0, 3)</a:t>
            </a:r>
          </a:p>
        </p:txBody>
      </p:sp>
      <p:sp>
        <p:nvSpPr>
          <p:cNvPr id="573451" name="Text Box 11">
            <a:extLst>
              <a:ext uri="{FF2B5EF4-FFF2-40B4-BE49-F238E27FC236}">
                <a16:creationId xmlns:a16="http://schemas.microsoft.com/office/drawing/2014/main" id="{4F0B7B29-5702-D098-3562-5A5939E55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263" y="1049338"/>
            <a:ext cx="1509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, divide</a:t>
            </a:r>
          </a:p>
        </p:txBody>
      </p:sp>
      <p:sp>
        <p:nvSpPr>
          <p:cNvPr id="24588" name="Text Box 12">
            <a:extLst>
              <a:ext uri="{FF2B5EF4-FFF2-40B4-BE49-F238E27FC236}">
                <a16:creationId xmlns:a16="http://schemas.microsoft.com/office/drawing/2014/main" id="{F8619B0F-3A70-D5E5-15DF-B04415CB8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24589" name="Rectangle 13">
            <a:extLst>
              <a:ext uri="{FF2B5EF4-FFF2-40B4-BE49-F238E27FC236}">
                <a16:creationId xmlns:a16="http://schemas.microsoft.com/office/drawing/2014/main" id="{FD6AEB92-1549-7531-9D21-EE6EF2AE4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5" grpId="0" animBg="1"/>
      <p:bldP spid="573447" grpId="0" animBg="1"/>
      <p:bldP spid="57344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AAC6FFCF-2662-793C-0C41-2818850D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71CB79A-C9FF-4D6E-B9AB-606392AE0EF5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25603" name="AutoShape 2">
            <a:extLst>
              <a:ext uri="{FF2B5EF4-FFF2-40B4-BE49-F238E27FC236}">
                <a16:creationId xmlns:a16="http://schemas.microsoft.com/office/drawing/2014/main" id="{97F544B6-A8EA-4FC9-BFE0-CC952F7C6B1A}"/>
              </a:ext>
            </a:extLst>
          </p:cNvPr>
          <p:cNvCxnSpPr>
            <a:cxnSpLocks noChangeShapeType="1"/>
            <a:stCxn id="25605" idx="0"/>
            <a:endCxn id="25604" idx="2"/>
          </p:cNvCxnSpPr>
          <p:nvPr/>
        </p:nvCxnSpPr>
        <p:spPr bwMode="auto">
          <a:xfrm flipV="1">
            <a:off x="3400425" y="3108326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04" name="AutoShape 3">
            <a:extLst>
              <a:ext uri="{FF2B5EF4-FFF2-40B4-BE49-F238E27FC236}">
                <a16:creationId xmlns:a16="http://schemas.microsoft.com/office/drawing/2014/main" id="{6506C6C3-D879-EC7D-1DD3-891132D06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5605" name="AutoShape 4">
            <a:extLst>
              <a:ext uri="{FF2B5EF4-FFF2-40B4-BE49-F238E27FC236}">
                <a16:creationId xmlns:a16="http://schemas.microsoft.com/office/drawing/2014/main" id="{B295DFD7-6F5D-0BC4-E0A0-207868D53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cxnSp>
        <p:nvCxnSpPr>
          <p:cNvPr id="25606" name="AutoShape 5">
            <a:extLst>
              <a:ext uri="{FF2B5EF4-FFF2-40B4-BE49-F238E27FC236}">
                <a16:creationId xmlns:a16="http://schemas.microsoft.com/office/drawing/2014/main" id="{7E79B3B0-50FF-06B5-7FD9-2244989DAE57}"/>
              </a:ext>
            </a:extLst>
          </p:cNvPr>
          <p:cNvCxnSpPr>
            <a:cxnSpLocks noChangeShapeType="1"/>
            <a:stCxn id="25604" idx="0"/>
            <a:endCxn id="25607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07" name="AutoShape 6">
            <a:extLst>
              <a:ext uri="{FF2B5EF4-FFF2-40B4-BE49-F238E27FC236}">
                <a16:creationId xmlns:a16="http://schemas.microsoft.com/office/drawing/2014/main" id="{AF91DA82-395D-4DA2-DF05-8C87A0E9E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5608" name="AutoShape 7">
            <a:extLst>
              <a:ext uri="{FF2B5EF4-FFF2-40B4-BE49-F238E27FC236}">
                <a16:creationId xmlns:a16="http://schemas.microsoft.com/office/drawing/2014/main" id="{D4FF3368-A4B9-B6A9-D4B9-6334A4DAB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5609" name="AutoShape 8">
            <a:extLst>
              <a:ext uri="{FF2B5EF4-FFF2-40B4-BE49-F238E27FC236}">
                <a16:creationId xmlns:a16="http://schemas.microsoft.com/office/drawing/2014/main" id="{534A87D8-85EB-8C34-4174-A32586B06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574473" name="AutoShape 9">
            <a:extLst>
              <a:ext uri="{FF2B5EF4-FFF2-40B4-BE49-F238E27FC236}">
                <a16:creationId xmlns:a16="http://schemas.microsoft.com/office/drawing/2014/main" id="{D17FAEA7-B8D8-3312-53A7-5DA53EABC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4037013"/>
            <a:ext cx="1173163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6          2</a:t>
            </a:r>
          </a:p>
        </p:txBody>
      </p:sp>
      <p:sp>
        <p:nvSpPr>
          <p:cNvPr id="574474" name="AutoShape 10">
            <a:extLst>
              <a:ext uri="{FF2B5EF4-FFF2-40B4-BE49-F238E27FC236}">
                <a16:creationId xmlns:a16="http://schemas.microsoft.com/office/drawing/2014/main" id="{376B3E83-7C5C-35E9-4F09-AB386BFED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4029075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574475" name="AutoShape 11">
            <a:extLst>
              <a:ext uri="{FF2B5EF4-FFF2-40B4-BE49-F238E27FC236}">
                <a16:creationId xmlns:a16="http://schemas.microsoft.com/office/drawing/2014/main" id="{30F1888A-F7B7-7838-8E19-DA8AB1DA5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4022725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5613" name="Text Box 12">
            <a:extLst>
              <a:ext uri="{FF2B5EF4-FFF2-40B4-BE49-F238E27FC236}">
                <a16:creationId xmlns:a16="http://schemas.microsoft.com/office/drawing/2014/main" id="{28D58FEB-B392-4DDA-D14D-F59D0C5F0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3179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0, 1)</a:t>
            </a:r>
          </a:p>
        </p:txBody>
      </p:sp>
      <p:sp>
        <p:nvSpPr>
          <p:cNvPr id="574477" name="Text Box 13">
            <a:extLst>
              <a:ext uri="{FF2B5EF4-FFF2-40B4-BE49-F238E27FC236}">
                <a16:creationId xmlns:a16="http://schemas.microsoft.com/office/drawing/2014/main" id="{974D4209-5E7C-8724-C86F-282753266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863" y="1049338"/>
            <a:ext cx="1509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, divide</a:t>
            </a:r>
          </a:p>
        </p:txBody>
      </p:sp>
      <p:sp>
        <p:nvSpPr>
          <p:cNvPr id="25615" name="Text Box 15">
            <a:extLst>
              <a:ext uri="{FF2B5EF4-FFF2-40B4-BE49-F238E27FC236}">
                <a16:creationId xmlns:a16="http://schemas.microsoft.com/office/drawing/2014/main" id="{F3C5CD2C-D0AF-1542-9BCB-509E600FA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25616" name="Rectangle 16">
            <a:extLst>
              <a:ext uri="{FF2B5EF4-FFF2-40B4-BE49-F238E27FC236}">
                <a16:creationId xmlns:a16="http://schemas.microsoft.com/office/drawing/2014/main" id="{B88F41CB-235E-EDF0-AEC9-0D0CB002E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73" grpId="0" animBg="1"/>
      <p:bldP spid="574474" grpId="0" animBg="1"/>
      <p:bldP spid="57447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52893E1E-6EE6-6B7B-821C-01B26C83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730D1C0-BB71-4658-9303-8EC5DE30F46E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26627" name="AutoShape 2">
            <a:extLst>
              <a:ext uri="{FF2B5EF4-FFF2-40B4-BE49-F238E27FC236}">
                <a16:creationId xmlns:a16="http://schemas.microsoft.com/office/drawing/2014/main" id="{250A34BC-8881-F65D-004D-ECDFA6FB5BE2}"/>
              </a:ext>
            </a:extLst>
          </p:cNvPr>
          <p:cNvCxnSpPr>
            <a:cxnSpLocks noChangeShapeType="1"/>
            <a:stCxn id="26630" idx="0"/>
            <a:endCxn id="26629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28" name="AutoShape 3">
            <a:extLst>
              <a:ext uri="{FF2B5EF4-FFF2-40B4-BE49-F238E27FC236}">
                <a16:creationId xmlns:a16="http://schemas.microsoft.com/office/drawing/2014/main" id="{22D4A533-3BAA-9098-84F7-A16BCF3187F7}"/>
              </a:ext>
            </a:extLst>
          </p:cNvPr>
          <p:cNvCxnSpPr>
            <a:cxnSpLocks noChangeShapeType="1"/>
            <a:stCxn id="26631" idx="0"/>
            <a:endCxn id="26630" idx="2"/>
          </p:cNvCxnSpPr>
          <p:nvPr/>
        </p:nvCxnSpPr>
        <p:spPr bwMode="auto">
          <a:xfrm flipV="1">
            <a:off x="2971801" y="4403726"/>
            <a:ext cx="428625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29" name="AutoShape 4">
            <a:extLst>
              <a:ext uri="{FF2B5EF4-FFF2-40B4-BE49-F238E27FC236}">
                <a16:creationId xmlns:a16="http://schemas.microsoft.com/office/drawing/2014/main" id="{DCBF02F8-FBDB-EDDC-F976-DF6C271FA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6630" name="AutoShape 5">
            <a:extLst>
              <a:ext uri="{FF2B5EF4-FFF2-40B4-BE49-F238E27FC236}">
                <a16:creationId xmlns:a16="http://schemas.microsoft.com/office/drawing/2014/main" id="{332BDA19-872B-7CAA-0846-933AD36F7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6631" name="AutoShape 6">
            <a:extLst>
              <a:ext uri="{FF2B5EF4-FFF2-40B4-BE49-F238E27FC236}">
                <a16:creationId xmlns:a16="http://schemas.microsoft.com/office/drawing/2014/main" id="{C0AAFE7F-7A62-04A1-05E7-E919CB8F8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26632" name="AutoShape 7">
            <a:extLst>
              <a:ext uri="{FF2B5EF4-FFF2-40B4-BE49-F238E27FC236}">
                <a16:creationId xmlns:a16="http://schemas.microsoft.com/office/drawing/2014/main" id="{0F60B674-8502-AC39-D61D-76E2F5FEE9A2}"/>
              </a:ext>
            </a:extLst>
          </p:cNvPr>
          <p:cNvCxnSpPr>
            <a:cxnSpLocks noChangeShapeType="1"/>
            <a:stCxn id="26629" idx="0"/>
            <a:endCxn id="26633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3" name="AutoShape 8">
            <a:extLst>
              <a:ext uri="{FF2B5EF4-FFF2-40B4-BE49-F238E27FC236}">
                <a16:creationId xmlns:a16="http://schemas.microsoft.com/office/drawing/2014/main" id="{B9CC9234-E561-17AC-36FE-730403CA7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6634" name="AutoShape 9">
            <a:extLst>
              <a:ext uri="{FF2B5EF4-FFF2-40B4-BE49-F238E27FC236}">
                <a16:creationId xmlns:a16="http://schemas.microsoft.com/office/drawing/2014/main" id="{AEB000AE-6C13-228B-6FBA-FCA6EC779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6635" name="AutoShape 10">
            <a:extLst>
              <a:ext uri="{FF2B5EF4-FFF2-40B4-BE49-F238E27FC236}">
                <a16:creationId xmlns:a16="http://schemas.microsoft.com/office/drawing/2014/main" id="{2AEE87D7-C75D-8091-B47F-76BE8592A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26636" name="AutoShape 11">
            <a:extLst>
              <a:ext uri="{FF2B5EF4-FFF2-40B4-BE49-F238E27FC236}">
                <a16:creationId xmlns:a16="http://schemas.microsoft.com/office/drawing/2014/main" id="{02143488-998B-BDE4-5A7C-8C0CA96C7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089525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6637" name="AutoShape 12">
            <a:extLst>
              <a:ext uri="{FF2B5EF4-FFF2-40B4-BE49-F238E27FC236}">
                <a16:creationId xmlns:a16="http://schemas.microsoft.com/office/drawing/2014/main" id="{1BF9DDE1-E6FC-69E7-285F-943214E20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4022725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6638" name="Text Box 14">
            <a:extLst>
              <a:ext uri="{FF2B5EF4-FFF2-40B4-BE49-F238E27FC236}">
                <a16:creationId xmlns:a16="http://schemas.microsoft.com/office/drawing/2014/main" id="{C7DBF2AC-C707-78E3-688B-291731538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325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0, 0)</a:t>
            </a:r>
          </a:p>
        </p:txBody>
      </p:sp>
      <p:sp>
        <p:nvSpPr>
          <p:cNvPr id="26639" name="Text Box 15">
            <a:extLst>
              <a:ext uri="{FF2B5EF4-FFF2-40B4-BE49-F238E27FC236}">
                <a16:creationId xmlns:a16="http://schemas.microsoft.com/office/drawing/2014/main" id="{396059AE-3CD9-3ED5-02E3-FC4382E76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7726" y="1035050"/>
            <a:ext cx="2220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, base case</a:t>
            </a:r>
          </a:p>
        </p:txBody>
      </p:sp>
      <p:sp>
        <p:nvSpPr>
          <p:cNvPr id="26640" name="Text Box 16">
            <a:extLst>
              <a:ext uri="{FF2B5EF4-FFF2-40B4-BE49-F238E27FC236}">
                <a16:creationId xmlns:a16="http://schemas.microsoft.com/office/drawing/2014/main" id="{8E82272C-1016-14F3-6280-AF7949619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26641" name="Rectangle 17">
            <a:extLst>
              <a:ext uri="{FF2B5EF4-FFF2-40B4-BE49-F238E27FC236}">
                <a16:creationId xmlns:a16="http://schemas.microsoft.com/office/drawing/2014/main" id="{E524F08E-C59F-3D88-2D20-E46E769D7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>
            <a:extLst>
              <a:ext uri="{FF2B5EF4-FFF2-40B4-BE49-F238E27FC236}">
                <a16:creationId xmlns:a16="http://schemas.microsoft.com/office/drawing/2014/main" id="{1D5EB1EB-B585-0579-B488-49B394C96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F35FEBC-BD9E-4613-8932-5ADA448F36AA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27651" name="AutoShape 2">
            <a:extLst>
              <a:ext uri="{FF2B5EF4-FFF2-40B4-BE49-F238E27FC236}">
                <a16:creationId xmlns:a16="http://schemas.microsoft.com/office/drawing/2014/main" id="{0ACA9CF3-B138-66E7-5804-9E2AFB847974}"/>
              </a:ext>
            </a:extLst>
          </p:cNvPr>
          <p:cNvCxnSpPr>
            <a:cxnSpLocks noChangeShapeType="1"/>
            <a:stCxn id="27654" idx="0"/>
            <a:endCxn id="27653" idx="2"/>
          </p:cNvCxnSpPr>
          <p:nvPr/>
        </p:nvCxnSpPr>
        <p:spPr bwMode="auto">
          <a:xfrm flipV="1">
            <a:off x="3400425" y="3108326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2" name="AutoShape 3">
            <a:extLst>
              <a:ext uri="{FF2B5EF4-FFF2-40B4-BE49-F238E27FC236}">
                <a16:creationId xmlns:a16="http://schemas.microsoft.com/office/drawing/2014/main" id="{D759A7CA-D34D-46B1-68A6-0AB6E7CD219A}"/>
              </a:ext>
            </a:extLst>
          </p:cNvPr>
          <p:cNvCxnSpPr>
            <a:cxnSpLocks noChangeShapeType="1"/>
            <a:stCxn id="27655" idx="0"/>
            <a:endCxn id="27654" idx="2"/>
          </p:cNvCxnSpPr>
          <p:nvPr/>
        </p:nvCxnSpPr>
        <p:spPr bwMode="auto">
          <a:xfrm flipV="1">
            <a:off x="2971801" y="4408489"/>
            <a:ext cx="428625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3" name="AutoShape 4">
            <a:extLst>
              <a:ext uri="{FF2B5EF4-FFF2-40B4-BE49-F238E27FC236}">
                <a16:creationId xmlns:a16="http://schemas.microsoft.com/office/drawing/2014/main" id="{11779E6C-A80A-7819-A9A2-21AB2FCDD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7654" name="AutoShape 5">
            <a:extLst>
              <a:ext uri="{FF2B5EF4-FFF2-40B4-BE49-F238E27FC236}">
                <a16:creationId xmlns:a16="http://schemas.microsoft.com/office/drawing/2014/main" id="{3CC245EF-1F19-38BB-A9C9-2580E278B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7655" name="AutoShape 6">
            <a:extLst>
              <a:ext uri="{FF2B5EF4-FFF2-40B4-BE49-F238E27FC236}">
                <a16:creationId xmlns:a16="http://schemas.microsoft.com/office/drawing/2014/main" id="{FCDA211B-B178-7443-0DA3-E7506B961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27656" name="AutoShape 7">
            <a:extLst>
              <a:ext uri="{FF2B5EF4-FFF2-40B4-BE49-F238E27FC236}">
                <a16:creationId xmlns:a16="http://schemas.microsoft.com/office/drawing/2014/main" id="{0F08EEFE-08AC-F433-B515-CFCA30141A58}"/>
              </a:ext>
            </a:extLst>
          </p:cNvPr>
          <p:cNvCxnSpPr>
            <a:cxnSpLocks noChangeShapeType="1"/>
            <a:stCxn id="27653" idx="0"/>
            <a:endCxn id="27657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7" name="AutoShape 8">
            <a:extLst>
              <a:ext uri="{FF2B5EF4-FFF2-40B4-BE49-F238E27FC236}">
                <a16:creationId xmlns:a16="http://schemas.microsoft.com/office/drawing/2014/main" id="{4FB5565E-90FF-F45D-CE58-4E8AAA324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7658" name="AutoShape 9">
            <a:extLst>
              <a:ext uri="{FF2B5EF4-FFF2-40B4-BE49-F238E27FC236}">
                <a16:creationId xmlns:a16="http://schemas.microsoft.com/office/drawing/2014/main" id="{CAFD3A29-33F7-247F-A604-8E1D5BF95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7659" name="AutoShape 10">
            <a:extLst>
              <a:ext uri="{FF2B5EF4-FFF2-40B4-BE49-F238E27FC236}">
                <a16:creationId xmlns:a16="http://schemas.microsoft.com/office/drawing/2014/main" id="{6297DABD-A015-60BA-9388-2AA8111FE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27660" name="AutoShape 11">
            <a:extLst>
              <a:ext uri="{FF2B5EF4-FFF2-40B4-BE49-F238E27FC236}">
                <a16:creationId xmlns:a16="http://schemas.microsoft.com/office/drawing/2014/main" id="{6297AF57-4A44-BDE2-5B28-D60D2E7D5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4037013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7661" name="AutoShape 12">
            <a:extLst>
              <a:ext uri="{FF2B5EF4-FFF2-40B4-BE49-F238E27FC236}">
                <a16:creationId xmlns:a16="http://schemas.microsoft.com/office/drawing/2014/main" id="{DD804CF7-A1F3-62AF-DE9E-552092A1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4022725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7662" name="Text Box 14">
            <a:extLst>
              <a:ext uri="{FF2B5EF4-FFF2-40B4-BE49-F238E27FC236}">
                <a16:creationId xmlns:a16="http://schemas.microsoft.com/office/drawing/2014/main" id="{626205FE-C7F4-C6CB-A77C-5895BDE3D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833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0, 0), return</a:t>
            </a:r>
          </a:p>
        </p:txBody>
      </p:sp>
      <p:sp>
        <p:nvSpPr>
          <p:cNvPr id="27663" name="Text Box 15">
            <a:extLst>
              <a:ext uri="{FF2B5EF4-FFF2-40B4-BE49-F238E27FC236}">
                <a16:creationId xmlns:a16="http://schemas.microsoft.com/office/drawing/2014/main" id="{10FE0C45-28F2-7340-3AF0-DD146597F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27664" name="Rectangle 16">
            <a:extLst>
              <a:ext uri="{FF2B5EF4-FFF2-40B4-BE49-F238E27FC236}">
                <a16:creationId xmlns:a16="http://schemas.microsoft.com/office/drawing/2014/main" id="{92FCA02B-BA5C-16AF-D85F-FF8CE37ED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0E10B7CD-36D2-628C-DBDF-AF98614F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367CE92-31CE-43E9-8D62-1647CA56DD75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28675" name="AutoShape 2">
            <a:extLst>
              <a:ext uri="{FF2B5EF4-FFF2-40B4-BE49-F238E27FC236}">
                <a16:creationId xmlns:a16="http://schemas.microsoft.com/office/drawing/2014/main" id="{A11B98F4-94A1-1E41-49BC-E67F2895470E}"/>
              </a:ext>
            </a:extLst>
          </p:cNvPr>
          <p:cNvCxnSpPr>
            <a:cxnSpLocks noChangeShapeType="1"/>
            <a:stCxn id="28679" idx="0"/>
            <a:endCxn id="28678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6" name="AutoShape 3">
            <a:extLst>
              <a:ext uri="{FF2B5EF4-FFF2-40B4-BE49-F238E27FC236}">
                <a16:creationId xmlns:a16="http://schemas.microsoft.com/office/drawing/2014/main" id="{8CB7186A-6378-5FE3-8D45-D78F28D86C3F}"/>
              </a:ext>
            </a:extLst>
          </p:cNvPr>
          <p:cNvCxnSpPr>
            <a:cxnSpLocks noChangeShapeType="1"/>
            <a:stCxn id="28680" idx="0"/>
            <a:endCxn id="28679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7" name="AutoShape 4">
            <a:extLst>
              <a:ext uri="{FF2B5EF4-FFF2-40B4-BE49-F238E27FC236}">
                <a16:creationId xmlns:a16="http://schemas.microsoft.com/office/drawing/2014/main" id="{278B3815-B9BB-9EC0-7CE7-E973E53C3C5A}"/>
              </a:ext>
            </a:extLst>
          </p:cNvPr>
          <p:cNvCxnSpPr>
            <a:cxnSpLocks noChangeShapeType="1"/>
            <a:stCxn id="28679" idx="2"/>
            <a:endCxn id="28681" idx="0"/>
          </p:cNvCxnSpPr>
          <p:nvPr/>
        </p:nvCxnSpPr>
        <p:spPr bwMode="auto">
          <a:xfrm>
            <a:off x="3400425" y="4403726"/>
            <a:ext cx="43815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78" name="AutoShape 5">
            <a:extLst>
              <a:ext uri="{FF2B5EF4-FFF2-40B4-BE49-F238E27FC236}">
                <a16:creationId xmlns:a16="http://schemas.microsoft.com/office/drawing/2014/main" id="{56FA48F7-F22E-5CC3-86D1-B34DAFEEF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8679" name="AutoShape 6">
            <a:extLst>
              <a:ext uri="{FF2B5EF4-FFF2-40B4-BE49-F238E27FC236}">
                <a16:creationId xmlns:a16="http://schemas.microsoft.com/office/drawing/2014/main" id="{F592FBEC-E24D-DEFC-9DE0-CF5855FD0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8680" name="AutoShape 7">
            <a:extLst>
              <a:ext uri="{FF2B5EF4-FFF2-40B4-BE49-F238E27FC236}">
                <a16:creationId xmlns:a16="http://schemas.microsoft.com/office/drawing/2014/main" id="{BF4C68FC-B3EF-46CD-8387-867933421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28681" name="AutoShape 8">
            <a:extLst>
              <a:ext uri="{FF2B5EF4-FFF2-40B4-BE49-F238E27FC236}">
                <a16:creationId xmlns:a16="http://schemas.microsoft.com/office/drawing/2014/main" id="{C8FB7059-C583-E1F1-8733-E87A1468F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28682" name="AutoShape 9">
            <a:extLst>
              <a:ext uri="{FF2B5EF4-FFF2-40B4-BE49-F238E27FC236}">
                <a16:creationId xmlns:a16="http://schemas.microsoft.com/office/drawing/2014/main" id="{DE26F928-5436-AD7B-F8F5-6878F3BB63ED}"/>
              </a:ext>
            </a:extLst>
          </p:cNvPr>
          <p:cNvCxnSpPr>
            <a:cxnSpLocks noChangeShapeType="1"/>
            <a:stCxn id="28678" idx="0"/>
            <a:endCxn id="28683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3" name="AutoShape 10">
            <a:extLst>
              <a:ext uri="{FF2B5EF4-FFF2-40B4-BE49-F238E27FC236}">
                <a16:creationId xmlns:a16="http://schemas.microsoft.com/office/drawing/2014/main" id="{85DA0554-E457-9B03-3237-D1546060E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8684" name="AutoShape 11">
            <a:extLst>
              <a:ext uri="{FF2B5EF4-FFF2-40B4-BE49-F238E27FC236}">
                <a16:creationId xmlns:a16="http://schemas.microsoft.com/office/drawing/2014/main" id="{77DA7D77-6B35-2C61-759C-4EBBAB7E7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8685" name="AutoShape 12">
            <a:extLst>
              <a:ext uri="{FF2B5EF4-FFF2-40B4-BE49-F238E27FC236}">
                <a16:creationId xmlns:a16="http://schemas.microsoft.com/office/drawing/2014/main" id="{9C38C1DE-14CE-C0A0-D682-75F217E1A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28686" name="AutoShape 13">
            <a:extLst>
              <a:ext uri="{FF2B5EF4-FFF2-40B4-BE49-F238E27FC236}">
                <a16:creationId xmlns:a16="http://schemas.microsoft.com/office/drawing/2014/main" id="{1963E40E-F2E2-05BA-A319-3E40019DF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4037013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8687" name="AutoShape 14">
            <a:extLst>
              <a:ext uri="{FF2B5EF4-FFF2-40B4-BE49-F238E27FC236}">
                <a16:creationId xmlns:a16="http://schemas.microsoft.com/office/drawing/2014/main" id="{64BA3436-4D4A-89E4-F894-FD48CFA08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0" y="5103813"/>
            <a:ext cx="3048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8688" name="Text Box 16">
            <a:extLst>
              <a:ext uri="{FF2B5EF4-FFF2-40B4-BE49-F238E27FC236}">
                <a16:creationId xmlns:a16="http://schemas.microsoft.com/office/drawing/2014/main" id="{A6E145C0-7A33-4525-EC21-C8F3DA3A0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3106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1, 1)</a:t>
            </a:r>
          </a:p>
        </p:txBody>
      </p:sp>
      <p:sp>
        <p:nvSpPr>
          <p:cNvPr id="28689" name="Text Box 17">
            <a:extLst>
              <a:ext uri="{FF2B5EF4-FFF2-40B4-BE49-F238E27FC236}">
                <a16:creationId xmlns:a16="http://schemas.microsoft.com/office/drawing/2014/main" id="{F156B9FE-DD12-78A4-B4CB-254B48194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688" y="1019175"/>
            <a:ext cx="2220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, base case</a:t>
            </a:r>
          </a:p>
        </p:txBody>
      </p:sp>
      <p:sp>
        <p:nvSpPr>
          <p:cNvPr id="28690" name="Text Box 18">
            <a:extLst>
              <a:ext uri="{FF2B5EF4-FFF2-40B4-BE49-F238E27FC236}">
                <a16:creationId xmlns:a16="http://schemas.microsoft.com/office/drawing/2014/main" id="{1676E5B1-3A05-196E-2687-8887710CE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28691" name="Rectangle 19">
            <a:extLst>
              <a:ext uri="{FF2B5EF4-FFF2-40B4-BE49-F238E27FC236}">
                <a16:creationId xmlns:a16="http://schemas.microsoft.com/office/drawing/2014/main" id="{9F5B3B92-9B7D-78F7-89CA-519E30FBE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>
            <a:extLst>
              <a:ext uri="{FF2B5EF4-FFF2-40B4-BE49-F238E27FC236}">
                <a16:creationId xmlns:a16="http://schemas.microsoft.com/office/drawing/2014/main" id="{BA9D2E99-E2C4-C53C-9677-30FB7E7A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2C4823A7-4AB6-4FEC-801C-2800371EC5F7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29699" name="AutoShape 2">
            <a:extLst>
              <a:ext uri="{FF2B5EF4-FFF2-40B4-BE49-F238E27FC236}">
                <a16:creationId xmlns:a16="http://schemas.microsoft.com/office/drawing/2014/main" id="{E66D0907-F900-62BF-9FF8-6008AEED281B}"/>
              </a:ext>
            </a:extLst>
          </p:cNvPr>
          <p:cNvCxnSpPr>
            <a:cxnSpLocks noChangeShapeType="1"/>
            <a:stCxn id="29703" idx="0"/>
            <a:endCxn id="29702" idx="2"/>
          </p:cNvCxnSpPr>
          <p:nvPr/>
        </p:nvCxnSpPr>
        <p:spPr bwMode="auto">
          <a:xfrm flipV="1">
            <a:off x="3400425" y="3108326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0" name="AutoShape 3">
            <a:extLst>
              <a:ext uri="{FF2B5EF4-FFF2-40B4-BE49-F238E27FC236}">
                <a16:creationId xmlns:a16="http://schemas.microsoft.com/office/drawing/2014/main" id="{2B9B3448-8602-8EE7-B26C-76C16AAD84EC}"/>
              </a:ext>
            </a:extLst>
          </p:cNvPr>
          <p:cNvCxnSpPr>
            <a:cxnSpLocks noChangeShapeType="1"/>
            <a:stCxn id="29704" idx="0"/>
            <a:endCxn id="29703" idx="2"/>
          </p:cNvCxnSpPr>
          <p:nvPr/>
        </p:nvCxnSpPr>
        <p:spPr bwMode="auto">
          <a:xfrm flipV="1">
            <a:off x="2971801" y="4408489"/>
            <a:ext cx="428625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1" name="AutoShape 4">
            <a:extLst>
              <a:ext uri="{FF2B5EF4-FFF2-40B4-BE49-F238E27FC236}">
                <a16:creationId xmlns:a16="http://schemas.microsoft.com/office/drawing/2014/main" id="{86F919CF-5DAC-ABBE-154F-8577D4B4573C}"/>
              </a:ext>
            </a:extLst>
          </p:cNvPr>
          <p:cNvCxnSpPr>
            <a:cxnSpLocks noChangeShapeType="1"/>
            <a:stCxn id="29703" idx="2"/>
            <a:endCxn id="29705" idx="0"/>
          </p:cNvCxnSpPr>
          <p:nvPr/>
        </p:nvCxnSpPr>
        <p:spPr bwMode="auto">
          <a:xfrm>
            <a:off x="3400425" y="4408489"/>
            <a:ext cx="43815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2" name="AutoShape 5">
            <a:extLst>
              <a:ext uri="{FF2B5EF4-FFF2-40B4-BE49-F238E27FC236}">
                <a16:creationId xmlns:a16="http://schemas.microsoft.com/office/drawing/2014/main" id="{BA973F8A-4A7D-5757-C700-5B3922EFF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9703" name="AutoShape 6">
            <a:extLst>
              <a:ext uri="{FF2B5EF4-FFF2-40B4-BE49-F238E27FC236}">
                <a16:creationId xmlns:a16="http://schemas.microsoft.com/office/drawing/2014/main" id="{C2D61953-C835-1608-981F-C5EA40335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9704" name="AutoShape 7">
            <a:extLst>
              <a:ext uri="{FF2B5EF4-FFF2-40B4-BE49-F238E27FC236}">
                <a16:creationId xmlns:a16="http://schemas.microsoft.com/office/drawing/2014/main" id="{81F4075D-21F0-D5D2-C0EF-99CB0F483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29705" name="AutoShape 8">
            <a:extLst>
              <a:ext uri="{FF2B5EF4-FFF2-40B4-BE49-F238E27FC236}">
                <a16:creationId xmlns:a16="http://schemas.microsoft.com/office/drawing/2014/main" id="{D43B3DE1-46AE-4B3E-37D4-144D8B399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29706" name="AutoShape 9">
            <a:extLst>
              <a:ext uri="{FF2B5EF4-FFF2-40B4-BE49-F238E27FC236}">
                <a16:creationId xmlns:a16="http://schemas.microsoft.com/office/drawing/2014/main" id="{D108BF00-028B-4492-9F42-F9BF4837603D}"/>
              </a:ext>
            </a:extLst>
          </p:cNvPr>
          <p:cNvCxnSpPr>
            <a:cxnSpLocks noChangeShapeType="1"/>
            <a:stCxn id="29702" idx="0"/>
            <a:endCxn id="29707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7" name="AutoShape 10">
            <a:extLst>
              <a:ext uri="{FF2B5EF4-FFF2-40B4-BE49-F238E27FC236}">
                <a16:creationId xmlns:a16="http://schemas.microsoft.com/office/drawing/2014/main" id="{664FCB95-453D-B2E8-043C-975BB314D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29708" name="AutoShape 11">
            <a:extLst>
              <a:ext uri="{FF2B5EF4-FFF2-40B4-BE49-F238E27FC236}">
                <a16:creationId xmlns:a16="http://schemas.microsoft.com/office/drawing/2014/main" id="{1E9F79FE-B120-C477-185C-85720797A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29709" name="AutoShape 12">
            <a:extLst>
              <a:ext uri="{FF2B5EF4-FFF2-40B4-BE49-F238E27FC236}">
                <a16:creationId xmlns:a16="http://schemas.microsoft.com/office/drawing/2014/main" id="{6035A172-96A5-9B34-D541-6ED547F49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29710" name="AutoShape 13">
            <a:extLst>
              <a:ext uri="{FF2B5EF4-FFF2-40B4-BE49-F238E27FC236}">
                <a16:creationId xmlns:a16="http://schemas.microsoft.com/office/drawing/2014/main" id="{2104A02A-FF35-4CFC-90FC-1A2519768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4037013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9711" name="AutoShape 14">
            <a:extLst>
              <a:ext uri="{FF2B5EF4-FFF2-40B4-BE49-F238E27FC236}">
                <a16:creationId xmlns:a16="http://schemas.microsoft.com/office/drawing/2014/main" id="{3CDE32A4-20DE-46F8-5431-92BE1D212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175" y="4021138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9712" name="Text Box 16">
            <a:extLst>
              <a:ext uri="{FF2B5EF4-FFF2-40B4-BE49-F238E27FC236}">
                <a16:creationId xmlns:a16="http://schemas.microsoft.com/office/drawing/2014/main" id="{5DCB5E56-31A3-D6B7-E90F-B0EDA46FE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4557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1, 1), return</a:t>
            </a:r>
          </a:p>
        </p:txBody>
      </p:sp>
      <p:sp>
        <p:nvSpPr>
          <p:cNvPr id="29713" name="Text Box 17">
            <a:extLst>
              <a:ext uri="{FF2B5EF4-FFF2-40B4-BE49-F238E27FC236}">
                <a16:creationId xmlns:a16="http://schemas.microsoft.com/office/drawing/2014/main" id="{BB518821-4A72-8833-B2D0-9B2F7482C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F1620626-793A-0AE4-D625-6DD46B0A3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038AECDA-9C73-4570-F7C9-C14279D0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7FF6A90-4AC1-4428-940A-DB730C40A8DB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30723" name="AutoShape 2">
            <a:extLst>
              <a:ext uri="{FF2B5EF4-FFF2-40B4-BE49-F238E27FC236}">
                <a16:creationId xmlns:a16="http://schemas.microsoft.com/office/drawing/2014/main" id="{ABC227AE-393A-390F-0532-493E6C356D46}"/>
              </a:ext>
            </a:extLst>
          </p:cNvPr>
          <p:cNvCxnSpPr>
            <a:cxnSpLocks noChangeShapeType="1"/>
            <a:stCxn id="30727" idx="0"/>
            <a:endCxn id="30726" idx="2"/>
          </p:cNvCxnSpPr>
          <p:nvPr/>
        </p:nvCxnSpPr>
        <p:spPr bwMode="auto">
          <a:xfrm flipV="1">
            <a:off x="3400425" y="3108326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4" name="AutoShape 3">
            <a:extLst>
              <a:ext uri="{FF2B5EF4-FFF2-40B4-BE49-F238E27FC236}">
                <a16:creationId xmlns:a16="http://schemas.microsoft.com/office/drawing/2014/main" id="{959569B1-CF69-43BB-1738-653B140138FD}"/>
              </a:ext>
            </a:extLst>
          </p:cNvPr>
          <p:cNvCxnSpPr>
            <a:cxnSpLocks noChangeShapeType="1"/>
            <a:stCxn id="30728" idx="0"/>
            <a:endCxn id="30727" idx="2"/>
          </p:cNvCxnSpPr>
          <p:nvPr/>
        </p:nvCxnSpPr>
        <p:spPr bwMode="auto">
          <a:xfrm flipV="1">
            <a:off x="2971801" y="4408489"/>
            <a:ext cx="428625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5" name="AutoShape 4">
            <a:extLst>
              <a:ext uri="{FF2B5EF4-FFF2-40B4-BE49-F238E27FC236}">
                <a16:creationId xmlns:a16="http://schemas.microsoft.com/office/drawing/2014/main" id="{09D0058F-2EA6-9FFD-7DDD-7B9E57B8510E}"/>
              </a:ext>
            </a:extLst>
          </p:cNvPr>
          <p:cNvCxnSpPr>
            <a:cxnSpLocks noChangeShapeType="1"/>
            <a:stCxn id="30727" idx="2"/>
            <a:endCxn id="30729" idx="0"/>
          </p:cNvCxnSpPr>
          <p:nvPr/>
        </p:nvCxnSpPr>
        <p:spPr bwMode="auto">
          <a:xfrm>
            <a:off x="3400425" y="4408489"/>
            <a:ext cx="43815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26" name="AutoShape 5">
            <a:extLst>
              <a:ext uri="{FF2B5EF4-FFF2-40B4-BE49-F238E27FC236}">
                <a16:creationId xmlns:a16="http://schemas.microsoft.com/office/drawing/2014/main" id="{EF812851-2707-23CE-0811-D5CA93F48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0727" name="AutoShape 6">
            <a:extLst>
              <a:ext uri="{FF2B5EF4-FFF2-40B4-BE49-F238E27FC236}">
                <a16:creationId xmlns:a16="http://schemas.microsoft.com/office/drawing/2014/main" id="{DD30FBB4-CCB8-F8E0-C485-52F24DF5B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0728" name="AutoShape 7">
            <a:extLst>
              <a:ext uri="{FF2B5EF4-FFF2-40B4-BE49-F238E27FC236}">
                <a16:creationId xmlns:a16="http://schemas.microsoft.com/office/drawing/2014/main" id="{1298EB3E-3BF0-EE11-55EB-39047CD7C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0729" name="AutoShape 8">
            <a:extLst>
              <a:ext uri="{FF2B5EF4-FFF2-40B4-BE49-F238E27FC236}">
                <a16:creationId xmlns:a16="http://schemas.microsoft.com/office/drawing/2014/main" id="{5C46E67C-6D52-EA70-5FA6-7DCC14F63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30730" name="AutoShape 9">
            <a:extLst>
              <a:ext uri="{FF2B5EF4-FFF2-40B4-BE49-F238E27FC236}">
                <a16:creationId xmlns:a16="http://schemas.microsoft.com/office/drawing/2014/main" id="{300EFF50-4F49-C0F8-073D-0AB9269D8970}"/>
              </a:ext>
            </a:extLst>
          </p:cNvPr>
          <p:cNvCxnSpPr>
            <a:cxnSpLocks noChangeShapeType="1"/>
            <a:stCxn id="30726" idx="0"/>
            <a:endCxn id="30731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1" name="AutoShape 10">
            <a:extLst>
              <a:ext uri="{FF2B5EF4-FFF2-40B4-BE49-F238E27FC236}">
                <a16:creationId xmlns:a16="http://schemas.microsoft.com/office/drawing/2014/main" id="{45A893D8-5D67-A908-A930-4C2F18DCF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0732" name="AutoShape 11">
            <a:extLst>
              <a:ext uri="{FF2B5EF4-FFF2-40B4-BE49-F238E27FC236}">
                <a16:creationId xmlns:a16="http://schemas.microsoft.com/office/drawing/2014/main" id="{3A627BB1-9675-261C-BE6F-1DD600F09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30733" name="AutoShape 12">
            <a:extLst>
              <a:ext uri="{FF2B5EF4-FFF2-40B4-BE49-F238E27FC236}">
                <a16:creationId xmlns:a16="http://schemas.microsoft.com/office/drawing/2014/main" id="{FEAAB89F-B115-1D9C-F76E-8A0948D3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30734" name="AutoShape 13">
            <a:extLst>
              <a:ext uri="{FF2B5EF4-FFF2-40B4-BE49-F238E27FC236}">
                <a16:creationId xmlns:a16="http://schemas.microsoft.com/office/drawing/2014/main" id="{9F9031F9-C233-A7B2-AC26-FD984D116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4008439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30735" name="Text Box 15">
            <a:extLst>
              <a:ext uri="{FF2B5EF4-FFF2-40B4-BE49-F238E27FC236}">
                <a16:creationId xmlns:a16="http://schemas.microsoft.com/office/drawing/2014/main" id="{B12A7783-095F-50F7-AE46-17DC444F7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373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Merge(A, 0, 0, 1)</a:t>
            </a:r>
          </a:p>
        </p:txBody>
      </p:sp>
      <p:sp>
        <p:nvSpPr>
          <p:cNvPr id="30736" name="Text Box 16">
            <a:extLst>
              <a:ext uri="{FF2B5EF4-FFF2-40B4-BE49-F238E27FC236}">
                <a16:creationId xmlns:a16="http://schemas.microsoft.com/office/drawing/2014/main" id="{945C907A-FABC-496D-A81D-2069C2181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30737" name="Rectangle 17">
            <a:extLst>
              <a:ext uri="{FF2B5EF4-FFF2-40B4-BE49-F238E27FC236}">
                <a16:creationId xmlns:a16="http://schemas.microsoft.com/office/drawing/2014/main" id="{FBFC63AA-3C6B-A077-129B-A10B3FC96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>
            <a:extLst>
              <a:ext uri="{FF2B5EF4-FFF2-40B4-BE49-F238E27FC236}">
                <a16:creationId xmlns:a16="http://schemas.microsoft.com/office/drawing/2014/main" id="{B4EECA76-ACF6-6BEB-DEEA-B9F1A15D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22997494-A61C-4137-9378-A7680B11A897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31747" name="AutoShape 2">
            <a:extLst>
              <a:ext uri="{FF2B5EF4-FFF2-40B4-BE49-F238E27FC236}">
                <a16:creationId xmlns:a16="http://schemas.microsoft.com/office/drawing/2014/main" id="{E263B78D-2A28-3657-406F-E3B47BF17F44}"/>
              </a:ext>
            </a:extLst>
          </p:cNvPr>
          <p:cNvCxnSpPr>
            <a:cxnSpLocks noChangeShapeType="1"/>
            <a:stCxn id="31751" idx="0"/>
            <a:endCxn id="31750" idx="2"/>
          </p:cNvCxnSpPr>
          <p:nvPr/>
        </p:nvCxnSpPr>
        <p:spPr bwMode="auto">
          <a:xfrm flipV="1">
            <a:off x="3400425" y="3113089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48" name="AutoShape 3">
            <a:extLst>
              <a:ext uri="{FF2B5EF4-FFF2-40B4-BE49-F238E27FC236}">
                <a16:creationId xmlns:a16="http://schemas.microsoft.com/office/drawing/2014/main" id="{D6AA101D-B715-D3E1-5972-B98F93BEAE21}"/>
              </a:ext>
            </a:extLst>
          </p:cNvPr>
          <p:cNvCxnSpPr>
            <a:cxnSpLocks noChangeShapeType="1"/>
            <a:stCxn id="31752" idx="0"/>
            <a:endCxn id="31751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49" name="AutoShape 4">
            <a:extLst>
              <a:ext uri="{FF2B5EF4-FFF2-40B4-BE49-F238E27FC236}">
                <a16:creationId xmlns:a16="http://schemas.microsoft.com/office/drawing/2014/main" id="{D3903148-D83B-96A0-56CD-E3D37377CF9D}"/>
              </a:ext>
            </a:extLst>
          </p:cNvPr>
          <p:cNvCxnSpPr>
            <a:cxnSpLocks noChangeShapeType="1"/>
            <a:stCxn id="31751" idx="2"/>
            <a:endCxn id="31753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0" name="AutoShape 5">
            <a:extLst>
              <a:ext uri="{FF2B5EF4-FFF2-40B4-BE49-F238E27FC236}">
                <a16:creationId xmlns:a16="http://schemas.microsoft.com/office/drawing/2014/main" id="{B009F30A-7DF8-5F52-1B29-B48FCA239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1751" name="AutoShape 6">
            <a:extLst>
              <a:ext uri="{FF2B5EF4-FFF2-40B4-BE49-F238E27FC236}">
                <a16:creationId xmlns:a16="http://schemas.microsoft.com/office/drawing/2014/main" id="{750D1FC3-B54E-9364-20A3-D29AEFBB3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1752" name="AutoShape 7">
            <a:extLst>
              <a:ext uri="{FF2B5EF4-FFF2-40B4-BE49-F238E27FC236}">
                <a16:creationId xmlns:a16="http://schemas.microsoft.com/office/drawing/2014/main" id="{251D229C-052A-6E7A-040D-5E844F798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1753" name="AutoShape 8">
            <a:extLst>
              <a:ext uri="{FF2B5EF4-FFF2-40B4-BE49-F238E27FC236}">
                <a16:creationId xmlns:a16="http://schemas.microsoft.com/office/drawing/2014/main" id="{5F67CED9-F219-8205-9696-A1665D9E2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31754" name="AutoShape 9">
            <a:extLst>
              <a:ext uri="{FF2B5EF4-FFF2-40B4-BE49-F238E27FC236}">
                <a16:creationId xmlns:a16="http://schemas.microsoft.com/office/drawing/2014/main" id="{14ACABEB-D111-BE2A-6852-B5CE51550A2E}"/>
              </a:ext>
            </a:extLst>
          </p:cNvPr>
          <p:cNvCxnSpPr>
            <a:cxnSpLocks noChangeShapeType="1"/>
            <a:stCxn id="31750" idx="0"/>
            <a:endCxn id="31755" idx="2"/>
          </p:cNvCxnSpPr>
          <p:nvPr/>
        </p:nvCxnSpPr>
        <p:spPr bwMode="auto">
          <a:xfrm flipV="1">
            <a:off x="4151314" y="1973264"/>
            <a:ext cx="1677987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5" name="AutoShape 10">
            <a:extLst>
              <a:ext uri="{FF2B5EF4-FFF2-40B4-BE49-F238E27FC236}">
                <a16:creationId xmlns:a16="http://schemas.microsoft.com/office/drawing/2014/main" id="{A79E6E00-9F8C-EB6D-913A-69B928800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1756" name="AutoShape 11">
            <a:extLst>
              <a:ext uri="{FF2B5EF4-FFF2-40B4-BE49-F238E27FC236}">
                <a16:creationId xmlns:a16="http://schemas.microsoft.com/office/drawing/2014/main" id="{840BC0DC-53F4-3F51-95B8-53FCA77E2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31757" name="AutoShape 12">
            <a:extLst>
              <a:ext uri="{FF2B5EF4-FFF2-40B4-BE49-F238E27FC236}">
                <a16:creationId xmlns:a16="http://schemas.microsoft.com/office/drawing/2014/main" id="{4F232D90-F86F-A432-5F79-354EBADCA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2713039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31758" name="AutoShape 13">
            <a:extLst>
              <a:ext uri="{FF2B5EF4-FFF2-40B4-BE49-F238E27FC236}">
                <a16:creationId xmlns:a16="http://schemas.microsoft.com/office/drawing/2014/main" id="{53BE0859-883E-CC09-06B8-75113513D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31759" name="Text Box 15">
            <a:extLst>
              <a:ext uri="{FF2B5EF4-FFF2-40B4-BE49-F238E27FC236}">
                <a16:creationId xmlns:a16="http://schemas.microsoft.com/office/drawing/2014/main" id="{C3DDD664-7171-F2CE-73BD-BBFDC839B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570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0, 1), return</a:t>
            </a:r>
          </a:p>
        </p:txBody>
      </p:sp>
      <p:sp>
        <p:nvSpPr>
          <p:cNvPr id="31760" name="Text Box 16">
            <a:extLst>
              <a:ext uri="{FF2B5EF4-FFF2-40B4-BE49-F238E27FC236}">
                <a16:creationId xmlns:a16="http://schemas.microsoft.com/office/drawing/2014/main" id="{CA952410-6801-2686-2DE9-CD6D1804F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31761" name="Rectangle 17">
            <a:extLst>
              <a:ext uri="{FF2B5EF4-FFF2-40B4-BE49-F238E27FC236}">
                <a16:creationId xmlns:a16="http://schemas.microsoft.com/office/drawing/2014/main" id="{13FC44BC-767E-F458-2429-E55D729A1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31A6DC49-7E77-5C6D-1919-4C5B3CA34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FABFA0A-61ED-48CF-A216-B3939468D669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32771" name="AutoShape 2">
            <a:extLst>
              <a:ext uri="{FF2B5EF4-FFF2-40B4-BE49-F238E27FC236}">
                <a16:creationId xmlns:a16="http://schemas.microsoft.com/office/drawing/2014/main" id="{8F88D37F-2BA4-1458-EB74-B796E4DD5C94}"/>
              </a:ext>
            </a:extLst>
          </p:cNvPr>
          <p:cNvCxnSpPr>
            <a:cxnSpLocks noChangeShapeType="1"/>
            <a:stCxn id="32776" idx="0"/>
            <a:endCxn id="32775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2" name="AutoShape 3">
            <a:extLst>
              <a:ext uri="{FF2B5EF4-FFF2-40B4-BE49-F238E27FC236}">
                <a16:creationId xmlns:a16="http://schemas.microsoft.com/office/drawing/2014/main" id="{800CFD08-4409-168E-6400-F70E4042FBB2}"/>
              </a:ext>
            </a:extLst>
          </p:cNvPr>
          <p:cNvCxnSpPr>
            <a:cxnSpLocks noChangeShapeType="1"/>
            <a:stCxn id="32777" idx="0"/>
            <a:endCxn id="32775" idx="2"/>
          </p:cNvCxnSpPr>
          <p:nvPr/>
        </p:nvCxnSpPr>
        <p:spPr bwMode="auto">
          <a:xfrm flipH="1" flipV="1">
            <a:off x="4151314" y="3108326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3" name="AutoShape 4">
            <a:extLst>
              <a:ext uri="{FF2B5EF4-FFF2-40B4-BE49-F238E27FC236}">
                <a16:creationId xmlns:a16="http://schemas.microsoft.com/office/drawing/2014/main" id="{C1DB1626-A742-5072-FF66-62751C211C70}"/>
              </a:ext>
            </a:extLst>
          </p:cNvPr>
          <p:cNvCxnSpPr>
            <a:cxnSpLocks noChangeShapeType="1"/>
            <a:stCxn id="32778" idx="0"/>
            <a:endCxn id="32776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4" name="AutoShape 5">
            <a:extLst>
              <a:ext uri="{FF2B5EF4-FFF2-40B4-BE49-F238E27FC236}">
                <a16:creationId xmlns:a16="http://schemas.microsoft.com/office/drawing/2014/main" id="{4DA09A45-4090-9590-9CC8-6D1B0B3ADA08}"/>
              </a:ext>
            </a:extLst>
          </p:cNvPr>
          <p:cNvCxnSpPr>
            <a:cxnSpLocks noChangeShapeType="1"/>
            <a:stCxn id="32776" idx="2"/>
            <a:endCxn id="32779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5" name="AutoShape 6">
            <a:extLst>
              <a:ext uri="{FF2B5EF4-FFF2-40B4-BE49-F238E27FC236}">
                <a16:creationId xmlns:a16="http://schemas.microsoft.com/office/drawing/2014/main" id="{A96FA872-6494-AA8A-D0BE-65E6598A4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2776" name="AutoShape 7">
            <a:extLst>
              <a:ext uri="{FF2B5EF4-FFF2-40B4-BE49-F238E27FC236}">
                <a16:creationId xmlns:a16="http://schemas.microsoft.com/office/drawing/2014/main" id="{E99C7763-8B9E-F4C6-6986-5C636F803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2777" name="AutoShape 8">
            <a:extLst>
              <a:ext uri="{FF2B5EF4-FFF2-40B4-BE49-F238E27FC236}">
                <a16:creationId xmlns:a16="http://schemas.microsoft.com/office/drawing/2014/main" id="{DDE9B055-9562-195A-EAFD-A397EBDEF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2778" name="AutoShape 9">
            <a:extLst>
              <a:ext uri="{FF2B5EF4-FFF2-40B4-BE49-F238E27FC236}">
                <a16:creationId xmlns:a16="http://schemas.microsoft.com/office/drawing/2014/main" id="{3F7DFAAC-247C-6D40-6494-1A7A9A00E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2779" name="AutoShape 10">
            <a:extLst>
              <a:ext uri="{FF2B5EF4-FFF2-40B4-BE49-F238E27FC236}">
                <a16:creationId xmlns:a16="http://schemas.microsoft.com/office/drawing/2014/main" id="{355EB15F-3402-08C6-D723-47DE6E729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32780" name="AutoShape 11">
            <a:extLst>
              <a:ext uri="{FF2B5EF4-FFF2-40B4-BE49-F238E27FC236}">
                <a16:creationId xmlns:a16="http://schemas.microsoft.com/office/drawing/2014/main" id="{0B9FC267-5F85-32F2-3216-D05506A067B0}"/>
              </a:ext>
            </a:extLst>
          </p:cNvPr>
          <p:cNvCxnSpPr>
            <a:cxnSpLocks noChangeShapeType="1"/>
            <a:stCxn id="32775" idx="0"/>
            <a:endCxn id="32781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1" name="AutoShape 12">
            <a:extLst>
              <a:ext uri="{FF2B5EF4-FFF2-40B4-BE49-F238E27FC236}">
                <a16:creationId xmlns:a16="http://schemas.microsoft.com/office/drawing/2014/main" id="{D2060E4B-2E91-43CB-96B7-EF3904E74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2782" name="AutoShape 13">
            <a:extLst>
              <a:ext uri="{FF2B5EF4-FFF2-40B4-BE49-F238E27FC236}">
                <a16:creationId xmlns:a16="http://schemas.microsoft.com/office/drawing/2014/main" id="{286B6525-A1D8-F222-B058-AD2BC180C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581646" name="AutoShape 14">
            <a:extLst>
              <a:ext uri="{FF2B5EF4-FFF2-40B4-BE49-F238E27FC236}">
                <a16:creationId xmlns:a16="http://schemas.microsoft.com/office/drawing/2014/main" id="{9C8FEDC6-F34E-F38B-5098-E95E4C396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022726"/>
            <a:ext cx="1143000" cy="320675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8          4</a:t>
            </a:r>
          </a:p>
        </p:txBody>
      </p:sp>
      <p:sp>
        <p:nvSpPr>
          <p:cNvPr id="32784" name="AutoShape 15">
            <a:extLst>
              <a:ext uri="{FF2B5EF4-FFF2-40B4-BE49-F238E27FC236}">
                <a16:creationId xmlns:a16="http://schemas.microsoft.com/office/drawing/2014/main" id="{B3F717AF-3E70-1C0D-CDDF-41C4058E1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32785" name="Text Box 17">
            <a:extLst>
              <a:ext uri="{FF2B5EF4-FFF2-40B4-BE49-F238E27FC236}">
                <a16:creationId xmlns:a16="http://schemas.microsoft.com/office/drawing/2014/main" id="{A7A72FD7-58B5-8F3E-E36E-064B1F9F4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298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2, 3)</a:t>
            </a:r>
          </a:p>
        </p:txBody>
      </p:sp>
      <p:sp>
        <p:nvSpPr>
          <p:cNvPr id="581650" name="AutoShape 18">
            <a:extLst>
              <a:ext uri="{FF2B5EF4-FFF2-40B4-BE49-F238E27FC236}">
                <a16:creationId xmlns:a16="http://schemas.microsoft.com/office/drawing/2014/main" id="{43A10A66-2FD9-3603-EB6A-AE5E9F28C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005263"/>
            <a:ext cx="350838" cy="3349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581651" name="AutoShape 19">
            <a:extLst>
              <a:ext uri="{FF2B5EF4-FFF2-40B4-BE49-F238E27FC236}">
                <a16:creationId xmlns:a16="http://schemas.microsoft.com/office/drawing/2014/main" id="{64AA3A16-101E-5641-34F7-4B07E13DF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4006851"/>
            <a:ext cx="350837" cy="3349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581652" name="Text Box 20">
            <a:extLst>
              <a:ext uri="{FF2B5EF4-FFF2-40B4-BE49-F238E27FC236}">
                <a16:creationId xmlns:a16="http://schemas.microsoft.com/office/drawing/2014/main" id="{0559482B-E983-34A3-05DB-2D6F6DB84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088" y="1047750"/>
            <a:ext cx="1509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, divide</a:t>
            </a:r>
          </a:p>
        </p:txBody>
      </p:sp>
      <p:sp>
        <p:nvSpPr>
          <p:cNvPr id="32789" name="Text Box 21">
            <a:extLst>
              <a:ext uri="{FF2B5EF4-FFF2-40B4-BE49-F238E27FC236}">
                <a16:creationId xmlns:a16="http://schemas.microsoft.com/office/drawing/2014/main" id="{76328CB7-DBEF-D933-EDA0-D86A9CDFF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32790" name="Rectangle 22">
            <a:extLst>
              <a:ext uri="{FF2B5EF4-FFF2-40B4-BE49-F238E27FC236}">
                <a16:creationId xmlns:a16="http://schemas.microsoft.com/office/drawing/2014/main" id="{B49E5E40-256F-D11E-692D-AD92DB2D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46" grpId="0" animBg="1"/>
      <p:bldP spid="581650" grpId="0" animBg="1"/>
      <p:bldP spid="58165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>
            <a:extLst>
              <a:ext uri="{FF2B5EF4-FFF2-40B4-BE49-F238E27FC236}">
                <a16:creationId xmlns:a16="http://schemas.microsoft.com/office/drawing/2014/main" id="{017CC8ED-887A-91FA-25F1-49EC4798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E000077-B47E-4A32-B1F5-F2F2A227D6C7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33795" name="AutoShape 2">
            <a:extLst>
              <a:ext uri="{FF2B5EF4-FFF2-40B4-BE49-F238E27FC236}">
                <a16:creationId xmlns:a16="http://schemas.microsoft.com/office/drawing/2014/main" id="{93DB3281-6D9C-ED80-C145-81D1D427308E}"/>
              </a:ext>
            </a:extLst>
          </p:cNvPr>
          <p:cNvCxnSpPr>
            <a:cxnSpLocks noChangeShapeType="1"/>
            <a:stCxn id="33801" idx="0"/>
            <a:endCxn id="33800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796" name="AutoShape 3">
            <a:extLst>
              <a:ext uri="{FF2B5EF4-FFF2-40B4-BE49-F238E27FC236}">
                <a16:creationId xmlns:a16="http://schemas.microsoft.com/office/drawing/2014/main" id="{94421435-700D-CDF1-C896-9D92AC044B65}"/>
              </a:ext>
            </a:extLst>
          </p:cNvPr>
          <p:cNvCxnSpPr>
            <a:cxnSpLocks noChangeShapeType="1"/>
            <a:stCxn id="33802" idx="0"/>
            <a:endCxn id="33800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797" name="AutoShape 4">
            <a:extLst>
              <a:ext uri="{FF2B5EF4-FFF2-40B4-BE49-F238E27FC236}">
                <a16:creationId xmlns:a16="http://schemas.microsoft.com/office/drawing/2014/main" id="{DBA0CEDF-72B5-5CD0-55AE-0143C9E85750}"/>
              </a:ext>
            </a:extLst>
          </p:cNvPr>
          <p:cNvCxnSpPr>
            <a:cxnSpLocks noChangeShapeType="1"/>
            <a:stCxn id="33803" idx="0"/>
            <a:endCxn id="33801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798" name="AutoShape 5">
            <a:extLst>
              <a:ext uri="{FF2B5EF4-FFF2-40B4-BE49-F238E27FC236}">
                <a16:creationId xmlns:a16="http://schemas.microsoft.com/office/drawing/2014/main" id="{4A1FE282-FC3F-6797-F7D5-1CF144DC2594}"/>
              </a:ext>
            </a:extLst>
          </p:cNvPr>
          <p:cNvCxnSpPr>
            <a:cxnSpLocks noChangeShapeType="1"/>
            <a:stCxn id="33805" idx="0"/>
            <a:endCxn id="33802" idx="2"/>
          </p:cNvCxnSpPr>
          <p:nvPr/>
        </p:nvCxnSpPr>
        <p:spPr bwMode="auto">
          <a:xfrm flipV="1">
            <a:off x="4643438" y="4403726"/>
            <a:ext cx="48260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799" name="AutoShape 6">
            <a:extLst>
              <a:ext uri="{FF2B5EF4-FFF2-40B4-BE49-F238E27FC236}">
                <a16:creationId xmlns:a16="http://schemas.microsoft.com/office/drawing/2014/main" id="{29A4060C-AB31-198B-3A44-3B2DBC99433E}"/>
              </a:ext>
            </a:extLst>
          </p:cNvPr>
          <p:cNvCxnSpPr>
            <a:cxnSpLocks noChangeShapeType="1"/>
            <a:stCxn id="33801" idx="2"/>
            <a:endCxn id="33804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00" name="AutoShape 7">
            <a:extLst>
              <a:ext uri="{FF2B5EF4-FFF2-40B4-BE49-F238E27FC236}">
                <a16:creationId xmlns:a16="http://schemas.microsoft.com/office/drawing/2014/main" id="{5ACB9647-A73E-729A-33DC-3A4588A67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3801" name="AutoShape 8">
            <a:extLst>
              <a:ext uri="{FF2B5EF4-FFF2-40B4-BE49-F238E27FC236}">
                <a16:creationId xmlns:a16="http://schemas.microsoft.com/office/drawing/2014/main" id="{8528AA8F-30CD-96B1-95F2-915D667F6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3802" name="AutoShape 9">
            <a:extLst>
              <a:ext uri="{FF2B5EF4-FFF2-40B4-BE49-F238E27FC236}">
                <a16:creationId xmlns:a16="http://schemas.microsoft.com/office/drawing/2014/main" id="{A7B084AA-AA2A-A22A-A611-C05D0D197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3803" name="AutoShape 10">
            <a:extLst>
              <a:ext uri="{FF2B5EF4-FFF2-40B4-BE49-F238E27FC236}">
                <a16:creationId xmlns:a16="http://schemas.microsoft.com/office/drawing/2014/main" id="{AE2C4679-42F5-D7D8-56DC-BD1C585AD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3804" name="AutoShape 11">
            <a:extLst>
              <a:ext uri="{FF2B5EF4-FFF2-40B4-BE49-F238E27FC236}">
                <a16:creationId xmlns:a16="http://schemas.microsoft.com/office/drawing/2014/main" id="{C49CF554-A69A-49E9-5A95-47C6A90A3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3805" name="AutoShape 12">
            <a:extLst>
              <a:ext uri="{FF2B5EF4-FFF2-40B4-BE49-F238E27FC236}">
                <a16:creationId xmlns:a16="http://schemas.microsoft.com/office/drawing/2014/main" id="{EA910EE9-F75C-BAAA-5E00-4094DA884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33806" name="AutoShape 13">
            <a:extLst>
              <a:ext uri="{FF2B5EF4-FFF2-40B4-BE49-F238E27FC236}">
                <a16:creationId xmlns:a16="http://schemas.microsoft.com/office/drawing/2014/main" id="{49633059-830F-E6BD-D211-474F6BCD3972}"/>
              </a:ext>
            </a:extLst>
          </p:cNvPr>
          <p:cNvCxnSpPr>
            <a:cxnSpLocks noChangeShapeType="1"/>
            <a:stCxn id="33800" idx="0"/>
            <a:endCxn id="33807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07" name="AutoShape 14">
            <a:extLst>
              <a:ext uri="{FF2B5EF4-FFF2-40B4-BE49-F238E27FC236}">
                <a16:creationId xmlns:a16="http://schemas.microsoft.com/office/drawing/2014/main" id="{1B24F1A0-5BFB-3BB4-2271-51BC196FA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3808" name="AutoShape 15">
            <a:extLst>
              <a:ext uri="{FF2B5EF4-FFF2-40B4-BE49-F238E27FC236}">
                <a16:creationId xmlns:a16="http://schemas.microsoft.com/office/drawing/2014/main" id="{C2DEAB6A-7A10-AF31-19DB-F456BE1A3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33809" name="AutoShape 16">
            <a:extLst>
              <a:ext uri="{FF2B5EF4-FFF2-40B4-BE49-F238E27FC236}">
                <a16:creationId xmlns:a16="http://schemas.microsoft.com/office/drawing/2014/main" id="{504F9CE0-572B-ED79-7336-DC5BE32E2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005263"/>
            <a:ext cx="350838" cy="3349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33810" name="AutoShape 17">
            <a:extLst>
              <a:ext uri="{FF2B5EF4-FFF2-40B4-BE49-F238E27FC236}">
                <a16:creationId xmlns:a16="http://schemas.microsoft.com/office/drawing/2014/main" id="{CC502899-60BC-C22A-0766-E65AB614C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33811" name="AutoShape 18">
            <a:extLst>
              <a:ext uri="{FF2B5EF4-FFF2-40B4-BE49-F238E27FC236}">
                <a16:creationId xmlns:a16="http://schemas.microsoft.com/office/drawing/2014/main" id="{BF24FD2E-56B4-43CC-D78C-8BEF2E5B3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073651"/>
            <a:ext cx="350837" cy="33496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33812" name="Text Box 20">
            <a:extLst>
              <a:ext uri="{FF2B5EF4-FFF2-40B4-BE49-F238E27FC236}">
                <a16:creationId xmlns:a16="http://schemas.microsoft.com/office/drawing/2014/main" id="{308ED81C-C18A-BA9B-39BA-1377169EB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5195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2, 2), base case</a:t>
            </a:r>
          </a:p>
        </p:txBody>
      </p:sp>
      <p:sp>
        <p:nvSpPr>
          <p:cNvPr id="33813" name="Text Box 21">
            <a:extLst>
              <a:ext uri="{FF2B5EF4-FFF2-40B4-BE49-F238E27FC236}">
                <a16:creationId xmlns:a16="http://schemas.microsoft.com/office/drawing/2014/main" id="{46A3F503-68F7-24CC-14D9-7F5476005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33814" name="Rectangle 22">
            <a:extLst>
              <a:ext uri="{FF2B5EF4-FFF2-40B4-BE49-F238E27FC236}">
                <a16:creationId xmlns:a16="http://schemas.microsoft.com/office/drawing/2014/main" id="{FE9DDD50-BBEE-795C-E8F3-B73EA9E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DCB2ECC8-A578-8C80-1E84-58E871DD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0E9C6D0-E4D0-495A-B022-D972D275E2E3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34819" name="AutoShape 2">
            <a:extLst>
              <a:ext uri="{FF2B5EF4-FFF2-40B4-BE49-F238E27FC236}">
                <a16:creationId xmlns:a16="http://schemas.microsoft.com/office/drawing/2014/main" id="{EB58E681-71FE-914B-251E-F4F103D92D41}"/>
              </a:ext>
            </a:extLst>
          </p:cNvPr>
          <p:cNvCxnSpPr>
            <a:cxnSpLocks noChangeShapeType="1"/>
            <a:stCxn id="34825" idx="0"/>
            <a:endCxn id="34824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0" name="AutoShape 3">
            <a:extLst>
              <a:ext uri="{FF2B5EF4-FFF2-40B4-BE49-F238E27FC236}">
                <a16:creationId xmlns:a16="http://schemas.microsoft.com/office/drawing/2014/main" id="{50AC7980-BDF2-314D-6CAA-478045E7D56A}"/>
              </a:ext>
            </a:extLst>
          </p:cNvPr>
          <p:cNvCxnSpPr>
            <a:cxnSpLocks noChangeShapeType="1"/>
            <a:stCxn id="34826" idx="0"/>
            <a:endCxn id="34824" idx="2"/>
          </p:cNvCxnSpPr>
          <p:nvPr/>
        </p:nvCxnSpPr>
        <p:spPr bwMode="auto">
          <a:xfrm flipH="1" flipV="1">
            <a:off x="4151314" y="3108326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1" name="AutoShape 4">
            <a:extLst>
              <a:ext uri="{FF2B5EF4-FFF2-40B4-BE49-F238E27FC236}">
                <a16:creationId xmlns:a16="http://schemas.microsoft.com/office/drawing/2014/main" id="{49653C79-AC66-F945-4174-41C1448E7489}"/>
              </a:ext>
            </a:extLst>
          </p:cNvPr>
          <p:cNvCxnSpPr>
            <a:cxnSpLocks noChangeShapeType="1"/>
            <a:stCxn id="34827" idx="0"/>
            <a:endCxn id="34825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2" name="AutoShape 5">
            <a:extLst>
              <a:ext uri="{FF2B5EF4-FFF2-40B4-BE49-F238E27FC236}">
                <a16:creationId xmlns:a16="http://schemas.microsoft.com/office/drawing/2014/main" id="{EDCF69E4-5648-F35B-CFD2-C236329D11F1}"/>
              </a:ext>
            </a:extLst>
          </p:cNvPr>
          <p:cNvCxnSpPr>
            <a:cxnSpLocks noChangeShapeType="1"/>
            <a:stCxn id="34829" idx="0"/>
            <a:endCxn id="34826" idx="2"/>
          </p:cNvCxnSpPr>
          <p:nvPr/>
        </p:nvCxnSpPr>
        <p:spPr bwMode="auto">
          <a:xfrm flipV="1">
            <a:off x="4643438" y="4408489"/>
            <a:ext cx="48260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3" name="AutoShape 6">
            <a:extLst>
              <a:ext uri="{FF2B5EF4-FFF2-40B4-BE49-F238E27FC236}">
                <a16:creationId xmlns:a16="http://schemas.microsoft.com/office/drawing/2014/main" id="{865F587B-257E-ABF2-C979-A90F99D671F8}"/>
              </a:ext>
            </a:extLst>
          </p:cNvPr>
          <p:cNvCxnSpPr>
            <a:cxnSpLocks noChangeShapeType="1"/>
            <a:stCxn id="34825" idx="2"/>
            <a:endCxn id="34828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4" name="AutoShape 7">
            <a:extLst>
              <a:ext uri="{FF2B5EF4-FFF2-40B4-BE49-F238E27FC236}">
                <a16:creationId xmlns:a16="http://schemas.microsoft.com/office/drawing/2014/main" id="{E13D8043-49A2-06F5-C0E3-7554B5227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4825" name="AutoShape 8">
            <a:extLst>
              <a:ext uri="{FF2B5EF4-FFF2-40B4-BE49-F238E27FC236}">
                <a16:creationId xmlns:a16="http://schemas.microsoft.com/office/drawing/2014/main" id="{14123E92-B29D-AD38-EB2B-D9EB70955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4826" name="AutoShape 9">
            <a:extLst>
              <a:ext uri="{FF2B5EF4-FFF2-40B4-BE49-F238E27FC236}">
                <a16:creationId xmlns:a16="http://schemas.microsoft.com/office/drawing/2014/main" id="{6DDA66A7-B722-E775-4B70-73E7DCB45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4827" name="AutoShape 10">
            <a:extLst>
              <a:ext uri="{FF2B5EF4-FFF2-40B4-BE49-F238E27FC236}">
                <a16:creationId xmlns:a16="http://schemas.microsoft.com/office/drawing/2014/main" id="{0B717A4E-C658-A4D7-BB92-6EE9D2FD4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4828" name="AutoShape 11">
            <a:extLst>
              <a:ext uri="{FF2B5EF4-FFF2-40B4-BE49-F238E27FC236}">
                <a16:creationId xmlns:a16="http://schemas.microsoft.com/office/drawing/2014/main" id="{C6522A50-9DC6-525A-1FBB-E4C15537E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4829" name="AutoShape 12">
            <a:extLst>
              <a:ext uri="{FF2B5EF4-FFF2-40B4-BE49-F238E27FC236}">
                <a16:creationId xmlns:a16="http://schemas.microsoft.com/office/drawing/2014/main" id="{E724C42E-B9F4-4F54-1A2C-651ADEE95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34830" name="AutoShape 13">
            <a:extLst>
              <a:ext uri="{FF2B5EF4-FFF2-40B4-BE49-F238E27FC236}">
                <a16:creationId xmlns:a16="http://schemas.microsoft.com/office/drawing/2014/main" id="{7489A190-A8C6-B8C8-8FE8-0B9CD081EDE4}"/>
              </a:ext>
            </a:extLst>
          </p:cNvPr>
          <p:cNvCxnSpPr>
            <a:cxnSpLocks noChangeShapeType="1"/>
            <a:stCxn id="34824" idx="0"/>
            <a:endCxn id="34831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1" name="AutoShape 14">
            <a:extLst>
              <a:ext uri="{FF2B5EF4-FFF2-40B4-BE49-F238E27FC236}">
                <a16:creationId xmlns:a16="http://schemas.microsoft.com/office/drawing/2014/main" id="{665D9515-F538-F6CC-BBC0-0C620F9C3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4832" name="AutoShape 15">
            <a:extLst>
              <a:ext uri="{FF2B5EF4-FFF2-40B4-BE49-F238E27FC236}">
                <a16:creationId xmlns:a16="http://schemas.microsoft.com/office/drawing/2014/main" id="{E9985A18-73FC-1866-6667-51616AE79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34833" name="AutoShape 16">
            <a:extLst>
              <a:ext uri="{FF2B5EF4-FFF2-40B4-BE49-F238E27FC236}">
                <a16:creationId xmlns:a16="http://schemas.microsoft.com/office/drawing/2014/main" id="{8DF8C6CF-A477-E3C8-84F3-DB532F166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005263"/>
            <a:ext cx="350838" cy="3349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34834" name="AutoShape 17">
            <a:extLst>
              <a:ext uri="{FF2B5EF4-FFF2-40B4-BE49-F238E27FC236}">
                <a16:creationId xmlns:a16="http://schemas.microsoft.com/office/drawing/2014/main" id="{137F9102-4F61-F38C-0657-25C6A8F60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34835" name="AutoShape 18">
            <a:extLst>
              <a:ext uri="{FF2B5EF4-FFF2-40B4-BE49-F238E27FC236}">
                <a16:creationId xmlns:a16="http://schemas.microsoft.com/office/drawing/2014/main" id="{A8DAFB01-A1C5-595A-FCCA-914F1D0C8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4006851"/>
            <a:ext cx="350837" cy="33496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34836" name="Text Box 20">
            <a:extLst>
              <a:ext uri="{FF2B5EF4-FFF2-40B4-BE49-F238E27FC236}">
                <a16:creationId xmlns:a16="http://schemas.microsoft.com/office/drawing/2014/main" id="{D287B4A3-01A8-98D3-32BC-A055634E3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650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2, 2),</a:t>
            </a:r>
            <a:r>
              <a:rPr lang="en-US" altLang="en-US">
                <a:solidFill>
                  <a:srgbClr val="000000"/>
                </a:solidFill>
              </a:rPr>
              <a:t> </a:t>
            </a:r>
            <a:r>
              <a:rPr lang="en-US" altLang="en-US" sz="2400">
                <a:solidFill>
                  <a:srgbClr val="009900"/>
                </a:solidFill>
              </a:rPr>
              <a:t>return</a:t>
            </a:r>
          </a:p>
        </p:txBody>
      </p:sp>
      <p:sp>
        <p:nvSpPr>
          <p:cNvPr id="34837" name="Text Box 21">
            <a:extLst>
              <a:ext uri="{FF2B5EF4-FFF2-40B4-BE49-F238E27FC236}">
                <a16:creationId xmlns:a16="http://schemas.microsoft.com/office/drawing/2014/main" id="{0B77A54D-A24F-3E56-710D-B452B43C8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34838" name="Rectangle 22">
            <a:extLst>
              <a:ext uri="{FF2B5EF4-FFF2-40B4-BE49-F238E27FC236}">
                <a16:creationId xmlns:a16="http://schemas.microsoft.com/office/drawing/2014/main" id="{4A650E95-1648-A72A-31F9-915A9C974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>
            <a:extLst>
              <a:ext uri="{FF2B5EF4-FFF2-40B4-BE49-F238E27FC236}">
                <a16:creationId xmlns:a16="http://schemas.microsoft.com/office/drawing/2014/main" id="{5D37F1A8-5CAD-10F1-5751-C217B76B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DD36B21-0071-411D-80AD-0B5E24890379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35843" name="AutoShape 2">
            <a:extLst>
              <a:ext uri="{FF2B5EF4-FFF2-40B4-BE49-F238E27FC236}">
                <a16:creationId xmlns:a16="http://schemas.microsoft.com/office/drawing/2014/main" id="{62FBDE45-6875-07DD-E266-BB9C7204B517}"/>
              </a:ext>
            </a:extLst>
          </p:cNvPr>
          <p:cNvCxnSpPr>
            <a:cxnSpLocks noChangeShapeType="1"/>
            <a:stCxn id="35850" idx="0"/>
            <a:endCxn id="35849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4" name="AutoShape 3">
            <a:extLst>
              <a:ext uri="{FF2B5EF4-FFF2-40B4-BE49-F238E27FC236}">
                <a16:creationId xmlns:a16="http://schemas.microsoft.com/office/drawing/2014/main" id="{67F71213-C1E8-DE37-95BC-5DC11460CB4B}"/>
              </a:ext>
            </a:extLst>
          </p:cNvPr>
          <p:cNvCxnSpPr>
            <a:cxnSpLocks noChangeShapeType="1"/>
            <a:stCxn id="35851" idx="0"/>
            <a:endCxn id="35849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5" name="AutoShape 4">
            <a:extLst>
              <a:ext uri="{FF2B5EF4-FFF2-40B4-BE49-F238E27FC236}">
                <a16:creationId xmlns:a16="http://schemas.microsoft.com/office/drawing/2014/main" id="{F07C0B99-7745-CF21-17A0-92B0B2BCF070}"/>
              </a:ext>
            </a:extLst>
          </p:cNvPr>
          <p:cNvCxnSpPr>
            <a:cxnSpLocks noChangeShapeType="1"/>
            <a:stCxn id="35852" idx="0"/>
            <a:endCxn id="35850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6" name="AutoShape 5">
            <a:extLst>
              <a:ext uri="{FF2B5EF4-FFF2-40B4-BE49-F238E27FC236}">
                <a16:creationId xmlns:a16="http://schemas.microsoft.com/office/drawing/2014/main" id="{174B4D8A-83ED-A3CE-A6A6-4D1411597C4B}"/>
              </a:ext>
            </a:extLst>
          </p:cNvPr>
          <p:cNvCxnSpPr>
            <a:cxnSpLocks noChangeShapeType="1"/>
            <a:stCxn id="35854" idx="0"/>
            <a:endCxn id="35851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7" name="AutoShape 6">
            <a:extLst>
              <a:ext uri="{FF2B5EF4-FFF2-40B4-BE49-F238E27FC236}">
                <a16:creationId xmlns:a16="http://schemas.microsoft.com/office/drawing/2014/main" id="{2A6B84F3-A7CC-D2B5-86DB-4A0F5C980E45}"/>
              </a:ext>
            </a:extLst>
          </p:cNvPr>
          <p:cNvCxnSpPr>
            <a:cxnSpLocks noChangeShapeType="1"/>
            <a:stCxn id="35850" idx="2"/>
            <a:endCxn id="35853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8" name="AutoShape 7">
            <a:extLst>
              <a:ext uri="{FF2B5EF4-FFF2-40B4-BE49-F238E27FC236}">
                <a16:creationId xmlns:a16="http://schemas.microsoft.com/office/drawing/2014/main" id="{8E81B39C-A694-4048-86AE-F98E3BD0F2CE}"/>
              </a:ext>
            </a:extLst>
          </p:cNvPr>
          <p:cNvCxnSpPr>
            <a:cxnSpLocks noChangeShapeType="1"/>
            <a:stCxn id="35851" idx="2"/>
            <a:endCxn id="35855" idx="0"/>
          </p:cNvCxnSpPr>
          <p:nvPr/>
        </p:nvCxnSpPr>
        <p:spPr bwMode="auto">
          <a:xfrm>
            <a:off x="5126039" y="4403726"/>
            <a:ext cx="427037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9" name="AutoShape 8">
            <a:extLst>
              <a:ext uri="{FF2B5EF4-FFF2-40B4-BE49-F238E27FC236}">
                <a16:creationId xmlns:a16="http://schemas.microsoft.com/office/drawing/2014/main" id="{D66EC7A7-23AF-BF40-0570-750E2620E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5850" name="AutoShape 9">
            <a:extLst>
              <a:ext uri="{FF2B5EF4-FFF2-40B4-BE49-F238E27FC236}">
                <a16:creationId xmlns:a16="http://schemas.microsoft.com/office/drawing/2014/main" id="{57DE5C9E-92CE-B44A-84D2-76FEA55FA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5851" name="AutoShape 10">
            <a:extLst>
              <a:ext uri="{FF2B5EF4-FFF2-40B4-BE49-F238E27FC236}">
                <a16:creationId xmlns:a16="http://schemas.microsoft.com/office/drawing/2014/main" id="{7AC1E9C2-298C-4394-71B6-80CC96CA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5852" name="AutoShape 11">
            <a:extLst>
              <a:ext uri="{FF2B5EF4-FFF2-40B4-BE49-F238E27FC236}">
                <a16:creationId xmlns:a16="http://schemas.microsoft.com/office/drawing/2014/main" id="{89A4D4F8-6C9F-D886-EDF0-046D999BF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5853" name="AutoShape 12">
            <a:extLst>
              <a:ext uri="{FF2B5EF4-FFF2-40B4-BE49-F238E27FC236}">
                <a16:creationId xmlns:a16="http://schemas.microsoft.com/office/drawing/2014/main" id="{5F485E64-898E-FBB0-E424-B0E8437A0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5854" name="AutoShape 13">
            <a:extLst>
              <a:ext uri="{FF2B5EF4-FFF2-40B4-BE49-F238E27FC236}">
                <a16:creationId xmlns:a16="http://schemas.microsoft.com/office/drawing/2014/main" id="{BF735D97-97AA-AEAD-7BD5-109C68C4E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5855" name="AutoShape 14">
            <a:extLst>
              <a:ext uri="{FF2B5EF4-FFF2-40B4-BE49-F238E27FC236}">
                <a16:creationId xmlns:a16="http://schemas.microsoft.com/office/drawing/2014/main" id="{2C57B33F-4A68-06FD-F07D-B0B1025FE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35856" name="AutoShape 15">
            <a:extLst>
              <a:ext uri="{FF2B5EF4-FFF2-40B4-BE49-F238E27FC236}">
                <a16:creationId xmlns:a16="http://schemas.microsoft.com/office/drawing/2014/main" id="{454E07D0-6532-B71E-53FD-A3733888F05E}"/>
              </a:ext>
            </a:extLst>
          </p:cNvPr>
          <p:cNvCxnSpPr>
            <a:cxnSpLocks noChangeShapeType="1"/>
            <a:stCxn id="35849" idx="0"/>
            <a:endCxn id="35857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7" name="AutoShape 16">
            <a:extLst>
              <a:ext uri="{FF2B5EF4-FFF2-40B4-BE49-F238E27FC236}">
                <a16:creationId xmlns:a16="http://schemas.microsoft.com/office/drawing/2014/main" id="{B1CD31FF-81B7-8332-AC1E-84DEF91DD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5858" name="AutoShape 17">
            <a:extLst>
              <a:ext uri="{FF2B5EF4-FFF2-40B4-BE49-F238E27FC236}">
                <a16:creationId xmlns:a16="http://schemas.microsoft.com/office/drawing/2014/main" id="{3318ADBD-AB1E-6C00-8B0C-B7879E64A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25" y="5072063"/>
            <a:ext cx="350838" cy="33496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35859" name="AutoShape 18">
            <a:extLst>
              <a:ext uri="{FF2B5EF4-FFF2-40B4-BE49-F238E27FC236}">
                <a16:creationId xmlns:a16="http://schemas.microsoft.com/office/drawing/2014/main" id="{9D5647F9-FA73-103A-9492-B87B92EA1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35860" name="AutoShape 19">
            <a:extLst>
              <a:ext uri="{FF2B5EF4-FFF2-40B4-BE49-F238E27FC236}">
                <a16:creationId xmlns:a16="http://schemas.microsoft.com/office/drawing/2014/main" id="{8AEBE454-A9BD-1BFB-F021-DF2AB5565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4006851"/>
            <a:ext cx="350837" cy="33496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35861" name="Text Box 21">
            <a:extLst>
              <a:ext uri="{FF2B5EF4-FFF2-40B4-BE49-F238E27FC236}">
                <a16:creationId xmlns:a16="http://schemas.microsoft.com/office/drawing/2014/main" id="{AD65AE9D-CDAA-40AA-B8FE-9181A7CE0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568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3, 3), base case</a:t>
            </a:r>
          </a:p>
        </p:txBody>
      </p:sp>
      <p:sp>
        <p:nvSpPr>
          <p:cNvPr id="35862" name="Text Box 22">
            <a:extLst>
              <a:ext uri="{FF2B5EF4-FFF2-40B4-BE49-F238E27FC236}">
                <a16:creationId xmlns:a16="http://schemas.microsoft.com/office/drawing/2014/main" id="{67FBB71A-F525-C546-AC50-3FF9AF8F9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35863" name="Rectangle 23">
            <a:extLst>
              <a:ext uri="{FF2B5EF4-FFF2-40B4-BE49-F238E27FC236}">
                <a16:creationId xmlns:a16="http://schemas.microsoft.com/office/drawing/2014/main" id="{9D571324-983A-051D-1669-D7C938069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4">
            <a:extLst>
              <a:ext uri="{FF2B5EF4-FFF2-40B4-BE49-F238E27FC236}">
                <a16:creationId xmlns:a16="http://schemas.microsoft.com/office/drawing/2014/main" id="{59770DB6-D784-3977-0D1A-0BEBF0F2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BAF4656-4743-43F6-B662-018ADB38671E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36867" name="AutoShape 2">
            <a:extLst>
              <a:ext uri="{FF2B5EF4-FFF2-40B4-BE49-F238E27FC236}">
                <a16:creationId xmlns:a16="http://schemas.microsoft.com/office/drawing/2014/main" id="{B37B9B6F-B55E-D6A7-A6FD-519ABB00924B}"/>
              </a:ext>
            </a:extLst>
          </p:cNvPr>
          <p:cNvCxnSpPr>
            <a:cxnSpLocks noChangeShapeType="1"/>
            <a:stCxn id="36874" idx="0"/>
            <a:endCxn id="36873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68" name="AutoShape 3">
            <a:extLst>
              <a:ext uri="{FF2B5EF4-FFF2-40B4-BE49-F238E27FC236}">
                <a16:creationId xmlns:a16="http://schemas.microsoft.com/office/drawing/2014/main" id="{42EE382D-3A71-7FB7-2E18-72E90EF9EABB}"/>
              </a:ext>
            </a:extLst>
          </p:cNvPr>
          <p:cNvCxnSpPr>
            <a:cxnSpLocks noChangeShapeType="1"/>
            <a:stCxn id="36875" idx="0"/>
            <a:endCxn id="36873" idx="2"/>
          </p:cNvCxnSpPr>
          <p:nvPr/>
        </p:nvCxnSpPr>
        <p:spPr bwMode="auto">
          <a:xfrm flipH="1" flipV="1">
            <a:off x="4151314" y="3108326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69" name="AutoShape 4">
            <a:extLst>
              <a:ext uri="{FF2B5EF4-FFF2-40B4-BE49-F238E27FC236}">
                <a16:creationId xmlns:a16="http://schemas.microsoft.com/office/drawing/2014/main" id="{CCCD3494-3CDA-3806-77D9-B58B6034DCC9}"/>
              </a:ext>
            </a:extLst>
          </p:cNvPr>
          <p:cNvCxnSpPr>
            <a:cxnSpLocks noChangeShapeType="1"/>
            <a:stCxn id="36876" idx="0"/>
            <a:endCxn id="36874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0" name="AutoShape 5">
            <a:extLst>
              <a:ext uri="{FF2B5EF4-FFF2-40B4-BE49-F238E27FC236}">
                <a16:creationId xmlns:a16="http://schemas.microsoft.com/office/drawing/2014/main" id="{A4E09089-35C9-7F4B-3782-ADF759ABCEBE}"/>
              </a:ext>
            </a:extLst>
          </p:cNvPr>
          <p:cNvCxnSpPr>
            <a:cxnSpLocks noChangeShapeType="1"/>
            <a:stCxn id="36878" idx="0"/>
            <a:endCxn id="36875" idx="2"/>
          </p:cNvCxnSpPr>
          <p:nvPr/>
        </p:nvCxnSpPr>
        <p:spPr bwMode="auto">
          <a:xfrm flipV="1">
            <a:off x="4643438" y="4408489"/>
            <a:ext cx="48260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1" name="AutoShape 6">
            <a:extLst>
              <a:ext uri="{FF2B5EF4-FFF2-40B4-BE49-F238E27FC236}">
                <a16:creationId xmlns:a16="http://schemas.microsoft.com/office/drawing/2014/main" id="{B998236A-B565-E784-E6A9-CFE6E434D609}"/>
              </a:ext>
            </a:extLst>
          </p:cNvPr>
          <p:cNvCxnSpPr>
            <a:cxnSpLocks noChangeShapeType="1"/>
            <a:stCxn id="36874" idx="2"/>
            <a:endCxn id="36877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2" name="AutoShape 7">
            <a:extLst>
              <a:ext uri="{FF2B5EF4-FFF2-40B4-BE49-F238E27FC236}">
                <a16:creationId xmlns:a16="http://schemas.microsoft.com/office/drawing/2014/main" id="{D879A9D2-2371-5F35-D763-7BA51E8D513D}"/>
              </a:ext>
            </a:extLst>
          </p:cNvPr>
          <p:cNvCxnSpPr>
            <a:cxnSpLocks noChangeShapeType="1"/>
            <a:stCxn id="36875" idx="2"/>
            <a:endCxn id="36879" idx="0"/>
          </p:cNvCxnSpPr>
          <p:nvPr/>
        </p:nvCxnSpPr>
        <p:spPr bwMode="auto">
          <a:xfrm>
            <a:off x="5126039" y="4408489"/>
            <a:ext cx="427037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3" name="AutoShape 8">
            <a:extLst>
              <a:ext uri="{FF2B5EF4-FFF2-40B4-BE49-F238E27FC236}">
                <a16:creationId xmlns:a16="http://schemas.microsoft.com/office/drawing/2014/main" id="{5B61E181-F117-84CB-79B1-36457EA4C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6874" name="AutoShape 9">
            <a:extLst>
              <a:ext uri="{FF2B5EF4-FFF2-40B4-BE49-F238E27FC236}">
                <a16:creationId xmlns:a16="http://schemas.microsoft.com/office/drawing/2014/main" id="{5729B57B-DAB7-BBA7-F5EB-9FF2D4B25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6875" name="AutoShape 10">
            <a:extLst>
              <a:ext uri="{FF2B5EF4-FFF2-40B4-BE49-F238E27FC236}">
                <a16:creationId xmlns:a16="http://schemas.microsoft.com/office/drawing/2014/main" id="{78F9163D-29C4-A47C-66AE-99149CBCC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6876" name="AutoShape 11">
            <a:extLst>
              <a:ext uri="{FF2B5EF4-FFF2-40B4-BE49-F238E27FC236}">
                <a16:creationId xmlns:a16="http://schemas.microsoft.com/office/drawing/2014/main" id="{BBD9193C-85A8-62FB-260B-689C7E4B9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6877" name="AutoShape 12">
            <a:extLst>
              <a:ext uri="{FF2B5EF4-FFF2-40B4-BE49-F238E27FC236}">
                <a16:creationId xmlns:a16="http://schemas.microsoft.com/office/drawing/2014/main" id="{34EFBE9E-8CA9-E892-4F07-A09F6DD21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6878" name="AutoShape 13">
            <a:extLst>
              <a:ext uri="{FF2B5EF4-FFF2-40B4-BE49-F238E27FC236}">
                <a16:creationId xmlns:a16="http://schemas.microsoft.com/office/drawing/2014/main" id="{250B3580-9F45-264F-4087-971E14E14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6879" name="AutoShape 14">
            <a:extLst>
              <a:ext uri="{FF2B5EF4-FFF2-40B4-BE49-F238E27FC236}">
                <a16:creationId xmlns:a16="http://schemas.microsoft.com/office/drawing/2014/main" id="{14E77A9C-8EA5-3932-B3D0-A9D9DAFFF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36880" name="AutoShape 15">
            <a:extLst>
              <a:ext uri="{FF2B5EF4-FFF2-40B4-BE49-F238E27FC236}">
                <a16:creationId xmlns:a16="http://schemas.microsoft.com/office/drawing/2014/main" id="{047B5DFA-E9A4-CAD9-A511-E20F55DB33A5}"/>
              </a:ext>
            </a:extLst>
          </p:cNvPr>
          <p:cNvCxnSpPr>
            <a:cxnSpLocks noChangeShapeType="1"/>
            <a:stCxn id="36873" idx="0"/>
            <a:endCxn id="36881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1" name="AutoShape 16">
            <a:extLst>
              <a:ext uri="{FF2B5EF4-FFF2-40B4-BE49-F238E27FC236}">
                <a16:creationId xmlns:a16="http://schemas.microsoft.com/office/drawing/2014/main" id="{78200B87-6E77-96FD-F6DD-99C5323CE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6882" name="AutoShape 17">
            <a:extLst>
              <a:ext uri="{FF2B5EF4-FFF2-40B4-BE49-F238E27FC236}">
                <a16:creationId xmlns:a16="http://schemas.microsoft.com/office/drawing/2014/main" id="{B89233CE-E754-6BE4-9F22-8427A7FF2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36883" name="AutoShape 18">
            <a:extLst>
              <a:ext uri="{FF2B5EF4-FFF2-40B4-BE49-F238E27FC236}">
                <a16:creationId xmlns:a16="http://schemas.microsoft.com/office/drawing/2014/main" id="{1A3EABC6-71B6-C466-2566-BB39E0CD6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589" y="4005263"/>
            <a:ext cx="350837" cy="334962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36884" name="AutoShape 19">
            <a:extLst>
              <a:ext uri="{FF2B5EF4-FFF2-40B4-BE49-F238E27FC236}">
                <a16:creationId xmlns:a16="http://schemas.microsoft.com/office/drawing/2014/main" id="{F0F095C8-0439-067C-D7BF-148526018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36885" name="AutoShape 20">
            <a:extLst>
              <a:ext uri="{FF2B5EF4-FFF2-40B4-BE49-F238E27FC236}">
                <a16:creationId xmlns:a16="http://schemas.microsoft.com/office/drawing/2014/main" id="{8D479EC5-7F80-3A4A-1156-08AF25258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4006851"/>
            <a:ext cx="350837" cy="33496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36886" name="Text Box 22">
            <a:extLst>
              <a:ext uri="{FF2B5EF4-FFF2-40B4-BE49-F238E27FC236}">
                <a16:creationId xmlns:a16="http://schemas.microsoft.com/office/drawing/2014/main" id="{B928CC19-5B5B-062D-DCAF-249D52532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3, 3), return</a:t>
            </a:r>
          </a:p>
        </p:txBody>
      </p:sp>
      <p:sp>
        <p:nvSpPr>
          <p:cNvPr id="36887" name="Text Box 23">
            <a:extLst>
              <a:ext uri="{FF2B5EF4-FFF2-40B4-BE49-F238E27FC236}">
                <a16:creationId xmlns:a16="http://schemas.microsoft.com/office/drawing/2014/main" id="{9299BB57-C168-6FF0-1FBD-F43B604B2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36888" name="Rectangle 24">
            <a:extLst>
              <a:ext uri="{FF2B5EF4-FFF2-40B4-BE49-F238E27FC236}">
                <a16:creationId xmlns:a16="http://schemas.microsoft.com/office/drawing/2014/main" id="{DA392178-1AEC-61B2-0CA5-68930F83E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4">
            <a:extLst>
              <a:ext uri="{FF2B5EF4-FFF2-40B4-BE49-F238E27FC236}">
                <a16:creationId xmlns:a16="http://schemas.microsoft.com/office/drawing/2014/main" id="{F9EF5927-C3E8-53A8-4869-122038E68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B837D2E-002C-4113-AD94-FDC9D07D98FB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37891" name="AutoShape 2">
            <a:extLst>
              <a:ext uri="{FF2B5EF4-FFF2-40B4-BE49-F238E27FC236}">
                <a16:creationId xmlns:a16="http://schemas.microsoft.com/office/drawing/2014/main" id="{53F7691E-CBED-3340-6E3D-CFD4E7423EA5}"/>
              </a:ext>
            </a:extLst>
          </p:cNvPr>
          <p:cNvCxnSpPr>
            <a:cxnSpLocks noChangeShapeType="1"/>
            <a:stCxn id="37898" idx="0"/>
            <a:endCxn id="37897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2" name="AutoShape 3">
            <a:extLst>
              <a:ext uri="{FF2B5EF4-FFF2-40B4-BE49-F238E27FC236}">
                <a16:creationId xmlns:a16="http://schemas.microsoft.com/office/drawing/2014/main" id="{2D99F8DF-4629-2BA7-59F8-CEE0B9C48CE1}"/>
              </a:ext>
            </a:extLst>
          </p:cNvPr>
          <p:cNvCxnSpPr>
            <a:cxnSpLocks noChangeShapeType="1"/>
            <a:stCxn id="37899" idx="0"/>
            <a:endCxn id="37897" idx="2"/>
          </p:cNvCxnSpPr>
          <p:nvPr/>
        </p:nvCxnSpPr>
        <p:spPr bwMode="auto">
          <a:xfrm flipH="1" flipV="1">
            <a:off x="4151314" y="3108326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3" name="AutoShape 4">
            <a:extLst>
              <a:ext uri="{FF2B5EF4-FFF2-40B4-BE49-F238E27FC236}">
                <a16:creationId xmlns:a16="http://schemas.microsoft.com/office/drawing/2014/main" id="{1BDF7795-E5B6-EF4F-A0E7-981514BB26B2}"/>
              </a:ext>
            </a:extLst>
          </p:cNvPr>
          <p:cNvCxnSpPr>
            <a:cxnSpLocks noChangeShapeType="1"/>
            <a:stCxn id="37900" idx="0"/>
            <a:endCxn id="37898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4" name="AutoShape 5">
            <a:extLst>
              <a:ext uri="{FF2B5EF4-FFF2-40B4-BE49-F238E27FC236}">
                <a16:creationId xmlns:a16="http://schemas.microsoft.com/office/drawing/2014/main" id="{30CCB31E-0AF8-9EA2-CCBD-8552BDA54848}"/>
              </a:ext>
            </a:extLst>
          </p:cNvPr>
          <p:cNvCxnSpPr>
            <a:cxnSpLocks noChangeShapeType="1"/>
            <a:stCxn id="37902" idx="0"/>
            <a:endCxn id="37899" idx="2"/>
          </p:cNvCxnSpPr>
          <p:nvPr/>
        </p:nvCxnSpPr>
        <p:spPr bwMode="auto">
          <a:xfrm flipV="1">
            <a:off x="4643438" y="4408489"/>
            <a:ext cx="482600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5" name="AutoShape 6">
            <a:extLst>
              <a:ext uri="{FF2B5EF4-FFF2-40B4-BE49-F238E27FC236}">
                <a16:creationId xmlns:a16="http://schemas.microsoft.com/office/drawing/2014/main" id="{165F2656-C189-8351-74AB-0DCD3FCFCC7E}"/>
              </a:ext>
            </a:extLst>
          </p:cNvPr>
          <p:cNvCxnSpPr>
            <a:cxnSpLocks noChangeShapeType="1"/>
            <a:stCxn id="37898" idx="2"/>
            <a:endCxn id="37901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6" name="AutoShape 7">
            <a:extLst>
              <a:ext uri="{FF2B5EF4-FFF2-40B4-BE49-F238E27FC236}">
                <a16:creationId xmlns:a16="http://schemas.microsoft.com/office/drawing/2014/main" id="{785D021E-794A-90E9-14B1-A105FF6CB771}"/>
              </a:ext>
            </a:extLst>
          </p:cNvPr>
          <p:cNvCxnSpPr>
            <a:cxnSpLocks noChangeShapeType="1"/>
            <a:stCxn id="37899" idx="2"/>
            <a:endCxn id="37903" idx="0"/>
          </p:cNvCxnSpPr>
          <p:nvPr/>
        </p:nvCxnSpPr>
        <p:spPr bwMode="auto">
          <a:xfrm>
            <a:off x="5126039" y="4408489"/>
            <a:ext cx="427037" cy="6064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7" name="AutoShape 8">
            <a:extLst>
              <a:ext uri="{FF2B5EF4-FFF2-40B4-BE49-F238E27FC236}">
                <a16:creationId xmlns:a16="http://schemas.microsoft.com/office/drawing/2014/main" id="{828D697A-3BA1-B55B-1390-F4BF113A0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7898" name="AutoShape 9">
            <a:extLst>
              <a:ext uri="{FF2B5EF4-FFF2-40B4-BE49-F238E27FC236}">
                <a16:creationId xmlns:a16="http://schemas.microsoft.com/office/drawing/2014/main" id="{CA3C78C3-6697-6E7A-F749-35557AEE5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7899" name="AutoShape 10">
            <a:extLst>
              <a:ext uri="{FF2B5EF4-FFF2-40B4-BE49-F238E27FC236}">
                <a16:creationId xmlns:a16="http://schemas.microsoft.com/office/drawing/2014/main" id="{0944CCF4-0E05-D137-338C-3BF735DDC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7900" name="AutoShape 11">
            <a:extLst>
              <a:ext uri="{FF2B5EF4-FFF2-40B4-BE49-F238E27FC236}">
                <a16:creationId xmlns:a16="http://schemas.microsoft.com/office/drawing/2014/main" id="{AD5C075D-F3F0-8399-9ED4-135FA82D6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7901" name="AutoShape 12">
            <a:extLst>
              <a:ext uri="{FF2B5EF4-FFF2-40B4-BE49-F238E27FC236}">
                <a16:creationId xmlns:a16="http://schemas.microsoft.com/office/drawing/2014/main" id="{0997BBCD-0892-149D-EDBF-1A7570B85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7902" name="AutoShape 13">
            <a:extLst>
              <a:ext uri="{FF2B5EF4-FFF2-40B4-BE49-F238E27FC236}">
                <a16:creationId xmlns:a16="http://schemas.microsoft.com/office/drawing/2014/main" id="{40EEB05B-1C54-2E4F-0658-36CB32C96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7903" name="AutoShape 14">
            <a:extLst>
              <a:ext uri="{FF2B5EF4-FFF2-40B4-BE49-F238E27FC236}">
                <a16:creationId xmlns:a16="http://schemas.microsoft.com/office/drawing/2014/main" id="{0D5334BB-1D39-51AB-2497-C96FE78A1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37904" name="AutoShape 15">
            <a:extLst>
              <a:ext uri="{FF2B5EF4-FFF2-40B4-BE49-F238E27FC236}">
                <a16:creationId xmlns:a16="http://schemas.microsoft.com/office/drawing/2014/main" id="{F272A20E-1606-4BE9-F630-185EE4CADD5F}"/>
              </a:ext>
            </a:extLst>
          </p:cNvPr>
          <p:cNvCxnSpPr>
            <a:cxnSpLocks noChangeShapeType="1"/>
            <a:stCxn id="37897" idx="0"/>
            <a:endCxn id="37905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5" name="AutoShape 16">
            <a:extLst>
              <a:ext uri="{FF2B5EF4-FFF2-40B4-BE49-F238E27FC236}">
                <a16:creationId xmlns:a16="http://schemas.microsoft.com/office/drawing/2014/main" id="{B5242CE8-8D99-4F9A-CB67-EABA8FF87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7906" name="AutoShape 17">
            <a:extLst>
              <a:ext uri="{FF2B5EF4-FFF2-40B4-BE49-F238E27FC236}">
                <a16:creationId xmlns:a16="http://schemas.microsoft.com/office/drawing/2014/main" id="{617B6940-BC2C-DEBF-D3FF-C48401CF3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37907" name="AutoShape 18">
            <a:extLst>
              <a:ext uri="{FF2B5EF4-FFF2-40B4-BE49-F238E27FC236}">
                <a16:creationId xmlns:a16="http://schemas.microsoft.com/office/drawing/2014/main" id="{B85B6182-8280-2D36-7EB1-56E9188BD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37908" name="AutoShape 19">
            <a:extLst>
              <a:ext uri="{FF2B5EF4-FFF2-40B4-BE49-F238E27FC236}">
                <a16:creationId xmlns:a16="http://schemas.microsoft.com/office/drawing/2014/main" id="{896AFC1D-4351-267D-7DE0-D46D96BCF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006851"/>
            <a:ext cx="1128712" cy="33496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4         8</a:t>
            </a:r>
          </a:p>
        </p:txBody>
      </p:sp>
      <p:sp>
        <p:nvSpPr>
          <p:cNvPr id="37909" name="Text Box 21">
            <a:extLst>
              <a:ext uri="{FF2B5EF4-FFF2-40B4-BE49-F238E27FC236}">
                <a16:creationId xmlns:a16="http://schemas.microsoft.com/office/drawing/2014/main" id="{840F38FC-445A-B132-0CA0-D7AEEC4C5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Merge(A, 2, 2, 3)</a:t>
            </a:r>
          </a:p>
        </p:txBody>
      </p:sp>
      <p:sp>
        <p:nvSpPr>
          <p:cNvPr id="37910" name="Text Box 22">
            <a:extLst>
              <a:ext uri="{FF2B5EF4-FFF2-40B4-BE49-F238E27FC236}">
                <a16:creationId xmlns:a16="http://schemas.microsoft.com/office/drawing/2014/main" id="{A1D5BB13-634A-B45A-865B-AE3700E91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37911" name="Rectangle 23">
            <a:extLst>
              <a:ext uri="{FF2B5EF4-FFF2-40B4-BE49-F238E27FC236}">
                <a16:creationId xmlns:a16="http://schemas.microsoft.com/office/drawing/2014/main" id="{83A4B540-B235-1292-F348-1C405AA72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4">
            <a:extLst>
              <a:ext uri="{FF2B5EF4-FFF2-40B4-BE49-F238E27FC236}">
                <a16:creationId xmlns:a16="http://schemas.microsoft.com/office/drawing/2014/main" id="{D30B9028-1220-0774-2D6A-C8DC4FC7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5CFFAE8-3C08-40B7-A64F-98418AD09281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38915" name="AutoShape 2">
            <a:extLst>
              <a:ext uri="{FF2B5EF4-FFF2-40B4-BE49-F238E27FC236}">
                <a16:creationId xmlns:a16="http://schemas.microsoft.com/office/drawing/2014/main" id="{2BA8563D-2FBB-0159-851E-1AD170A2FF06}"/>
              </a:ext>
            </a:extLst>
          </p:cNvPr>
          <p:cNvCxnSpPr>
            <a:cxnSpLocks noChangeShapeType="1"/>
            <a:stCxn id="38922" idx="0"/>
            <a:endCxn id="38921" idx="2"/>
          </p:cNvCxnSpPr>
          <p:nvPr/>
        </p:nvCxnSpPr>
        <p:spPr bwMode="auto">
          <a:xfrm flipV="1">
            <a:off x="3400425" y="3113089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16" name="AutoShape 3">
            <a:extLst>
              <a:ext uri="{FF2B5EF4-FFF2-40B4-BE49-F238E27FC236}">
                <a16:creationId xmlns:a16="http://schemas.microsoft.com/office/drawing/2014/main" id="{35E3EE0F-5791-DD42-DD60-C13745CB2533}"/>
              </a:ext>
            </a:extLst>
          </p:cNvPr>
          <p:cNvCxnSpPr>
            <a:cxnSpLocks noChangeShapeType="1"/>
            <a:stCxn id="38923" idx="0"/>
            <a:endCxn id="38921" idx="2"/>
          </p:cNvCxnSpPr>
          <p:nvPr/>
        </p:nvCxnSpPr>
        <p:spPr bwMode="auto">
          <a:xfrm flipH="1" flipV="1">
            <a:off x="4151314" y="3113089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17" name="AutoShape 4">
            <a:extLst>
              <a:ext uri="{FF2B5EF4-FFF2-40B4-BE49-F238E27FC236}">
                <a16:creationId xmlns:a16="http://schemas.microsoft.com/office/drawing/2014/main" id="{3BC1B030-46A7-79EB-ECE5-80D4F88B4552}"/>
              </a:ext>
            </a:extLst>
          </p:cNvPr>
          <p:cNvCxnSpPr>
            <a:cxnSpLocks noChangeShapeType="1"/>
            <a:stCxn id="38924" idx="0"/>
            <a:endCxn id="38922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18" name="AutoShape 5">
            <a:extLst>
              <a:ext uri="{FF2B5EF4-FFF2-40B4-BE49-F238E27FC236}">
                <a16:creationId xmlns:a16="http://schemas.microsoft.com/office/drawing/2014/main" id="{5A5FB64B-FFF9-D4FE-2F92-16E2729DE84C}"/>
              </a:ext>
            </a:extLst>
          </p:cNvPr>
          <p:cNvCxnSpPr>
            <a:cxnSpLocks noChangeShapeType="1"/>
            <a:stCxn id="38926" idx="0"/>
            <a:endCxn id="38923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19" name="AutoShape 6">
            <a:extLst>
              <a:ext uri="{FF2B5EF4-FFF2-40B4-BE49-F238E27FC236}">
                <a16:creationId xmlns:a16="http://schemas.microsoft.com/office/drawing/2014/main" id="{7E1815BD-EC98-CB79-E4DE-276B97994245}"/>
              </a:ext>
            </a:extLst>
          </p:cNvPr>
          <p:cNvCxnSpPr>
            <a:cxnSpLocks noChangeShapeType="1"/>
            <a:stCxn id="38922" idx="2"/>
            <a:endCxn id="38925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0" name="AutoShape 7">
            <a:extLst>
              <a:ext uri="{FF2B5EF4-FFF2-40B4-BE49-F238E27FC236}">
                <a16:creationId xmlns:a16="http://schemas.microsoft.com/office/drawing/2014/main" id="{767A506F-F2B7-CB93-B4AF-7C11F678AB62}"/>
              </a:ext>
            </a:extLst>
          </p:cNvPr>
          <p:cNvCxnSpPr>
            <a:cxnSpLocks noChangeShapeType="1"/>
            <a:stCxn id="38923" idx="2"/>
            <a:endCxn id="38927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21" name="AutoShape 8">
            <a:extLst>
              <a:ext uri="{FF2B5EF4-FFF2-40B4-BE49-F238E27FC236}">
                <a16:creationId xmlns:a16="http://schemas.microsoft.com/office/drawing/2014/main" id="{5E91E031-F5F9-77F6-A13F-3B4A6E4B2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8922" name="AutoShape 9">
            <a:extLst>
              <a:ext uri="{FF2B5EF4-FFF2-40B4-BE49-F238E27FC236}">
                <a16:creationId xmlns:a16="http://schemas.microsoft.com/office/drawing/2014/main" id="{4F084C8E-E59D-516C-D44C-FB3327D2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8923" name="AutoShape 10">
            <a:extLst>
              <a:ext uri="{FF2B5EF4-FFF2-40B4-BE49-F238E27FC236}">
                <a16:creationId xmlns:a16="http://schemas.microsoft.com/office/drawing/2014/main" id="{77C2850D-34EA-9711-4DE7-3E77E5285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8924" name="AutoShape 11">
            <a:extLst>
              <a:ext uri="{FF2B5EF4-FFF2-40B4-BE49-F238E27FC236}">
                <a16:creationId xmlns:a16="http://schemas.microsoft.com/office/drawing/2014/main" id="{BECBFEEE-192D-FAE1-E889-C86A0C185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8925" name="AutoShape 12">
            <a:extLst>
              <a:ext uri="{FF2B5EF4-FFF2-40B4-BE49-F238E27FC236}">
                <a16:creationId xmlns:a16="http://schemas.microsoft.com/office/drawing/2014/main" id="{9CE89C86-670E-A55D-AF2C-D309E5AE0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8926" name="AutoShape 13">
            <a:extLst>
              <a:ext uri="{FF2B5EF4-FFF2-40B4-BE49-F238E27FC236}">
                <a16:creationId xmlns:a16="http://schemas.microsoft.com/office/drawing/2014/main" id="{C5CD54D7-A98A-540D-F5B2-B462695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8927" name="AutoShape 14">
            <a:extLst>
              <a:ext uri="{FF2B5EF4-FFF2-40B4-BE49-F238E27FC236}">
                <a16:creationId xmlns:a16="http://schemas.microsoft.com/office/drawing/2014/main" id="{5E6BC9DA-653D-2DDB-A3AB-F354BA719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38928" name="AutoShape 15">
            <a:extLst>
              <a:ext uri="{FF2B5EF4-FFF2-40B4-BE49-F238E27FC236}">
                <a16:creationId xmlns:a16="http://schemas.microsoft.com/office/drawing/2014/main" id="{CCFBCF7B-77E5-FB0B-E71D-BA0EAE669ACD}"/>
              </a:ext>
            </a:extLst>
          </p:cNvPr>
          <p:cNvCxnSpPr>
            <a:cxnSpLocks noChangeShapeType="1"/>
            <a:stCxn id="38921" idx="0"/>
            <a:endCxn id="38929" idx="2"/>
          </p:cNvCxnSpPr>
          <p:nvPr/>
        </p:nvCxnSpPr>
        <p:spPr bwMode="auto">
          <a:xfrm flipV="1">
            <a:off x="4151314" y="1973264"/>
            <a:ext cx="1677987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29" name="AutoShape 16">
            <a:extLst>
              <a:ext uri="{FF2B5EF4-FFF2-40B4-BE49-F238E27FC236}">
                <a16:creationId xmlns:a16="http://schemas.microsoft.com/office/drawing/2014/main" id="{30F74EB6-C3F9-33E8-2897-D9A6CD462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8930" name="AutoShape 17">
            <a:extLst>
              <a:ext uri="{FF2B5EF4-FFF2-40B4-BE49-F238E27FC236}">
                <a16:creationId xmlns:a16="http://schemas.microsoft.com/office/drawing/2014/main" id="{8ECF0B70-B38D-AABC-15C6-78289E134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38931" name="AutoShape 18">
            <a:extLst>
              <a:ext uri="{FF2B5EF4-FFF2-40B4-BE49-F238E27FC236}">
                <a16:creationId xmlns:a16="http://schemas.microsoft.com/office/drawing/2014/main" id="{E3AE5768-50F3-F011-5FAC-A9138D94D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1143000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2          6</a:t>
            </a:r>
          </a:p>
        </p:txBody>
      </p:sp>
      <p:sp>
        <p:nvSpPr>
          <p:cNvPr id="38932" name="AutoShape 19">
            <a:extLst>
              <a:ext uri="{FF2B5EF4-FFF2-40B4-BE49-F238E27FC236}">
                <a16:creationId xmlns:a16="http://schemas.microsoft.com/office/drawing/2014/main" id="{04E97DF8-6117-EB03-8587-C2B7D2BA3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563" y="2709863"/>
            <a:ext cx="1128712" cy="334962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4         8</a:t>
            </a:r>
          </a:p>
        </p:txBody>
      </p:sp>
      <p:sp>
        <p:nvSpPr>
          <p:cNvPr id="38933" name="Text Box 21">
            <a:extLst>
              <a:ext uri="{FF2B5EF4-FFF2-40B4-BE49-F238E27FC236}">
                <a16:creationId xmlns:a16="http://schemas.microsoft.com/office/drawing/2014/main" id="{B5887A79-3CF7-4466-6426-9834B2249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2, 3), return</a:t>
            </a:r>
          </a:p>
        </p:txBody>
      </p:sp>
      <p:sp>
        <p:nvSpPr>
          <p:cNvPr id="38934" name="Text Box 22">
            <a:extLst>
              <a:ext uri="{FF2B5EF4-FFF2-40B4-BE49-F238E27FC236}">
                <a16:creationId xmlns:a16="http://schemas.microsoft.com/office/drawing/2014/main" id="{940012AD-B7A0-88E8-D7FF-F3B7D79E6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38935" name="Rectangle 23">
            <a:extLst>
              <a:ext uri="{FF2B5EF4-FFF2-40B4-BE49-F238E27FC236}">
                <a16:creationId xmlns:a16="http://schemas.microsoft.com/office/drawing/2014/main" id="{C4D16820-1243-16EE-5C2C-7FB04B82E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>
            <a:extLst>
              <a:ext uri="{FF2B5EF4-FFF2-40B4-BE49-F238E27FC236}">
                <a16:creationId xmlns:a16="http://schemas.microsoft.com/office/drawing/2014/main" id="{AE02DB1E-02C5-AC66-38B0-67FE85915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EB421C2-228F-4A75-85E7-49B800692F9B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39939" name="AutoShape 2">
            <a:extLst>
              <a:ext uri="{FF2B5EF4-FFF2-40B4-BE49-F238E27FC236}">
                <a16:creationId xmlns:a16="http://schemas.microsoft.com/office/drawing/2014/main" id="{98937732-FBFA-BBBD-1638-C65458BCAB9E}"/>
              </a:ext>
            </a:extLst>
          </p:cNvPr>
          <p:cNvCxnSpPr>
            <a:cxnSpLocks noChangeShapeType="1"/>
            <a:stCxn id="39946" idx="0"/>
            <a:endCxn id="39945" idx="2"/>
          </p:cNvCxnSpPr>
          <p:nvPr/>
        </p:nvCxnSpPr>
        <p:spPr bwMode="auto">
          <a:xfrm flipV="1">
            <a:off x="3400425" y="3113089"/>
            <a:ext cx="750888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0" name="AutoShape 3">
            <a:extLst>
              <a:ext uri="{FF2B5EF4-FFF2-40B4-BE49-F238E27FC236}">
                <a16:creationId xmlns:a16="http://schemas.microsoft.com/office/drawing/2014/main" id="{40404432-1A42-D153-3B46-608EEDF8C915}"/>
              </a:ext>
            </a:extLst>
          </p:cNvPr>
          <p:cNvCxnSpPr>
            <a:cxnSpLocks noChangeShapeType="1"/>
            <a:stCxn id="39947" idx="0"/>
            <a:endCxn id="39945" idx="2"/>
          </p:cNvCxnSpPr>
          <p:nvPr/>
        </p:nvCxnSpPr>
        <p:spPr bwMode="auto">
          <a:xfrm flipH="1" flipV="1">
            <a:off x="4151314" y="3113089"/>
            <a:ext cx="974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1" name="AutoShape 4">
            <a:extLst>
              <a:ext uri="{FF2B5EF4-FFF2-40B4-BE49-F238E27FC236}">
                <a16:creationId xmlns:a16="http://schemas.microsoft.com/office/drawing/2014/main" id="{C860AC6C-EA0F-A72D-4F32-866CB1BC199C}"/>
              </a:ext>
            </a:extLst>
          </p:cNvPr>
          <p:cNvCxnSpPr>
            <a:cxnSpLocks noChangeShapeType="1"/>
            <a:stCxn id="39948" idx="0"/>
            <a:endCxn id="39946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2" name="AutoShape 5">
            <a:extLst>
              <a:ext uri="{FF2B5EF4-FFF2-40B4-BE49-F238E27FC236}">
                <a16:creationId xmlns:a16="http://schemas.microsoft.com/office/drawing/2014/main" id="{8E0B2959-DBB9-E1F7-4160-5CE16EA65CDA}"/>
              </a:ext>
            </a:extLst>
          </p:cNvPr>
          <p:cNvCxnSpPr>
            <a:cxnSpLocks noChangeShapeType="1"/>
            <a:stCxn id="39950" idx="0"/>
            <a:endCxn id="39947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3" name="AutoShape 6">
            <a:extLst>
              <a:ext uri="{FF2B5EF4-FFF2-40B4-BE49-F238E27FC236}">
                <a16:creationId xmlns:a16="http://schemas.microsoft.com/office/drawing/2014/main" id="{0DC9FFFC-8D65-4A24-2247-2630B5F59881}"/>
              </a:ext>
            </a:extLst>
          </p:cNvPr>
          <p:cNvCxnSpPr>
            <a:cxnSpLocks noChangeShapeType="1"/>
            <a:stCxn id="39946" idx="2"/>
            <a:endCxn id="39949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4" name="AutoShape 7">
            <a:extLst>
              <a:ext uri="{FF2B5EF4-FFF2-40B4-BE49-F238E27FC236}">
                <a16:creationId xmlns:a16="http://schemas.microsoft.com/office/drawing/2014/main" id="{BB634F5F-83A1-11E2-82BD-E69F8895E3A0}"/>
              </a:ext>
            </a:extLst>
          </p:cNvPr>
          <p:cNvCxnSpPr>
            <a:cxnSpLocks noChangeShapeType="1"/>
            <a:stCxn id="39947" idx="2"/>
            <a:endCxn id="39951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5" name="AutoShape 8">
            <a:extLst>
              <a:ext uri="{FF2B5EF4-FFF2-40B4-BE49-F238E27FC236}">
                <a16:creationId xmlns:a16="http://schemas.microsoft.com/office/drawing/2014/main" id="{16BD11EE-91DF-ED2C-55DF-4A531FA66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9946" name="AutoShape 9">
            <a:extLst>
              <a:ext uri="{FF2B5EF4-FFF2-40B4-BE49-F238E27FC236}">
                <a16:creationId xmlns:a16="http://schemas.microsoft.com/office/drawing/2014/main" id="{D76900B8-6A79-A8CE-669C-9EC793EC2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9947" name="AutoShape 10">
            <a:extLst>
              <a:ext uri="{FF2B5EF4-FFF2-40B4-BE49-F238E27FC236}">
                <a16:creationId xmlns:a16="http://schemas.microsoft.com/office/drawing/2014/main" id="{6BE362F9-C298-869A-D3B7-15ADEEA96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9948" name="AutoShape 11">
            <a:extLst>
              <a:ext uri="{FF2B5EF4-FFF2-40B4-BE49-F238E27FC236}">
                <a16:creationId xmlns:a16="http://schemas.microsoft.com/office/drawing/2014/main" id="{C31A97CB-39A5-C36F-2920-060495391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9949" name="AutoShape 12">
            <a:extLst>
              <a:ext uri="{FF2B5EF4-FFF2-40B4-BE49-F238E27FC236}">
                <a16:creationId xmlns:a16="http://schemas.microsoft.com/office/drawing/2014/main" id="{B6D4A66E-3BCA-3981-0541-6692832B3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9950" name="AutoShape 13">
            <a:extLst>
              <a:ext uri="{FF2B5EF4-FFF2-40B4-BE49-F238E27FC236}">
                <a16:creationId xmlns:a16="http://schemas.microsoft.com/office/drawing/2014/main" id="{E86E05A5-03AB-BA14-6F3A-727FA5248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39951" name="AutoShape 14">
            <a:extLst>
              <a:ext uri="{FF2B5EF4-FFF2-40B4-BE49-F238E27FC236}">
                <a16:creationId xmlns:a16="http://schemas.microsoft.com/office/drawing/2014/main" id="{5218F8A9-6B97-A8A2-342E-69BD03FE2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39952" name="AutoShape 15">
            <a:extLst>
              <a:ext uri="{FF2B5EF4-FFF2-40B4-BE49-F238E27FC236}">
                <a16:creationId xmlns:a16="http://schemas.microsoft.com/office/drawing/2014/main" id="{7167AFB8-195D-7611-F2BE-1718F969D644}"/>
              </a:ext>
            </a:extLst>
          </p:cNvPr>
          <p:cNvCxnSpPr>
            <a:cxnSpLocks noChangeShapeType="1"/>
            <a:stCxn id="39945" idx="0"/>
            <a:endCxn id="39953" idx="2"/>
          </p:cNvCxnSpPr>
          <p:nvPr/>
        </p:nvCxnSpPr>
        <p:spPr bwMode="auto">
          <a:xfrm flipV="1">
            <a:off x="4151314" y="1973264"/>
            <a:ext cx="1677987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53" name="AutoShape 16">
            <a:extLst>
              <a:ext uri="{FF2B5EF4-FFF2-40B4-BE49-F238E27FC236}">
                <a16:creationId xmlns:a16="http://schemas.microsoft.com/office/drawing/2014/main" id="{70ABF6B6-972F-4F34-0755-E29C49B6D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39954" name="AutoShape 17">
            <a:extLst>
              <a:ext uri="{FF2B5EF4-FFF2-40B4-BE49-F238E27FC236}">
                <a16:creationId xmlns:a16="http://schemas.microsoft.com/office/drawing/2014/main" id="{7C029A72-E3F7-FDD2-6570-A0F4F858F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39955" name="AutoShape 18">
            <a:extLst>
              <a:ext uri="{FF2B5EF4-FFF2-40B4-BE49-F238E27FC236}">
                <a16:creationId xmlns:a16="http://schemas.microsoft.com/office/drawing/2014/main" id="{FE466BF2-E199-A7C7-BD47-72F6FBB80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27326"/>
            <a:ext cx="2681288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2          4           6        8</a:t>
            </a:r>
          </a:p>
        </p:txBody>
      </p:sp>
      <p:sp>
        <p:nvSpPr>
          <p:cNvPr id="39956" name="Text Box 20">
            <a:extLst>
              <a:ext uri="{FF2B5EF4-FFF2-40B4-BE49-F238E27FC236}">
                <a16:creationId xmlns:a16="http://schemas.microsoft.com/office/drawing/2014/main" id="{0C1066A1-7A11-77D6-D374-7674B6A84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Merge(A, 0, 1, 3)</a:t>
            </a:r>
          </a:p>
        </p:txBody>
      </p:sp>
      <p:sp>
        <p:nvSpPr>
          <p:cNvPr id="39957" name="Text Box 21">
            <a:extLst>
              <a:ext uri="{FF2B5EF4-FFF2-40B4-BE49-F238E27FC236}">
                <a16:creationId xmlns:a16="http://schemas.microsoft.com/office/drawing/2014/main" id="{E935944F-F999-62EE-1675-B4593716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39958" name="Rectangle 22">
            <a:extLst>
              <a:ext uri="{FF2B5EF4-FFF2-40B4-BE49-F238E27FC236}">
                <a16:creationId xmlns:a16="http://schemas.microsoft.com/office/drawing/2014/main" id="{3D178198-E2CA-63E9-0621-C7C9EBF8A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D9D6B562-E7DE-9E16-730F-69799352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4724E47-9D73-4037-A1E5-81C46DBD8CDE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40963" name="AutoShape 2">
            <a:extLst>
              <a:ext uri="{FF2B5EF4-FFF2-40B4-BE49-F238E27FC236}">
                <a16:creationId xmlns:a16="http://schemas.microsoft.com/office/drawing/2014/main" id="{280293AB-4130-5CC2-C505-3744D70BB0E1}"/>
              </a:ext>
            </a:extLst>
          </p:cNvPr>
          <p:cNvCxnSpPr>
            <a:cxnSpLocks noChangeShapeType="1"/>
            <a:stCxn id="40970" idx="0"/>
            <a:endCxn id="40969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4" name="AutoShape 3">
            <a:extLst>
              <a:ext uri="{FF2B5EF4-FFF2-40B4-BE49-F238E27FC236}">
                <a16:creationId xmlns:a16="http://schemas.microsoft.com/office/drawing/2014/main" id="{3E9CF3BC-C255-267C-88EC-AC19928E2C92}"/>
              </a:ext>
            </a:extLst>
          </p:cNvPr>
          <p:cNvCxnSpPr>
            <a:cxnSpLocks noChangeShapeType="1"/>
            <a:stCxn id="40971" idx="0"/>
            <a:endCxn id="40969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5" name="AutoShape 4">
            <a:extLst>
              <a:ext uri="{FF2B5EF4-FFF2-40B4-BE49-F238E27FC236}">
                <a16:creationId xmlns:a16="http://schemas.microsoft.com/office/drawing/2014/main" id="{491A646B-8804-8008-833F-B87F129AA5A3}"/>
              </a:ext>
            </a:extLst>
          </p:cNvPr>
          <p:cNvCxnSpPr>
            <a:cxnSpLocks noChangeShapeType="1"/>
            <a:stCxn id="40972" idx="0"/>
            <a:endCxn id="40970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6" name="AutoShape 5">
            <a:extLst>
              <a:ext uri="{FF2B5EF4-FFF2-40B4-BE49-F238E27FC236}">
                <a16:creationId xmlns:a16="http://schemas.microsoft.com/office/drawing/2014/main" id="{7808264D-4714-2C4D-5755-29BED6C593C9}"/>
              </a:ext>
            </a:extLst>
          </p:cNvPr>
          <p:cNvCxnSpPr>
            <a:cxnSpLocks noChangeShapeType="1"/>
            <a:stCxn id="40974" idx="0"/>
            <a:endCxn id="40971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7" name="AutoShape 6">
            <a:extLst>
              <a:ext uri="{FF2B5EF4-FFF2-40B4-BE49-F238E27FC236}">
                <a16:creationId xmlns:a16="http://schemas.microsoft.com/office/drawing/2014/main" id="{34FC309F-D860-DD77-9592-3E875D7A5D01}"/>
              </a:ext>
            </a:extLst>
          </p:cNvPr>
          <p:cNvCxnSpPr>
            <a:cxnSpLocks noChangeShapeType="1"/>
            <a:stCxn id="40970" idx="2"/>
            <a:endCxn id="40973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8" name="AutoShape 7">
            <a:extLst>
              <a:ext uri="{FF2B5EF4-FFF2-40B4-BE49-F238E27FC236}">
                <a16:creationId xmlns:a16="http://schemas.microsoft.com/office/drawing/2014/main" id="{DE305B29-A902-068D-B336-0B0487D518C6}"/>
              </a:ext>
            </a:extLst>
          </p:cNvPr>
          <p:cNvCxnSpPr>
            <a:cxnSpLocks noChangeShapeType="1"/>
            <a:stCxn id="40971" idx="2"/>
            <a:endCxn id="40975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69" name="AutoShape 8">
            <a:extLst>
              <a:ext uri="{FF2B5EF4-FFF2-40B4-BE49-F238E27FC236}">
                <a16:creationId xmlns:a16="http://schemas.microsoft.com/office/drawing/2014/main" id="{25DCD3AD-31B0-1181-AD2A-318334926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0970" name="AutoShape 9">
            <a:extLst>
              <a:ext uri="{FF2B5EF4-FFF2-40B4-BE49-F238E27FC236}">
                <a16:creationId xmlns:a16="http://schemas.microsoft.com/office/drawing/2014/main" id="{ADD6A358-1C09-11E5-352C-42A9AB3EC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0971" name="AutoShape 10">
            <a:extLst>
              <a:ext uri="{FF2B5EF4-FFF2-40B4-BE49-F238E27FC236}">
                <a16:creationId xmlns:a16="http://schemas.microsoft.com/office/drawing/2014/main" id="{C1BD9B3C-88F7-3DAA-2503-B4EB36858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0972" name="AutoShape 11">
            <a:extLst>
              <a:ext uri="{FF2B5EF4-FFF2-40B4-BE49-F238E27FC236}">
                <a16:creationId xmlns:a16="http://schemas.microsoft.com/office/drawing/2014/main" id="{F70A1965-F0B1-86DF-EEC2-13669663A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0973" name="AutoShape 12">
            <a:extLst>
              <a:ext uri="{FF2B5EF4-FFF2-40B4-BE49-F238E27FC236}">
                <a16:creationId xmlns:a16="http://schemas.microsoft.com/office/drawing/2014/main" id="{9D493D7A-581A-B612-CE67-135396969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0974" name="AutoShape 13">
            <a:extLst>
              <a:ext uri="{FF2B5EF4-FFF2-40B4-BE49-F238E27FC236}">
                <a16:creationId xmlns:a16="http://schemas.microsoft.com/office/drawing/2014/main" id="{5BF52001-290E-FF86-FCDC-420B10D3F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0975" name="AutoShape 14">
            <a:extLst>
              <a:ext uri="{FF2B5EF4-FFF2-40B4-BE49-F238E27FC236}">
                <a16:creationId xmlns:a16="http://schemas.microsoft.com/office/drawing/2014/main" id="{372FE9E5-C4DF-9580-ED54-F84C36CA3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40976" name="AutoShape 15">
            <a:extLst>
              <a:ext uri="{FF2B5EF4-FFF2-40B4-BE49-F238E27FC236}">
                <a16:creationId xmlns:a16="http://schemas.microsoft.com/office/drawing/2014/main" id="{C9E81C8E-539E-9D3A-2DED-9DC2740FAAB1}"/>
              </a:ext>
            </a:extLst>
          </p:cNvPr>
          <p:cNvCxnSpPr>
            <a:cxnSpLocks noChangeShapeType="1"/>
            <a:stCxn id="40969" idx="0"/>
            <a:endCxn id="40977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77" name="AutoShape 16">
            <a:extLst>
              <a:ext uri="{FF2B5EF4-FFF2-40B4-BE49-F238E27FC236}">
                <a16:creationId xmlns:a16="http://schemas.microsoft.com/office/drawing/2014/main" id="{6AC108A3-C79B-EDDC-EEAD-98676293F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0978" name="AutoShape 17">
            <a:extLst>
              <a:ext uri="{FF2B5EF4-FFF2-40B4-BE49-F238E27FC236}">
                <a16:creationId xmlns:a16="http://schemas.microsoft.com/office/drawing/2014/main" id="{4D9701CE-D35B-47B3-60CF-0428B8903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584325"/>
            <a:ext cx="2667000" cy="3048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3          7          5         1</a:t>
            </a:r>
          </a:p>
        </p:txBody>
      </p:sp>
      <p:sp>
        <p:nvSpPr>
          <p:cNvPr id="40979" name="AutoShape 18">
            <a:extLst>
              <a:ext uri="{FF2B5EF4-FFF2-40B4-BE49-F238E27FC236}">
                <a16:creationId xmlns:a16="http://schemas.microsoft.com/office/drawing/2014/main" id="{ACD616CB-D944-FD9B-DB1D-9CF9F995A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584326"/>
            <a:ext cx="2681288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2          4           6        8</a:t>
            </a:r>
          </a:p>
        </p:txBody>
      </p:sp>
      <p:sp>
        <p:nvSpPr>
          <p:cNvPr id="40980" name="Text Box 20">
            <a:extLst>
              <a:ext uri="{FF2B5EF4-FFF2-40B4-BE49-F238E27FC236}">
                <a16:creationId xmlns:a16="http://schemas.microsoft.com/office/drawing/2014/main" id="{5A0573FD-6503-4FBE-CD19-7858068C4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0, 3), return</a:t>
            </a:r>
          </a:p>
        </p:txBody>
      </p:sp>
      <p:sp>
        <p:nvSpPr>
          <p:cNvPr id="40981" name="Text Box 21">
            <a:extLst>
              <a:ext uri="{FF2B5EF4-FFF2-40B4-BE49-F238E27FC236}">
                <a16:creationId xmlns:a16="http://schemas.microsoft.com/office/drawing/2014/main" id="{6A29363A-054A-5502-00EC-E29EC25B4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40982" name="Rectangle 22">
            <a:extLst>
              <a:ext uri="{FF2B5EF4-FFF2-40B4-BE49-F238E27FC236}">
                <a16:creationId xmlns:a16="http://schemas.microsoft.com/office/drawing/2014/main" id="{0A8DF0C6-E73E-EF0D-5EEC-63E1CA6C0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4">
            <a:extLst>
              <a:ext uri="{FF2B5EF4-FFF2-40B4-BE49-F238E27FC236}">
                <a16:creationId xmlns:a16="http://schemas.microsoft.com/office/drawing/2014/main" id="{16451E86-5545-BBDF-43CF-A8AF6361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56CC9E9-3364-47D2-938F-BC98F274BC4D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41987" name="AutoShape 2">
            <a:extLst>
              <a:ext uri="{FF2B5EF4-FFF2-40B4-BE49-F238E27FC236}">
                <a16:creationId xmlns:a16="http://schemas.microsoft.com/office/drawing/2014/main" id="{216CCD82-96D3-7629-1D49-B9ED4B5CD4C0}"/>
              </a:ext>
            </a:extLst>
          </p:cNvPr>
          <p:cNvCxnSpPr>
            <a:cxnSpLocks noChangeShapeType="1"/>
            <a:stCxn id="41995" idx="0"/>
            <a:endCxn id="41993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88" name="AutoShape 3">
            <a:extLst>
              <a:ext uri="{FF2B5EF4-FFF2-40B4-BE49-F238E27FC236}">
                <a16:creationId xmlns:a16="http://schemas.microsoft.com/office/drawing/2014/main" id="{23169EC1-78F1-55AA-170B-849F16E68B39}"/>
              </a:ext>
            </a:extLst>
          </p:cNvPr>
          <p:cNvCxnSpPr>
            <a:cxnSpLocks noChangeShapeType="1"/>
            <a:stCxn id="41996" idx="0"/>
            <a:endCxn id="41993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89" name="AutoShape 4">
            <a:extLst>
              <a:ext uri="{FF2B5EF4-FFF2-40B4-BE49-F238E27FC236}">
                <a16:creationId xmlns:a16="http://schemas.microsoft.com/office/drawing/2014/main" id="{234D255D-F532-C3C0-83D3-C28A22438873}"/>
              </a:ext>
            </a:extLst>
          </p:cNvPr>
          <p:cNvCxnSpPr>
            <a:cxnSpLocks noChangeShapeType="1"/>
            <a:stCxn id="41997" idx="0"/>
            <a:endCxn id="41995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0" name="AutoShape 5">
            <a:extLst>
              <a:ext uri="{FF2B5EF4-FFF2-40B4-BE49-F238E27FC236}">
                <a16:creationId xmlns:a16="http://schemas.microsoft.com/office/drawing/2014/main" id="{D616965C-EE87-4B8E-5219-DBB2E94BD07D}"/>
              </a:ext>
            </a:extLst>
          </p:cNvPr>
          <p:cNvCxnSpPr>
            <a:cxnSpLocks noChangeShapeType="1"/>
            <a:stCxn id="41999" idx="0"/>
            <a:endCxn id="41996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1" name="AutoShape 6">
            <a:extLst>
              <a:ext uri="{FF2B5EF4-FFF2-40B4-BE49-F238E27FC236}">
                <a16:creationId xmlns:a16="http://schemas.microsoft.com/office/drawing/2014/main" id="{26D06E9C-21C4-C06E-106E-7BA2B1A0D94D}"/>
              </a:ext>
            </a:extLst>
          </p:cNvPr>
          <p:cNvCxnSpPr>
            <a:cxnSpLocks noChangeShapeType="1"/>
            <a:stCxn id="41995" idx="2"/>
            <a:endCxn id="41998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2" name="AutoShape 7">
            <a:extLst>
              <a:ext uri="{FF2B5EF4-FFF2-40B4-BE49-F238E27FC236}">
                <a16:creationId xmlns:a16="http://schemas.microsoft.com/office/drawing/2014/main" id="{17020152-60C7-CD4F-2144-DE9FA90D8BDB}"/>
              </a:ext>
            </a:extLst>
          </p:cNvPr>
          <p:cNvCxnSpPr>
            <a:cxnSpLocks noChangeShapeType="1"/>
            <a:stCxn id="41996" idx="2"/>
            <a:endCxn id="42000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3" name="AutoShape 8">
            <a:extLst>
              <a:ext uri="{FF2B5EF4-FFF2-40B4-BE49-F238E27FC236}">
                <a16:creationId xmlns:a16="http://schemas.microsoft.com/office/drawing/2014/main" id="{B2FB7B10-03E6-BD28-8AE7-487B8B266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1994" name="AutoShape 9">
            <a:extLst>
              <a:ext uri="{FF2B5EF4-FFF2-40B4-BE49-F238E27FC236}">
                <a16:creationId xmlns:a16="http://schemas.microsoft.com/office/drawing/2014/main" id="{10F2129C-541A-27AF-97E7-634B80143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2667000"/>
            <a:ext cx="270668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1995" name="AutoShape 10">
            <a:extLst>
              <a:ext uri="{FF2B5EF4-FFF2-40B4-BE49-F238E27FC236}">
                <a16:creationId xmlns:a16="http://schemas.microsoft.com/office/drawing/2014/main" id="{BC9D35FD-B2CD-7A9C-1D27-43AED5EB5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1996" name="AutoShape 11">
            <a:extLst>
              <a:ext uri="{FF2B5EF4-FFF2-40B4-BE49-F238E27FC236}">
                <a16:creationId xmlns:a16="http://schemas.microsoft.com/office/drawing/2014/main" id="{4942AFD7-6852-F1B3-350E-7859F7E4D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1997" name="AutoShape 12">
            <a:extLst>
              <a:ext uri="{FF2B5EF4-FFF2-40B4-BE49-F238E27FC236}">
                <a16:creationId xmlns:a16="http://schemas.microsoft.com/office/drawing/2014/main" id="{BD181F89-8B05-9757-8AC8-EF4722861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1998" name="AutoShape 13">
            <a:extLst>
              <a:ext uri="{FF2B5EF4-FFF2-40B4-BE49-F238E27FC236}">
                <a16:creationId xmlns:a16="http://schemas.microsoft.com/office/drawing/2014/main" id="{78A60CB5-D683-27A9-99D2-F0DCCAD61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1999" name="AutoShape 14">
            <a:extLst>
              <a:ext uri="{FF2B5EF4-FFF2-40B4-BE49-F238E27FC236}">
                <a16:creationId xmlns:a16="http://schemas.microsoft.com/office/drawing/2014/main" id="{E79370CF-557F-2D5B-183F-FB4378AB7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2000" name="AutoShape 15">
            <a:extLst>
              <a:ext uri="{FF2B5EF4-FFF2-40B4-BE49-F238E27FC236}">
                <a16:creationId xmlns:a16="http://schemas.microsoft.com/office/drawing/2014/main" id="{C3A4382A-C566-8A9A-CE47-052FE88A5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42001" name="AutoShape 16">
            <a:extLst>
              <a:ext uri="{FF2B5EF4-FFF2-40B4-BE49-F238E27FC236}">
                <a16:creationId xmlns:a16="http://schemas.microsoft.com/office/drawing/2014/main" id="{09713ACE-ECF4-55B0-262D-7456CAAA0E6E}"/>
              </a:ext>
            </a:extLst>
          </p:cNvPr>
          <p:cNvCxnSpPr>
            <a:cxnSpLocks noChangeShapeType="1"/>
            <a:stCxn id="41993" idx="0"/>
            <a:endCxn id="42003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2" name="AutoShape 17">
            <a:extLst>
              <a:ext uri="{FF2B5EF4-FFF2-40B4-BE49-F238E27FC236}">
                <a16:creationId xmlns:a16="http://schemas.microsoft.com/office/drawing/2014/main" id="{9C8A7995-E864-870B-3262-B96D11E8617F}"/>
              </a:ext>
            </a:extLst>
          </p:cNvPr>
          <p:cNvCxnSpPr>
            <a:cxnSpLocks noChangeShapeType="1"/>
            <a:stCxn id="41994" idx="0"/>
            <a:endCxn id="42003" idx="2"/>
          </p:cNvCxnSpPr>
          <p:nvPr/>
        </p:nvCxnSpPr>
        <p:spPr bwMode="auto">
          <a:xfrm flipH="1" flipV="1">
            <a:off x="5829301" y="1973264"/>
            <a:ext cx="1763713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03" name="AutoShape 18">
            <a:extLst>
              <a:ext uri="{FF2B5EF4-FFF2-40B4-BE49-F238E27FC236}">
                <a16:creationId xmlns:a16="http://schemas.microsoft.com/office/drawing/2014/main" id="{E9E187B4-4416-8ADA-B308-BB20A99F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2004" name="AutoShape 19">
            <a:extLst>
              <a:ext uri="{FF2B5EF4-FFF2-40B4-BE49-F238E27FC236}">
                <a16:creationId xmlns:a16="http://schemas.microsoft.com/office/drawing/2014/main" id="{E58F2AC6-9E93-7AB0-4E51-B4842733F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438" y="2740026"/>
            <a:ext cx="2590800" cy="29051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3         7         5         1</a:t>
            </a:r>
          </a:p>
        </p:txBody>
      </p:sp>
      <p:sp>
        <p:nvSpPr>
          <p:cNvPr id="42005" name="AutoShape 20">
            <a:extLst>
              <a:ext uri="{FF2B5EF4-FFF2-40B4-BE49-F238E27FC236}">
                <a16:creationId xmlns:a16="http://schemas.microsoft.com/office/drawing/2014/main" id="{2A176572-8651-FBA0-D2A7-2EB861604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584326"/>
            <a:ext cx="2681288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2          4           6        8</a:t>
            </a:r>
          </a:p>
        </p:txBody>
      </p:sp>
      <p:sp>
        <p:nvSpPr>
          <p:cNvPr id="42006" name="Text Box 22">
            <a:extLst>
              <a:ext uri="{FF2B5EF4-FFF2-40B4-BE49-F238E27FC236}">
                <a16:creationId xmlns:a16="http://schemas.microsoft.com/office/drawing/2014/main" id="{488BA9FB-A091-F2B6-0AB3-F46EBDE0F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4498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4, 7)</a:t>
            </a:r>
          </a:p>
        </p:txBody>
      </p:sp>
      <p:sp>
        <p:nvSpPr>
          <p:cNvPr id="42007" name="Text Box 23">
            <a:extLst>
              <a:ext uri="{FF2B5EF4-FFF2-40B4-BE49-F238E27FC236}">
                <a16:creationId xmlns:a16="http://schemas.microsoft.com/office/drawing/2014/main" id="{B8C324A7-3D98-B8D6-1C1E-0637F8743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42008" name="Rectangle 24">
            <a:extLst>
              <a:ext uri="{FF2B5EF4-FFF2-40B4-BE49-F238E27FC236}">
                <a16:creationId xmlns:a16="http://schemas.microsoft.com/office/drawing/2014/main" id="{F255ECA0-D85E-D123-1A05-5A4CCEF05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C02370AD-E429-E5C7-04A7-828618A1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C3E999B9-318F-47B2-8FB7-5DC20B96EACB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43011" name="AutoShape 2">
            <a:extLst>
              <a:ext uri="{FF2B5EF4-FFF2-40B4-BE49-F238E27FC236}">
                <a16:creationId xmlns:a16="http://schemas.microsoft.com/office/drawing/2014/main" id="{0A953745-FEA8-5EFB-FF04-DA784400FFA9}"/>
              </a:ext>
            </a:extLst>
          </p:cNvPr>
          <p:cNvCxnSpPr>
            <a:cxnSpLocks noChangeShapeType="1"/>
            <a:stCxn id="43019" idx="0"/>
            <a:endCxn id="43017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2" name="AutoShape 3">
            <a:extLst>
              <a:ext uri="{FF2B5EF4-FFF2-40B4-BE49-F238E27FC236}">
                <a16:creationId xmlns:a16="http://schemas.microsoft.com/office/drawing/2014/main" id="{2FA2AB8E-68FB-D283-9FFF-916245D61E9E}"/>
              </a:ext>
            </a:extLst>
          </p:cNvPr>
          <p:cNvCxnSpPr>
            <a:cxnSpLocks noChangeShapeType="1"/>
            <a:stCxn id="43020" idx="0"/>
            <a:endCxn id="43017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3" name="AutoShape 4">
            <a:extLst>
              <a:ext uri="{FF2B5EF4-FFF2-40B4-BE49-F238E27FC236}">
                <a16:creationId xmlns:a16="http://schemas.microsoft.com/office/drawing/2014/main" id="{4FD468EB-042D-75EC-17AE-326CAF9D1714}"/>
              </a:ext>
            </a:extLst>
          </p:cNvPr>
          <p:cNvCxnSpPr>
            <a:cxnSpLocks noChangeShapeType="1"/>
            <a:stCxn id="43023" idx="0"/>
            <a:endCxn id="43019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4" name="AutoShape 5">
            <a:extLst>
              <a:ext uri="{FF2B5EF4-FFF2-40B4-BE49-F238E27FC236}">
                <a16:creationId xmlns:a16="http://schemas.microsoft.com/office/drawing/2014/main" id="{DB3796CC-2536-267E-4A4B-9ED9FFFB1858}"/>
              </a:ext>
            </a:extLst>
          </p:cNvPr>
          <p:cNvCxnSpPr>
            <a:cxnSpLocks noChangeShapeType="1"/>
            <a:stCxn id="43025" idx="0"/>
            <a:endCxn id="43020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5" name="AutoShape 6">
            <a:extLst>
              <a:ext uri="{FF2B5EF4-FFF2-40B4-BE49-F238E27FC236}">
                <a16:creationId xmlns:a16="http://schemas.microsoft.com/office/drawing/2014/main" id="{DFF5652E-613B-6A5A-DCC3-2C3AD124808D}"/>
              </a:ext>
            </a:extLst>
          </p:cNvPr>
          <p:cNvCxnSpPr>
            <a:cxnSpLocks noChangeShapeType="1"/>
            <a:stCxn id="43019" idx="2"/>
            <a:endCxn id="43024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6" name="AutoShape 7">
            <a:extLst>
              <a:ext uri="{FF2B5EF4-FFF2-40B4-BE49-F238E27FC236}">
                <a16:creationId xmlns:a16="http://schemas.microsoft.com/office/drawing/2014/main" id="{160CA03B-57F7-DE79-CC09-99335384B2CC}"/>
              </a:ext>
            </a:extLst>
          </p:cNvPr>
          <p:cNvCxnSpPr>
            <a:cxnSpLocks noChangeShapeType="1"/>
            <a:stCxn id="43020" idx="2"/>
            <a:endCxn id="43026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17" name="AutoShape 8">
            <a:extLst>
              <a:ext uri="{FF2B5EF4-FFF2-40B4-BE49-F238E27FC236}">
                <a16:creationId xmlns:a16="http://schemas.microsoft.com/office/drawing/2014/main" id="{66EC2559-5501-E672-7AA7-AF5BE26C8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3018" name="AutoShape 9">
            <a:extLst>
              <a:ext uri="{FF2B5EF4-FFF2-40B4-BE49-F238E27FC236}">
                <a16:creationId xmlns:a16="http://schemas.microsoft.com/office/drawing/2014/main" id="{BA6A8973-E66D-F648-E2FE-D0CE67F7C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2667000"/>
            <a:ext cx="2706688" cy="42703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3019" name="AutoShape 10">
            <a:extLst>
              <a:ext uri="{FF2B5EF4-FFF2-40B4-BE49-F238E27FC236}">
                <a16:creationId xmlns:a16="http://schemas.microsoft.com/office/drawing/2014/main" id="{381AC16E-BF89-C58A-8FE4-9651F4D7D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3020" name="AutoShape 11">
            <a:extLst>
              <a:ext uri="{FF2B5EF4-FFF2-40B4-BE49-F238E27FC236}">
                <a16:creationId xmlns:a16="http://schemas.microsoft.com/office/drawing/2014/main" id="{A85CDBE0-BE81-1EE0-EF00-6DC9660C8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3021" name="AutoShape 12">
            <a:extLst>
              <a:ext uri="{FF2B5EF4-FFF2-40B4-BE49-F238E27FC236}">
                <a16:creationId xmlns:a16="http://schemas.microsoft.com/office/drawing/2014/main" id="{6F2CDC21-8A00-DC97-B95A-2BEB7DBEF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638" y="3976689"/>
            <a:ext cx="1420812" cy="42703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3022" name="AutoShape 13">
            <a:extLst>
              <a:ext uri="{FF2B5EF4-FFF2-40B4-BE49-F238E27FC236}">
                <a16:creationId xmlns:a16="http://schemas.microsoft.com/office/drawing/2014/main" id="{A148E529-BBEB-FD8C-8254-0B0610473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962400"/>
            <a:ext cx="138588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3023" name="AutoShape 14">
            <a:extLst>
              <a:ext uri="{FF2B5EF4-FFF2-40B4-BE49-F238E27FC236}">
                <a16:creationId xmlns:a16="http://schemas.microsoft.com/office/drawing/2014/main" id="{79135211-B379-3468-6664-7FEBB8F46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3024" name="AutoShape 15">
            <a:extLst>
              <a:ext uri="{FF2B5EF4-FFF2-40B4-BE49-F238E27FC236}">
                <a16:creationId xmlns:a16="http://schemas.microsoft.com/office/drawing/2014/main" id="{366F761B-742C-A54F-2170-E320965BD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3025" name="AutoShape 16">
            <a:extLst>
              <a:ext uri="{FF2B5EF4-FFF2-40B4-BE49-F238E27FC236}">
                <a16:creationId xmlns:a16="http://schemas.microsoft.com/office/drawing/2014/main" id="{13AB90C2-318E-FCCA-0848-1FDAC5A4E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3026" name="AutoShape 17">
            <a:extLst>
              <a:ext uri="{FF2B5EF4-FFF2-40B4-BE49-F238E27FC236}">
                <a16:creationId xmlns:a16="http://schemas.microsoft.com/office/drawing/2014/main" id="{2C1D447D-878F-B0CC-31A3-6AC02D6A4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3027" name="AutoShape 18">
            <a:extLst>
              <a:ext uri="{FF2B5EF4-FFF2-40B4-BE49-F238E27FC236}">
                <a16:creationId xmlns:a16="http://schemas.microsoft.com/office/drawing/2014/main" id="{C4578521-E575-A034-B242-135A85A38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3028" name="AutoShape 19">
            <a:extLst>
              <a:ext uri="{FF2B5EF4-FFF2-40B4-BE49-F238E27FC236}">
                <a16:creationId xmlns:a16="http://schemas.microsoft.com/office/drawing/2014/main" id="{2CCEFEB9-B824-0D22-60C3-F99D9E1ED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175" y="5029200"/>
            <a:ext cx="4397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3029" name="AutoShape 20">
            <a:extLst>
              <a:ext uri="{FF2B5EF4-FFF2-40B4-BE49-F238E27FC236}">
                <a16:creationId xmlns:a16="http://schemas.microsoft.com/office/drawing/2014/main" id="{64DF2B34-3C6F-4A9E-926F-B0D62EF72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2239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3030" name="AutoShape 21">
            <a:extLst>
              <a:ext uri="{FF2B5EF4-FFF2-40B4-BE49-F238E27FC236}">
                <a16:creationId xmlns:a16="http://schemas.microsoft.com/office/drawing/2014/main" id="{A20D1D5C-8C61-2730-9AE1-7BFD8DEED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1" y="499745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43031" name="AutoShape 22">
            <a:extLst>
              <a:ext uri="{FF2B5EF4-FFF2-40B4-BE49-F238E27FC236}">
                <a16:creationId xmlns:a16="http://schemas.microsoft.com/office/drawing/2014/main" id="{60B5EE72-1862-E9EC-CA88-C305C1ED5C7E}"/>
              </a:ext>
            </a:extLst>
          </p:cNvPr>
          <p:cNvCxnSpPr>
            <a:cxnSpLocks noChangeShapeType="1"/>
            <a:stCxn id="43021" idx="0"/>
            <a:endCxn id="43018" idx="2"/>
          </p:cNvCxnSpPr>
          <p:nvPr/>
        </p:nvCxnSpPr>
        <p:spPr bwMode="auto">
          <a:xfrm flipV="1">
            <a:off x="6700839" y="3113088"/>
            <a:ext cx="892175" cy="849312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2" name="AutoShape 23">
            <a:extLst>
              <a:ext uri="{FF2B5EF4-FFF2-40B4-BE49-F238E27FC236}">
                <a16:creationId xmlns:a16="http://schemas.microsoft.com/office/drawing/2014/main" id="{F4FDD1F9-32DD-0C4A-0FB6-F42B4E246461}"/>
              </a:ext>
            </a:extLst>
          </p:cNvPr>
          <p:cNvCxnSpPr>
            <a:cxnSpLocks noChangeShapeType="1"/>
            <a:stCxn id="43022" idx="0"/>
            <a:endCxn id="43018" idx="2"/>
          </p:cNvCxnSpPr>
          <p:nvPr/>
        </p:nvCxnSpPr>
        <p:spPr bwMode="auto">
          <a:xfrm flipH="1" flipV="1">
            <a:off x="7593014" y="3113089"/>
            <a:ext cx="720725" cy="83502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3" name="AutoShape 24">
            <a:extLst>
              <a:ext uri="{FF2B5EF4-FFF2-40B4-BE49-F238E27FC236}">
                <a16:creationId xmlns:a16="http://schemas.microsoft.com/office/drawing/2014/main" id="{D02CF9BF-128F-CDE0-3750-409BE6D9A06B}"/>
              </a:ext>
            </a:extLst>
          </p:cNvPr>
          <p:cNvCxnSpPr>
            <a:cxnSpLocks noChangeShapeType="1"/>
            <a:stCxn id="43027" idx="0"/>
            <a:endCxn id="43021" idx="2"/>
          </p:cNvCxnSpPr>
          <p:nvPr/>
        </p:nvCxnSpPr>
        <p:spPr bwMode="auto">
          <a:xfrm flipV="1">
            <a:off x="6378576" y="4418013"/>
            <a:ext cx="322263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4" name="AutoShape 25">
            <a:extLst>
              <a:ext uri="{FF2B5EF4-FFF2-40B4-BE49-F238E27FC236}">
                <a16:creationId xmlns:a16="http://schemas.microsoft.com/office/drawing/2014/main" id="{EA9B1644-CC90-CE8F-3AFF-772A9947557F}"/>
              </a:ext>
            </a:extLst>
          </p:cNvPr>
          <p:cNvCxnSpPr>
            <a:cxnSpLocks noChangeShapeType="1"/>
            <a:stCxn id="43029" idx="0"/>
            <a:endCxn id="43022" idx="2"/>
          </p:cNvCxnSpPr>
          <p:nvPr/>
        </p:nvCxnSpPr>
        <p:spPr bwMode="auto">
          <a:xfrm flipV="1">
            <a:off x="7966076" y="4403725"/>
            <a:ext cx="347663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5" name="AutoShape 26">
            <a:extLst>
              <a:ext uri="{FF2B5EF4-FFF2-40B4-BE49-F238E27FC236}">
                <a16:creationId xmlns:a16="http://schemas.microsoft.com/office/drawing/2014/main" id="{62147D4D-D7FC-363C-875E-458869D15A9B}"/>
              </a:ext>
            </a:extLst>
          </p:cNvPr>
          <p:cNvCxnSpPr>
            <a:cxnSpLocks noChangeShapeType="1"/>
            <a:stCxn id="43021" idx="2"/>
            <a:endCxn id="43028" idx="0"/>
          </p:cNvCxnSpPr>
          <p:nvPr/>
        </p:nvCxnSpPr>
        <p:spPr bwMode="auto">
          <a:xfrm>
            <a:off x="6700838" y="4418013"/>
            <a:ext cx="508000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6" name="AutoShape 27">
            <a:extLst>
              <a:ext uri="{FF2B5EF4-FFF2-40B4-BE49-F238E27FC236}">
                <a16:creationId xmlns:a16="http://schemas.microsoft.com/office/drawing/2014/main" id="{8866EF31-F8ED-41BC-777A-763EF038E93E}"/>
              </a:ext>
            </a:extLst>
          </p:cNvPr>
          <p:cNvCxnSpPr>
            <a:cxnSpLocks noChangeShapeType="1"/>
            <a:stCxn id="43022" idx="2"/>
            <a:endCxn id="43030" idx="0"/>
          </p:cNvCxnSpPr>
          <p:nvPr/>
        </p:nvCxnSpPr>
        <p:spPr bwMode="auto">
          <a:xfrm>
            <a:off x="8313739" y="4403725"/>
            <a:ext cx="414337" cy="57943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7" name="AutoShape 28">
            <a:extLst>
              <a:ext uri="{FF2B5EF4-FFF2-40B4-BE49-F238E27FC236}">
                <a16:creationId xmlns:a16="http://schemas.microsoft.com/office/drawing/2014/main" id="{543EF938-09E8-58C2-3C9B-DBCB52814B28}"/>
              </a:ext>
            </a:extLst>
          </p:cNvPr>
          <p:cNvCxnSpPr>
            <a:cxnSpLocks noChangeShapeType="1"/>
            <a:stCxn id="43017" idx="0"/>
            <a:endCxn id="43039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8" name="AutoShape 29">
            <a:extLst>
              <a:ext uri="{FF2B5EF4-FFF2-40B4-BE49-F238E27FC236}">
                <a16:creationId xmlns:a16="http://schemas.microsoft.com/office/drawing/2014/main" id="{0B2C07FF-BBA1-50E7-773D-F6BDD042A15E}"/>
              </a:ext>
            </a:extLst>
          </p:cNvPr>
          <p:cNvCxnSpPr>
            <a:cxnSpLocks noChangeShapeType="1"/>
            <a:stCxn id="43018" idx="0"/>
            <a:endCxn id="43039" idx="2"/>
          </p:cNvCxnSpPr>
          <p:nvPr/>
        </p:nvCxnSpPr>
        <p:spPr bwMode="auto">
          <a:xfrm flipH="1" flipV="1">
            <a:off x="5829301" y="1973264"/>
            <a:ext cx="1763713" cy="674687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39" name="AutoShape 30">
            <a:extLst>
              <a:ext uri="{FF2B5EF4-FFF2-40B4-BE49-F238E27FC236}">
                <a16:creationId xmlns:a16="http://schemas.microsoft.com/office/drawing/2014/main" id="{7304141E-FBB6-499F-63E5-421C3239C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3040" name="AutoShape 31">
            <a:extLst>
              <a:ext uri="{FF2B5EF4-FFF2-40B4-BE49-F238E27FC236}">
                <a16:creationId xmlns:a16="http://schemas.microsoft.com/office/drawing/2014/main" id="{6E12D57E-34D3-A53A-5D16-1FCBE726B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438" y="2740026"/>
            <a:ext cx="2590800" cy="29051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1         3         5         7</a:t>
            </a:r>
          </a:p>
        </p:txBody>
      </p:sp>
      <p:sp>
        <p:nvSpPr>
          <p:cNvPr id="43041" name="AutoShape 32">
            <a:extLst>
              <a:ext uri="{FF2B5EF4-FFF2-40B4-BE49-F238E27FC236}">
                <a16:creationId xmlns:a16="http://schemas.microsoft.com/office/drawing/2014/main" id="{B5E1C08C-14DB-92AF-31F7-E7E4F9ECF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584326"/>
            <a:ext cx="2681288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2          4           6        8</a:t>
            </a:r>
          </a:p>
        </p:txBody>
      </p:sp>
      <p:sp>
        <p:nvSpPr>
          <p:cNvPr id="43042" name="Text Box 34">
            <a:extLst>
              <a:ext uri="{FF2B5EF4-FFF2-40B4-BE49-F238E27FC236}">
                <a16:creationId xmlns:a16="http://schemas.microsoft.com/office/drawing/2014/main" id="{038F0226-BDBA-CE32-3905-8588C5076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43043" name="Text Box 35">
            <a:extLst>
              <a:ext uri="{FF2B5EF4-FFF2-40B4-BE49-F238E27FC236}">
                <a16:creationId xmlns:a16="http://schemas.microsoft.com/office/drawing/2014/main" id="{C13DB152-851A-3876-4D98-7C550159C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58863"/>
            <a:ext cx="4498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 (A, 4, 5, 7)</a:t>
            </a:r>
          </a:p>
        </p:txBody>
      </p:sp>
      <p:sp>
        <p:nvSpPr>
          <p:cNvPr id="43044" name="Rectangle 36">
            <a:extLst>
              <a:ext uri="{FF2B5EF4-FFF2-40B4-BE49-F238E27FC236}">
                <a16:creationId xmlns:a16="http://schemas.microsoft.com/office/drawing/2014/main" id="{697875AD-400F-2975-4774-C53E8FB80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4">
            <a:extLst>
              <a:ext uri="{FF2B5EF4-FFF2-40B4-BE49-F238E27FC236}">
                <a16:creationId xmlns:a16="http://schemas.microsoft.com/office/drawing/2014/main" id="{52F4F753-7877-0712-F395-D4C56BAEE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2EBCBC7-36E3-41ED-AB0B-13442A81A854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44035" name="AutoShape 2">
            <a:extLst>
              <a:ext uri="{FF2B5EF4-FFF2-40B4-BE49-F238E27FC236}">
                <a16:creationId xmlns:a16="http://schemas.microsoft.com/office/drawing/2014/main" id="{413B1439-F8C9-4CED-0A02-BDF9945533E5}"/>
              </a:ext>
            </a:extLst>
          </p:cNvPr>
          <p:cNvCxnSpPr>
            <a:cxnSpLocks noChangeShapeType="1"/>
            <a:stCxn id="44043" idx="0"/>
            <a:endCxn id="44041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36" name="AutoShape 3">
            <a:extLst>
              <a:ext uri="{FF2B5EF4-FFF2-40B4-BE49-F238E27FC236}">
                <a16:creationId xmlns:a16="http://schemas.microsoft.com/office/drawing/2014/main" id="{18AEE968-7AE5-A928-37A8-B801081F64B9}"/>
              </a:ext>
            </a:extLst>
          </p:cNvPr>
          <p:cNvCxnSpPr>
            <a:cxnSpLocks noChangeShapeType="1"/>
            <a:stCxn id="44044" idx="0"/>
            <a:endCxn id="44041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37" name="AutoShape 4">
            <a:extLst>
              <a:ext uri="{FF2B5EF4-FFF2-40B4-BE49-F238E27FC236}">
                <a16:creationId xmlns:a16="http://schemas.microsoft.com/office/drawing/2014/main" id="{AB978EF0-47A3-1E71-B7DE-301149A09D0E}"/>
              </a:ext>
            </a:extLst>
          </p:cNvPr>
          <p:cNvCxnSpPr>
            <a:cxnSpLocks noChangeShapeType="1"/>
            <a:stCxn id="44047" idx="0"/>
            <a:endCxn id="44043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38" name="AutoShape 5">
            <a:extLst>
              <a:ext uri="{FF2B5EF4-FFF2-40B4-BE49-F238E27FC236}">
                <a16:creationId xmlns:a16="http://schemas.microsoft.com/office/drawing/2014/main" id="{80D375F9-9D98-7430-6950-78B2542AB782}"/>
              </a:ext>
            </a:extLst>
          </p:cNvPr>
          <p:cNvCxnSpPr>
            <a:cxnSpLocks noChangeShapeType="1"/>
            <a:stCxn id="44049" idx="0"/>
            <a:endCxn id="44044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39" name="AutoShape 6">
            <a:extLst>
              <a:ext uri="{FF2B5EF4-FFF2-40B4-BE49-F238E27FC236}">
                <a16:creationId xmlns:a16="http://schemas.microsoft.com/office/drawing/2014/main" id="{93CE88F2-E777-2647-A2D6-BF73935BF721}"/>
              </a:ext>
            </a:extLst>
          </p:cNvPr>
          <p:cNvCxnSpPr>
            <a:cxnSpLocks noChangeShapeType="1"/>
            <a:stCxn id="44043" idx="2"/>
            <a:endCxn id="44048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0" name="AutoShape 7">
            <a:extLst>
              <a:ext uri="{FF2B5EF4-FFF2-40B4-BE49-F238E27FC236}">
                <a16:creationId xmlns:a16="http://schemas.microsoft.com/office/drawing/2014/main" id="{986F5689-29C4-5077-52B4-3D528B21BE13}"/>
              </a:ext>
            </a:extLst>
          </p:cNvPr>
          <p:cNvCxnSpPr>
            <a:cxnSpLocks noChangeShapeType="1"/>
            <a:stCxn id="44044" idx="2"/>
            <a:endCxn id="44050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41" name="AutoShape 8">
            <a:extLst>
              <a:ext uri="{FF2B5EF4-FFF2-40B4-BE49-F238E27FC236}">
                <a16:creationId xmlns:a16="http://schemas.microsoft.com/office/drawing/2014/main" id="{B4095659-E1AC-D692-8A8F-BC96C2E57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4042" name="AutoShape 9">
            <a:extLst>
              <a:ext uri="{FF2B5EF4-FFF2-40B4-BE49-F238E27FC236}">
                <a16:creationId xmlns:a16="http://schemas.microsoft.com/office/drawing/2014/main" id="{8E548BE3-F105-4C97-FE46-04FFA5A8F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2667000"/>
            <a:ext cx="270668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4043" name="AutoShape 10">
            <a:extLst>
              <a:ext uri="{FF2B5EF4-FFF2-40B4-BE49-F238E27FC236}">
                <a16:creationId xmlns:a16="http://schemas.microsoft.com/office/drawing/2014/main" id="{0EC55E44-9691-1C2A-0AB0-8AA76E236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4044" name="AutoShape 11">
            <a:extLst>
              <a:ext uri="{FF2B5EF4-FFF2-40B4-BE49-F238E27FC236}">
                <a16:creationId xmlns:a16="http://schemas.microsoft.com/office/drawing/2014/main" id="{62E86606-F593-AD4B-0EC4-FF6A64B34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4045" name="AutoShape 12">
            <a:extLst>
              <a:ext uri="{FF2B5EF4-FFF2-40B4-BE49-F238E27FC236}">
                <a16:creationId xmlns:a16="http://schemas.microsoft.com/office/drawing/2014/main" id="{653CCB13-4BAC-4B93-2EC8-30A44F6C4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638" y="3976689"/>
            <a:ext cx="1420812" cy="42703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4046" name="AutoShape 13">
            <a:extLst>
              <a:ext uri="{FF2B5EF4-FFF2-40B4-BE49-F238E27FC236}">
                <a16:creationId xmlns:a16="http://schemas.microsoft.com/office/drawing/2014/main" id="{06079024-C1BC-1F32-17C0-9F842698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962400"/>
            <a:ext cx="138588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4047" name="AutoShape 14">
            <a:extLst>
              <a:ext uri="{FF2B5EF4-FFF2-40B4-BE49-F238E27FC236}">
                <a16:creationId xmlns:a16="http://schemas.microsoft.com/office/drawing/2014/main" id="{351F3519-E938-E8B1-2EB5-9D6FACA20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4048" name="AutoShape 15">
            <a:extLst>
              <a:ext uri="{FF2B5EF4-FFF2-40B4-BE49-F238E27FC236}">
                <a16:creationId xmlns:a16="http://schemas.microsoft.com/office/drawing/2014/main" id="{30719AC1-DB81-2E88-4968-B23CD51EB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4049" name="AutoShape 16">
            <a:extLst>
              <a:ext uri="{FF2B5EF4-FFF2-40B4-BE49-F238E27FC236}">
                <a16:creationId xmlns:a16="http://schemas.microsoft.com/office/drawing/2014/main" id="{E481F79E-94A6-CA6F-E17F-171850126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4050" name="AutoShape 17">
            <a:extLst>
              <a:ext uri="{FF2B5EF4-FFF2-40B4-BE49-F238E27FC236}">
                <a16:creationId xmlns:a16="http://schemas.microsoft.com/office/drawing/2014/main" id="{882B643F-BE77-9A6E-2131-7A32783A0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4051" name="AutoShape 18">
            <a:extLst>
              <a:ext uri="{FF2B5EF4-FFF2-40B4-BE49-F238E27FC236}">
                <a16:creationId xmlns:a16="http://schemas.microsoft.com/office/drawing/2014/main" id="{02B80BBE-4237-AF60-38AD-5BCD004BF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4052" name="AutoShape 19">
            <a:extLst>
              <a:ext uri="{FF2B5EF4-FFF2-40B4-BE49-F238E27FC236}">
                <a16:creationId xmlns:a16="http://schemas.microsoft.com/office/drawing/2014/main" id="{277CE2CD-B1D9-468B-45CA-239793718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175" y="5029200"/>
            <a:ext cx="4397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4053" name="AutoShape 20">
            <a:extLst>
              <a:ext uri="{FF2B5EF4-FFF2-40B4-BE49-F238E27FC236}">
                <a16:creationId xmlns:a16="http://schemas.microsoft.com/office/drawing/2014/main" id="{2E1C2C78-F1B8-4F7E-AAFF-9AD626A50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2239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4054" name="AutoShape 21">
            <a:extLst>
              <a:ext uri="{FF2B5EF4-FFF2-40B4-BE49-F238E27FC236}">
                <a16:creationId xmlns:a16="http://schemas.microsoft.com/office/drawing/2014/main" id="{98C0DFE9-2F62-EB21-D1F6-44FF03963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1" y="499745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44055" name="AutoShape 22">
            <a:extLst>
              <a:ext uri="{FF2B5EF4-FFF2-40B4-BE49-F238E27FC236}">
                <a16:creationId xmlns:a16="http://schemas.microsoft.com/office/drawing/2014/main" id="{2D38E73D-F569-0732-7464-A8D7858C7B27}"/>
              </a:ext>
            </a:extLst>
          </p:cNvPr>
          <p:cNvCxnSpPr>
            <a:cxnSpLocks noChangeShapeType="1"/>
            <a:stCxn id="44045" idx="0"/>
            <a:endCxn id="44042" idx="2"/>
          </p:cNvCxnSpPr>
          <p:nvPr/>
        </p:nvCxnSpPr>
        <p:spPr bwMode="auto">
          <a:xfrm flipV="1">
            <a:off x="6700839" y="3108326"/>
            <a:ext cx="892175" cy="85407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6" name="AutoShape 23">
            <a:extLst>
              <a:ext uri="{FF2B5EF4-FFF2-40B4-BE49-F238E27FC236}">
                <a16:creationId xmlns:a16="http://schemas.microsoft.com/office/drawing/2014/main" id="{62C390B8-AB5E-1606-74F0-2B2E731305EC}"/>
              </a:ext>
            </a:extLst>
          </p:cNvPr>
          <p:cNvCxnSpPr>
            <a:cxnSpLocks noChangeShapeType="1"/>
            <a:stCxn id="44046" idx="0"/>
            <a:endCxn id="44042" idx="2"/>
          </p:cNvCxnSpPr>
          <p:nvPr/>
        </p:nvCxnSpPr>
        <p:spPr bwMode="auto">
          <a:xfrm flipH="1" flipV="1">
            <a:off x="7593014" y="3108325"/>
            <a:ext cx="720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7" name="AutoShape 24">
            <a:extLst>
              <a:ext uri="{FF2B5EF4-FFF2-40B4-BE49-F238E27FC236}">
                <a16:creationId xmlns:a16="http://schemas.microsoft.com/office/drawing/2014/main" id="{74456F37-1CD1-E9A2-85B6-6D0E1E05FD5A}"/>
              </a:ext>
            </a:extLst>
          </p:cNvPr>
          <p:cNvCxnSpPr>
            <a:cxnSpLocks noChangeShapeType="1"/>
            <a:stCxn id="44051" idx="0"/>
            <a:endCxn id="44045" idx="2"/>
          </p:cNvCxnSpPr>
          <p:nvPr/>
        </p:nvCxnSpPr>
        <p:spPr bwMode="auto">
          <a:xfrm flipV="1">
            <a:off x="6378576" y="4418013"/>
            <a:ext cx="322263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8" name="AutoShape 25">
            <a:extLst>
              <a:ext uri="{FF2B5EF4-FFF2-40B4-BE49-F238E27FC236}">
                <a16:creationId xmlns:a16="http://schemas.microsoft.com/office/drawing/2014/main" id="{5FBCA8C9-2524-BC47-B866-7B2359E763E2}"/>
              </a:ext>
            </a:extLst>
          </p:cNvPr>
          <p:cNvCxnSpPr>
            <a:cxnSpLocks noChangeShapeType="1"/>
            <a:stCxn id="44053" idx="0"/>
            <a:endCxn id="44046" idx="2"/>
          </p:cNvCxnSpPr>
          <p:nvPr/>
        </p:nvCxnSpPr>
        <p:spPr bwMode="auto">
          <a:xfrm flipV="1">
            <a:off x="7966076" y="4403725"/>
            <a:ext cx="347663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9" name="AutoShape 26">
            <a:extLst>
              <a:ext uri="{FF2B5EF4-FFF2-40B4-BE49-F238E27FC236}">
                <a16:creationId xmlns:a16="http://schemas.microsoft.com/office/drawing/2014/main" id="{F7706E43-47CC-4B57-C895-0FD15A11BAF4}"/>
              </a:ext>
            </a:extLst>
          </p:cNvPr>
          <p:cNvCxnSpPr>
            <a:cxnSpLocks noChangeShapeType="1"/>
            <a:stCxn id="44045" idx="2"/>
            <a:endCxn id="44052" idx="0"/>
          </p:cNvCxnSpPr>
          <p:nvPr/>
        </p:nvCxnSpPr>
        <p:spPr bwMode="auto">
          <a:xfrm>
            <a:off x="6700838" y="4418013"/>
            <a:ext cx="508000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60" name="AutoShape 27">
            <a:extLst>
              <a:ext uri="{FF2B5EF4-FFF2-40B4-BE49-F238E27FC236}">
                <a16:creationId xmlns:a16="http://schemas.microsoft.com/office/drawing/2014/main" id="{CBAB1F16-135D-F3C8-02DB-57C3E35A6E28}"/>
              </a:ext>
            </a:extLst>
          </p:cNvPr>
          <p:cNvCxnSpPr>
            <a:cxnSpLocks noChangeShapeType="1"/>
            <a:stCxn id="44046" idx="2"/>
            <a:endCxn id="44054" idx="0"/>
          </p:cNvCxnSpPr>
          <p:nvPr/>
        </p:nvCxnSpPr>
        <p:spPr bwMode="auto">
          <a:xfrm>
            <a:off x="8313739" y="4403725"/>
            <a:ext cx="414337" cy="57943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61" name="AutoShape 28">
            <a:extLst>
              <a:ext uri="{FF2B5EF4-FFF2-40B4-BE49-F238E27FC236}">
                <a16:creationId xmlns:a16="http://schemas.microsoft.com/office/drawing/2014/main" id="{3FB70811-165F-CD57-BBDB-05F0DF0670F4}"/>
              </a:ext>
            </a:extLst>
          </p:cNvPr>
          <p:cNvCxnSpPr>
            <a:cxnSpLocks noChangeShapeType="1"/>
            <a:stCxn id="44041" idx="0"/>
            <a:endCxn id="44063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62" name="AutoShape 29">
            <a:extLst>
              <a:ext uri="{FF2B5EF4-FFF2-40B4-BE49-F238E27FC236}">
                <a16:creationId xmlns:a16="http://schemas.microsoft.com/office/drawing/2014/main" id="{BA8A0359-D2F9-C790-DC15-80A0256B4F47}"/>
              </a:ext>
            </a:extLst>
          </p:cNvPr>
          <p:cNvCxnSpPr>
            <a:cxnSpLocks noChangeShapeType="1"/>
            <a:stCxn id="44042" idx="0"/>
            <a:endCxn id="44063" idx="2"/>
          </p:cNvCxnSpPr>
          <p:nvPr/>
        </p:nvCxnSpPr>
        <p:spPr bwMode="auto">
          <a:xfrm flipH="1" flipV="1">
            <a:off x="5829301" y="1973263"/>
            <a:ext cx="1763713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63" name="AutoShape 30">
            <a:extLst>
              <a:ext uri="{FF2B5EF4-FFF2-40B4-BE49-F238E27FC236}">
                <a16:creationId xmlns:a16="http://schemas.microsoft.com/office/drawing/2014/main" id="{ED92C399-EB0B-2F93-8027-F79A6A580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4064" name="AutoShape 31">
            <a:extLst>
              <a:ext uri="{FF2B5EF4-FFF2-40B4-BE49-F238E27FC236}">
                <a16:creationId xmlns:a16="http://schemas.microsoft.com/office/drawing/2014/main" id="{B83895B5-52B5-091E-80C4-EAAD85B10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75" y="1597026"/>
            <a:ext cx="2590800" cy="290513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1         3         5         7</a:t>
            </a:r>
          </a:p>
        </p:txBody>
      </p:sp>
      <p:sp>
        <p:nvSpPr>
          <p:cNvPr id="44065" name="AutoShape 32">
            <a:extLst>
              <a:ext uri="{FF2B5EF4-FFF2-40B4-BE49-F238E27FC236}">
                <a16:creationId xmlns:a16="http://schemas.microsoft.com/office/drawing/2014/main" id="{3180C34F-8C81-C1C8-28E1-EFB8DD0A2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584326"/>
            <a:ext cx="2681288" cy="320675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2          4           6        8</a:t>
            </a:r>
          </a:p>
        </p:txBody>
      </p:sp>
      <p:sp>
        <p:nvSpPr>
          <p:cNvPr id="44066" name="Text Box 34">
            <a:extLst>
              <a:ext uri="{FF2B5EF4-FFF2-40B4-BE49-F238E27FC236}">
                <a16:creationId xmlns:a16="http://schemas.microsoft.com/office/drawing/2014/main" id="{67F84392-2642-BEB4-E474-E516EB30E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4, 7), return</a:t>
            </a:r>
          </a:p>
        </p:txBody>
      </p:sp>
      <p:sp>
        <p:nvSpPr>
          <p:cNvPr id="44067" name="Text Box 35">
            <a:extLst>
              <a:ext uri="{FF2B5EF4-FFF2-40B4-BE49-F238E27FC236}">
                <a16:creationId xmlns:a16="http://schemas.microsoft.com/office/drawing/2014/main" id="{22FB80AE-15EA-5492-E2AB-CA36B787D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44068" name="Rectangle 36">
            <a:extLst>
              <a:ext uri="{FF2B5EF4-FFF2-40B4-BE49-F238E27FC236}">
                <a16:creationId xmlns:a16="http://schemas.microsoft.com/office/drawing/2014/main" id="{B14C4064-C9A6-2BCC-77E5-EB1988682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4">
            <a:extLst>
              <a:ext uri="{FF2B5EF4-FFF2-40B4-BE49-F238E27FC236}">
                <a16:creationId xmlns:a16="http://schemas.microsoft.com/office/drawing/2014/main" id="{CBB16400-7E33-0930-1004-602970BE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D09F585-5469-4F05-8C2A-2E3AE4535953}" type="slidenum">
              <a:rPr lang="en-US" altLang="en-US" b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en-US" b="0">
              <a:solidFill>
                <a:srgbClr val="000000"/>
              </a:solidFill>
            </a:endParaRPr>
          </a:p>
        </p:txBody>
      </p:sp>
      <p:cxnSp>
        <p:nvCxnSpPr>
          <p:cNvPr id="45059" name="AutoShape 2">
            <a:extLst>
              <a:ext uri="{FF2B5EF4-FFF2-40B4-BE49-F238E27FC236}">
                <a16:creationId xmlns:a16="http://schemas.microsoft.com/office/drawing/2014/main" id="{1BCEDA95-E7CE-4D8C-1B13-CDFD1623F5E4}"/>
              </a:ext>
            </a:extLst>
          </p:cNvPr>
          <p:cNvCxnSpPr>
            <a:cxnSpLocks noChangeShapeType="1"/>
            <a:stCxn id="45067" idx="0"/>
            <a:endCxn id="45065" idx="2"/>
          </p:cNvCxnSpPr>
          <p:nvPr/>
        </p:nvCxnSpPr>
        <p:spPr bwMode="auto">
          <a:xfrm flipV="1">
            <a:off x="3400425" y="3108325"/>
            <a:ext cx="750888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0" name="AutoShape 3">
            <a:extLst>
              <a:ext uri="{FF2B5EF4-FFF2-40B4-BE49-F238E27FC236}">
                <a16:creationId xmlns:a16="http://schemas.microsoft.com/office/drawing/2014/main" id="{C8C73C70-93F8-64CA-9625-7B0E32951B6F}"/>
              </a:ext>
            </a:extLst>
          </p:cNvPr>
          <p:cNvCxnSpPr>
            <a:cxnSpLocks noChangeShapeType="1"/>
            <a:stCxn id="45068" idx="0"/>
            <a:endCxn id="45065" idx="2"/>
          </p:cNvCxnSpPr>
          <p:nvPr/>
        </p:nvCxnSpPr>
        <p:spPr bwMode="auto">
          <a:xfrm flipH="1" flipV="1">
            <a:off x="4151314" y="3108325"/>
            <a:ext cx="974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1" name="AutoShape 4">
            <a:extLst>
              <a:ext uri="{FF2B5EF4-FFF2-40B4-BE49-F238E27FC236}">
                <a16:creationId xmlns:a16="http://schemas.microsoft.com/office/drawing/2014/main" id="{0B74B96F-BB33-2CF7-7026-9D29165F5660}"/>
              </a:ext>
            </a:extLst>
          </p:cNvPr>
          <p:cNvCxnSpPr>
            <a:cxnSpLocks noChangeShapeType="1"/>
            <a:stCxn id="45071" idx="0"/>
            <a:endCxn id="45067" idx="2"/>
          </p:cNvCxnSpPr>
          <p:nvPr/>
        </p:nvCxnSpPr>
        <p:spPr bwMode="auto">
          <a:xfrm flipV="1">
            <a:off x="2971801" y="4403725"/>
            <a:ext cx="428625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2" name="AutoShape 5">
            <a:extLst>
              <a:ext uri="{FF2B5EF4-FFF2-40B4-BE49-F238E27FC236}">
                <a16:creationId xmlns:a16="http://schemas.microsoft.com/office/drawing/2014/main" id="{153E6B01-F737-B37F-8266-D0EA677BD62B}"/>
              </a:ext>
            </a:extLst>
          </p:cNvPr>
          <p:cNvCxnSpPr>
            <a:cxnSpLocks noChangeShapeType="1"/>
            <a:stCxn id="45073" idx="0"/>
            <a:endCxn id="45068" idx="2"/>
          </p:cNvCxnSpPr>
          <p:nvPr/>
        </p:nvCxnSpPr>
        <p:spPr bwMode="auto">
          <a:xfrm flipV="1">
            <a:off x="4643438" y="4403725"/>
            <a:ext cx="48260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3" name="AutoShape 6">
            <a:extLst>
              <a:ext uri="{FF2B5EF4-FFF2-40B4-BE49-F238E27FC236}">
                <a16:creationId xmlns:a16="http://schemas.microsoft.com/office/drawing/2014/main" id="{9B6F584C-FECC-06E7-F0AF-6ADACBB569D2}"/>
              </a:ext>
            </a:extLst>
          </p:cNvPr>
          <p:cNvCxnSpPr>
            <a:cxnSpLocks noChangeShapeType="1"/>
            <a:stCxn id="45067" idx="2"/>
            <a:endCxn id="45072" idx="0"/>
          </p:cNvCxnSpPr>
          <p:nvPr/>
        </p:nvCxnSpPr>
        <p:spPr bwMode="auto">
          <a:xfrm>
            <a:off x="3400425" y="4403725"/>
            <a:ext cx="438150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4" name="AutoShape 7">
            <a:extLst>
              <a:ext uri="{FF2B5EF4-FFF2-40B4-BE49-F238E27FC236}">
                <a16:creationId xmlns:a16="http://schemas.microsoft.com/office/drawing/2014/main" id="{3CF27E4A-2E4A-AC31-0CF1-550B9D5AAB00}"/>
              </a:ext>
            </a:extLst>
          </p:cNvPr>
          <p:cNvCxnSpPr>
            <a:cxnSpLocks noChangeShapeType="1"/>
            <a:stCxn id="45068" idx="2"/>
            <a:endCxn id="45074" idx="0"/>
          </p:cNvCxnSpPr>
          <p:nvPr/>
        </p:nvCxnSpPr>
        <p:spPr bwMode="auto">
          <a:xfrm>
            <a:off x="5126039" y="4403725"/>
            <a:ext cx="427037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5" name="AutoShape 8">
            <a:extLst>
              <a:ext uri="{FF2B5EF4-FFF2-40B4-BE49-F238E27FC236}">
                <a16:creationId xmlns:a16="http://schemas.microsoft.com/office/drawing/2014/main" id="{0A282A62-9C2F-F078-B683-498BFE432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2814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5066" name="AutoShape 9">
            <a:extLst>
              <a:ext uri="{FF2B5EF4-FFF2-40B4-BE49-F238E27FC236}">
                <a16:creationId xmlns:a16="http://schemas.microsoft.com/office/drawing/2014/main" id="{74DF36D4-A999-5B91-EB85-5B3E18ED5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2667000"/>
            <a:ext cx="270668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5067" name="AutoShape 10">
            <a:extLst>
              <a:ext uri="{FF2B5EF4-FFF2-40B4-BE49-F238E27FC236}">
                <a16:creationId xmlns:a16="http://schemas.microsoft.com/office/drawing/2014/main" id="{869714C1-F340-69BC-FB43-A864619AB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131445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5068" name="AutoShape 11">
            <a:extLst>
              <a:ext uri="{FF2B5EF4-FFF2-40B4-BE49-F238E27FC236}">
                <a16:creationId xmlns:a16="http://schemas.microsoft.com/office/drawing/2014/main" id="{12A4EA96-6D2B-0D50-0B77-F9A8CB4AC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962400"/>
            <a:ext cx="12906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5069" name="AutoShape 12">
            <a:extLst>
              <a:ext uri="{FF2B5EF4-FFF2-40B4-BE49-F238E27FC236}">
                <a16:creationId xmlns:a16="http://schemas.microsoft.com/office/drawing/2014/main" id="{4575F37E-89E0-49AA-F703-460FFE865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638" y="3976689"/>
            <a:ext cx="1420812" cy="42703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5070" name="AutoShape 13">
            <a:extLst>
              <a:ext uri="{FF2B5EF4-FFF2-40B4-BE49-F238E27FC236}">
                <a16:creationId xmlns:a16="http://schemas.microsoft.com/office/drawing/2014/main" id="{6561DBDF-AC8E-7870-C07A-A33E9276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962400"/>
            <a:ext cx="138588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5071" name="AutoShape 14">
            <a:extLst>
              <a:ext uri="{FF2B5EF4-FFF2-40B4-BE49-F238E27FC236}">
                <a16:creationId xmlns:a16="http://schemas.microsoft.com/office/drawing/2014/main" id="{40062B99-9308-EF04-9EC2-DF1A2FB00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5072" name="AutoShape 15">
            <a:extLst>
              <a:ext uri="{FF2B5EF4-FFF2-40B4-BE49-F238E27FC236}">
                <a16:creationId xmlns:a16="http://schemas.microsoft.com/office/drawing/2014/main" id="{F447DAE7-00A6-FC89-A3CB-D8A669408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4" y="5029200"/>
            <a:ext cx="439737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5073" name="AutoShape 16">
            <a:extLst>
              <a:ext uri="{FF2B5EF4-FFF2-40B4-BE49-F238E27FC236}">
                <a16:creationId xmlns:a16="http://schemas.microsoft.com/office/drawing/2014/main" id="{A776C28C-956A-08F8-DC64-FCC735143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5074" name="AutoShape 17">
            <a:extLst>
              <a:ext uri="{FF2B5EF4-FFF2-40B4-BE49-F238E27FC236}">
                <a16:creationId xmlns:a16="http://schemas.microsoft.com/office/drawing/2014/main" id="{EC5BF524-3B84-2DD6-67A0-61A237C83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502920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5075" name="AutoShape 18">
            <a:extLst>
              <a:ext uri="{FF2B5EF4-FFF2-40B4-BE49-F238E27FC236}">
                <a16:creationId xmlns:a16="http://schemas.microsoft.com/office/drawing/2014/main" id="{BEF6EB62-3455-22AD-D54F-27AB5306A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5029200"/>
            <a:ext cx="457200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5076" name="AutoShape 19">
            <a:extLst>
              <a:ext uri="{FF2B5EF4-FFF2-40B4-BE49-F238E27FC236}">
                <a16:creationId xmlns:a16="http://schemas.microsoft.com/office/drawing/2014/main" id="{B30EB4A3-0E77-B80E-5AC5-16EE8339F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175" y="5029200"/>
            <a:ext cx="439738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5077" name="AutoShape 20">
            <a:extLst>
              <a:ext uri="{FF2B5EF4-FFF2-40B4-BE49-F238E27FC236}">
                <a16:creationId xmlns:a16="http://schemas.microsoft.com/office/drawing/2014/main" id="{A4FCDAED-A2CD-3740-2C2F-6505A211B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2239" y="5029200"/>
            <a:ext cx="447675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sp>
        <p:nvSpPr>
          <p:cNvPr id="45078" name="AutoShape 21">
            <a:extLst>
              <a:ext uri="{FF2B5EF4-FFF2-40B4-BE49-F238E27FC236}">
                <a16:creationId xmlns:a16="http://schemas.microsoft.com/office/drawing/2014/main" id="{001A3899-BCF9-6755-847E-102003C93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1" y="4997450"/>
            <a:ext cx="436563" cy="42703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D8D8EC"/>
              </a:solidFill>
              <a:latin typeface="Tahoma" panose="020B0604030504040204" pitchFamily="34" charset="0"/>
            </a:endParaRPr>
          </a:p>
        </p:txBody>
      </p:sp>
      <p:cxnSp>
        <p:nvCxnSpPr>
          <p:cNvPr id="45079" name="AutoShape 22">
            <a:extLst>
              <a:ext uri="{FF2B5EF4-FFF2-40B4-BE49-F238E27FC236}">
                <a16:creationId xmlns:a16="http://schemas.microsoft.com/office/drawing/2014/main" id="{DB9ADE91-255C-3489-DC47-C92E2DBB9E80}"/>
              </a:ext>
            </a:extLst>
          </p:cNvPr>
          <p:cNvCxnSpPr>
            <a:cxnSpLocks noChangeShapeType="1"/>
            <a:stCxn id="45069" idx="0"/>
            <a:endCxn id="45066" idx="2"/>
          </p:cNvCxnSpPr>
          <p:nvPr/>
        </p:nvCxnSpPr>
        <p:spPr bwMode="auto">
          <a:xfrm flipV="1">
            <a:off x="6700839" y="3108326"/>
            <a:ext cx="892175" cy="85407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AutoShape 23">
            <a:extLst>
              <a:ext uri="{FF2B5EF4-FFF2-40B4-BE49-F238E27FC236}">
                <a16:creationId xmlns:a16="http://schemas.microsoft.com/office/drawing/2014/main" id="{D219FDBA-C21C-998B-4E19-05C4BEE617FD}"/>
              </a:ext>
            </a:extLst>
          </p:cNvPr>
          <p:cNvCxnSpPr>
            <a:cxnSpLocks noChangeShapeType="1"/>
            <a:stCxn id="45070" idx="0"/>
            <a:endCxn id="45066" idx="2"/>
          </p:cNvCxnSpPr>
          <p:nvPr/>
        </p:nvCxnSpPr>
        <p:spPr bwMode="auto">
          <a:xfrm flipH="1" flipV="1">
            <a:off x="7593014" y="3108325"/>
            <a:ext cx="720725" cy="8397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1" name="AutoShape 24">
            <a:extLst>
              <a:ext uri="{FF2B5EF4-FFF2-40B4-BE49-F238E27FC236}">
                <a16:creationId xmlns:a16="http://schemas.microsoft.com/office/drawing/2014/main" id="{89B7678B-BEB6-B641-0526-3CC46990A94B}"/>
              </a:ext>
            </a:extLst>
          </p:cNvPr>
          <p:cNvCxnSpPr>
            <a:cxnSpLocks noChangeShapeType="1"/>
            <a:stCxn id="45075" idx="0"/>
            <a:endCxn id="45069" idx="2"/>
          </p:cNvCxnSpPr>
          <p:nvPr/>
        </p:nvCxnSpPr>
        <p:spPr bwMode="auto">
          <a:xfrm flipV="1">
            <a:off x="6378576" y="4418013"/>
            <a:ext cx="322263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2" name="AutoShape 25">
            <a:extLst>
              <a:ext uri="{FF2B5EF4-FFF2-40B4-BE49-F238E27FC236}">
                <a16:creationId xmlns:a16="http://schemas.microsoft.com/office/drawing/2014/main" id="{463DD70B-64D9-A6F9-2764-275BD745D32E}"/>
              </a:ext>
            </a:extLst>
          </p:cNvPr>
          <p:cNvCxnSpPr>
            <a:cxnSpLocks noChangeShapeType="1"/>
            <a:stCxn id="45077" idx="0"/>
            <a:endCxn id="45070" idx="2"/>
          </p:cNvCxnSpPr>
          <p:nvPr/>
        </p:nvCxnSpPr>
        <p:spPr bwMode="auto">
          <a:xfrm flipV="1">
            <a:off x="7966076" y="4403725"/>
            <a:ext cx="347663" cy="61118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3" name="AutoShape 26">
            <a:extLst>
              <a:ext uri="{FF2B5EF4-FFF2-40B4-BE49-F238E27FC236}">
                <a16:creationId xmlns:a16="http://schemas.microsoft.com/office/drawing/2014/main" id="{B0E2FB37-1FA2-DE9B-CD03-EBE43EA716BD}"/>
              </a:ext>
            </a:extLst>
          </p:cNvPr>
          <p:cNvCxnSpPr>
            <a:cxnSpLocks noChangeShapeType="1"/>
            <a:stCxn id="45069" idx="2"/>
            <a:endCxn id="45076" idx="0"/>
          </p:cNvCxnSpPr>
          <p:nvPr/>
        </p:nvCxnSpPr>
        <p:spPr bwMode="auto">
          <a:xfrm>
            <a:off x="6700838" y="4418013"/>
            <a:ext cx="508000" cy="5969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4" name="AutoShape 27">
            <a:extLst>
              <a:ext uri="{FF2B5EF4-FFF2-40B4-BE49-F238E27FC236}">
                <a16:creationId xmlns:a16="http://schemas.microsoft.com/office/drawing/2014/main" id="{0FB7D6A0-2219-91A1-67DB-57DE61DE15F8}"/>
              </a:ext>
            </a:extLst>
          </p:cNvPr>
          <p:cNvCxnSpPr>
            <a:cxnSpLocks noChangeShapeType="1"/>
            <a:stCxn id="45070" idx="2"/>
            <a:endCxn id="45078" idx="0"/>
          </p:cNvCxnSpPr>
          <p:nvPr/>
        </p:nvCxnSpPr>
        <p:spPr bwMode="auto">
          <a:xfrm>
            <a:off x="8313739" y="4403725"/>
            <a:ext cx="414337" cy="579438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5" name="AutoShape 28">
            <a:extLst>
              <a:ext uri="{FF2B5EF4-FFF2-40B4-BE49-F238E27FC236}">
                <a16:creationId xmlns:a16="http://schemas.microsoft.com/office/drawing/2014/main" id="{172CC4BC-0373-A350-78C0-42563AC2C119}"/>
              </a:ext>
            </a:extLst>
          </p:cNvPr>
          <p:cNvCxnSpPr>
            <a:cxnSpLocks noChangeShapeType="1"/>
            <a:stCxn id="45065" idx="0"/>
            <a:endCxn id="45087" idx="2"/>
          </p:cNvCxnSpPr>
          <p:nvPr/>
        </p:nvCxnSpPr>
        <p:spPr bwMode="auto">
          <a:xfrm flipV="1">
            <a:off x="4151314" y="1973263"/>
            <a:ext cx="1677987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6" name="AutoShape 29">
            <a:extLst>
              <a:ext uri="{FF2B5EF4-FFF2-40B4-BE49-F238E27FC236}">
                <a16:creationId xmlns:a16="http://schemas.microsoft.com/office/drawing/2014/main" id="{59C311DF-8535-A80E-F1DD-520515FE13AC}"/>
              </a:ext>
            </a:extLst>
          </p:cNvPr>
          <p:cNvCxnSpPr>
            <a:cxnSpLocks noChangeShapeType="1"/>
            <a:stCxn id="45066" idx="0"/>
            <a:endCxn id="45087" idx="2"/>
          </p:cNvCxnSpPr>
          <p:nvPr/>
        </p:nvCxnSpPr>
        <p:spPr bwMode="auto">
          <a:xfrm flipH="1" flipV="1">
            <a:off x="5829301" y="1973263"/>
            <a:ext cx="1763713" cy="67945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none" w="lg" len="lg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87" name="AutoShape 30">
            <a:extLst>
              <a:ext uri="{FF2B5EF4-FFF2-40B4-BE49-F238E27FC236}">
                <a16:creationId xmlns:a16="http://schemas.microsoft.com/office/drawing/2014/main" id="{79868B50-D363-D809-E8FC-84E509EAC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524001"/>
            <a:ext cx="6172200" cy="43021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 b="0">
              <a:solidFill>
                <a:srgbClr val="CCCC00"/>
              </a:solidFill>
              <a:latin typeface="Tahoma" panose="020B0604030504040204" pitchFamily="34" charset="0"/>
            </a:endParaRPr>
          </a:p>
        </p:txBody>
      </p:sp>
      <p:sp>
        <p:nvSpPr>
          <p:cNvPr id="45088" name="AutoShape 31">
            <a:extLst>
              <a:ext uri="{FF2B5EF4-FFF2-40B4-BE49-F238E27FC236}">
                <a16:creationId xmlns:a16="http://schemas.microsoft.com/office/drawing/2014/main" id="{A5AC6086-1E2A-B1BA-B67D-4487DC753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6" y="1614489"/>
            <a:ext cx="6003925" cy="274637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FF3300"/>
                </a:solidFill>
                <a:latin typeface="Tahoma" panose="020B0604030504040204" pitchFamily="34" charset="0"/>
              </a:rPr>
              <a:t>1          2          3        4             5          6        7          8</a:t>
            </a:r>
          </a:p>
        </p:txBody>
      </p:sp>
      <p:sp>
        <p:nvSpPr>
          <p:cNvPr id="45089" name="Text Box 33">
            <a:extLst>
              <a:ext uri="{FF2B5EF4-FFF2-40B4-BE49-F238E27FC236}">
                <a16:creationId xmlns:a16="http://schemas.microsoft.com/office/drawing/2014/main" id="{C6173FF3-D1B1-D322-70D7-2605D2CCF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1058863"/>
            <a:ext cx="417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Merge(A, 0, 3, 7)</a:t>
            </a:r>
          </a:p>
        </p:txBody>
      </p:sp>
      <p:sp>
        <p:nvSpPr>
          <p:cNvPr id="45090" name="Text Box 34">
            <a:extLst>
              <a:ext uri="{FF2B5EF4-FFF2-40B4-BE49-F238E27FC236}">
                <a16:creationId xmlns:a16="http://schemas.microsoft.com/office/drawing/2014/main" id="{5153C1DC-EDB5-EBB0-4CFB-6296EACB2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530351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A:</a:t>
            </a:r>
          </a:p>
        </p:txBody>
      </p:sp>
      <p:sp>
        <p:nvSpPr>
          <p:cNvPr id="45091" name="Rectangle 35">
            <a:extLst>
              <a:ext uri="{FF2B5EF4-FFF2-40B4-BE49-F238E27FC236}">
                <a16:creationId xmlns:a16="http://schemas.microsoft.com/office/drawing/2014/main" id="{F17DAE1E-1903-E206-3ACF-1E3C8C8F5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319088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3100">
                <a:solidFill>
                  <a:srgbClr val="330066"/>
                </a:solidFill>
              </a:rPr>
              <a:t>Merge-Sort(A, 0, 7)</a:t>
            </a:r>
          </a:p>
        </p:txBody>
      </p:sp>
      <p:sp>
        <p:nvSpPr>
          <p:cNvPr id="593956" name="Text Box 36">
            <a:extLst>
              <a:ext uri="{FF2B5EF4-FFF2-40B4-BE49-F238E27FC236}">
                <a16:creationId xmlns:a16="http://schemas.microsoft.com/office/drawing/2014/main" id="{0A76FCA8-F660-9278-D343-4BDF8AC93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289" y="1008063"/>
            <a:ext cx="41798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009900"/>
                </a:solidFill>
              </a:rPr>
              <a:t>Merge-Sort(A, 0, 7), done!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6" grpId="0" animBg="1"/>
    </p:bld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1566</Words>
  <Application>Microsoft Office PowerPoint</Application>
  <PresentationFormat>Widescreen</PresentationFormat>
  <Paragraphs>576</Paragraphs>
  <Slides>42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Aptos</vt:lpstr>
      <vt:lpstr>Arial</vt:lpstr>
      <vt:lpstr>Courier New</vt:lpstr>
      <vt:lpstr>Symbol</vt:lpstr>
      <vt:lpstr>Tahoma</vt:lpstr>
      <vt:lpstr>Times New Roman</vt:lpstr>
      <vt:lpstr>Wingdings</vt:lpstr>
      <vt:lpstr>Network</vt:lpstr>
      <vt:lpstr>Sorting Algorithms</vt:lpstr>
      <vt:lpstr>PowerPoint Presentation</vt:lpstr>
      <vt:lpstr>Divide and Conquer - Sort</vt:lpstr>
      <vt:lpstr>PowerPoint Presentation</vt:lpstr>
      <vt:lpstr>Overview</vt:lpstr>
      <vt:lpstr>Animation</vt:lpstr>
      <vt:lpstr>Merge Sort: Idea</vt:lpstr>
      <vt:lpstr>Merge Sort: Algorithm </vt:lpstr>
      <vt:lpstr>Merge-Sort: Merge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Merge-Sort: Merge Example</vt:lpstr>
      <vt:lpstr>PowerPoint Presentation</vt:lpstr>
      <vt:lpstr>Merge-Sort(A, 0, 7)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Arefeen</dc:creator>
  <cp:lastModifiedBy>Adnan Arefeen</cp:lastModifiedBy>
  <cp:revision>1</cp:revision>
  <dcterms:created xsi:type="dcterms:W3CDTF">2025-05-28T13:31:11Z</dcterms:created>
  <dcterms:modified xsi:type="dcterms:W3CDTF">2025-05-28T14:17:27Z</dcterms:modified>
</cp:coreProperties>
</file>
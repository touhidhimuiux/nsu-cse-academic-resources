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708" r:id="rId3"/>
    <p:sldId id="709" r:id="rId4"/>
    <p:sldId id="710" r:id="rId5"/>
    <p:sldId id="711" r:id="rId6"/>
    <p:sldId id="707" r:id="rId7"/>
    <p:sldId id="712" r:id="rId8"/>
    <p:sldId id="713" r:id="rId9"/>
    <p:sldId id="715" r:id="rId10"/>
    <p:sldId id="716" r:id="rId11"/>
    <p:sldId id="717" r:id="rId12"/>
    <p:sldId id="718" r:id="rId13"/>
    <p:sldId id="719" r:id="rId14"/>
    <p:sldId id="720" r:id="rId15"/>
    <p:sldId id="721" r:id="rId16"/>
    <p:sldId id="722" r:id="rId17"/>
    <p:sldId id="72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80770BB-0BFD-9B22-FFE3-02F4477AFE8B}" v="2" dt="2026-07-25T05:15:33.2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094" autoAdjust="0"/>
    <p:restoredTop sz="84256" autoAdjust="0"/>
  </p:normalViewPr>
  <p:slideViewPr>
    <p:cSldViewPr snapToGrid="0">
      <p:cViewPr varScale="1">
        <p:scale>
          <a:sx n="73" d="100"/>
          <a:sy n="73" d="100"/>
        </p:scale>
        <p:origin x="143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3:34:26.249"/>
    </inkml:context>
    <inkml:brush xml:id="br0">
      <inkml:brushProperty name="width" value="0.05833" units="cm"/>
      <inkml:brushProperty name="height" value="0.05833" units="cm"/>
      <inkml:brushProperty name="color" value="#FF8000"/>
      <inkml:brushProperty name="fitToCurve" value="1"/>
    </inkml:brush>
  </inkml:definitions>
  <inkml:trace contextRef="#ctx0" brushRef="#br0">7 0 1311 0,'0'0'28'0,"-3"0"15"0,3 0 5 0,0 0-4 0,0 0-25 0,0 0-18 16,0 0-6-16,-2 0 5 0,0 0-1 16,2 0 5-16,0 0-4 0,0 0 0 0,0 0-8 15,0 0-1-15,0 0 9 0,0 0-3 0,0 0-1 16,0 0-5-16,0 0 4 0,0 0 17 0,0 0 10 16,0 0 23-16,0 0 5 0,0 0-3 0,0 0 13 15,0 0-6-15,0 0 5 16,0 0 1-16,0 0-8 0,0 0 2 0,0 0-7 0,0 0-4 0,0 0 7 15,0 0-10-15,0 0-3 0,0 0-4 0,0 0-18 16,0 0-2-16,0 0 0 0,0 0-5 0,0 0 10 16,0 0-7-16,0 0-2 0,0 0 0 0,0 0 1 15,0 0-6-15,0 0 3 0,0 0-1 16,0 0-5-16,0 0 4 0,0 0-1 0,0 0 0 16,0 0 9-16,0 0 3 0,0 0-2 0,0 0 1 15,0 0 1-15,0 0-3 0,0 0-4 0,0 14 5 16,11-14-12-16,-11 0 4 0,8 0-4 0,-1 0 3 15,-7 13 1-15,7-13-3 0,1 0 0 0,-1 9-6 16,0-9 7-16,2 0-1 0,-3 12 3 0,6-12 1 16,-1 7-12-16,-5-7 7 0,6 8 6 0,0-3-7 15,-1-5 11-15,2 0-8 0,-1 0-8 0,7 0 6 16,0 0-4-16,2 0-1 0,1 0 3 0,2 0-7 16,1 0 1-16,3 0 6 0,-1 0-2 15,4 0 0-15,0 0 5 0,-2 0-6 0,3 15 1 16,-1-15 6-16,-2 0 1 0,0 0-4 0,-1 13 3 15,-3-13-3-15,-2 0-6 0,-5 0 3 0,1 11 0 16,-3-11 8-16,-3 0-2 0,-2 0-3 0,-6 0 0 16,1 0-8-16,0 0 11 0,-5 0-4 0,1 0 8 15,-2 0 0-15,0 0-7 0,0 0 18 0,0 0-12 16,0 0 4-16,0 0 4 0,0 0-16 0,0 0 1 16,0 0-1-16,0 0-13 0,0 0-17 0,0 0-26 15,0 0-35-15,0 0-29 0,0 0-22 0,0 0-41 16,0 0-46-16,0 0-108 0,0 0-116 0,0 0 49 15,0 9 82-15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3:38:19.112"/>
    </inkml:context>
    <inkml:brush xml:id="br0">
      <inkml:brushProperty name="width" value="0.05833" units="cm"/>
      <inkml:brushProperty name="height" value="0.05833" units="cm"/>
      <inkml:brushProperty name="color" value="#FF8000"/>
      <inkml:brushProperty name="fitToCurve" value="1"/>
    </inkml:brush>
  </inkml:definitions>
  <inkml:trace contextRef="#ctx0" brushRef="#br0">146 22 2096 0,'-12'0'39'0,"-2"0"42"16,2 0 45-16,0 0 41 0,0 0 8 0,0-5 3 15,0 5 0-15,0-5 12 0,4 0-15 16,-2 2-22-16,1 3-20 0,0 0-47 0,3-2-32 16,0 0-23-16,3 2-25 0,0 0-8 0,3 0-9 15,-4 0-1-15,4 0-6 0,0 0-1 0,0 0 2 16,0 0 1-16,0 0 0 0,14 0 5 0,0 8 14 15,3-8-3-15,3 0 6 0,8 9-2 0,1-9-9 16,5 5 7-16,0-5 4 0,4 3-5 0,-2 1 3 16,-2-2-6-16,0 4-2 0,-5-2 8 0,-1 1-11 15,-6 0 5-15,-3-2-5 0,-4 3-3 0,-6 0 10 16,-3 1 4-16,-6 0 9 0,0 4-2 0,0 4 1 16,-18 6-27-16,-5 4-50 0,-7 4-63 15,-5 6-97-15,-6 5-81 0,-3 3-70 0,-4 1-67 0,-2-2-223 16,4-1 45-16,-2-4 114 0</inkml:trace>
  <inkml:trace contextRef="#ctx0" brushRef="#br0" timeOffset="-295.75">-1038 588 1770 0,'-10'0'12'16,"3"0"31"-16,-2 0 24 0,3 0 18 0,-3 0 13 16,2 0 0-16,-1 0 1 0,-3 0 8 0,6 0-4 15,-2 0-10-15,2 0-6 0,0 0-14 16,0 0-13-16,3 0-9 0,-1 0-1 0,1 0-9 16,0 0-2-16,2 10-10 0,0-10-13 0,0 0 0 15,0 0-2-15,0 8-1 0,0-8-5 0,0 0-1 16,0 0-8-16,0 0 5 0,0 0 1 0,0 5-8 15,0-5 8-15,0 0 3 0,0 0-7 0,0 5 19 16,0-5-3-16,0 0-1 0,0 0 20 0,-8 0 12 16,8 0 20-16,0 0 7 0,0 0 1 15,-7 0-18-15,7 0-21 0,0 0-13 0,0 0-15 16,0 0-8-16,0 0-11 0,0 0 5 0,0 0-9 16,0 0 1-16,0 0 5 0,0 0 3 0,10 0 3 0,4 0 9 15,3-13 3-15,7 0-10 0,9-2 3 16,8-3-1-16,8-6-11 0,11-3 6 0,7-3 9 15,6-2-12-15,4-2 9 0,5-4 0 0,1 4-11 16,0 3 5-16,-4-3 8 0,-2 7-1 0,-3-3 3 16,-6 9-2-16,-5-1-8 0,-6 4-5 0,-6-1 5 15,-6 5 14-15,-6 2-3 0,-5 2 6 0,-6 0-10 16,-5 0-11-16,-5 3 14 0,-5 2-4 0,-2 0 7 16,-5 1 27-16,0 1 10 0,-3 1 19 0,-1 2 11 15,-2-1-12-15,0 1 0 0,0-2-13 0,0 2-3 16,0 0-9-16,0 0-8 0,0 0-8 0,0 0-13 15,0 0-7-15,0 0-14 0,0 0 8 16,0 0 8-16,0 0 2 0,0 0-11 0,0 0 2 16,0 0-5-16,0 0-1 0,0 0 12 0,0 0-7 15,0 0 0-15,0 0 0 0,0 0 6 0,0 0-6 16,0 0 0-16,0 0 1 0,-9 0 0 0,9 0-2 16,0 0 8-16,0 0-4 0,0 0-10 0,0 0 18 15,0 0-5-15,0 0 0 0,0 0-4 0,0 0-3 16,0 0-9-16,0 0 6 0,0 0 4 0,0 0-11 15,0 0 6-15,0 0-17 0,0 0-6 0,0 0-8 16,0 0-35-16,0 0-9 0,0 0-27 0,0 0-47 16,0 0-26-16,0 0-68 0,0 0-35 15,0 0-20-15,0 0-19 0,0 0-22 16,-8 0-146-16,8 0-35 16,-12 0 84-16</inkml:trace>
  <inkml:trace contextRef="#ctx0" brushRef="#br0" timeOffset="1090.22">-1074 1443 1735 0,'-5'0'20'0,"-2"0"33"0,4 0 26 0,-2-10 24 16,1 10 8-16,1-9-3 0,-1 0-5 0,-1 3-2 16,3 6-5-16,-1-4-9 0,1-4-7 0,-1 3-5 15,0 0-13-15,1 1-12 0,2-1-9 0,0 1-15 16,0-2-7-16,0 3-14 0,0-2-3 0,0-1-6 16,0 0-4-16,0-1 5 0,13 1-2 0,1-5 4 15,0 1-3-15,5 0 9 0,1-3-8 0,2 0 6 16,1-2-1-16,2 1-9 0,1 2 4 0,3 2-7 15,-5 0 3-15,2 1 7 0,-2 3 0 0,-2 2 2 16,0 1-2-16,-1 1-4 0,1 2 3 0,-2 0-3 16,-1 0-3-16,-2 0 4 0,-1 0-6 0,-4 0 0 15,-2 14 6-15,-1-3-10 0,-3-1 0 16,-2-1 10-16,-2 1-1 0,1-1 8 0,-1 4 5 16,-1 2 0-16,-1 2-4 0,0 2-1 0,0 2 3 15,0 1-7-15,-15 2 10 0,0 3-3 0,-1-1 0 16,1 0 1-16,-4-1-3 0,0 1 2 0,2-3-4 15,-2-1 0-15,2 1 2 0,2-6-2 0,1-3 2 16,2 2-2-16,2-5 2 0,1-1 0 16,2-3 3-16,1-4-1 0,0 1 4 0,5-2 10 0,-1-1 8 15,0-1 9-15,2 0-9 0,0 0 11 0,0 0-2 16,0 0 8-16,0 0 2 0,0 0-20 0,0-8-9 16,0 8-13-16,0-14-6 0,0 3 0 15,12-1 1-15,-3-2-5 0,-1-3 5 0,1-2 3 16,1-1-3-16,0-1-1 0,1-2 2 0,1 0 0 15,1 0 16-15,-1-1 15 0,4-3-8 0,-4 0 2 16,0-2-10-16,1-3-6 0,-1-2 9 0,0 0 21 16,-3-3 18-16,-1 1 18 0,1 0 5 0,0 2-23 15,-1 2-3-15,-1 1 2 0,-4 5 3 0,1 4 11 16,-3 3-5-16,1 4-1 0,-2 2-2 0,0 5 5 16,0 3-8-16,0 2-24 0,0 3-20 0,0 0-31 15,0 0-5-15,0 0-1 0,-12 13 4 0,2 4 12 16,-2 5 5-16,-3 3-4 0,-3 6 1 15,1 3-7-15,-3 2-5 0,3 1-5 0,1 2 7 16,1-3 6-16,8-4-4 0,0 0 1 0,7-5-10 16,0-3 10-16,0-3-4 0,19-2 3 0,0 0 2 15,3-9-43-15,7 2-18 0,5-8-45 0,7-4-73 16,7 0-79-16,7-13-95 0,8-8-118 0,8-3-370 16,2-8 103-16,4-3 123 0</inkml:trace>
  <inkml:trace contextRef="#ctx0" brushRef="#br0" timeOffset="83651">1020-1305 1424 0,'0'-5'10'0,"0"-2"5"0,0 0 13 16,0 0 1-16,-12 0 2 0,12-2 14 0,-10 5-7 15,10-3 1-15,-10-1-3 0,10 4-16 0,0-1-3 16,-7 2 7-16,7 2-6 0,-5-2 8 0,5 2 3 16,0-1 1-16,-6 2 4 0,6-3-14 0,-1 3-1 15,-3 0-7-15,3-2-9 0,-1 2 14 0,0-3-3 16,2 3 3-16,-2-5 6 0,1 4-7 0,1 0-5 16,0 1-6-16,0 0-7 0,0-2-10 15,0 2 6-15,0 0 0 0,0 0-3 0,0 0 6 16,0 0-7-16,0 0 2 0,0 0 3 0,0 0 3 0,0 0 9 15,0 0-7-15,0 0 4 0,0 0-4 16,0 0-2-16,0 0 7 0,0 0-9 0,0 0 2 16,0 0-2-16,0 0 1 0,0 0 6 0,0 0 6 15,0 0-5-15,0 0-5 0,0 0 5 0,0 0-4 16,0 0 0-16,0 0 2 0,0 0-2 0,0 0-2 16,0 0-1-16,0 0 2 0,0 0-2 0,0 0 3 15,0 0 0-15,0 0-1 0,0 0 4 16,0 0-5-16,0 0-1 0,0 0 6 0,0 0-4 15,0 0 5-15,0 0 0 0,0 0-4 0,0 0 3 16,0 0-6-16,0 0 4 0,0 0-1 0,0 0 2 16,0 0 2-16,0 0 1 0,0 0 1 0,0 0-8 15,0 0 1-15,0 0 1 0,0 0-2 0,0 0 8 16,0 0 1-16,0 0-7 0,0 0 5 0,0 0-5 16,0 0-4-16,0 0 7 0,0 0-8 0,0 0 3 15,0 0 2-15,0 0-9 0,0 0 8 0,0 0 3 16,0 0-6-16,0 0 14 0,0 0-12 0,0 0-66 15,0 0-92-15,13 0-238 0,1 0-104 0,0 0 60 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3:40:52.077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1546-457 2230 0,'-7'10'-6'0,"0"-10"-3"16,7 8 1-16,0-8-1 0,0 0 20 0,0 0 31 15,0 0 14-15,0 0 7 0,12 0-9 0,3 0-25 16,4 0-11-16,2-15-6 0,3 0-3 0,3-2-5 16,4-1-3-16,1-2 2 0,4 1-3 0,2-3 7 15,0 0 2-15,1 0-20 0,2 1-32 0,0-3-44 16,-2 4-51-16,-1-3-53 0,-5 4-48 0,-4 1-125 16,-4 2-132-16,-6 0 72 0</inkml:trace>
  <inkml:trace contextRef="#ctx0" brushRef="#br0" timeOffset="204.16">1854-803 2160 0,'-26'8'42'0,"4"-8"41"0,0 9 33 0,3-1 21 15,3-2-32-15,4 1-36 0,2 1-36 0,5-3-19 16,0 2-14-16,1 1 5 0,3 1 2 0,1 1-1 16,0 5 3-16,0-1-9 0,0 7 2 0,12 0-3 15,1 3 0-15,-1-2 13 0,0 1-6 0,4 0 1 16,1 1 8-16,0-2-8 0,3 1 3 0,1-2 0 15,1 1-8-15,2-4-41 0,-2 3-58 0,4-2-54 16,0-2-59-16,-2-2-31 0,0-1-42 0,-2-2-149 16,0-4-69-16,-5-4 66 0</inkml:trace>
  <inkml:trace contextRef="#ctx0" brushRef="#br0" timeOffset="609.34">2122-926 2178 0,'-10'-30'45'0,"0"1"28"0,0 4 22 16,3 5 8-16,-2 6-43 0,2 2-28 0,4 3-26 16,3 5-6-16,0 1-4 0,0 1-1 0,0 2 4 15,0 0-8-15,15 0 7 0,2 0 0 0,-1 18 4 16,-1-5 5-16,1 2-9 0,4 3 13 16,1 0-3-16,-1 2 1 0,1 4 4 0,-1 1-6 15,1 2 8-15,-2 2 11 0,-1 2 2 0,-2-1-2 16,-1 1-5-16,-5-1-8 0,1-3-4 0,-3-1 2 15,1-1-6-15,-2-4 4 0,-4-4-3 0,-1-5 29 16,-1-2 40-16,1-4 36 0,0-6 42 0,-2 0 16 16,0 0-25-16,0 0-46 0,0 0-36 0,0-16-46 15,0 3-23-15,0-7 3 0,0 3 4 0,0-5-5 16,0-1-1-16,0-2 3 0,12-3-11 0,2-1 7 16,-2 3 8-16,0-2-4 0,1 7-1 0,3-3 2 15,-3 7-6-15,-1-1 2 0,0 6 4 0,-2 1-6 16,-1 6 1-16,-2 0 12 0,-2 5-5 0,-2 0 0 15,1 0 2-15,-2 0-4 0,-1 0 7 16,-1 10 6-16,0 1 4 0,0 1-2 0,0 3-2 16,0-1 7-16,0 8-13 0,-15 5-4 0,-1 0-53 15,-2 5-117-15,-1 2-129 0,-7-1-163 0,1 2-260 16,-5 2-29-16,-2-5 135 0</inkml:trace>
  <inkml:trace contextRef="#ctx0" brushRef="#br0" timeOffset="-738.01">4 368 1747 0,'4'-13'2'0,"-4"4"34"0,0-2 23 16,0 2 20-16,0 6 20 0,0 2-8 0,0 1-10 16,0-2-19-16,0 1-22 0,0 1-28 0,0 0-17 15,-9 0-12-15,9 0-7 0,0 0 6 0,0 0 0 16,0 0 15-16,0 12-1 0,0-1-2 0,0 0 3 16,0 0-2-16,11 2 8 0,-1 2 0 15,0-1-1-15,0 4-3 0,-1-4 2 0,1 1-4 16,-1 0 6-16,1-2 1 0,0-2-7 0,1 3 5 15,-1-4-9-15,-3-2 7 0,1-2 5 0,-1 2-2 16,2-4 3-16,-4-3 6 0,-2 4 46 0,2-4 48 16,-3-1 57-16,0 0 41 0,-2 0-8 0,0 0-21 15,0 0-50-15,0 0-47 0,0-20-45 0,1 2-16 16,-1-2-7-16,2-3 10 0,-2-5 12 0,4 2-4 16,-3-2 6-16,1-1-12 0,1 4-13 0,-1 2-7 15,0 2-2-15,0 2-8 0,-1 2 10 0,1 4-8 16,1 1-4-16,-3 4-3 0,4 1-5 0,-4 2 5 15,1 5-2-15,3 0 0 0,-2 0 6 0,3 0 5 16,2 0 0-16,1 12 17 0,2-1-12 16,4 2 2-16,2 2-2 0,1-2-8 0,0 1 6 15,2 4 1-15,-2-1 7 0,1-1-5 0,1 1 5 16,-2-2-11-16,-1-1 1 0,-1-1 3 0,-3-4 0 16,0 1 8-16,-3-6-1 0,-2 2 7 0,-2-6 16 15,-2 2 54-15,-1-2 30 0,-2 0 43 0,0 0-25 16,0 0-42-16,0-12-32 0,0-1-42 0,0-1-1 15,-10-5-17-15,10-1 3 0,-12-3-7 0,3-3 2 16,0-1 1-16,3-1 4 0,-1 2 8 0,0-2-1 16,0 4-1-16,0 2-6 0,2 0-9 0,-2 2-7 15,2 3 0-15,2 3-38 0,-1 4-24 16,3-2-56-16,-1 3-81 0,2 2-82 0,0 0-91 16,0 1-37-16,0 1-14 0,0 0-163 0,0 0 24 15,12 0 98-15</inkml:trace>
  <inkml:trace contextRef="#ctx0" brushRef="#br0" timeOffset="-194.99">624-73 2048 0,'0'0'11'0,"-14"0"3"16,2 0 1-16,12 0-2 0,0 0-13 0,0 0-7 16,0 0-2-16,0 0-4 0,0 0 11 0,14 0 5 15,3-17-3-15,3 3 11 0,4 2-8 0,2-1 1 16,1 4 3-16,2 1-8 0,2 0-3 0,-2 8-1 16,0-5-2-16,-1 5 4 0,-3 0-2 0,1 0-3 15,-4 0 7-15,-1 0 4 0,-6 17 4 0,1-2 31 16,-4 0 6-16,-2 2 8 0,-3-3 3 0,-2 5-27 15,-5 2-10-15,0 1-6 0,0-1 4 0,0 1 6 16,-14-1-7-16,2 0 7 0,0-2 5 16,4-2 13-16,-3-2 21 0,11-4 14 0,-12-3 4 15,6 0-4-15,-1-6 0 0,7-2-19 0,-5 0-17 16,0 0-17-16,-1 0-18 0,1-22-19 0,4 0 10 16,1 0 3-16,0-5 2 0,0-2 6 0,0-3-2 15,0-1 3-15,0-7 12 0,15 5 20 0,-3 0 2 16,-2-1 14-16,0 4 6 0,-3 0 4 0,-7 5 9 15,11 4-7-15,-11 5 13 0,5 3-13 0,-5 6-16 16,0 2-13-16,0 4-30 0,0 3-18 0,0 0 1 16,0 0 0-16,0 0-3 0,0 0 6 0,0 19 10 15,0-4-10-15,0 3 4 0,0 0 12 0,-9 4-24 16,9 0 19-16,0 2 1 0,0-2-18 16,0-2 13-16,0-1-24 0,0 1-14 0,16-5-5 15,-1-1-22-15,2-1-14 0,0-4-31 0,5-1-24 16,-1-4-35-16,5-4-29 0,4 0-24 0,1-15-34 15,3-3-52-15,4-2-145 0,3-7-78 0,-2-3 77 16</inkml:trace>
  <inkml:trace contextRef="#ctx0" brushRef="#br0" timeOffset="1948.57">1344 1147 2836 0,'-9'-10'48'16,"1"-5"43"-16,1 3 22 0,0 5 5 0,2-1-45 16,-2 5-36-16,4 1-29 0,1 2-14 0,2 0-3 15,0 0-15-15,0 0 11 0,0 0 6 0,0 12 6 16,15-12 6-16,1 13-5 0,3 2 11 16,-1-5-5-16,3 4-3 0,1 0 8 0,4 1-2 15,-2 0-10-15,-2 2 9 0,0 2-4 0,-1-2-1 16,-2 0 13-16,1 2-6 0,-3-3-4 0,-1-1-29 15,-1-1-54-15,1-3-68 0,-5-3-78 0,1-1-41 16,-5-1-37-16,2-1-59 0,-6-1-221 0,-3 3 32 16,0 2 86-16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3:40:53.177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23 1737 2385 0,'-9'8'3'0,"4"-2"8"16,0-1-4-16,0 0 6 0,5 1 8 0,0-2 3 0,0-2 8 15,0 0-17-15,0-1-9 0,0-1 17 16,0 0 38-16,0 0 48 0,19 0 22 0,1-20-14 15,11-4-41-15,6-6-32 0,13-10-26 0,13-6-14 16,11-13-2-16,15-8-6 0,10-10 0 0,11-9-1 16,8-6 3-16,5-5 2 0,3-5 5 0,4-3 0 15,4 3-5-15,-6 1-3 0,-3 3 1 0,-3 5-2 16,-8 8 4-16,-6 8 3 0,-9 5-8 0,-8 11 6 16,-11 8-4-16,-11 6 3 0,-9 9 9 0,-13 7 38 15,-9 6 58-15,-12 8 38 0,-6 4 29 0,-6 4-24 16,-7 1-45-16,-7 7-39 0,0 1-34 0,0 0-25 15,0 0-5-15,0 0 0 0,0 0-9 0,-14 0-8 16,14 0-36-16,-14 0-57 16,4 0-63-16,2 0-68 0,1 0-69 15,-2 0-34-15,9 0-26 0,-7 7-34 0,7-7-165 0,0 6 43 0,0-6 98 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3:40:54.977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0 2718 1837 0,'0'0'35'16,"0"0"14"-16,0 0 19 0,0 0 10 0,0 0-29 0,0 0-2 15,0 0-12-15,0 0 2 0,0 0 0 0,0 0 0 16,0 0 1-16,0 0-9 0,0 0 8 0,0 0 3 16,0 0 2-16,12 0 4 0,-2-9-10 0,5-6-15 15,6-2-3-15,5-7-8 0,4-13-2 16,10-6 14-16,11-11 11 0,9-11 3 16,13-8 4-16,15-14-14 0,13-6-19 0,13-11 2 0,15-7-11 15,9-5-3-15,11-9-1 0,8-2-1 0,6-3 9 16,3-2 2-16,3 0-1 0,0 2-7 0,-1 2-2 15,-4 4 0-15,-8 9-1 0,-7 6-2 0,-9 10 2 16,-13 8 7-16,-11 8 0 0,-12 13-3 0,-13 7 5 16,-11 7-9-16,-11 11 2 0,-13 9 2 0,-13 7-7 15,-7 10 12-15,-10 1-3 0,-9 9 6 0,-9 4 0 16,-8 5-19-16,0 0-11 0,0 0-25 0,-17 0-15 16,-3 14-18-16,-2 4-19 0,-2 1-13 0,-2 1-63 15,-5 5-102-15,-5 4-202 0,-3 6-36 16,-4 2 76-16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3:41:52.304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11127 221 1109 0,'0'0'34'0,"0"0"18"15,0 0 10-15,0 0 6 0,0 0-30 0,0 0-16 16,0 0-8-16,0 0-5 0,0 0-2 0,0 0-7 15,0 0 1-15,0 0-3 0,-16 0-2 0,16 0 4 16,-13 0-2-16,13 0 2 0,-18 0-1 0,5 0 4 16,3 0-4-16,10 0 9 0,-14 0-2 0,4 0-8 15,1 8-3-15,0-8 3 0,3 0 18 0,-1 0 22 16,0 0 10-16,0 0-8 0,-1 0-5 0,-3 0-18 16,4 0-3-16,-3 0-3 0,2 0-10 0,-4 0 10 15,1 0 14-15,-2 0 9 0,-1 0 1 16,-1 0-10-16,-6 0-16 0,1 0-10 0,1 0-3 15,-4 0 4-15,3 0-3 0,-2 0 2 0,-1 0 4 16,1 0-6-16,2 0 7 0,-3 0-5 0,0 0 1 16,0 0 2-16,1 0-2 0,-2 9 0 0,2-9 2 15,-2 0 0-15,3 0-3 0,1 5-1 0,-1-5 1 16,1 0-1-16,1 0 1 0,-2 0 5 0,3 0-4 16,-3 0-2-16,1 0 2 0,-1 0 0 0,1 0 0 15,1 0 3-15,-2 0-3 0,2 0 4 0,1 0-5 16,-1 0-3-16,3 0 7 0,-1 0-2 0,2 0 2 15,-2 0 5-15,0 0-6 0,1 0 0 0,-1 0 2 16,2 0-8-16,-4 0 3 0,2 0 0 0,-2 0-1 16,0 0 8-16,-1 0-3 0,1 0-5 0,-2 0 1 15,-1 0 0-15,1 0-2 0,1 0 2 16,-4 0 3-16,2 0-3 0,0 0-3 0,-1 0 1 16,-1 0 6-16,-1 0-1 0,1 0-2 0,1 0 7 15,1 0-7-15,-2 0-1 0,2 0 4 0,-2 0-5 16,2 0-2-16,0 0 1 0,-1 0 4 0,-1 0-4 15,-1 6 2-15,1-6 1 0,-2 6 1 0,2-6 0 16,2 0 1-16,0 0 0 0,1 5-7 0,1-5 6 16,-1 0 1-16,6 0-5 0,-2 0 8 0,0 0-1 15,1 2-10-15,1-2 10 0,-1 0-7 16,1 0 0-16,1 0 9 16,-1 0-7-16,3 0 4 0,-2 0-3 0,2 0 0 0,-1 0-1 0,1 0-2 15,1 0 3-15,-1 0-5 0,-1 0 5 0,1 0-4 16,0 0 3-16,-2 0 4 0,2 0-4 0,0 0 4 15,-2 0-7-15,1 0 1 0,-1 0 3 0,0 0 1 16,1 9 4-16,-3-9-1 0,1 6-1 0,-1-6-5 16,-1 6-2-16,2-6 2 0,0 7 0 0,-1-4 0 15,-1 1-1-15,0-2 1 0,0 0 0 0,0 0 3 16,-2-2 5-16,2 3-7 0,-2-1-2 0,0 1 2 16,0-2-3-16,1 0 6 0,-3-1-1 15,0 3-3-15,-1-3 8 0,2 5-8 0,-1-4 4 0,1 0-5 16,-3-1-1-16,3 2 4 0,-4 0-5 15,2-1 9-15,1 1-4 0,-1-1 1 0,-2 2 3 16,3-2-7-16,-1 1 5 0,0-1-1 0,1-1 0 16,1 0 0-16,1 0-4 0,2 0-2 0,-2 2 2 15,4-2 4-15,-1 0-1 0,1 0 4 0,-2 0-1 16,1 0-3-16,1 0 0 0,0 0 0 0,-1 0 0 16,1 0-2-16,-1 0 3 0,5 0-1 0,-5 0 0 15,2 0-1-15,1 0 2 0,-1 0 2 0,-1 0-1 16,3 0 0-16,-2-9-3 0,-1 9 1 15,3 0-2-15,-4 0 2 0,1 0 2 0,-1 0-4 16,1 0 6-16,0 0-4 0,-2 0 3 0,-1 0-3 16,1 0-1-16,0 0-2 0,-3 0 2 0,-1 0-2 0,1 0 2 15,-3 0 4-15,-1 0-5 0,0 0 4 16,1 0-3-16,-3 0 3 0,-1 0-3 0,1 0-1 16,-3 0 1-16,1 6-3 0,-2-6 5 0,1 3 2 15,1-3-6-15,-1 0 1 0,0 0 4 0,-2 4-6 16,4-4 4-16,-2 0 8 0,1 0-11 0,1 0 5 15,0 0 4-15,1 0-5 0,0 0 3 0,2 0-1 16,0 0-9-16,2 0 6 0,2 0-1 0,-1 0-1 16,1 0 2-16,-1 0-6 0,4 0 8 0,-2 0-1 15,2 0 3-15,2-7 0 0,-1 7-2 16,3 0-2-16,1-6 2 16,1 2-1-16,1 0 0 0,0 4 2 0,3-4-6 0,-2 1 5 0,1 0-5 15,-1 1 0-15,-1-1 9 0,0 1-10 0,-2-1 6 16,0 1-2-16,-4 2-4 0,1-2 8 0,0 2-9 15,-1-2 3-15,1-1 3 0,-4 2-2 0,0 0 6 16,0 1 1-16,1 0-7 0,-3 0 1 0,0-2-3 16,1 2 3-16,-4 0-1 0,0-3-2 0,0 3 2 15,-2 0-4-15,2-1 5 0,-1-1 3 0,-3 2-3 16,4 0 2-16,-1-1-4 0,1 1 2 0,-2-2 3 16,4 2-2-16,-4 0-4 0,4 0 4 15,-2 0-5-15,2 0 4 0,-2-2 5 0,2 2-5 16,1 0 1-16,2 0-3 0,-1 0 5 0,3-2-1 15,-2 2-2-15,2 0 5 0,1 0-10 0,3 0 1 16,-1 0 4-16,0 0-5 0,2-1 6 0,2 1-1 16,-2 0-4-16,2 0 9 0,0 0-8 0,1-2 2 15,-1 2 3-15,1 0-4 0,1 0 5 0,-3 0-2 16,1 0-1-16,0 0-1 0,0 0 5 0,-1 0-4 16,3 0-1-16,-2 0 1 0,-1 0-4 0,1 0 2 15,-2 0-1-15,-3 0 5 0,-1 0-2 0,-1 0-3 16,-2 0 9-16,2 0-8 0,-5 0 4 0,0 0 2 15,-2 0-4-15,0 0 0 0,-2 0 1 0,4 0-1 16,-2 0-3-16,0 0 0 0,0 0 3 16,2 0-1-16,0 0 2 0,-2 0-3 0,1 0 0 15,1 0-2-15,0 0 3 0,0 0 4 0,-1 0-1 16,1 0-2-16,0 0 2 0,1 0-6 0,1 0-1 16,-1 0 6-16,3 0-3 0,-3 0 4 0,4 0 0 15,-2 0 0-15,4 0-3 0,-1 0-1 0,1 0-1 16,1 0 1-16,1 0 2 0,-3 0 3 0,4 0-2 15,0 0-3-15,-1 0 3 0,1 0-3 0,1 0 5 16,-1 0-1-16,-1 0-2 0,2 0 2 0,1 0-5 16,0 0 3-16,0 0 1 0,-1 0 2 0,1 0 0 15,-2 0 2-15,0 0 0 0,2 0-4 16,-2 0 2-16,-2 0-1 0,2 0 0 0,0 0 1 16,-1 0 5-16,1 0-7 0,-2 0 1 0,0 0 2 15,0 0-9-15,-1 0 4 0,-2 0-3 0,-2 0-6 16,0 0 9-16,1 0 3 0,-6 0 1 0,1 0 0 15,1 0-3-15,0 0-3 0,0 0 3 0,-1 0 0 16,-1 0 2-16,0 0 0 0,-1 0-2 0,-1 0 2 16,-1 0-1-16,-1 0 1 0,3 0-4 0,-3 0 4 15,-1 0-2-15,2 0-3 0,0 0 3 0,1 0-2 16,0 0 3-16,1 0 1 0,-1 0-3 0,4 0 1 16,-2 0 2-16,1 0-5 0,0 0 5 0,2 0 1 15,0 0-6-15,1 0 4 0,1-7-3 16,0 7 1-16,4-7 4 0,-2 7-6 0,1 0 3 15,1-6 1-15,0 6-2 0,-1-5 5 0,1 5-4 16,-1 0 0-16,1-1-1 0,0-1 1 0,-1 1 3 16,4-1-1-16,2-1 4 0,-2 3-6 0,2-2 4 15,1-3-3-15,-1 2-5 0,1 2 1 0,1-3-4 16,-2 2 4-16,1 0-1 0,-3 0 4 0,0-1 2 16,2-2-2-16,-2 2 5 0,0 2-7 0,2-2 1 15,-4 3-5-15,2-1 5 0,0 1 3 0,-2 0-4 16,-1 0 9-16,-1 0-6 0,-1 0-1 0,0 0 3 15,0 0-8-15,0 0 3 0,2 0-1 0,-1 0-1 16,1 0 4-16,-1 0-3 0,1 0 8 16,0 0-4-16,-1 0 3 0,1 0-2 0,-1 0-3 0,-1 0 3 15,0 0-4-15,0 0 5 0,0 0-4 16,2 0-1-16,-4 0 1 0,0 0 1 0,0-6-2 16,0 6 7-16,1 0-3 0,-3-5-5 0,1 5 2 15,-1 0-3-15,0-5 2 16,1 2 5-16,-2-2 5 0,3 4-5 0,-2 0 5 0,3 1-9 0,-1-5 0 15,0 3 5-15,0-1-4 0,0 1 3 0,2-1-3 16,-3 1 3-16,1-1-3 0,2 1 1 0,-2-3-3 16,2 5-1-16,-2-3 0 0,2 2-1 0,1-2 1 15,1 0-2-15,0-1 4 0,-2 4 1 0,1-3 5 16,-3 1 2-16,2 2-10 0,-5 0 4 16,-2 0-1-16,-2 0-3 0,1 0 5 0,1 0 2 15,-4 0-6-15,3 0 3 0,1 0-1 0,-2 0-3 16,4 0 1-16,0 0 2 0,-1 0 0 0,-1 0-2 15,2 0 4-15,2 0-2 0,1 0 1 0,0 0-1 16,0 0 1-16,4 0 2 0,-2 0-3 0,1 0 3 16,1 0-3-16,0 0-3 0,-1 0 0 0,1 0 3 15,-1 0 2-15,4 0 0 0,-3 0-2 0,1 0-1 16,2 0 1-16,2 0 0 0,0 0 4 0,0 0-7 16,1 0 1-16,-1 0-1 0,-2 0 0 0,0 0 4 15,-2 0-2-15,2 0 1 0,-3 0 0 0,1 0 0 16,2 0 1-16,-2 0-4 0,1 0 0 15,-1 0 7-15,-1 0-1 0,-1 0 3 0,1 0-3 16,-2 0-3-16,1 0-8 0,-3 0 4 0,4 0 2 16,-2 0 8-16,0 0-4 0,-2 0 0 0,2 0-2 15,-2 0-9-15,2 0 9 0,-4 0-2 0,1 0 2 16,-1 0 5-16,3 0-4 0,-3 0 2 0,2 0-5 16,0 0 1-16,-1 0 0 0,3 5 0 0,-2-5 6 15,2 0-9-15,-2 0 7 0,-1 5-9 0,1-5 9 16,0 0-1-16,4 0-3 0,-1 0 6 0,4 0-9 15,2 0 5-15,0 0 0 0,-1 0 0 0,1 2-1 16,0-2-3-16,-2 0 5 0,-2 0-2 16,2 0 3-16,-2 0 1 0,3 0-4 0,0 0 0 15,-1 0-6-15,2 0 5 0,1 0-5 0,3 0 8 16,-3 0 4-16,1 0-7 0,-1 0 8 0,0 0-7 16,3 0-2-16,-5 0 1 0,4 0 3 0,1 0-2 15,-3 0 0-15,2 0 2 0,0 0-3 0,1-7 1 16,-1 7 1-16,-2 0-1 0,2 0 0 0,0 0-1 15,1-5-2-15,-1 5 0 0,-2 0 0 0,-1-6 3 16,1 6-3-16,-1-1 3 0,-2-2-1 0,-2 3 1 16,4 0 0-16,-3 0 4 0,-5 0-3 0,5 0-1 15,-3 0 1-15,1 0-2 0,1 0 1 0,1 0 0 16,2 0-2-16,-1 0 2 0,2 0-3 16,1 0 0-16,-2 0 3 0,0 0-4 0,-1 0 4 15,-1 0 3-15,-1 0-2 0,2 6 1 0,0-6 1 16,2 0-2-16,-1 0-3 0,3 0 5 0,1 0-2 15,-2 0-4-15,6 0 8 0,0 0-3 0,-2 0 0 16,-1 0 1-16,5 0 0 0,-1 0 0 16,0 0 7-16,2 0 4 0,-3 0-1 0,3 0-6 0,0 0-7 15,-2 0 3-15,0 0-4 0,1 0 4 0,-1 0-2 16,2 0 0-16,-3 0 5 0,-1 0 1 0,4 0 8 16,-2 0-9-16,-1 0-3 0,0 0 4 0,1 0-8 15,-2 0 11-15,3-6-2 0,-6 4-7 16,5-3 5-16,0 2-7 0,-1 1 1 0,1-2-4 15,-1 3 4-15,1-2 1 0,-3-2 1 0,3 4 0 16,-1 1-5-16,1-3 0 0,-1 1-1 0,3-1 4 16,-4 2 1-16,1-1-1 0,-2 0-1 0,1 0 3 15,1 1-5-15,0-1 2 0,-1-1 0 0,-1 3-1 16,0-1 3-16,0 0-2 0,0-1 1 0,-2 0-6 16,3 2 2-16,-2 0 1 0,0 0 2 0,0 0 0 15,0 0 3-15,0 0-4 0,0 0 5 0,0 0-3 16,-1 0-2-16,0 0 3 0,0 0-6 0,2 0 6 15,-2 0-1-15,0 0 3 0,2 0-2 0,0 0 1 16,-2 0-2-16,-1 0-3 0,2 0 2 0,0 0-5 16,-1 0 9-16,-2 0-2 0,-1 0 2 15,0 0 3-15,1 0-8 0,-1 0 3 0,0 0-5 16,-1 0 4-16,3 0 7 0,-1 0-7 0,-1 0 13 16,1 0 7-16,3 0 2 0,-1 0 10 0,-2 0-10 15,4 0-7-15,0 0-6 0,1 0-9 16,1 0 4-16,-2 0-5 0,2 0 0 0,3 0-2 0,-4 0 2 15,1 0-2-15,-1 0 2 0,3 0 5 0,-3 0-4 16,1 0 3-16,-1 0-3 0,4 0 1 0,0 0-2 16,-3 0-3-16,3 0 6 0,0 0-2 0,-2 0 3 15,0 0-2-15,2 0-3 0,0 0 1 0,0 0-2 16,0 0 3-16,0 0 1 0,0 0 4 16,0 0 7-16,0 0 7 0,0 0-1 0,0 0-5 15,0 0-2-15,0 0-12 0,0 0-1 0,0 0 0 16,0 0-3-16,0 0 6 0,-12 0 7 0,12 0-8 15,-10 0 2-15,2 0 5 0,8 0 0 0,-5 0 7 16,-1 0 9-16,6 0 5 0,-6 0 4 0,4 0 12 16,-2 0-4-16,1 0-9 0,1 0-5 0,-3 0-11 15,2 0-10-15,-2 0 1 0,-2 0-8 0,3 0-1 16,-3 0 5-16,-1 0-2 0,3 0 2 0,0 0 6 16,0 0 14-16,-2 0 10 0,3 0 15 0,4 0 4 15,-3 0-8-15,1 0-2 0,2 0-13 16,0 0-11-16,0 0-2 0,0 0-6 0,0 0 0 15,0 0 4-15,0 0-4 0,0 0-2 0,0 0-3 16,0-11 2-16,0 11 0 0,0 0-1 0,0 0 8 16,0 0-3-16,0 0-3 0,0 0 4 0,0 0-3 15,0 0 0-15,0 0 10 0,0 0-2 0,0 0 4 16,0 0-3-16,0 0-11 0,0 0 0 0,0 0-6 16,0 0 0-16,0 0 0 0,0 0-2 0,0 0 0 15,0 0-2-15,0 0 1 0,0 0-1 0,0 0 3 16,0 0-1-16,0 0-2 15,0 0 0-15,0 0-1 0,0 0 5 0,0 0 0 0,0 0 0 16,0 0-4-16,0 0 2 0,0 0 0 0,0 0 4 16,0 0 4-16,0 0-8 0,0 0 2 0,0 0 2 15,0 0-4-15,0 0 8 0,0 0-2 0,0 0-4 16,0 0 2-16,0 0 0 0,0 0 2 0,0 0 3 16,0 0-1-16,0 0-4 0,0 0-2 0,0 0 0 15,0 0 0-15,0 0 4 0,0 0 11 0,0 0-4 16,0 0-1-16,0 0-2 0,0 0-14 0,0 0-5 15,0 0-4-15,0 0-6 0,0 0-1 0,0 0 1 16,0 0 7-16,0 0 5 0,0 0 3 0,0 0 4 16,0 0 0-16,0 7 0 0,0-1 0 0,0-2 6 15,0 4-8-15,0-3 4 0,0 3 6 16,0-7-8-16,0 4 8 0,9-2-2 0,-9-3-4 0,12 1 3 16,-6-1 1-16,-6 0 2 0,9 0 4 15,0 0 0-15,-4 0-2 0,5 0 3 0,-3 0-7 16,1 0 4-16,1-10-3 0,0-3 1 0,-4 3 3 15,1 1-7-15,0-1 7 0,-3 2 5 0,4-1 8 16,-7 4 4-16,0-4 0 0,0 6-7 16,0-4 0-16,0 2-6 0,0 2-4 0,0 3-6 15,0-3-9-15,0 2-5 0,0 1-7 0,0 0 0 0,0 0-2 16,0 0-1-16,0 0 7 0,0 0-1 0,-7 0 4 16,7 12 7-16,-7-12-1 0,7 9 5 0,-8 1-4 15,4 1 4-15,1-2 2 0,-1 0 0 16,1-1 4-16,0 1 2 0,1 0-3 0,2-3-1 15,-4-2 2-15,4 1 1 0,0-2 4 0,0-3-4 16,0 0-4-16,0 0-20 0,0 0-24 0,0 0-42 16,0 0-47-16,12-14-41 0,-5 3-33 0,3 0-30 15,-1 0-8-15,3-3-127 0,-5 2-142 0,3-5 73 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9E1B55-A0A7-4C9C-88C1-3A5C6A402407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E77780-F0EF-4B5F-9EE7-60A58DD1AA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660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0E797-E484-44ED-A239-64277FE0E1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AEF780-7320-4B43-AAED-F0481B3001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3ADA29-9491-4859-9181-7FF16AB45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FEE21-E937-4C45-8E3F-E4D607BF6CD6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8494A5-A287-4BC2-9628-CAEB7FA73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5AB12C-11BE-4545-8970-4F65D76F7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6C32C-9D72-4B82-AE06-40FB0010D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716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3AC73-49A8-4235-8E54-344D7AE6B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BEFA66-1949-4BAC-90F3-260B28EA30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0DD6C3-C8F1-44C4-BE29-A7E192ECD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FEE21-E937-4C45-8E3F-E4D607BF6CD6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368F96-8A2D-4D15-B72A-1BE3C6FBA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7846B5-195C-4BDB-A0AF-D52035E08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6C32C-9D72-4B82-AE06-40FB0010D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67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380A0-ED64-48E0-B9C8-569F34825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9C18A2-E1D6-46C9-8CCF-84419AC387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929E5A-CABA-487F-AE98-B2464FC90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FEE21-E937-4C45-8E3F-E4D607BF6CD6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972CFD-82A6-4E60-9FAC-3680A8275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1E37-CA26-4C91-BC94-19E402DAE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6C32C-9D72-4B82-AE06-40FB0010D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176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D90AE-3661-46FF-922D-ABDF43758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B7F269-6879-4ADA-9D67-9E61D80B23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9A5392-70F7-40A0-9BEE-B9444E872E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6528DA-CEFD-432F-AA8E-973376EC9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FEE21-E937-4C45-8E3F-E4D607BF6CD6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F3101E-6DA9-4BB5-9C62-2B1B27443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B6AD3F-0FA4-4FCD-8CF4-4BDCE7465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6C32C-9D72-4B82-AE06-40FB0010D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6234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B3579-C57E-4CAA-AE08-EB0A27A3F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EF1D69-90B6-45FB-94AB-78DB03F3AE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3ABE15-19F6-4503-9F69-560255ABA2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1814A9-0046-41AA-B0C8-B677271002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253427-75E0-4324-B2A0-9259E9FCCF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1802DE-660F-4CF9-9FB9-B17917E99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FEE21-E937-4C45-8E3F-E4D607BF6CD6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DEBBB8-E47D-430F-9694-B04E4DF2B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DCDFF6-B435-4DE5-8E43-DA133CB9B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6C32C-9D72-4B82-AE06-40FB0010D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271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4C802-82B9-430F-AF07-4FF6DC33F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20E669-09D2-43F6-AB7B-3AF5C3460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FEE21-E937-4C45-8E3F-E4D607BF6CD6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32034F-8122-4D3C-9EE0-617A3CB14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EE3B17-ABDA-424E-B102-D92D2E373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6C32C-9D72-4B82-AE06-40FB0010D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44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070F9B-27B6-443F-B7CA-4AA7FA889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FEE21-E937-4C45-8E3F-E4D607BF6CD6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737043-2389-4029-A3C5-07CF5B37E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FDFBE5-75A1-478E-A662-031990DD4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6C32C-9D72-4B82-AE06-40FB0010D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6405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4C8C0-3C08-4F40-B4CC-4CAACC3DC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A038F9-DD32-4429-9398-92DA6F7388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061104-CDD8-4454-9187-784049A2F9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227858-962C-47B3-B661-436602064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FEE21-E937-4C45-8E3F-E4D607BF6CD6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EDB0A0-7EEA-4508-8126-531639554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1EBA5E-D2E0-4970-BD47-4AF19F431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6C32C-9D72-4B82-AE06-40FB0010D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185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A0DDF-7003-4C1A-BB44-664272A19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9AFDAF-27B1-41D4-96EE-1D6D1809E2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13798E-E3BF-427A-93E2-A4CB842E90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D8CE11-06D0-4C84-88D7-842A952C2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FEE21-E937-4C45-8E3F-E4D607BF6CD6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26E090-6FA5-4A71-A070-BD7C0FA49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4F01E9-BA6C-4C44-976B-36BBE214E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6C32C-9D72-4B82-AE06-40FB0010D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497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BDC4A-48E1-4894-AB0F-ECF189B6A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3A79AF-2F79-4289-82BE-ACF7331CB9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7A497E-6F32-4A3E-9631-9FEF4E3FF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FEE21-E937-4C45-8E3F-E4D607BF6CD6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9CB876-23CE-485F-91A5-93B0D7B5E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CC3A67-2B2D-4782-A5FC-1558D3626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6C32C-9D72-4B82-AE06-40FB0010D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992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C65FEE-76CC-4626-9E2D-08E2AE5AA4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0FEE0C-F39F-4476-BD95-0A51C00639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6ECEB6-F803-4EE6-BD88-E0B64245F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FEE21-E937-4C45-8E3F-E4D607BF6CD6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C1313F-8991-4909-8B90-68DAAE9B2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B8196E-9AEE-4266-A151-D305A5D8C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6C32C-9D72-4B82-AE06-40FB0010D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010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C6DC07-5C6F-43AF-978F-0F0AF8314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8733" y="155574"/>
            <a:ext cx="10515600" cy="5254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28E598-D0A2-47D2-BE89-F4EA0A3D2B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119188"/>
            <a:ext cx="11320465" cy="52371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A1382D-D076-4FF0-AD6E-A6E4C421BF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3FEE21-E937-4C45-8E3F-E4D607BF6CD6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F9047A-B6F8-4C3E-B8BF-24884C78A6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E5F2E0-67EC-4657-BD17-E180039DBF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86C32C-9D72-4B82-AE06-40FB0010D583}" type="slidenum">
              <a:rPr lang="en-US" smtClean="0"/>
              <a:t>‹#›</a:t>
            </a:fld>
            <a:endParaRPr lang="en-US"/>
          </a:p>
        </p:txBody>
      </p:sp>
      <p:pic>
        <p:nvPicPr>
          <p:cNvPr id="1026" name="Picture 2" descr="http://www.northsouth.edu/newassets/images/nsu-photo/logo-4.png">
            <a:extLst>
              <a:ext uri="{FF2B5EF4-FFF2-40B4-BE49-F238E27FC236}">
                <a16:creationId xmlns:a16="http://schemas.microsoft.com/office/drawing/2014/main" id="{BC78909E-CBD6-46C2-8213-EF399003A3B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495300" cy="396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F36E5F5-5DCD-4E9C-8D7C-D19E489A294C}"/>
              </a:ext>
            </a:extLst>
          </p:cNvPr>
          <p:cNvCxnSpPr>
            <a:cxnSpLocks/>
          </p:cNvCxnSpPr>
          <p:nvPr userDrawn="1"/>
        </p:nvCxnSpPr>
        <p:spPr>
          <a:xfrm flipV="1">
            <a:off x="792958" y="54768"/>
            <a:ext cx="11001375" cy="4603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5888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 cap="none" spc="0">
          <a:ln w="0"/>
          <a:solidFill>
            <a:srgbClr val="002060"/>
          </a:solidFill>
          <a:effectLst>
            <a:outerShdw blurRad="38100" dist="25400" dir="5400000" algn="ctr" rotWithShape="0">
              <a:srgbClr val="6E747A">
                <a:alpha val="43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070C0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7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FFC000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C00000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12" Type="http://schemas.openxmlformats.org/officeDocument/2006/relationships/image" Target="../media/image34.emf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47" Type="http://schemas.openxmlformats.org/officeDocument/2006/relationships/customXml" Target="../ink/ink3.xml"/><Relationship Id="rId63" Type="http://schemas.openxmlformats.org/officeDocument/2006/relationships/customXml" Target="../ink/ink5.xml"/><Relationship Id="rId84" Type="http://schemas.openxmlformats.org/officeDocument/2006/relationships/image" Target="../media/image84.emf"/><Relationship Id="rId46" Type="http://schemas.openxmlformats.org/officeDocument/2006/relationships/image" Target="../media/image65.emf"/><Relationship Id="rId2" Type="http://schemas.openxmlformats.org/officeDocument/2006/relationships/image" Target="../media/image14.png"/><Relationship Id="rId62" Type="http://schemas.openxmlformats.org/officeDocument/2006/relationships/image" Target="../media/image73.emf"/><Relationship Id="rId1" Type="http://schemas.openxmlformats.org/officeDocument/2006/relationships/slideLayout" Target="../slideLayouts/slideLayout2.xml"/><Relationship Id="rId61" Type="http://schemas.openxmlformats.org/officeDocument/2006/relationships/customXml" Target="../ink/ink4.xml"/><Relationship Id="rId60" Type="http://schemas.openxmlformats.org/officeDocument/2006/relationships/image" Target="../media/image72.emf"/><Relationship Id="rId65" Type="http://schemas.openxmlformats.org/officeDocument/2006/relationships/customXml" Target="../ink/ink6.xml"/><Relationship Id="rId64" Type="http://schemas.openxmlformats.org/officeDocument/2006/relationships/image" Target="../media/image74.em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ight Triangle 63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F5810A-8FFF-4688-B886-2760516D3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5241" y="1008993"/>
            <a:ext cx="9231410" cy="3542045"/>
          </a:xfrm>
        </p:spPr>
        <p:txBody>
          <a:bodyPr anchor="b">
            <a:normAutofit/>
          </a:bodyPr>
          <a:lstStyle/>
          <a:p>
            <a:pPr algn="l"/>
            <a:r>
              <a:rPr lang="en-US" sz="9800"/>
              <a:t>CSE 445</a:t>
            </a:r>
            <a:br>
              <a:rPr lang="en-US" sz="9800" dirty="0"/>
            </a:br>
            <a:r>
              <a:rPr lang="en-US" sz="9800"/>
              <a:t>Lecture 8.1</a:t>
            </a:r>
            <a:endParaRPr lang="en-US" sz="9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E02420-0B57-4C8C-9661-7D4661E7B6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5241" y="4582814"/>
            <a:ext cx="7132335" cy="1312657"/>
          </a:xfrm>
        </p:spPr>
        <p:txBody>
          <a:bodyPr anchor="t">
            <a:normAutofit/>
          </a:bodyPr>
          <a:lstStyle/>
          <a:p>
            <a:pPr algn="l"/>
            <a:r>
              <a:rPr lang="en-US" dirty="0">
                <a:cs typeface="Calibri"/>
              </a:rPr>
              <a:t>Logistic Regression</a:t>
            </a:r>
          </a:p>
        </p:txBody>
      </p:sp>
    </p:spTree>
    <p:extLst>
      <p:ext uri="{BB962C8B-B14F-4D97-AF65-F5344CB8AC3E}">
        <p14:creationId xmlns:p14="http://schemas.microsoft.com/office/powerpoint/2010/main" val="20060436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B35EE-DD05-41BC-9212-FCA6F94A2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Linear model for cond. Probability estimation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368B2D-C839-456A-BE28-379DCA34B3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9644" y="1209633"/>
            <a:ext cx="8936718" cy="4874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959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13773-4E71-482B-BB41-ED51594C4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squashing function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950728-099B-491E-86FF-7751C55C1F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5197" y="1211907"/>
            <a:ext cx="6201606" cy="4919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2103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4E66D-8D11-4A33-B7BA-216EA3228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Logistic regression model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49F472-97DE-47D0-91CD-8491E3D8FA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4636" y="1496256"/>
            <a:ext cx="5981700" cy="3362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7252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E377C-6AEC-412B-AC23-CF2719E69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Logistic regression for binary labels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88BA62-0FCB-46D3-BDD2-9978A0A610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2096" y="960665"/>
            <a:ext cx="7010400" cy="537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9303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544E6-A9A4-4409-AB0D-6F4982AC0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learning problem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E506DC-B9D8-4536-9751-08483A5586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4374" y="1068223"/>
            <a:ext cx="9077779" cy="4804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3372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2C835-360A-493E-97E6-5FCD345F4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Convexity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364655-2174-4615-8887-AEA1BDF50C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4143" y="1097038"/>
            <a:ext cx="8242904" cy="4739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5078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ABD39-097D-436D-A38C-E97347551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Gradient descent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23F529-24D8-436A-B1DD-D805E47F89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3390" y="797195"/>
            <a:ext cx="8684306" cy="5584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992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6A91A-53DB-4C1B-AD31-F5134E98C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Use of logistic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A5D71-E5FB-4A2B-BC2E-05B28FA4AE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Text classification</a:t>
            </a:r>
          </a:p>
          <a:p>
            <a:r>
              <a:rPr lang="en-US" dirty="0"/>
              <a:t>Bag-of-words representation for text</a:t>
            </a:r>
          </a:p>
          <a:p>
            <a:r>
              <a:rPr lang="en-US" dirty="0"/>
              <a:t>Solution by logistic regression</a:t>
            </a:r>
          </a:p>
          <a:p>
            <a:r>
              <a:rPr lang="en-US" dirty="0"/>
              <a:t>Margin versus test error</a:t>
            </a:r>
          </a:p>
          <a:p>
            <a:r>
              <a:rPr lang="en-US" dirty="0"/>
              <a:t>Interpreting the model</a:t>
            </a:r>
          </a:p>
        </p:txBody>
      </p:sp>
    </p:spTree>
    <p:extLst>
      <p:ext uri="{BB962C8B-B14F-4D97-AF65-F5344CB8AC3E}">
        <p14:creationId xmlns:p14="http://schemas.microsoft.com/office/powerpoint/2010/main" val="1922093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03485-B9C4-4ABB-A0A2-40902DDCD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Sentiment data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A77FED-5BE9-4789-8EF2-3B6AB5686D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995" y="1371293"/>
            <a:ext cx="10456502" cy="476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9747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4EA32-1D3D-410B-BE30-0765B02D2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Handling text data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5D055F-E5FB-4350-9A10-5A20306BBB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3323" y="829904"/>
            <a:ext cx="8533785" cy="5491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4758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C3857-4AAD-4CCA-848F-84D202688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Logistic regression approach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FF1F78-D15D-459B-B008-74376CEAEA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7337" y="723899"/>
            <a:ext cx="9771063" cy="5823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0432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DD449-8CD2-4EC6-A639-73A721046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Local search in progress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B7AB04-F1C6-4D03-A0F3-09453F3463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631" y="925512"/>
            <a:ext cx="8900737" cy="5233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4702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BF1FE-8868-4AA0-8AB6-81332F930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Mistakes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537C98-7BFB-4609-96E9-0CB47A66D4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3512" y="1285875"/>
            <a:ext cx="9324975" cy="428625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0" name="Ink 89"/>
              <p14:cNvContentPartPr/>
              <p14:nvPr/>
            </p14:nvContentPartPr>
            <p14:xfrm>
              <a:off x="3916287" y="3803065"/>
              <a:ext cx="260280" cy="44280"/>
            </p14:xfrm>
          </p:contentPart>
        </mc:Choice>
        <mc:Fallback xmlns="">
          <p:pic>
            <p:nvPicPr>
              <p:cNvPr id="90" name="Ink 89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909087" y="3795865"/>
                <a:ext cx="275040" cy="55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539080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0862C-D6A1-4635-BBB0-668A7982F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Margin and test error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E03C6E-FA2A-4A29-8B78-5E33CD0666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0912" y="1057275"/>
            <a:ext cx="5210175" cy="474345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76" name="Ink 175"/>
              <p14:cNvContentPartPr/>
              <p14:nvPr/>
            </p14:nvContentPartPr>
            <p14:xfrm>
              <a:off x="-1539513" y="3143545"/>
              <a:ext cx="783720" cy="1105920"/>
            </p14:xfrm>
          </p:contentPart>
        </mc:Choice>
        <mc:Fallback xmlns="">
          <p:pic>
            <p:nvPicPr>
              <p:cNvPr id="176" name="Ink 175"/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-1548873" y="3137065"/>
                <a:ext cx="798480" cy="112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204" name="Ink 203"/>
              <p14:cNvContentPartPr/>
              <p14:nvPr/>
            </p14:nvContentPartPr>
            <p14:xfrm>
              <a:off x="-2136033" y="446425"/>
              <a:ext cx="917640" cy="887040"/>
            </p14:xfrm>
          </p:contentPart>
        </mc:Choice>
        <mc:Fallback xmlns="">
          <p:pic>
            <p:nvPicPr>
              <p:cNvPr id="204" name="Ink 203"/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-2143233" y="438865"/>
                <a:ext cx="934560" cy="89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207" name="Ink 206"/>
              <p14:cNvContentPartPr/>
              <p14:nvPr/>
            </p14:nvContentPartPr>
            <p14:xfrm>
              <a:off x="-2004633" y="587185"/>
              <a:ext cx="853560" cy="637920"/>
            </p14:xfrm>
          </p:contentPart>
        </mc:Choice>
        <mc:Fallback xmlns="">
          <p:pic>
            <p:nvPicPr>
              <p:cNvPr id="207" name="Ink 206"/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-2012553" y="577105"/>
                <a:ext cx="871560" cy="65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209" name="Ink 208"/>
              <p14:cNvContentPartPr/>
              <p14:nvPr/>
            </p14:nvContentPartPr>
            <p14:xfrm>
              <a:off x="-2149713" y="1010185"/>
              <a:ext cx="1232640" cy="978840"/>
            </p14:xfrm>
          </p:contentPart>
        </mc:Choice>
        <mc:Fallback xmlns="">
          <p:pic>
            <p:nvPicPr>
              <p:cNvPr id="209" name="Ink 208"/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-2157273" y="1002265"/>
                <a:ext cx="1248120" cy="99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259" name="Ink 258"/>
              <p14:cNvContentPartPr/>
              <p14:nvPr/>
            </p14:nvContentPartPr>
            <p14:xfrm>
              <a:off x="4263687" y="5029225"/>
              <a:ext cx="4006080" cy="123480"/>
            </p14:xfrm>
          </p:contentPart>
        </mc:Choice>
        <mc:Fallback xmlns="">
          <p:pic>
            <p:nvPicPr>
              <p:cNvPr id="259" name="Ink 258"/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4255407" y="5020585"/>
                <a:ext cx="4019760" cy="138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712202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57869-2D77-4F8B-9B12-B266505A7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Margin and test error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9C286D-4E86-4C97-AC5D-43E56319ED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0037" y="1027112"/>
            <a:ext cx="6900863" cy="556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5773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A9C06-2F2E-4BFD-95E7-65DF48910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Interpreting the model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1458A0-F20D-4FD0-8409-1D8143B408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2500" y="876300"/>
            <a:ext cx="8153400" cy="5462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2256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2002</TotalTime>
  <Words>81</Words>
  <Application>Microsoft Office PowerPoint</Application>
  <PresentationFormat>Widescreen</PresentationFormat>
  <Paragraphs>24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CSE 445 Lecture 8.1</vt:lpstr>
      <vt:lpstr>Linear model for cond. Probability estimation</vt:lpstr>
      <vt:lpstr>The squashing function</vt:lpstr>
      <vt:lpstr>Logistic regression model</vt:lpstr>
      <vt:lpstr>Logistic regression for binary labels</vt:lpstr>
      <vt:lpstr>The learning problem</vt:lpstr>
      <vt:lpstr>Convexity</vt:lpstr>
      <vt:lpstr>Gradient descent</vt:lpstr>
      <vt:lpstr>Use of logistic regression</vt:lpstr>
      <vt:lpstr>Sentiment data</vt:lpstr>
      <vt:lpstr>Handling text data</vt:lpstr>
      <vt:lpstr>Logistic regression approach</vt:lpstr>
      <vt:lpstr>Local search in progress</vt:lpstr>
      <vt:lpstr>Mistakes</vt:lpstr>
      <vt:lpstr>Margin and test error</vt:lpstr>
      <vt:lpstr>Margin and test error</vt:lpstr>
      <vt:lpstr>Interpreting the model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327 Lecture 8</dc:title>
  <dc:creator>Mohammad Khan</dc:creator>
  <cp:lastModifiedBy>Mohammad Khan</cp:lastModifiedBy>
  <cp:revision>110</cp:revision>
  <dcterms:created xsi:type="dcterms:W3CDTF">2018-11-03T12:07:21Z</dcterms:created>
  <dcterms:modified xsi:type="dcterms:W3CDTF">2026-07-25T05:17:41Z</dcterms:modified>
</cp:coreProperties>
</file>
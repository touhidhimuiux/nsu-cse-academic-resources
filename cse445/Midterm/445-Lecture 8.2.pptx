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89" r:id="rId3"/>
    <p:sldId id="290" r:id="rId4"/>
    <p:sldId id="291" r:id="rId5"/>
    <p:sldId id="259" r:id="rId6"/>
    <p:sldId id="260" r:id="rId7"/>
    <p:sldId id="261" r:id="rId8"/>
    <p:sldId id="262" r:id="rId9"/>
    <p:sldId id="263" r:id="rId10"/>
    <p:sldId id="264" r:id="rId11"/>
    <p:sldId id="265" r:id="rId12"/>
    <p:sldId id="266" r:id="rId13"/>
    <p:sldId id="267" r:id="rId14"/>
    <p:sldId id="268" r:id="rId15"/>
    <p:sldId id="269" r:id="rId16"/>
    <p:sldId id="280" r:id="rId17"/>
    <p:sldId id="281" r:id="rId18"/>
    <p:sldId id="270" r:id="rId19"/>
    <p:sldId id="271" r:id="rId20"/>
    <p:sldId id="272" r:id="rId21"/>
    <p:sldId id="273" r:id="rId22"/>
    <p:sldId id="274" r:id="rId23"/>
    <p:sldId id="275" r:id="rId24"/>
    <p:sldId id="276" r:id="rId25"/>
    <p:sldId id="277" r:id="rId26"/>
    <p:sldId id="278" r:id="rId27"/>
    <p:sldId id="279" r:id="rId28"/>
    <p:sldId id="282" r:id="rId29"/>
    <p:sldId id="283" r:id="rId30"/>
    <p:sldId id="284" r:id="rId31"/>
    <p:sldId id="285" r:id="rId32"/>
    <p:sldId id="286" r:id="rId33"/>
    <p:sldId id="287" r:id="rId34"/>
    <p:sldId id="288"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1A77CF-AEAF-A97B-7FBE-9C04175015BB}" v="2" dt="2026-07-24T18:04:32.3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042" autoAdjust="0"/>
    <p:restoredTop sz="95142" autoAdjust="0"/>
  </p:normalViewPr>
  <p:slideViewPr>
    <p:cSldViewPr snapToGrid="0">
      <p:cViewPr varScale="1">
        <p:scale>
          <a:sx n="82" d="100"/>
          <a:sy n="82" d="100"/>
        </p:scale>
        <p:origin x="1085"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43:02.828"/>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33 60 1896 0,'-5'0'35'16,"2"0"27"-16,-3-11 22 0,0 11 23 0,3 0-27 15,2-9-21-15,-6 9-19 0,4 0-15 0,0 0-8 16,3 0-4-16,-3 0 7 0,3 0 1 0,0 0 14 15,0 0 11-15,0 0-1 0,0 0 0 0,0 0-11 16,0 9-13-16,0-9-10 0,0 0-6 0,0 0-5 16,0 0 1-16,9 5 11 0,2-5 12 15,4 3 11-15,3-3 0 0,8 0-6 0,6 0-7 16,8 0-16-16,7 0 4 16,12 0-3-16,8 0-5 0,12 0 7 0,12-12-3 0,9 12-1 0,13-9-1 15,11 0-6-15,7 1 4 0,7 8 2 0,3-7 2 16,3 7 3-16,-1 0-10 0,-2 0 2 0,-7 0-6 15,-5 0 12-15,-6 0-7 0,-6 0 0 0,-11 0 2 16,-8 0-10-16,-10 11 16 0,-9-3-4 0,-13-8-4 16,-9 11-3-16,-10-4-20 0,-12-1-13 0,-8-6-25 15,-7 7-23-15,-7-3-17 0,-3-4-24 0,-6 0-19 16,-4 0-24-16,0 0-27 0,0 2-60 0,0 3-216 16,0-1-4-16,0 3 55 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43:45.978"/>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5 0 3917 0,'0'20'18'0,"0"-7"34"0,0 1 55 0,0-6 71 15,0-2 69-15,0-2 31 0,0-2-20 0,-9 0-75 16,9-2-87-16,0 0-61 0,0 0-61 0,0 0-98 16,0 0-93-16,0 0-85 0,0 0-34 0,0 0-1 15,0 0-91-15,0 0-165 0,0-11-390 0,0 11 104 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43:57.753"/>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8 31 2088 0,'-2'0'24'0,"1"0"21"0,-1 0 25 0,2-9 32 16,0 9 2-16,-1 0 3 0,-1 0-8 0,1-8 0 16,1 8 0-16,0 0-8 0,0 0 7 0,0 0-15 15,0 0-7-15,0 0 0 0,0 0-1 0,0 0-12 16,0 0 1-16,0 0-14 0,0 0-9 0,0 0-8 15,0 0-4-15,0 0-1 0,0 0 9 0,0 0 5 16,0 0-1-16,0 0 9 0,0 0-12 0,0 0 8 16,0 0-10-16,0 0 5 0,0 0-2 0,0 0-17 15,0 0 5-15,0 0-2 0,0 0-2 0,0 0 2 16,0 0-6-16,0 0-15 0,0 0-7 16,0 0 3-16,0 0 0 0,0 0 0 0,0 0-5 15,0 5 2-15,0-5-5 0,0 4-3 0,0 0 7 16,0-3-4-16,0 0-3 0,0 1 6 0,0 3-4 15,0-1 8-15,0 3-2 0,0 1-2 0,0 2 5 16,0 6-5-16,0-2 8 0,0 4-1 0,0 2 3 16,10 1-5-16,-2 1-6 0,-2 0 9 0,1 0-6 15,0 0 6-15,0 1-2 0,-1-1-1 0,2-2 2 16,-2 0 4-16,1-2-6 0,0-3-3 0,-1 0 3 16,-2-4-10-16,2-2 13 0,-1 1 2 0,-1-3-7 15,1-1 7-15,-1-1-6 0,0-1 2 0,0-2-1 16,-2 3 6-16,1-4 0 0,0 1-10 15,-2-2 4-15,1 0 4 0,-1 0 4 0,1 0 1 16,-2 0 15-16,0 0 20 0,3 0 12 0,-3 0 34 16,0 0 4-16,1 0-22 0,1-10-9 0,1 1-41 15,1-4-15-15,4 0-8 0,-2-4 0 0,2-2 5 16,2-1 0-16,-1-3 0 0,4 0-11 0,-3 2 9 16,-1 2-13-16,0 0 8 0,-1 3 19 0,-2 1-11 15,2 3 18-15,-2 2-6 0,-2 3-12 0,1 1 10 16,-4 2-18-16,2 2 3 0,-1 1-11 0,-2 1 6 15,0 0-18-15,0 0-3 0,0 0 6 0,0 0-21 16,1 0 35-16,1 0-1 0,1 9 8 16,0 0 0-16,3 1-1 0,2 2-6 15,1 1 0-15,3-1 7 0,2 5-10 0,1-3 9 0,0 3 3 16,2 0-7-16,-1 0 8 0,1 0 1 0,-2-1 0 16,1-1-5-16,-3 1 9 0,1-6-7 0,-4-1-10 15,-2 0 9-15,1-3-1 0,-4-3 27 0,1 0 95 16,-3-1 149-16,0-2 108 0,-2 0 73 0,1 0-18 15,-1 0-126-15,3 0-120 0,-4-16-95 0,1 2-66 16,4-3-11-16,-2-2 11 0,1-3-5 0,1-1-7 16,-1-4-7-16,-1-1-12 0,0 0 4 0,0 0 3 15,-1 4 1-15,1-2 4 0,-3 2-5 16,1 3-6-16,-1 2-3 0,2 3-14 0,0 4-21 0,-2 1-23 16,0-1-43-16,0 6-61 0,0-1-84 15,0 2-104-15,1 0-105 0,-1 5-15 0,2-1 38 16,1 0 38-16,-3 1-8 0,0 0-92 0,0 0-113 15,0 0-132-15,0 0-5 0,0 0 181 0</inkml:trace>
  <inkml:trace contextRef="#ctx0" brushRef="#br0" timeOffset="1207.32">1051 208 1826 0,'-6'0'23'0,"6"0"13"0,-6 0 14 15,1 0 25-15,1 0-1 0,-1 0 9 16,2 0 3-16,-1 0-10 0,2 0-15 0,-1 0-17 16,2 0-16-16,-2 0-17 0,3 0-4 0,0 0-8 15,0 0 3-15,0 0-1 0,0 0-7 0,0 0 0 16,0 0-2-16,0 0 0 0,0 0 5 0,0 0 4 15,13 0 3-15,1 0 2 0,3 0-1 0,2 0-5 16,6 0-1-16,2 0-2 0,3 0 2 0,4 0 4 16,-1 0 0-16,2 0-2 0,-2 0-1 15,-1 0 1-15,-1-8 0 0,-5 8-2 0,-1-6 3 0,-3 6-2 16,-6 0-1-16,-2-6 4 0,-3 6 3 16,-4 0 1-16,-2 0 7 0,-2 0 8 0,-2 0-3 15,-1 0 7-15,0 0-7 0,0-2-1 0,0 2-3 16,0 0-6-16,0 0-7 0,0 0-27 0,0-4-34 15,0 3-34-15,0 0-25 0,-13-1 3 0,4 0 29 16,-2 0 30-16,-1-1 25 0,0-1 22 0,-2 2 5 16,2-3 3-16,-2 2 15 0,2-2 20 0,-2 0 28 15,4-1 27-15,-1 2 18 0,0-1-2 0,4-1 6 16,-1 1 3-16,2 2-2 0,0-2 7 0,3 4-12 16,0-2-21-16,2 1-22 0,1 1-30 0,0 1-24 15,0-1-16-15,0 1-8 0,0 0-4 0,0 0 4 16,0 0 0-16,13 0 8 0,-2 0 8 0,1 0-6 15,3 0 5-15,-1 10-8 0,3-3-5 16,-1 1 4-16,-2 0 4 0,0-3 2 0,-1 2-2 16,-4 1 10-16,-1-1-5 0,-2-2 5 0,-1 0 5 15,-2 1-9-15,-2-1 7 0,-1 3-3 0,0-2 4 16,0 2 2-16,0-1-11 0,0 4-66 0,-15-2-103 16,0 3-111-16,0 0-171 0,-1-2-271 15,0 1 97-15</inkml:trace>
  <inkml:trace contextRef="#ctx0" brushRef="#br0" timeOffset="1918.94">1980-4 2703 0,'8'-4'51'0,"-8"1"52"0,0 0 57 0,0-1 50 16,0 2-25-16,0-1-40 0,0 3-54 0,0 0-49 16,0 0-33-16,0 0-15 0,0 0-10 0,0 0-4 15,0 0 9-15,0 9 1 0,0 0 10 0,0-1 5 16,0 3-5-16,0 2-6 0,11 2 2 0,1 2-2 16,-2 2 9-16,4 3 6 0,0-2-3 15,-4 1-5-15,4-1 0 0,0 1 1 0,-1-1-4 16,0-3 6-16,-3-2-6 0,2-3-1 0,-6-2 9 15,2-3 4-15,-2-1 19 0,-1-2 34 0,-1-1 25 16,-2-3 41-16,1 0 26 0,-2 0 11 0,1 0-8 16,2-11-40-16,1-2-31 0,1 1 1 0,0-5 56 15,2 2 70-15,-1-4 9 0,1 1-52 0,1-1-77 16,-1 0-75-16,-2 1-27 0,1 3-5 0,-2 2 4 16,-1 1-20-16,1 2-6 0,-2 4-11 0,2 2-68 15,-5 0-47-15,1 4-62 0,1 0 7 0,1 0 68 16,0 0 67-16,3 0 82 0,3 13 4 0,1-4-1 15,4 2-4-15,0 0-7 0,2 1 8 0,1 1-14 16,0-1 9-16,-3-1 0 0,-1 0-3 16,-1 0 1-16,1-5 12 0,-4 1 1 0,0-3 0 15,-3 0 25-15,-2-2 54 0,1-2 88 0,-2 0 85 16,0 0-3-16,0 0-62 0,2 0-79 0,-2-14-66 16,3-1 16-16,1-1 32 0,2-3 1 0,-1 1-21 15,3-3-35-15,-2 0-32 0,-2-3-10 0,-1 2-1 16,1 0 9-16,-3 3-10 0,2 0-1 0,-3 2-8 15,2 2-40-15,-4 2-74 0,2 4-143 0,-1 0-93 16,1 3-67-16,-2 1 10 0,1 1 26 0,-1 2-54 16,-1 0-58-16,2 2-41 0,-1 0 35 15,1 0-132-15,1 0 104 0,0 0 109 0</inkml:trace>
  <inkml:trace contextRef="#ctx0" brushRef="#br0" timeOffset="2072.47">2653 109 1783 0,'0'11'20'0,"5"1"28"0,-5-3 25 16,4 2 25-16,-4-2 4 0,0 4 5 0,0-1-5 16,0 0-11-16,0 2-17 0,0-1-27 0,0 2-21 15,0-3-13-15,0 3-1 0,-9-2-5 0,9 2-13 16,0-2-72-16,-9 2-92 0,5 0-163 0,4-2-307 16,0 2 70-16</inkml:trace>
  <inkml:trace contextRef="#ctx0" brushRef="#br0" timeOffset="2552.63">3378 88 2249 0,'0'0'4'0,"12"0"4"0,-6 0-5 15,-6 0-3-15,0 0-10 0,0 0-10 0,0 0 8 16,0 0 0-16,0 0 5 0,0 0 7 0,0 0 2 16,0 12 6-16,0-3-2 0,0 3-24 0,0 0-67 15,-14 3-86-15,5 2-192 0,-6-1-169 0,1 1 61 16</inkml:trace>
  <inkml:trace contextRef="#ctx0" brushRef="#br0" timeOffset="3457.23">4110-111 2223 0,'0'-7'28'0,"0"3"40"16,0-2 44-16,0 1 36 0,0 3 2 0,0-3-24 15,0 1-48-15,0 2-39 0,0 1-35 0,0 1-29 16,0 0-1-16,0 0 2 0,0 0 2 0,0 0 12 15,0 14 2-15,0-1 6 0,0 0 6 16,0 1-5-16,0 0 2 0,0 1-1 0,0 3-5 16,0-6 6-16,0 4 1 0,12-3-2 0,-2 0 6 15,0-2 2-15,-6-2-2 0,2-1 23 16,0-2 26-16,0-1 29 0,-1-1 34 0,1-2 13 0,-3 0 12 16,5-2-4-16,1 0-17 0,-3 0-25 0,1 0-28 15,4-15-20-15,1 2-5 0,-1-1-3 0,3 0-9 16,1-3 3-16,-6 0-11 0,4-1-13 0,-5 1 9 15,4 0-15-15,-7 2-4 0,4 1 4 0,-6 2-11 16,1 1 4-16,0 3-6 0,-1 2 2 16,0 2-20-16,-3 0-23 0,3 4 7 0,-3 0-16 15,3 0 22-15,-2 0 20 0,4 13 6 0,2-2 15 16,-4 2-6-16,6 0 2 0,-1-1 0 0,0 6 2 16,4-2-4-16,-3 1 2 0,2-3-3 0,-2 0 2 15,1-2 2-15,1-1 3 0,-2-1-6 0,-1-3-3 16,1 0 9-16,-3-3 13 0,1-2 19 0,-4-2 12 15,4 0 3-15,0 0-10 0,-1 0-11 0,3 0-7 16,2-15-11-16,0 3-6 0,-2-2 1 0,1 2 1 16,2-2 1-16,-1 2-1 0,1-1-5 0,-4-2-4 15,1 2-17-15,-1 0-29 0,1-3-58 0,-3 4-99 16,1-1-129-16,-4 1-120 0,0 0-102 16,3 2-267-16,-1 0 120 0,-2 2 147 0</inkml:trace>
  <inkml:trace contextRef="#ctx0" brushRef="#br0" timeOffset="3927.51">4822-45 2582 0,'3'7'23'0,"-3"-4"28"16,0-2 38-16,0 1 45 0,0 3 14 0,0-5 8 16,0 0-33-16,0 2-41 0,0-2-37 0,0 2-39 15,-12-2-8-15,1 0-3 0,1 0-1 0,0 0 4 16,-3 3 4-16,-2-1-3 0,1-2 2 15,0 1 4-15,1 1 0 0,4-1-3 0,-2-1 2 16,2 0-4-16,4 0 2 0,2 0 5 0,3 0-5 16,0 0-3-16,0 0 0 0,0 0 1 0,0 0 9 15,14 0 5-15,0 0-1 0,-4 0 6 16,5 0-5-16,2 0-1 0,0 0-5 0,2 0-8 0,-2 0-3 16,3 0 2-16,3 0 1 0,-7 0 1 0,1 0-1 15,-5 14-3-15,5-4 4 0,-6 0-6 0,-5 1 6 16,4 0 3-16,-7 2-7 0,0 0 7 0,-3 0-1 15,0 0-4-15,0 2 8 0,0 0 4 0,0 0-4 16,0 3 0-16,-13-3 0 0,4 2-1 0,-2 0 2 16,2 0 1-16,0 0-3 0,1-3-1 15,-1 0-14-15,1-2 12 0,2 1-8 0,-1-4 4 16,1-1 5-16,0 0-9 0,3-3 9 0,0 0-8 16,1-1 11-16,2-2-3 0,0 0-4 0,0 0 15 15,0-2-9-15,0 0 2 0,0 0 1 0,0 0-4 16,0 0 1-16,0 0 3 0,0 0-1 0,0 0-7 15,0 0 6-15,11-10-5 0,-2 1 3 0,1 9-12 16,4-11-38-16,3 2-29 0,6-2-38 0,-1 3-31 16,4-3-19-16,5 1-30 0,-1 1-35 15,2-1-49-15,1 0-102 0,4 2-259 0,-1-2 52 0,-4 0 92 16</inkml:trace>
  <inkml:trace contextRef="#ctx0" brushRef="#br0" timeOffset="4160.78">5475 105 2558 0,'-9'0'5'0,"-2"0"-4"16,5 0-4-16,0 0-2 0,-1 0-35 0,3 0-69 16,1 0-98-16,0 0-212 0,3 0-186 0,0 0 73 15</inkml:trace>
  <inkml:trace contextRef="#ctx0" brushRef="#br0" timeOffset="4316.46">5964 110 1898 0,'0'0'-23'16,"0"-14"-69"-16,-11 3-153 0,11 1-230 0,0 0 23 16</inkml:trace>
  <inkml:trace contextRef="#ctx0" brushRef="#br0" timeOffset="4503.68">6719-79 2518 0,'0'0'6'0,"-12"0"1"0,4 0 5 15,8-11-4-15,-9 11-7 0,9-10-19 16,0 10-82-16,0-7-100 0,0 7-276 0,0 0-142 15,0-9 75-15</inkml:trace>
  <inkml:trace contextRef="#ctx0" brushRef="#br0" timeOffset="5043.72">7360-281 2723 0,'4'0'82'0,"-1"0"69"0,0 0 69 0,-3 0 56 16,0 0-32-16,0 0-31 0,0 0-21 0,0 0 21 15,0 0 2-15,0-10 43 0,0 10 13 0,0 0-15 16,-7-8-27-16,7 8-77 0,0 0-62 0,0 0-63 15,-9 0-38-15,9 0-9 0,0 0-8 0,0 0-13 16,0 0 4-16,0 0-4 0,0 0 5 0,0 0 27 16,0 10-2-16,0-1 17 0,0 4 4 15,0 0-16-15,0 2 12 0,13 6-19 0,-4-1-10 16,1 4 7-16,-3-2-10 0,4 2 9 0,-5-3 9 16,6-1-12-16,-4-1 3 0,-2-3 3 0,1-1 2 15,-1-3 12-15,0-4 3 0,-3-1 11 0,0-2 13 16,1-4 17-16,-4 2 7 0,1-3 18 0,-1 0 47 15,0 0-6-15,3 0-9 0,0 0-30 0,3-16-67 16,0 1-10-16,2 1 6 0,-1-5 0 0,6-3 8 16,-3 0 8-16,1-2-5 0,-2 0-4 0,0-3 1 15,-1 2-13-15,-2 0 0 0,0 2 10 16,-2-1-5-16,1 3 3 0,-4 2-5 0,2 0-22 16,1 3-16-16,-4 3-38 0,3 0-60 0,-2 3-83 15,1 1-71-15,-2 3-20 0,1 1 13 0,1 3 60 16,-1 2 60-16,1-1 19 0,-1 1-2 0,-1 0-31 15,3 0-61-15,-3 0-25 0,3 0 41 0,-3 0 56 16,3 0 62-16,0 0 19 0,0 10-36 0,-1-2-38 16,1-1-27-16,0 1-31 0,3-2-154 0,-3 1-95 15,0-2 49-15,-1 2 78 0</inkml:trace>
  <inkml:trace contextRef="#ctx0" brushRef="#br0" timeOffset="5595.59">7616-292 2180 0,'-3'-8'40'0,"3"8"38"0,-6 0 44 0,6-8 51 16,0 8 12-16,-3 0 9 0,0 0-13 0,2 0-24 15,1 0-27-15,-2 0-27 0,1 0-16 0,-1 0-5 16,2 0-9-16,0-4-12 0,0 4-9 0,0 0-7 15,0 0-17-15,0 0 8 0,0 0 5 0,0 0-1 16,0 0 2-16,0 0-12 0,0 0 4 0,0 0-31 16,0 0-9-16,0 0-6 0,0 0-12 15,0 0 6-15,0 0 5 0,0 0 4 0,0 0-2 16,0 0 7-16,0 9 2 0,0 2-1 0,0-1 3 16,0 1 0-16,9 2-2 0,-9 2 0 0,12 0-2 15,-4 1 10-15,3 1-6 0,-2-3 6 0,-2 2-2 16,2 1-7-16,2-4 8 0,-2 2-3 0,2-2-5 15,-2 1 2-15,0-2 2 0,-1-3-1 0,1 0 4 16,-3-1 2-16,-2-4-3 0,2 1 3 0,-3-4 17 16,1 2 29-16,-1-3 35 0,-2 0 36 0,-1 0 53 15,3 0 33-15,0 0-4 0,-3 0-23 0,6 0-59 16,-1 0-54-16,4-12-5 0,-2 2 24 16,6-1 6-16,-3-1 14 0,4-1-25 0,-5-5-33 15,5 1-13-15,-4-3-20 0,-2-1-4 0,-4-5-3 16,4 0-8-16,-2-3-7 0,-4 0-5 0,-2 0 4 15,0-1 5-15,0 1-4 0,0 2 10 0,0 1-8 16,0 3 0-16,0 4 3 0,0 1-5 0,0 4-4 16,0 3-8-16,-8 3-1 0,8 2-37 0,0 3-63 15,0 0-107-15,0 3-92 0,0 0-39 0,0 0 12 16,0 0 54-16,0 0 26 0,0 0-4 0,0 0 18 16,0 0-2-16,0 11-10 0,0-1-1 0,0 0-63 15,0 1-166-15,0 0-122 0,0 1 83 16</inkml:trace>
  <inkml:trace contextRef="#ctx0" brushRef="#br0" timeOffset="6251.72">8251-169 2450 0,'0'-7'51'15,"0"-2"59"-15,0 1 62 0,0 2 70 0,0 1-2 16,0 0-21-16,0 2-47 0,0-1-57 0,0 3-52 15,0 0-41-15,0 1-23 0,0 0-15 0,0 0-1 16,0 0 2-16,-7 0 6 0,7 12 1 0,0 1 6 16,0-1 0-16,0 4 6 0,0 1-5 0,0 3 7 15,0 1 1-15,0 1-3 0,0 1-2 16,0 1-6-16,0 0 4 0,0 1 0 0,0-3 5 16,7 0 1-16,2 0-7 0,-3-3 5 0,-1-2-3 15,1 0-5-15,-1-4 11 0,-2-2-6 0,0-4 8 16,-3 1-1-16,0-3-1 0,0-1 2 0,0-4-7 15,0 0 9-15,0 0-1 0,0 0 1 0,0 0 31 16,0 0-4-16,0 0 5 0,0-11-1 0,0 11-28 16,0-10 6-16,0 0-6 0,-9 2-3 0,1-1-4 15,2 0-13-15,-3 1 2 0,0 0-7 0,-3 1 2 16,-2 1 6-16,-3-2-8 0,0 5 8 0,-1-1-11 16,-2 4 3-16,1 0 1 0,-4 0-6 0,2 11 12 15,-2 1-12-15,3 1 6 0,0 0 1 0,4 2-3 16,-1 2 7-16,3-1-4 0,2 2 4 15,6-2 0-15,2-2 3 0,1 3-4 0,3-4 7 16,0 2-4-16,0-2 0 0,0-3 5 0,0 1-7 16,13-2 16-16,2 0 6 0,4-1 5 0,-1-6 9 15,3 1-13-15,5-3-9 0,-2 0-2 0,5 0-6 16,3 0-2-16,-2-11 1 0,2-2 8 0,0 4-3 16,0-5 3-16,-2 0-5 0,2 2-4 0,-1-5 0 15,-4 3 0-15,-1-2-4 0,-3 2-15 0,-1 2-27 16,-3-2-43-16,-1 1-62 0,-5 1-110 0,1-2-125 15,-5 2-146-15,0 0-325 0,-1-1 121 0</inkml:trace>
  <inkml:trace contextRef="#ctx0" brushRef="#br0" timeOffset="6457.22">9061 36 3996 0,'0'0'37'0,"0"0"46"0,0-9 71 0,0 9 45 0,0 0-9 16,-9-9-47-16,9 9-73 0,0 0-52 0,-8 0-33 15,8-6-46-15,0 6-79 0,0 0-70 16,0 0-93-16,-6 0-156 0,6 0-139 0,-6 0-292 0,6 0-19 16,-5 0 204-16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43:41.662"/>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5029 7063 3306 0,'-10'13'9'0,"10"-2"14"0,0-4 9 15,0 1 1-15,0-6-8 0,0 0-11 0,0 0-17 16,0-2-69-16,0 0-121 0,0 0-144 0,0 0-175 16,0 0-254-16,0 0 100 0,0 0 139 0</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44:07.398"/>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19 634 2155 0,'-3'-6'17'15,"0"0"18"-15,0 0 21 0,0 1 6 0,-2 0-3 16,5 1-17-16,-3-2-17 0,0 0-10 0,3-1-8 16,0 0-2-16,0-2 3 0,14 1 8 0,-2-3-5 15,5-1-1-15,3-1-4 0,4-1-3 0,2 0 7 16,4 2 4-16,5-4 0 0,-2 2 5 0,4-3-5 15,-1 1-4-15,4 1 5 0,-1 0 0 0,1 0 2 16,5 1 0-16,-1 1 0 0,2 1-12 0,4-1-3 16,0 2-6-16,2 1 3 0,7 0 2 0,0 1-1 15,5 1 7-15,1 2-8 0,5 0 6 16,3 1 0-16,2 1-8 0,2-1 6 0,0-1-1 16,1 1-7-16,4 1 12 0,1-2-5 0,-1 1-4 15,0 1 8-15,5-2-6 0,1 2-4 0,2 1 6 16,1 0-6-16,0 3 5 0,-3 0 1 0,8 0-2 15,-4 0 2-15,4 0-3 0,-3 0 1 0,2 10-5 16,4-2 10-16,3 0-7 0,0 0 4 0,5-2 2 16,1 0-8-16,3 0 9 0,-3-1-6 0,1-2-2 15,-4-3 6-15,-2 4-3 0,-7-2 6 0,-5-2-2 16,-3 2-2-16,-7-2-6 0,-7 2 4 0,-7-2 2 16,-8 1-2-16,-9 0 2 0,-6 1-4 0,-4-2 12 15,-13 0 43-15,-6 0 34 0,-5 0 45 0,-6 0 25 16,-1 0-22-16,-4 0-34 0,-5 0-33 0,0 0-45 15,0 0-17-15,0 0 2 0,-11-10-16 16,-1 10 8-16,-2-12-7 0,1 4 1 0,-2 1 9 16,-4-1 4-16,-2-1-5 0,1 0 5 0,-1 1-10 15,0-1-5-15,-2 1 14 0,0-2-4 0,0-2 1 16,1 1 0-16,0-1-6 0,1 0 4 0,0-1-2 16,-2 1 7-16,0-2-6 0,4 2-8 0,-4-2 9 15,0 2 22-15,2 1 33 0,0 0 48 16,2 1 27-16,1 3-10 0,3 0-21 0,3 4-45 0,3-2-25 15,3 5-24-15,3-1-1 0,1 1-7 0,2 0-9 16,0 0 9-16,0 0-6 0,12 0 10 16,2 0-3-16,3 0 4 0,5 0-2 0,6 9-2 15,5-9 2-15,5 12-1 0,6 0 4 0,2-3 2 16,-1 2 4-16,-1 2-11 0,-1 2 7 0,-4 1-21 16,-4 1 2-16,-6 1 17 0,-9 0-1 0,-5 2 18 15,-4 0-4-15,-11 0 4 0,0 0-7 0,0 2-2 16,-17 0-1-16,-6 0-12 0,-4 2-1 0,-5-2-18 15,-3 0-22-15,-2 1-81 0,-2-1-125 0,0-2-162 16,-1-3-156-16,2 0-334 0,3-2 93 16,3-1 181-16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43:41.493"/>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5006 6547 2725 0,'0'13'-6'16,"0"-4"6"-16,0-1 2 0,-10-4-1 0,10 0 7 15,-9-1-22-15,9-3-61 0,-8 1-100 0,8-1-159 16,0 2-330-16,-6-2 56 0,6 0 101 0</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44:31.059"/>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542 247 1775 0,'3'-14'37'0,"-3"-1"33"0,0-3 22 0,0 2 23 16,0-1-16-16,0 0-5 0,0-2 8 0,-10 5 8 15,-1-2 8-15,11 1 10 0,-9 6-1 0,9-3 2 16,-9 3-4-16,9 1-13 0,-5 0-7 0,5 3-13 16,0 0-14-16,0 0-14 0,-4-1-15 0,4 4-16 15,0-3 0-15,0 2-10 0,0 1-2 16,0-1-8-16,0 0-5 0,0 2 9 0,0 1-13 16,0 0 3-16,0 0-10 0,0 0-7 0,0 0 4 15,0 0-8-15,0 0-1 0,0 0 2 0,0 8-5 16,0-8 11-16,0 11 5 0,0 0-3 0,0-1 17 15,0 6-8-15,0 1-4 0,0 6 5 0,0 4-4 16,0 5-1-16,9 1 9 0,-9 3-8 0,0 5-11 16,9 0 8-16,-9 5 1 0,6 1 3 0,-6-1 24 15,5 2-6-15,-5 1 0 0,3-2-4 0,0 4-4 16,-3 2-3-16,0-1 4 0,0 2 7 0,0 0-12 16,0 3 9-16,0 1-7 0,0 2-5 0,-13 3 7 15,3-7-12-15,2 2 10 0,-1-3-4 0,9-1-8 16,-6 0 10-16,1 0 4 0,-1-3 11 15,6 1 1-15,0 1-1 0,-3-2-15 0,3 4-3 16,0 0 1-16,0-2-7 0,0 1 8 0,0 1 4 16,0 0-8-16,0 2 9 0,0 1-11 0,0-1-3 15,0 2 17-15,0-1 7 0,0-2-8 0,0 2 2 16,0-1-8-16,0-4-9 0,0-1 0 0,0-2-1 16,-12-2-5-16,12-5 0 0,-9-1 8 0,9-2-9 15,0-3 0-15,0-3-2 0,0-3-2 0,0 0 18 16,0 2 10-16,0 4 32 0,0 6-10 0,0 10 0 15,0 11-14-15,0 7-28 0,-14 3 14 0,1 4-15 16,2 2 8-16,-1-1 1 0,1-3-7 0,4-4-4 16,-1-7-3-16,2-5 10 0,6 1 4 0,0-2 8 15,0 2 5-15,-6 7 8 0,6-2-6 16,-6 6 9-16,1 6-1 0,1 4-33 0,-4 0 13 16,4-6-19-16,-2-5-3 0,-2-6 18 0,3-7-3 15,1-3 45-15,1 0 17 0,0 5 14 0,-2 4 12 16,-2 9-39-16,1 9-30 0,-3 8-22 0,-1 4-1 15,1 1 23-15,-1-2 20 0,1 2-5 0,1-2-1 16,2-1 4-16,3 1-4 0,1 1 3 0,1-2 31 16,-1 2-50-16,2-2 0 0,0-3 18 0,0-3-41 15,0 7 54-15,0-4 10 0,0 4-30 16,0 3-1-16,0 1-25 0,0 4-25 0,0-4 27 16,0-4-5-16,0-9 15 0,-13-8 6 0,13-9-15 15,-13-9 15-15,13-12-25 0,-10-3 15 0,10-11 5 16,-9-6-6-16,9-8 1 0,0-6-5 0,-5-3-29 15,5-5-32-15,0-4-5 0,0 0-39 0,0 0-42 16,0 0-57-16,0 0-42 0,0 0-6 0,-14-18 32 16,1 1 26-16,-4-2-26 0,0-6-63 0,-1-6-84 15,-2-3-17-15,1-3 28 0,-1-6-257 0,3-3 35 16,2-8 75-16</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42:56.078"/>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-1 159 1751 0,'0'0'16'16,"0"0"14"-16,0 0 23 0,0 0 30 0,0 0 13 16,0 0 20-16,0 0 11 0,-7 0-4 0,1 0-7 15,6 0-11-15,0 0-7 0,0 0-11 0,0 0-10 16,0 0-12-16,0 0-24 0,0 0-20 0,0 0-21 15,0 0-11-15,0 0-3 0,0 0-6 0,0 0 11 16,0 0-2-16,10 0-1 0,-1-9 15 0,3 9-12 16,1 0 6-16,0 0-3 0,4 0 1 15,0 0-1-15,2 0 4 0,1 0-1 0,1 0 1 16,-1 0 1-16,0 0-2 0,-2 0 6 0,0 11-4 16,-1 0-1-16,-2 2 2 0,-1 2 2 0,-2 2-2 15,-1-2 12-15,-1 5-12 0,-2-1 3 0,-3 1 1 16,-1 0-2-16,-4 2 10 0,0-1 0 0,0 2-2 15,0-1-1-15,-14 2 3 0,-1-1-13 0,2 0 3 16,-4-1-2-16,-1 1 0 0,1-4 10 0,0 0-5 16,1-4 1-16,0-2-1 0,3-2-2 0,2-2 12 15,0-2 2-15,4-4 5 0,2 1 23 0,1-3 6 16,1-1 4-16,3 0-6 0,0 0-14 0,0 0-16 16,0 0-13-16,0 0-3 0,0-16-12 0,9 4 3 15,-9-3 8-15,13-1-6 0,1-1 0 16,0-4 2-16,1 0 2 0,2-3 3 0,1 0 4 15,0-2-8-15,0 0-3 0,1-1 7 0,0-4 0 16,1 0 8-16,-2 1-11 0,1-2-5 0,-1-1 5 16,0 3-1-16,-1-3 18 0,-2 4 21 0,-1 2 26 15,-2 6 27-15,-2 1 16 0,-2 3-8 0,-2 1-20 16,-1 8-16-16,-5-1-25 0,1 7-10 0,-1 2-11 16,0 0-17-16,0 0 5 0,0 0-12 0,0 0-5 15,0 11 14-15,0 2-10 0,-14 0 11 0,4 2 5 16,-2 5-4-16,1 1-1 0,0 3-10 0,-1 4 1 15,-1 0-10-15,2 1 12 0,2 0 9 0,1 4-3 16,4-5 3-16,-1 0-16 0,5 1 0 0,0-4-6 16,0 1-12-16,0-4-8 0,0-1-24 15,14-4-35-15,-2 2-36 0,2-2-32 0,1-3-61 16,1-2-33-16,4-2-33 0,3-1-40 0,1-3-90 16,4-6-188-16,2 0 81 0</inkml:trace>
  <inkml:trace contextRef="#ctx0" brushRef="#br0" timeOffset="700.2">921 522 2767 0,'-11'0'22'0,"2"0"13"0,2 0 2 0,2 0 2 16,5 0-27-16,0 0-14 0,0 0 4 0,0 0 7 15,0 0 22-15,14 0 17 0,1 0-6 0,8 0-3 16,3 0-18-16,6 0-9 0,6-14-4 0,6 3-3 15,4 1-20-15,4 1-49 0,2-2-62 16,4-1-90-16,0 1-51 0,1 0-71 0,0 1-235 0,-1-1 2 16,1 1 77-16</inkml:trace>
  <inkml:trace contextRef="#ctx0" brushRef="#br0" timeOffset="459.81">1351 45 1942 0,'0'-14'21'15,"0"3"24"-15,0-1 25 0,0 3 28 0,0 2 10 16,0-1 11-16,0 1 9 0,0 1 10 0,-11-1 11 16,4 3-5-16,7-1 1 0,-11 1 1 0,2 0-21 15,1 1-22-15,2 2-20 0,0-1-33 0,-1 2-8 16,1 0-7-16,-2 0-23 0,-3 0 3 15,-1 11-21-15,-2 1 3 0,-2 3 12 0,-4 3-4 16,-3 5 19-16,0 2-11 0,-2 7 5 0,0 1-4 16,1 7-11-16,1-3 18 0,4 8-14 0,0-4-5 15,1 3-1-15,1-1-9 0,4 0 10 0,2-2-6 16,2-5 2-16,3 2 3 0,3-5-4 0,0-2 8 16,3 0-1-16,0-6-7 0,0-1-3 0,0-1 6 15,10-2 2-15,1-1-3 0,-2-5 8 0,5 1-7 16,0-2 5-16,-1-4 1 0,7 0-10 0,0-2-11 15,1-4-32-15,5-1-37 0,-2-3-59 0,3 0-48 16,1 0-45-16,-2-14-39 0,-4 2-11 0,3-1-46 16,-4 1-177-16,-1-2-90 0,-4 0 76 15</inkml:trace>
  <inkml:trace contextRef="#ctx0" brushRef="#br0" timeOffset="1246.98">2379 91 2242 0,'5'-6'24'16,"-1"-5"25"-16,1 7 47 0,-4-4 39 0,4 3 23 15,-5 1 14-15,0 0-13 0,0 0-16 0,0 1-42 16,0 3-48-16,0 0-32 0,0 0-31 0,0 0-11 16,0 0 2-16,0 0 27 0,0 15 44 15,0 1 28-15,0 1 32 0,0 3-14 0,0 8-35 16,0 1-11-16,0 7-22 0,0 6 1 0,0 2 7 16,0 5-8-16,0-1-10 0,-11-1-19 0,11 0-7 15,-6-1 1-15,6 0-2 0,-7-3 9 0,7 0 2 16,-7-3-1-16,7-3 1 0,-4-1 5 0,-1-5-9 15,5 0-1-15,0-2 3 0,-3-4 0 0,3-3-4 16,0-3 15-16,0 0-8 0,0-3-9 0,0-3 15 16,0-2-17-16,0-5 5 0,0 1-8 0,0-5-41 15,0 2-14-15,0-4-28 0,0 0-50 16,0 0-90-16,0 0-139 0,0-14-116 0,0-2-228 0,0 1 7 16,0-4 157-16</inkml:trace>
  <inkml:trace contextRef="#ctx0" brushRef="#br0" timeOffset="2134.71">2508 111 2484 0,'0'-17'24'15,"0"4"7"-15,0-2 18 0,0 5 18 0,0-1-11 16,0 2 5-16,0-1-11 0,0 0 2 0,17 2-9 16,-3-3-3-16,1 2-9 0,1 0-19 0,4 2-4 15,4-1-1-15,2 2-1 0,3 2-4 0,-2 1-2 16,4 3-6-16,-2 0-2 0,-3 0 0 0,-2 0 3 16,0 0-5-16,-4 10 9 0,-3 0-1 0,-4-1 0 15,-2 3 0-15,-2-1-2 0,-3 3 4 16,-1 0 4-16,-2-1 2 0,0 2 6 0,-2-1-8 15,-1 3 3-15,0-4 2 0,0-2-6 0,0 1 4 16,0 0 0-16,0 3-2 0,-12-3 2 0,3 2 1 16,-2-1 0-16,2 6 1 0,-1-2 0 0,-3 3 1 15,0 0-1-15,-2 1 4 0,-4 1-3 0,-2-3 0 16,0 2-7-16,-5-5-1 0,-1 3-9 0,1-3 12 16,-5-2-2-16,6 0 5 0,-3-4 14 0,3 0 16 15,3-2 35-15,3 0 16 0,0-6 17 0,4 3-6 16,3-1-12-16,3-2-2 0,-2-1-8 0,4-1-16 15,2 0-18-15,-1 0-27 0,3 0-10 16,1 0-7-16,1 0-11 0,1 0 6 0,0 0-5 16,0 0-3-16,0 0 7 0,0 0 3 0,0 0 0 15,12 0 8-15,-1 0-8 0,2 0 4 0,3 11 7 16,3-4-10-16,6 1 15 0,3 0-8 0,0 0-6 16,4-2 5-16,-2 4-10 0,3-3-4 0,1 2 3 15,-2-2 2-15,-3 3-2 0,-4-2 13 0,3 0-5 16,-8-1 3-16,1 1 1 0,-3-2-12 0,0 1 9 15,-3-2-8-15,-1 1 6 0,-3-1 1 16,1-2 0-16,-5 4 0 0,3-3-3 0,-3 3 6 0,-1-6-13 16,0 4 9-16,0-1 3 0,-1 1 4 0,-1-1-2 15,1-2 0-15,-2 0-3 0,0-2-16 16,0 4-11-16,0-4-44 0,0 0-60 0,-3 0-76 16,2 0-95-16,-2 0-122 0,0 0-273 0,0-17-71 15,0 5 114-15</inkml:trace>
  <inkml:trace contextRef="#ctx0" brushRef="#br0" timeOffset="1567.88">2590 113 2419 0,'3'-10'33'0,"2"-2"39"0,-2 2 25 15,0 3 26-15,-3 6-22 0,3 1-37 0,-3 0-31 16,3 0-6-16,-3 0 22 0,0 0 39 0,0 15 32 15,0 0 8-15,0 4-21 0,0 5-30 0,0 2-28 16,0 4-22-16,0 5 0 0,-14 1-7 16,14 2 3-16,-10 5-8 0,10 0-8 0,-9 0-2 15,9-3-4-15,-4 0 6 0,4-1-4 0,0-2-2 16,0-1 4-16,0-3 0 0,0-1-6 0,0-3 8 16,0-1-5-16,0-4-1 0,0-1 5 0,0-4-9 15,0 1 3-15,0-5 1 0,0-2 0 0,0-2 5 16,0-2 1-16,0-3-12 0,0-2-13 0,0-1-30 15,0-2-39-15,0-1-64 0,0 0-158 0,0 0-151 16,0-14-300-16,0-1-21 0,0-3 170 16</inkml:trace>
  <inkml:trace contextRef="#ctx0" brushRef="#br0" timeOffset="2886.73">3568-650 2361 0,'-4'-6'35'0,"1"-2"42"0,-3 2 32 0,1 1 15 16,2 5-22-16,0 0-38 0,0 0-34 0,3 0-21 15,-3 0-12-15,0 0 17 0,3 17 10 16,-2-4 2-16,1 4 6 0,-1-2-17 0,-1 7-8 16,3 3 3-16,0 3 1 0,0 1-9 0,0 3 6 15,0-1-2-15,0 1-6 0,0 1 18 0,11-2-1 16,-2-2 0-16,-9 1 1 0,11-2-8 0,-2-4 0 16,-5 0 5-16,-4-1-11 0,6-5-5 0,0 0 3 15,-6-4-3-15,3 1 7 0,-3-4 6 0,0-4-9 16,0 1 8-16,0-5 6 0,0 1 36 0,3-4 49 15,-1 0 42-15,-2 0 34 0,2 0-18 0,-1 0-26 16,2 0-36-16,-3 0-32 0,0-10-26 16,0 0-33-16,0-3-9 0,0 5-8 0,-17-3-10 0,4 1 24 15,-1-4-9-15,2 3 14 0,-2 1 12 16,-1-2-4-16,1 6 4 0,1-2-1 0,2 4-2 16,-1 1-11-16,1 3-6 0,1 0-14 0,1 0 5 15,-2 0-4-15,2 13 4 0,-3-5 1 0,1 5 4 16,0 1 0-16,2-2 0 0,-1 2-1 0,1 3-3 15,2-2 5-15,3 2-1 16,1-1 0-16,3 1 1 0,0-2-3 0,0 2 8 0,0-2 3 0,10 0-1 16,3-1-1-16,0-2-8 0,1-1 11 0,3 0 3 15,5-4-6-15,1 1-1 0,0-6-5 0,4-2-3 16,4 0 5-16,1 0 12 0,-4 0-22 0,6-13 14 16,-7 1 11-16,2-2-28 0,-3 3 32 15,-6-1-16-15,1-1 15 0,-6-2 49 0,-1 2 5 16,-4 1 14-16,-4 0-9 0,1 3-21 0,-3-2-11 15,2 3-13-15,-6 1-8 0,3-3 3 0,0 2-9 16,-3 2-4-16,0 2-1 0,0 0 1 0,0 0-18 16,0 1-1-16,0 1 5 0,0 2-22 0,0 0 18 15,0-2 2-15,0 2-47 0,0 0-23 0,0 0-33 16,0 0-57-16,0 0-10 0,0 0-63 0,0 0-104 16,-9 0-72-16,2 0-103 0,0 8-257 0,1 3 19 15,-4-2 131-15</inkml:trace>
  <inkml:trace contextRef="#ctx0" brushRef="#br0" timeOffset="3435.07">4829 626 2006 0,'15'-2'17'15,"2"-2"28"-15,-1-1 34 0,1 3 19 0,3-3 2 16,0 4-2-16,-4-4 0 0,1 2-12 0,0 1-19 16,-2 2-27-16,-1 0-31 0,-4 0-7 0,-4 0 5 15,0 0 25-15,2 11 16 0,-8-2 3 0,0 0-2 16,0 3-17-16,0 2-32 0,-17 1-65 0,0 4-78 15,-5 2-107-15,-6 4-112 0,-1 0-238 0,-1-1 3 16,-3 1 98-16</inkml:trace>
  <inkml:trace contextRef="#ctx0" brushRef="#br0" timeOffset="9086.94">6357 107 2155 0,'3'-13'19'0,"-3"0"33"0,0 3 27 15,0 1 24-15,0 3 4 0,0-2-10 0,0 2-6 16,-11 2-7-16,11-1-3 0,-9 3-16 0,9 0-22 16,0 2-20-16,0 0-29 0,0 0-19 0,0 0 0 15,0 0-3-15,0 0 7 0,0 13 16 0,0 1 2 16,0 3 14-16,0 1 5 0,0 7-6 0,0 3-3 15,0 2 0-15,9 5-11 0,-1 1-2 0,-2 1 11 16,4 0-6-16,-4 0 8 0,5-5 5 0,-5 1-15 16,3-4 3-16,2-2 0 0,-2-6 4 0,-2-1 4 15,3-5 1-15,0-4 40 0,-1-3 36 0,-1-1 30 16,-2-5 43-16,5-2-29 0,-2 0-20 0,1 0-24 16,0-10-43-16,3-3-12 0,2-5-18 0,2-2-2 15,0-2 0-15,6-6 9 0,-5 1-14 0,3-3 9 16,0 2-13-16,-1-4-13 0,3 2 13 15,-3 1-10-15,-1 3 18 0,1 2-1 0,0 3 1 16,0 4-8-16,-4 3-22 0,-1 3 4 0,1 5 4 16,-1 1 4-16,-2 3 6 0,0 2-4 0,-3 0-2 15,4 0 5-15,-3 16 3 0,-2 3 19 0,4 1-9 16,-4 5-3-16,1 5 9 0,-3 5-15 0,4 0-3 16,-5 4 6-16,1-1-5 0,-2 3-2 0,-2 0 6 15,-3 0-4-15,0 2 3 0,0 0 1 0,0-2-2 16,0 2 4-16,-15-1-3 0,-2 2 2 0,3-1 3 15,-4-2-5-15,-3 0 3 0,-5-3-1 0,2-2 0 16,-5-2-1-16,0-5 0 0,-1-2 0 16,-1-5-4-16,3-3 8 0,0-1-3 0,2-8 7 15,4-3 4-15,2-7-1 0,-3 0-3 0,6 0 11 16,4 0 10-16,-1-13-15 16,5-3 5-16,1-2-17 0,5-2-15 0,3-1 14 0,0-2-1 0,0-2-7 15,11 1 11-15,3-4-4 0,4 2-6 0,2 0 3 16,4-1-5-16,-1 1 3 0,7 3 3 0,2 1-3 15,-2 2-28-15,2 1-32 0,-4 1-46 0,3 2-65 16,-3 4-49-16,-2 1-59 0,-2 2-44 0,-1 1-11 16,-1 2-87-16,-2 3-198 0,1-1 64 0,-2 4 83 15</inkml:trace>
  <inkml:trace contextRef="#ctx0" brushRef="#br0" timeOffset="9460.84">8135 155 2630 0,'8'-20'35'0,"-4"3"48"0,-4 4 51 0,0 2 47 16,0 5-1-16,0-1-33 0,0 3-35 15,0 0-32-15,-9 4-36 0,9 0-15 0,-12 0-17 16,1 0-15-16,2 17 3 0,-3-2 6 0,-3 6 23 16,-2 3 10-16,-3 4 4 0,-2 7 2 0,-3 3-23 15,-1 5-5-15,1 6-8 0,-1 1-9 0,0 1 4 16,2-1-12-16,4-2 6 0,0-2 4 0,3-2-6 16,5-1 9-16,2 0-4 0,1-6 3 0,4-1-1 15,-1-5 8-15,6 0-5 0,0-7-6 0,0 0 10 16,12-6-19-16,-1-4-12 0,4-1-12 0,0-4-22 15,6-3-26-15,-1-2-34 0,4-4-38 0,2 0-54 16,-1 0-17-16,0-12-19 0,4-2-23 16,-1 1-23-16,-1-4-162 0,-3 1-145 0,-1 0 73 15</inkml:trace>
  <inkml:trace contextRef="#ctx0" brushRef="#br0" timeOffset="9692.06">7808 704 2658 0,'-19'8'21'0,"2"-2"29"0,0-1 16 16,4 1 8-16,0-1-25 0,3-1-23 16,4-1 14-16,6 0 43 0,0 0 10 0,0-3 10 15,15 0-24-15,5 0-44 0,4 0-10 0,6 0-10 16,8 0-9-16,5-11-4 0,5 11-18 0,4-15-34 15,1 2-73-15,5 2-89 0,0-1-52 0,-2 0-77 16,2 0-184-16,-1 1-120 0,3-2 72 0</inkml:trace>
  <inkml:trace contextRef="#ctx0" brushRef="#br0" timeOffset="10494.77">9259-96 2207 0,'0'-13'28'0,"-11"1"43"15,11 0 42-15,-9 3 38 0,9 1 12 0,-12 3-6 16,3-1-7-16,1 3 3 0,-1-1-19 0,1 2-18 15,-4 0-25-15,2 2-33 0,-4 0 4 0,0 0-20 16,-4 0-3-16,-2 11-12 0,-1 0-15 0,-2 0 1 16,-2 1-2-16,0 4 6 0,-1-1-16 0,2 4-6 15,1-4 3-15,2 5-4 0,4-1 4 16,4 1 12-16,4-3-18 0,4 0 8 0,5 1 5 16,0-3-5-16,0 0 7 0,11-1-5 0,1-2 5 15,1 1-10-15,3-4 7 0,-1 3-2 0,2-1-7 16,-1 2 4-16,1-4 5 0,-2 2 2 0,-1-2-5 15,0 1 3-15,-4 1-9 0,-1 0 8 0,-1-3 2 16,-2 1-2-16,-2 1 2 0,1 0-5 0,-2 2-2 16,-3 0 4-16,0 0 6 0,0 2-6 0,0 1 0 15,0-1 1-15,-12 4-11 0,1-3 2 0,11-2-2 16,-9 2 4-16,9-4-3 0,-9-2 7 0,9 0 2 16,-8-1-7-16,8-2 11 0,0-1-14 0,0-1 6 15,0 1 8-15,0 1-3 0,0-2 7 0,14 3-6 16,-5-2-2-16,2 2 2 0,-2 0-5 15,-1-1 1-15,1 1-3 0,-3 0-4 0,1 2 3 16,-4 1-2-16,0-1 1 0,-3 0 7 0,0 3-2 16,0 1 6-16,0 2-1 0,0 1-6 0,0 2 15 15,0 1-4-15,-15 2 3 0,2 0 11 0,-1 1-8 16,0 2 10-16,1-2 0 0,-3 2-13 0,0-2-1 16,1 0-9-16,1-1-8 0,2 0-4 0,0-2-1 15,4-1 7-15,0 0-3 0,4-4 8 0,1 0-2 16,0-2-3-16,0-2 6 0,3 0-8 0,0-4 3 15,0 1 3-15,0-4 8 0,0 2-3 0,0-3 6 16,9-1-8-16,-9-1-9 0,10 0 12 0,-10 0-7 16,10 0 9-16,-4 0-6 0,-6 0-4 15,6 0-23-15,0 0-36 0,0 0-58 0,-3 0-108 16,0 0-98-16,0-10-128 0,0 2-275 16,0 2-45-16,-1-4 123 0</inkml:trace>
  <inkml:trace contextRef="#ctx0" brushRef="#br0" timeOffset="10815.12">9799-59 3019 0,'2'-9'26'16,"-1"0"24"-16,-1 5 13 0,0 4 30 0,0 0 34 15,0 0 18-15,0 15 3 0,-10 3-28 0,10 4-48 16,0 5-32-16,-8 3 3 0,8 5-10 0,0 2 16 16,0 4-13-16,0 1-16 0,0 0 9 0,0-1-26 15,0 1-1-15,0-2 6 0,0 0-3 16,0-5-1-16,0 0 3 0,0-2-5 0,0-4-18 15,0 0-51-15,0-2-102 0,0-4-164 0,0-1-170 16,0-4-327-16,0 1-36 0,-10-5 160 0</inkml:trace>
  <inkml:trace contextRef="#ctx0" brushRef="#br0" timeOffset="10989.78">10305 715 3355 0,'15'19'30'0,"-6"-2"43"0,-9 3 41 0,0-3 28 0,0 1-9 16,0-1-37-16,-13 2-42 0,-2 0-28 15,-4 2-25-15,0 2-27 0,-7 0-60 0,-3 2-125 16,-4 2-178-16,-5-1-196 0,-2 0-336 0,-1-2 126 16</inkml:trace>
  <inkml:trace contextRef="#ctx0" brushRef="#br0" timeOffset="11598.67">11061 88 2458 0,'22'-11'22'0,"-3"0"50"0,-3 2 54 0,-4 3 55 15,-2 3 22-15,-5-1-15 0,-5 2-27 0,0 2-22 16,0 0-27-16,0 0-13 0,0 0-22 15,0 0-34-15,0 0-20 0,-11 7-16 0,-1-7-11 16,-1 13 12-16,-4-2 0 0,-3 1-5 0,-4-3 8 16,-2 2-11-16,-1 0 7 0,-1-3 18 0,1-1 20 15,1 0 7-15,3-6 10 0,7 4 13 0,1-5 6 16,4 0 25-16,5 0 14 0,0 0 11 0,3 0-40 16,3 0-24-16,0 0-31 0,0-13-44 0,0 3 14 15,15-2-14-15,0-1 0 0,3 2-4 16,1-1-5-16,2 1 8 0,3 0 5 0,0 4 0 0,1 1-2 15,0 6 1-15,0 0-14 0,-1 0 8 0,0 0 5 16,-1 0 2-16,0 15 18 0,-3 3-16 0,-4-1 2 16,0 4 0-16,-4 2-13 0,-5 8 18 0,-4 2-4 15,-3 3-5-15,0 5 8 0,-13 0 4 16,-6 9 3-16,-2-1-1 0,-3-1-12 0,0 2-8 16,-4-7-9-16,2-3 0 0,2-3 18 0,4-7 4 15,7-5-7-15,1-4 8 0,4-5 0 0,3-3-7 16,5-3 7-16,0-1 5 0,0-3-1 0,0-3 21 15,13 1 4-15,-1-4-4 0,3 0-8 0,2 0-16 16,2 0-6-16,4 0-41 0,1-10-78 0,2-1-57 16,-1 2-58-16,2-3-81 0,3 1-97 0,-2-2-118 15,2 0-324-15,0-3 3 0,1 4 169 0</inkml:trace>
  <inkml:trace contextRef="#ctx0" brushRef="#br0" timeOffset="11762.94">11917 511 2736 0,'13'11'56'0,"-2"2"74"0,-7 3 64 16,-4 0 48-16,0 4-31 0,0 0-51 0,-15 1-53 15,-2 4-42-15,1-3-24 0,-2 2-12 0,-2 3-12 16,0-4-7-16,-4 1-15 0,1 2-32 0,-4-2-76 16,1 2-147-16,-2-2-167 0,3-1-252 0,-1-4-210 15,2 1 148-15</inkml:trace>
  <inkml:trace contextRef="#ctx0" brushRef="#br0" timeOffset="12000.06">13154 289 3428 0,'-10'0'3'16,"10"0"3"-16,-13 0 1 0,3 0 0 0,10 0-10 15,-9-10-15-15,9 10-53 0,0 0-89 0,0-6-102 16,0 6-91-16,0 0-53 0,0 0-213 0,0 0 25 16,0-8 101-16</inkml:trace>
  <inkml:trace contextRef="#ctx0" brushRef="#br0" timeOffset="12137.1">14046 172 1981 0,'9'0'-3'0,"-5"0"-6"16,-2 0-42-16,-2-11-75 0,0 11-204 0,0-8-157 15,0 1 43-15</inkml:trace>
  <inkml:trace contextRef="#ctx0" brushRef="#br0" timeOffset="12308.61">14530 138 2497 0,'18'0'25'16,"-4"0"48"-16,-5 6 56 0,-3-6 38 0,-3 0-5 0,-3 0-35 15,0 0-60-15,0 0-39 0,0 0-15 0,0 0-10 16,0 0 3-16,-12 0-43 0,12 0-90 15,0 0-111-15,-9 0-133 0,9 0-244 0,0 0-83 16,0-13 109-16</inkml:trace>
  <inkml:trace contextRef="#ctx0" brushRef="#br0" timeOffset="12490.84">15367 139 2207 0,'26'11'53'0,"-5"-5"67"0,-6 3 74 0,-1 4 63 0,-8 0-1 16,-6 5-41-16,0-1-35 0,0 3-56 0,-12-1-35 16,-3 2-34-16,-2-1-29 0,-1 1-9 15,-5-1-32-15,0 0-57 0,-4-1-126 0,-5-1-144 16,0-1-172-16,-1 0-337 0,-1-2 97 0,2-2 146 16</inkml:trace>
  <inkml:trace contextRef="#ctx0" brushRef="#br0" timeOffset="12862.6">16901-285 2756 0,'-11'-21'72'16,"2"1"84"-16,-1 3 88 0,-3 2 61 0,1 5-21 16,0-1-30-16,-2-1-42 0,4 5-27 0,-1 2-47 15,1 0-71-15,0 4-46 0,4 1-44 0,-1 0-9 16,1 0 27-16,-2 14-9 0,2 5 7 0,-3 3 15 16,-2 6 5-16,1 3-4 0,-1 3 18 15,-1 7-19-15,1 3-4 0,2 1 15 0,1 4-5 16,2-3 14-16,2 2-18 0,-2 2-11 0,1-2-3 15,2-2-1-15,-1 0 13 0,1-4 7 0,0-4-5 16,0-3 0-16,-1-4-8 0,1-4-2 0,3-4 5 16,-3-5-60-16,3-2-42 0,0-4-38 0,0-6-53 15,0 1 20-15,0-4-34 0,0-3-63 16,0 0-142-16,0 0-213 0,0-14-278 0,0 0 102 0</inkml:trace>
  <inkml:trace contextRef="#ctx0" brushRef="#br0" timeOffset="13242.25">17121-311 3188 0,'17'-11'46'0,"-7"3"32"15,0 1 38-15,-7 4 24 0,-2 3-24 0,-1 0-25 16,0 0-35-16,0 0-22 0,0 0-11 0,0 10 13 16,0-1 15-16,-11 2 24 0,1 5-8 0,-2 0-16 15,-5 6-14-15,-4 5-26 0,-4-1 6 0,-5 7-3 16,-2 1 14-16,-3 1-2 0,-3 0 2 0,0 2 16 15,2-2 9-15,-1-3 25 0,4-4 33 0,3-3 16 16,2-3 26-16,7-8 23 0,4-3 33 16,4-3 20-16,0-4-7 0,6-4-5 0,4 3-55 0,0-3-38 15,3 0-25-15,0 0-46 0,0 0-14 16,0 0-20-16,0 0-18 0,0 0 3 0,0 0-13 16,9 0 1-16,-9 0-1 0,11 0 6 0,-1 0 4 15,4 0 4-15,1 0-2 0,3 0 1 0,5 0-8 16,0 0 1-16,3 0 2 0,3 11-11 0,-2-1 2 15,-3 2-35-15,3 2-13 0,-2-1-25 0,-1 2-33 16,-3-2-23-16,1 3-70 0,-3 0-34 0,1-3-35 16,-2 4-8-16,-1-1 37 0,-2-1 17 0,2 2 33 15,-2-1 18-15,-1 1-27 0,-1-4-57 0,1 2-89 16,-2-6-88-16,-1 2-126 0,1-3-206 0,-3-4 126 16</inkml:trace>
  <inkml:trace contextRef="#ctx0" brushRef="#br0" timeOffset="13782.8">18003-675 3360 0,'-16'-10'22'0,"-2"2"54"0,-2-1 58 0,-3 1 51 16,-1 1 15-16,2 3-27 0,0 2-55 0,0 2-38 15,3-3-51-15,5 3-25 0,0 0-4 0,7 0-25 16,2 0 20-16,1 0-5 0,2 0 2 0,2 0 8 16,0 0-10-16,0 8 8 0,0-8-1 0,0 10 3 15,11-4 7-15,-4 0-5 0,4 1 0 0,0 2-4 16,4 0 9-16,-2 0-7 0,4-1 4 15,1-1 0-15,1 2-9 0,-1-2 6 0,2 0-6 0,-1 2 1 16,3-1 1-16,-3 2-10 0,0-1 8 16,-3 3 2-16,-2 3 0 0,-2 0 10 0,-4 0-9 0,-2 7 3 15,-6 0 13-15,0 2 25 0,0 1 23 16,0 4 10-16,-17 1-12 0,2-1-28 0,1 0-15 16,2-1-22-16,0 2 6 0,4-2-4 0,8 0-1 15,-6 1 16-15,6-1 10 0,0 0 31 0,0-2 10 16,12 2 0-16,1 1 86 0,0 1-16 0,1-4 10 15,1 1 41-15,-1 2-72 0,-1-3-4 0,0 1-3 16,-1-3-3-16,-3 2 23 0,-3-2 34 0,-2 0 8 16,-4-2-18-16,0 0-41 0,0-1-26 0,0 0-19 15,0-1-20-15,0-2-12 0,-10 1-6 0,-2-2-7 16,1-2-6-16,0 0 0 0,1-3-16 0,2 0-41 16,-1-1-58-16,1-5-118 0,2 0-211 0,6 0-148 15,-4-4-43-15,4-1-76 0,0-1-27 0,0 0-165 16,-5 0-90-16,2-12 188 0</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44:35.041"/>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14345 3651 1743 0,'0'-6'13'15,"0"-1"30"-15,0 2 22 0,-8 1 18 0,8-1 0 16,0 1-9-16,-6 0 3 0,6-1 4 0,-6 0 8 15,2 2 3-15,4 0-4 0,-3 0 5 0,0 0-4 16,0 2-6-16,1-2-6 0,0 1-11 0,1 0-8 16,-1 2-18-16,2-1-5 0,0-1-15 0,0 1-10 15,0 1 3-15,0 0-21 0,0 0 6 16,0 0-6-16,0 0-8 0,0 0 15 0,0 0-5 0,13 0 15 16,-4 0 16-16,1 0 9 0,2 0 0 15,4 0-1-15,-1 6-5 0,3-6-10 0,2 0-2 16,0 8-6-16,-1-2-3 0,1-2-2 0,0 1 6 15,0 2-3-15,-4-2-5 0,1 1 2 0,0 3-14 16,-4 0 6-16,1-1 0 0,0 1 9 0,-4 2 2 16,1 1-6-16,0 0 0 0,-4 1-5 0,1 1 3 15,-4 0 1-15,2-2 8 0,-3 3-15 0,0 0 7 16,-1-2-2-16,-2-2-2 0,0 3 16 0,0-3-9 16,0 0 5-16,-12 3-6 0,1-3-6 15,-1 2 9-15,-3-2 3 0,0 0 3 0,-4 1-5 0,1 1-8 16,2 0 4-16,-3-2-7 0,3-2 5 15,-1 1 8-15,3-1-12 0,1 0 7 0,-1-3-1 16,3 0-5-16,2 0 4 0,0-2 4 0,1-2 1 16,2 0 2-16,2-2 9 0,1 0-3 0,0 0 1 15,1 0 5-15,1 0-8 0,1 0 4 0,0 0-11 16,0 0-3-16,-2 0-7 0,2-11 2 0,0 0 11 16,0 11-6-16,0-9 5 0,0-1-8 0,0 1-12 15,0 1 5-15,0-2-2 0,0 0 10 0,0 1 0 16,12-2 8-16,0 0-7 0,-1-3-2 0,1 0 5 15,0 0-6-15,2-3 7 0,1 1 4 0,0-3 21 16,4-1 0-16,-3 0 13 0,0 1-6 16,0 0-1-16,-1 2-4 0,-1-1-10 0,-2 3 5 15,-1 0-11-15,-4 2 0 0,1 0-4 0,0 0 2 16,-2 2-3-16,-2-2 1 0,1 1-3 0,-1-2 0 16,-1 3 6-16,2-1 9 0,-2-2 4 0,0 3 2 15,0 0-11-15,-1 0 2 0,-1-3 7 0,-1 3-3 16,0 2 10-16,0-2-12 0,0 1 2 0,0 2 0 15,0 0-11-15,0 0 3 0,0 6-11 0,-9 0-14 16,9 0 1-16,0 2-2 0,-9 0-3 0,9 0 6 16,-9 12 3-16,3-1-1 0,-3 6 4 0,-2 1-2 15,0 4 4-15,-1 3 6 0,-1 4-7 0,-1 1-1 16,2 1-1-16,1 1-8 0,0 1 5 16,4-1-6-16,-1 0 10 0,5-3-5 0,3-2 3 0,0-1 12 15,0-3-12-15,0-2 2 0,11-2 12 16,0-2-7-16,2-4-8 0,1 0 2 0,6-4-26 15,-1-2-7-15,4-1-22 0,1-6-26 0,1 0-31 16,1 0-36-16,1 0-47 0,-3 0-66 0,0-12-68 16,-1 2-89-16,-2-2-212 0,-1 4-82 0,-3-3 114 15</inkml:trace>
  <inkml:trace contextRef="#ctx0" brushRef="#br0" timeOffset="1021.06">14031 4464 2206 0,'-35'9'34'0,"3"-2"47"16,3-1 63-16,2 1 60 0,4-2 18 0,0 0 2 15,2-1-13-15,1-2-20 0,0 2-24 16,2-2-21-16,3 1-39 0,3-1-30 0,0 1-14 16,4 0-11-16,0-3-10 0,4 2-11 0,-1 0-19 15,5 0-8-15,-1-2-5 0,1 0 2 0,0 0 9 16,0 2-8-16,0-1 3 0,0-1 5 0,12 0 1 15,5 0-7-15,4 0 8 0,8 0-1 0,6 0-1 16,9 0 2-16,12-11-8 0,6 0-1 0,9 1 1 16,7-2-1-16,5-3 9 0,6 0-12 0,2-2-9 15,4 2 8-15,-2-1-8 0,0 2 9 16,-4 0 7-16,-7 3-3 0,-1 2-5 0,-10 0 5 16,-6 3-2-16,-8 0-7 0,-9 1-1 0,-7 3 4 15,-9-2 2-15,-5 3 8 0,-7-2 7 0,-5 1-10 16,-4 2 5-16,-5 0-1 0,-1-1-9 0,-4 1 4 15,-1 0 2-15,0 0-5 0,0 0 11 0,0 0 4 16,0 0-19-16,0 0 11 0,0 0-10 0,0 0-22 16,0 0-19-16,0 0-47 0,0 0-55 0,0 0-76 15,0 0-106-15,0 0-95 0,0 0-91 0,0 0-301 16,0 0 87-16,0-7 136 0</inkml:trace>
  <inkml:trace contextRef="#ctx0" brushRef="#br0" timeOffset="633.26">13850 4442 2510 0,'-14'0'15'0,"-1"0"32"16,0 0 31-16,-2 0 46 0,2 0 31 0,-2 0 4 16,4 0-1-16,-1 0-24 0,2 0-18 0,3 0-16 15,1 0-21-15,2 0-2 0,0 0-20 0,0 0-16 16,3 0-1-16,0 0-14 0,3 8-8 16,-2-8-12-16,1 0 3 0,1 0-10 0,0 0-4 15,0 0 12-15,0 0-8 0,0 0 8 0,13 0 1 16,3 0-6-16,3 0-1 0,6 0-1 0,3 0 1 15,10-11 12-15,6 3-8 0,7-3-4 0,8-2-1 16,5-1-7-16,5 0 4 0,6 0 0 0,5-3 2 16,5 2 5-16,3-2-7 0,4 2-2 0,-1 2 5 15,0-1-10-15,-5 4 7 0,-2 2 5 0,-7 2-5 16,-5 1-2-16,-5-1 5 0,-11 3-1 0,-5 1-8 16,-7 0 8-16,-6-1-9 0,-7 1-2 0,-5-1 14 15,-7 2-2-15,-5 1 8 0,-6-2 3 0,-2 0-13 16,-6 2-4-16,0-1 1 0,0 0-6 15,0 1-18-15,-17-2-21 0,3 2-25 0,-2 0-4 16,-4 0-13-16,0 0-35 0,-1 0-57 0,-5 0-56 16,0 0-19-16,-3 0 1 0,-1 9-10 0,-2-9-48 15,0 10-175-15,-3-1-52 0,-1-1 90 0</inkml:trace>
  <inkml:trace contextRef="#ctx0" brushRef="#br0" timeOffset="3133.33">15022 3932 1799 0,'-3'0'14'0,"2"-13"12"0,-2 13 29 16,1 0 20-16,-1 0 1 0,2 0 3 0,-1 0-17 16,1 0-21-16,-1 0-10 0,2 0-23 15,0 0-9-15,-1 0-2 0,1 0-4 0,0 0 3 0,0 0 5 16,0 0 1-16,0 0 12 0,12 0 21 16,-3 0 3-16,1 0 11 0,0 0-14 0,-3 0-10 15,1 0-1-15,-2 14-12 0,0-2 0 0,-2-1-4 16,-4 2-11-16,5-1 4 0,-2 1-4 0,0 0 0 15,-3 1 1-15,0 0-3 0,0-3 6 0,0 3-1 16,0-3 9-16,0-2 1 0,0 0-3 0,0 0 1 16,0-3-8-16,0-1 5 0,0-1 14 0,0-1 20 15,0-3 20-15,0 1 22 0,0-1 12 16,0 0 9-16,0 0 5 0,0 0 5 0,0 0-15 16,0 0-25-16,0 0-23 0,0-13-34 0,0 6-9 15,0-3-3-15,0 0-3 0,0 1 3 0,0-4-9 16,0 0-7-16,0-3 1 0,0 0 2 0,9-2 2 15,0 1 12-15,-1 0-1 0,4 1-2 0,-3 1 0 16,2 1-8-16,-1 3 10 0,1 0-2 0,0 2-8 16,1 1 1-16,-2 3-10 0,4 0 1 0,-3 1 10 15,-2 4-1-15,1 0-2 0,-2 0 2 0,1 0-3 16,2 0 2-16,-4 0 3 0,3 13-6 0,-3-1 2 16,-1-2 5-16,2 0 11 0,-2 1 6 0,1 2-2 15,-2-2-7-15,0 2-9 0,1 0-6 0,-2-1 2 16,-1-1 8-16,0-2-5 0,0 0 4 15,0 0 2-15,-1-2-1 0,1-1 1 0,-2-2 8 0,1 2-5 16,1-2-16-16,-3-1-49 0,3 2-64 16,-1-4-71-16,1-1-58 0,0 5-27 0,1-5-83 15,1 2-237-15,2-1 54 0,-1-1 77 0</inkml:trace>
  <inkml:trace contextRef="#ctx0" brushRef="#br0" timeOffset="8811.99">14776 5814 2072 0,'-9'-10'29'0,"-2"0"49"0,2 2 54 15,-1-4 58-15,-4 2 43 0,2-1 16 16,1 1-13-16,-1 0-29 0,3 2-41 0,1-1-59 16,2 1-21-16,0 4-35 0,5-2-27 0,-2 3-15 15,3 1-24-15,-2 1-3 0,1 1-7 0,1 0 11 16,0 0 4-16,0 0 3 0,0 10 7 0,10 3-6 15,2-3 0-15,2 5 10 0,4 1 0 0,1 5-4 16,2 0 0-16,0 3-2 0,3 3-3 0,-1-2-2 16,1 1 15-16,-1 1-7 0,0 1-3 15,-3-7 10-15,-2 3-12 0,2-3 3 0,-4-4-3 0,0 1 8 16,0-5-6-16,-3 0 11 0,0-4-2 16,1-3 18-16,-2 0 21 0,-1-3 9 0,-1-3 17 15,-1 0 3-15,0 0-19 0,2-14-19 0,0 1 7 16,1-5-26-16,-1-2 10 0,1-2 0 0,-3-2-16 15,1-2 3-15,0-2-5 0,-1 0-7 0,-2 1 2 16,-1-2-7-16,-1 1-4 0,-1 0 14 0,-1 1-8 16,-1 2 6-16,1-1-3 0,0 2-3 0,0 4 6 15,-3 1 7-15,3 5 3 0,-1 1 10 0,-2 0 9 16,0 6-13-16,0 0 0 0,0 5-15 0,0 0-23 16,0 2-5-16,0 0-1 0,0 0 13 0,0 0 7 15,0 13 7-15,0 0 2 0,0 0-11 0,0 3 4 16,0 2-4-16,0 3 4 0,13 2-3 15,-2-2 7-15,1 3 4 0,-1 0-6 0,1 0-14 0,2-1 4 16,-2-1-3-16,1-2 1 0,0-1 23 16,0-1-12-16,1-4 9 0,-4 0-1 15,3-1-5-15,-4-5-6 0,1-2 4 0,-2-1 0 0,-2-3 2 16,2 1 38-16,-4-2 26 0,1-1 57 0,1 0 48 16,0 0 20-16,0-12 3 0,0-1-23 15,3-1-28-15,0-3-22 0,0 0-12 0,-1-3-10 0,1-2-4 16,-1 0-15-16,1-3-13 0,-5 1-22 0,1-1-12 15,-2 1-20-15,-3-2-5 0,0-1-8 0,0 2-1 16,0-1 7-16,0 0-11 0,-12 3 4 16,12-1-1-16,-11 2 1 0,2-1 0 0,1 5 1 15,1 2-3-15,7 2-10 0,-8 1-22 0,2 2-45 16,6 2-78-16,-4 1-152 0,4 3-93 0,0 3-45 16,0 0 10-16,0 2 61 0,0 0 8 0,0 0-34 15,0 0-57-15,0 0-95 0,0 15-202 0,0-3 121 16</inkml:trace>
  <inkml:trace contextRef="#ctx0" brushRef="#br0" timeOffset="11567.84">15835 5762 2858 0,'0'-2'8'0,"0"-2"16"0,0 4 21 0,0-3 31 15,0 3 1-15,0 0-11 0,0 0-14 0,0 0-40 16,0 0-10-16,0 0-8 0,0 0-11 0,0 0 1 16,0 0-15-16,0 0-52 0,12 0-50 0,-12 0-71 15,9 0-77-15,-9 0-65 0,9 0-230 0,-9 0-6 16,8 0 92-16</inkml:trace>
  <inkml:trace contextRef="#ctx0" brushRef="#br0" timeOffset="11306.16">15759 6114 1713 0,'-3'3'6'0,"0"0"7"0,0 3 4 0,0-3 6 16,1-1-5-16,-1 1-2 0,3-1-4 0,-3-2 0 15,2 0 14-15,1 2 3 0,0-2 9 0,0 0 5 16,0 0-3-16,0 0 6 0,0 1 8 0,0-1 8 15,0 0 3-15,0 0 8 0,0 0 9 0,0 0-2 16,0 0 5-16,0 0 5 0,0 0-5 0,0 0 8 16,0 0-10-16,0 0-6 0,0 0-13 0,0 0-14 15,0 0-3-15,0 0-20 0,0 0-3 16,0 0-6-16,0 0-5 0,0 0 2 0,0 0-5 16,0-8 2-16,0 8-6 0,0 0 1 0,0 0-2 15,0 0-1-15,0-5 1 0,0 5-4 0,0 0 3 0,0-6-7 16,0 6-2-16,0-3 4 0,0 2-3 15,0-1 4-15,0 0 2 0,0 2-1 0,0-3 1 16,0 2-7-16,0 1-9 0,6 0-3 0,-6 0-6 16,4 0 4-16,-4 0 8 0,5 0 6 0,-2 0-4 15,1 0-2-15,2 8-3 0,2 2-3 0,-2-2 6 16,3 2 6-16,0 0-2 0,0 2 16 0,1 3 4 16,-1 1-2-16,0 3 8 0,-2 1-16 0,1 1 5 15,-2 1 6-15,-1 2 3 0,-1 1-1 0,1-2-6 16,-4 2 0-16,-1 1-5 0,0 2 3 15,0-4-8-15,0 1-6 0,0-1 1 0,-13-4-1 16,3-1 8-16,10-3-1 0,-10-2-1 0,10 0 0 16,-8-5 3-16,8-3 6 0,-9 1 9 0,5-2 24 15,4-1 21-15,-5-1 18 0,0-1 16 0,4-1-13 16,-2 0 2-16,0-1-14 0,0 0-8 0,3 0 5 16,-3 0-20-16,3 0-11 0,-2 0-10 0,1 0-7 15,-1 0 1-15,2-10 9 0,-1 10 2 0,1-9-16 16,0 1 2-16,0 2-22 0,0 3 7 0,0-4 3 15,0 3-12-15,0-1 8 0,0 1-11 0,0-4-7 16,9 1 0-16,-2-2 0 0,1-2 1 16,1 1 5-16,-1-4-5 0,1 1-2 0,0 1-20 15,0 1-6-15,-1 0-13 0,-1 5-51 0,-1 1-32 16,-1 2-59-16,-2-1-47 0,1 3 2 0,-2-1-6 16,3 2 6-16,-2 0 2 0,1-2-33 0,1 1-93 15,-1-1-165-15,1 0 49 0,-1 2 89 0</inkml:trace>
  <inkml:trace contextRef="#ctx0" brushRef="#br0" timeOffset="47101.08">15856 5887 570 0,'0'0'82'0,"0"0"34"0,0-10 14 0,0 10 3 16,0 0-89-16,0 0-34 0,0 0-13 0,0 0-4 15,0 0 11-15,0 0-4 0,0 0-3 0,0 0 3 16,0 0-4-16,0 0 1 0,0 0-4 0,0 0-19 15,0 0-30-15,0 0-81 0,0 0-47 0,0 0-33 16,9 0 3-16,-9 0 86 0</inkml:trace>
  <inkml:trace contextRef="#ctx0" brushRef="#br0" timeOffset="47284.21">15871 5916 1165 0,'0'3'-3'0,"0"-1"7"16,0 1-4-16,6-3-2 0,-6 3 4 0,0-3-7 15,0 0 5-15,0 0 8 0,0 0-10 0,0 1 7 16,0 1-24-16,6 1-57 0,-6-3-124 0,0 2-94 16,5-1 21-16</inkml:trace>
  <inkml:trace contextRef="#ctx0" brushRef="#br0" timeOffset="47644.9">15938 6019 1575 0,'0'0'-6'0,"0"0"3"0,0 0-5 0,0 0 2 0,0 0 4 16,0 0-1-16,0 0 0 0,0 0-21 0,0 0-44 15,0 0-42-15,0 0-59 0,0 0-106 0,0 0-43 16,0 0 40-16</inkml:trace>
  <inkml:trace contextRef="#ctx0" brushRef="#br0" timeOffset="12812.94">16164 5507 1356 0,'0'0'17'0,"-9"-7"20"15,9 7 16-15,-7 0 20 0,7-6 11 0,-9 6 5 16,4-2 1-16,-3-3 0 0,5 1-11 0,0 2-9 15,-1 0-1-15,2-1 2 0,-1 3-11 16,0-1-1-16,0-2-1 0,3 1-5 0,0 2 1 0,0-2-10 16,0 1-9-16,0 0-4 0,0 1-3 0,0 0-3 15,0-4-3-15,0 4 1 0,0-1-3 16,0-1 6-16,0 1 7 0,0 1-6 0,0-3 3 16,0 0-4-16,14 0-11 0,-4-1 0 0,1-1 6 15,1 3-3-15,-3-2 8 0,2 1-3 0,-2 1-9 16,-1-2-4-16,-1 4-6 0,-1-1 1 0,0 1 2 15,-1 0 12-15,4 0-5 0,0 0 3 0,3 0 4 16,-1 14-3-16,1-3 11 0,2-1-2 16,1 3-7-16,-1 1 3 0,-1-1-10 0,1 0-5 0,-2 2 0 15,0-1-9-15,-1 4-1 0,-1-5 2 16,-2 4-3-16,-2-2 3 0,0 1 2 0,-4-2 6 16,1 2 3-16,-3-1 4 0,0-1-10 0,0-1-5 15,0 1-5-15,-14-4-1 0,5 2 5 0,0-1 5 16,9-3 0-16,-14-2-7 0,5 2 3 0,0-3-3 15,3-1 6-15,0 0 4 0,0-1 1 0,1 0 2 16,1-3-4-16,-1 1 1 0,4 1 4 0,-4-2-6 16,4 0 12-16,-3 0 0 0,1 0 16 0,0 0 19 15,2 0 0-15,-1 0 10 0,2 0-20 0,0-11-9 16,0 11-11-16,0-10-25 0,0 1 1 0,0 1-3 16,0-2-9-16,0 0 11 0,0 0-2 0,11-3 0 15,-2-1 3-15,-1 1 1 0,2-3 1 0,2 0-2 16,-1 1 10-16,3-2-3 0,-2 2 5 15,2-3-2-15,-1 1-13 0,2 0 11 0,-1-1-16 16,0-1 1-16,-1-1 13 0,1 1-3 0,0 0 11 16,-2-1-8-16,0-1 1 0,0 1-8 0,-1 3-4 15,-2-1 17-15,0 4 17 0,-4-4 24 0,1 3 21 16,-3 2 6-16,-2 1-10 0,1 0-6 0,-2 3-5 16,0 3-10-16,0-1-12 0,0 6-12 0,0-2-18 15,0 3-5-15,0 0-3 0,0 0-2 0,0 0 2 16,0 0 4-16,-11 16 1 0,5-1-2 0,-3-2 2 15,4 4 0-15,-4 0-1 0,3 4-3 0,-1 2 3 16,-1 0-12-16,2 3 11 0,1 0 2 0,2 1-1 16,2 0 3-16,1 0-9 0,0-2 6 15,0 1-1-15,14-2-1 0,-1-3 0 0,2 1-8 16,2-7-17-16,1 2-15 0,1-3-12 0,0-3-32 16,3-1-41-16,-1-4-54 0,0-3-81 0,0-2-66 15,1-1-84-15,-3 0-187 0,0 0-118 0,-3 0 105 16</inkml:trace>
  <inkml:trace contextRef="#ctx0" brushRef="#br0" timeOffset="13605.67">16890 5682 2049 0,'0'-3'20'0,"0"-1"21"15,-1-2 28-15,-1 4 23 0,2-2 12 0,0 1 9 16,0-1-12-16,0 2-18 0,0-1-35 0,0 2-29 15,0 1 4-15,0 0 16 0,0 0 18 0,0 0 9 16,11 0-5-16,-2 12-20 0,2 0 2 0,-1-1-8 16,2 2-11-16,1 4 5 0,-3-3-10 0,1 3 1 15,1 1 5-15,-3 1-14 0,2-2-3 16,-4 1 0-16,-1 2 0 0,2-3 12 0,-3 0 1 16,-1 1-6-16,-2-5-3 0,-1 3-6 0,1-2-1 15,-2-5 4-15,0 1 0 0,0-1-2 0,0-5 13 16,0 0 6-16,0 0 19 0,0-3 15 0,0-1 4 15,0 0 10-15,0 0 1 0,0 0 3 0,0 0-13 16,0 0-20-16,0 0-24 0,0 0-12 0,0-11-7 16,0 3-1-16,0-3-2 0,0 0-6 0,0-1-2 15,0-2 3-15,-8-3 9 0,8 1 2 16,0-1-3-16,0-1-7 0,0 0 3 0,0 0 3 0,0 1 0 16,0 3 11-16,11 0-9 0,-1 1-8 15,-1 1-2-15,-1 1-1 0,3 4 6 0,-2-2 2 16,1 0-2-16,-1 3-1 0,2 2-4 0,0-1 5 15,1 4 6-15,0 1-10 0,0 0 6 0,0 0-11 16,0 0 3-16,2 0 7 0,1 12-8 0,-3-1 11 16,-1 0-1-16,0-1-3 0,1 0 6 0,-3 2-12 15,-3 1 2-15,2 0 3 0,-2 0 3 0,-2-1 4 16,-1 2 1-16,0-1 2 0,0-3-3 0,0 0-3 16,-1 0 1-16,-2-3-5 0,0-1 8 0,0 0-2 15,3-1 0-15,-3-2 3 0,0 1-14 0,0-3 12 16,0 2-3-16,0-3 0 0,0 2-18 15,0-2-38-15,0 0-78 0,0 0-131 0,0 0-128 16,0 0-145-16,0 0-284 0,0 0 108 0,0-10 152 16</inkml:trace>
  <inkml:trace contextRef="#ctx0" brushRef="#br0" timeOffset="14042.38">17750 5587 2583 0,'0'0'35'15,"0"0"29"-15,0 6 36 0,0-6 46 0,0 0-9 0,0 0-5 16,0 0-30-16,0 0-49 0,0 0-26 16,0 0-17-16,0 0-4 0,14 0 11 0,-2 0 8 15,1-12 2-15,4 3 2 0,3-3-3 0,4 1-10 16,2 0-8-16,3 0-2 0,0 0-3 0,-1 0-4 15,0 0-3-15,-2 3 1 0,-4 0 0 0,0 0 8 16,-3 4 5-16,0-4-5 0,-3 3-4 0,-2 1 7 16,0 1-6-16,-4-3-10 0,1 4-6 0,-2-2-37 15,0-1-36-15,-3 3-23 0,-1 0-38 0,-1-1-26 16,-1 2-21-16,-1 1-51 0,-1-3-61 0,-1-1-149 16,0 3-155-16,0 0 84 0,0-3 107 0</inkml:trace>
  <inkml:trace contextRef="#ctx0" brushRef="#br0" timeOffset="14346.13">17976 5181 2784 0,'-3'-7'33'0,"-1"5"34"0,2-2 37 16,1 3 29-16,-3-1-17 0,3 2-32 0,-1 0-15 15,1 0 2-15,1 12 19 0,0 3 27 0,0 0-11 16,0 4-34-16,0 4-9 0,0 6-36 0,0 2-8 16,11 5 1-16,-1 1-7 0,-1 0 6 15,-1 2 5-15,1 2-12 0,2-5-13 0,-1 3 2 16,-1-4-9-16,2 2 16 0,-2-4-1 0,2-2-8 16,-4-2 4-16,4-2-6 0,-2-4 3 0,-1-2 3 15,-2-2-2-15,1-2-10 0,-1-4-29 0,-1-4-41 16,-2-1-54-16,2-2-56 0,-1-1-50 0,-2-5-44 15,-1 0-45-15,-1 0-80 0,0 0-270 0,0 0 26 16,0 0 99-16</inkml:trace>
  <inkml:trace contextRef="#ctx0" brushRef="#br0" timeOffset="15131.17">19023 4997 2479 0,'0'-13'41'0,"0"2"50"15,-11 3 72-15,11 2 68 0,-11-1 14 0,5 2-18 16,6 1-49-16,-10 2-58 0,3 2-41 16,1-3-40-16,2 3-30 0,1 0-12 0,3 0-9 15,-3 0 6-15,3 14 9 0,0-2 6 0,0 1-2 16,0 3 16-16,0 5-16 0,10 3 25 0,0 2 14 16,2 4 17-16,-2 3 8 0,2 4-22 0,1-1-19 15,0 2-23-15,1 1 7 0,-2-1-11 0,0-1-5 16,-1-3 4-16,-2-2-13 0,-3-4 14 0,0-1 5 15,0-2-18-15,-3-5 14 0,0-3-1 0,0-2-4 16,-1-2 7-16,-1-4 2 0,1 0-7 0,-2-4 5 16,0-2 11-16,0 0 29 0,0-3 30 0,0 0 50 15,0 0 15-15,0 0-15 0,0 0-8 0,0 0-35 16,0-11-25-16,0-1-6 0,0 4-26 0,0-1-15 16,0-3-6-16,0 1-15 0,0-2-6 15,0 2-5-15,0-2 0 0,0-3 16 0,0 2-6 16,9-1 7-16,3-3-1 0,5 2 0 0,1-1-5 15,5 1-8-15,-2 0 0 0,3 0-7 0,1 4 16 16,-3 1 5-16,1 5 0 0,-3-2-22 0,-2 5 4 16,-3 3 8-16,-2 0-20 0,-4 0 25 0,0 0-4 15,-5 0-3-15,2 12 16 0,-3 0-11 0,0-3 7 16,-1 1-20-16,-2-1 20 0,2 0 0 0,-2-1-3 16,0 3 32-16,0-3-20 0,0 1 4 15,0 2-4-15,0-2-4 0,-14 1 12 16,2 1-5-16,1-1 0 0,-1 0-3 0,-5 0-1 0,2 1-21 15,-3 1-57-15,-3-4-70 0,-4 3-40 0,-1-1 1 16,-2-3 24-16,0 2 9 0,1-3-34 0,3-2-84 16,-1-1-64-16,4-3-56 0,4 0-71 0,4 0-229 15,1 0 43-15,4 0 112 0</inkml:trace>
  <inkml:trace contextRef="#ctx0" brushRef="#br0" timeOffset="15781.79">19650 5740 2652 0,'4'3'39'0,"-4"-1"41"0,6 0 48 0,-6 0 50 0,0 0 7 16,0-2-7-16,0 0-36 0,0 0-42 16,0 0-39-16,0 0-27 0,0 0-11 0,0 0-2 0,0 0-4 15,0-11-7-15,0 1 10 0,0 2-9 16,11 1 6-16,-11-2 5 0,11 0-6 0,-2 0 12 15,-2 2 1-15,-1 0-6 0,0 0 2 0,2 0-7 16,-3 1-13-16,-1 2 5 0,1 0-11 0,1 0-6 16,-2 3 5-16,1-1-7 0,-1-1 4 0,1 1-2 15,1 2-3-15,0 0 12 0,-1 0-5 0,-1 0 6 16,4 0-2-16,0 12-9 0,1-2 9 0,-2 2-6 16,4 0 18-16,1 3-3 0,2 2-5 0,-1 0 15 15,-1 3-24-15,1 3 1 0,-3 0 10 16,1 3-4-16,-2-2 13 0,-3 3-5 0,-1-2-3 15,-4 0-6-15,1 0-1 0,-2 1 8 0,0-3 3 0,0 0 1 16,0-1-10-16,-16-1-8 0,3-1 6 16,-2-2-9-16,1-1 12 0,-4-1 7 0,0-2-15 15,-1-4 7-15,1 0 1 0,0-2 1 0,-2-2 1 16,3-2 1-16,-1-4 14 0,3 0 22 0,1 0 27 16,1 0 29-16,4 0 27 0,-1 0 0 0,3-12-17 15,2 0-20-15,4 0-45 0,1 2-21 0,0-2-17 16,0-1-26-16,10-1 12 0,1 0 8 0,3 0 0 15,1-2 13-15,3 3-9 0,-1-1-12 0,3 0 17 16,-2 5-13-16,2-4 0 0,-1 2-1 16,1 3-32-16,-2 2-12 0,-1-1-49 0,0 2-44 15,-4-1-20-15,1 3-18 0,-6 0-37 0,-1 1-79 16,-2-1-97-16,-2 3-103 0,-2-3-233 16,-1 0-56-16,2-3 144 0</inkml:trace>
  <inkml:trace contextRef="#ctx0" brushRef="#br0" timeOffset="15951.23">19928 5356 3627 0,'0'-10'18'0,"0"-1"18"0,0 4 14 0,-12-1 11 16,1 5-14-16,11 0-27 0,0 0-38 15,0 1-67-15,0 1-113 0,0-1-109 0,0 2-76 16,0-2-75-16,0 2-222 0,0 0 24 0,0 0 100 15</inkml:trace>
  <inkml:trace contextRef="#ctx0" brushRef="#br0" timeOffset="16241.67">20268 4703 2849 0,'17'0'66'0,"-2"0"64"15,6 17 51-15,2 0 23 0,1 3-33 0,2 4-64 16,4 7-11-16,2 5-7 0,3 6 1 16,3 4 11-16,0 8-31 0,-2 4-18 0,4 7 7 0,-2 6-10 15,-2 4-7-15,1 2 2 0,-5 5-39 0,-3 0-4 16,-5 5 0-16,-3-5-5 0,-7 1-6 0,-5-2-19 15,-9-4-2-15,0 2-18 0,-15-6-51 16,-7-1-49-16,-9-5-145 0,-9-5-136 0,-8-2-91 0,-9-5-256 16,-5-5 1-16,-6-8 157 0</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44:55.888"/>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13747 6488 2416 0,'0'-13'46'16,"0"-2"28"-16,0-1 30 0,0 5 14 0,10-1-18 15,1-1-10-15,-1 2-17 0,1 3-3 0,1 1-27 16,3 1-19-16,2 3-12 0,0-1 1 0,4 4-7 16,-3 0 4-16,5 0 0 0,0 0-12 0,1 11 2 15,-1-2-5-15,1 4-1 0,2-1-17 16,-2-1-41-16,2 7-59 0,-3-3-72 0,-2 2-71 16,0 3-69-16,-2-2-261 0,-1 2-5 0,-4 0 86 15</inkml:trace>
  <inkml:trace contextRef="#ctx0" brushRef="#br0" timeOffset="700.05">14096 6849 5105 0,'-9'-6'99'0,"0"1"105"0,0 2 96 0,1-2 51 16,2 3-76-16,1-1-102 0,1 1-104 0,1 0-47 15,3 2-38-15,0-1-38 0,0-1-79 0,0 1-153 16,0-2-198-16,0 1-81 0,13 0-47 0,0 0-122 16,-1-2-89-16,0 1-210 0,0 0 132 0</inkml:trace>
  <inkml:trace contextRef="#ctx0" brushRef="#br0" timeOffset="-212.66">14050 6136 3462 0,'0'-3'36'0,"0"3"27"16,0 0 36-16,-12 0 13 0,2 0-25 0,-1 0-21 15,0 11-32-15,1 1 1 0,-1 2 2 0,-1 3-18 16,1 4 9-16,-1 1-9 0,-2 3-18 15,1 1 12-15,-1 2-20 0,3 0-1 0,1 2-16 16,-1-1-30-16,2-4-55 0,3 1-83 0,1-2-61 16,1 0-62-16,-1-5-23 0,2-2-18 0,2-4-51 15,-5-2-187-15,1-2 22 0,-2-3 96 0</inkml:trace>
  <inkml:trace contextRef="#ctx0" brushRef="#br0" timeOffset="500.47">13895 7323 3689 0,'-18'12'8'15,"1"1"18"-15,1-4 28 0,-1-3 29 0,3 3 10 16,4-2-4-16,1-3-19 0,3 0-20 0,1-2-19 16,5-2-17-16,0 0-10 0,0 0-1 0,0 0 6 15,0 0 3-15,14 0 6 0,-1-10-6 0,6-3-4 16,-1 2-9-16,3-2 1 0,3-5 1 0,2 3-2 16,0-4 27-16,-2 4 19 0,1-4 28 0,-4 3 42 15,-4 1 31-15,-2 4-2 0,-5 4-6 16,-1 1-38-16,-2 0-52 0,-4 4-23 0,0-1-50 15,-2 1 14-15,1 2-10 0,-1 0-13 0,1 0 17 16,2 0-12-16,4 0 2 0,-1 13 14 0,4-2 8 16,0-1 5-16,-1 7 13 0,2 0-9 0,-1 4-1 15,0 5-4-15,-4 2-4 0,-2 2 12 0,-1 5-4 16,-4 0 6-16,0 4 10 0,0-1 12 0,-13 1-11 16,-1 0-4-16,-1 0-5 0,-2-2-17 0,-1-1 11 15,-2-3-15-15,-1-1 10 0,-2-4-11 0,2-2 17 16,0-6 10-16,1-2-6 0,2-5 16 0,1-3 10 15,2-3 9-15,3-1 0 0,1-6-9 0,3 0-6 16,2 0-5-16,2 0 4 0,2 0 32 0,2 0 1 16,0-14 8-16,0 4-8 0,0 1-28 15,0 0-20-15,9-3-28 0,2-4-4 0,1-2 10 16,3 0 1-16,2-4 14 0,1 1-4 0,2-3-17 16,0-1-4-16,3 5-5 0,-1 2-16 0,0 1-43 15,-3 5-72-15,1-2-58 0,1 3-49 0,-2 2 20 16,-1-2 34-16,-3 2 24 0,2-1 9 0,-4 0-74 15,-2 1-122-15,-2-2-113 0,0 2-189 0,-6-2-152 16,-1 1 166-16</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44:53.282"/>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11830 6283 1327 0,'0'-2'47'0,"0"2"39"16,0 0 28-16,-5 0 22 0,5 0-31 0,-4 0-16 16,1 0-16-16,1 0-16 0,1 0-1 15,-2 0-17-15,1 0-6 0,-1 0-3 0,-1 0-2 16,-1 0 7-16,-1 0-3 0,-2 0 10 0,2 0 0 16,-1 0 4-16,1 0 20 0,-2 0 2 0,-1 0 5 0,1 0-8 15,1 0-15-15,-1 0-7 0,1 0-16 16,0 9-13-16,0-9-10 0,-1 12-4 0,1-1 20 15,-2 0 6-15,-2 2 3 0,-3 1 26 0,1 4-8 16,-3 6 19-16,0 0-2 0,-2 3-28 0,1 2-21 16,0 1-17-16,3 0-2 0,1-3-7 0,4-1 9 15,1-4-4-15,2-2 1 0,3-2 5 0,3-1-5 16,0-2 7-16,0-2 0 0,0-2-3 0,0 2 1 16,0-4 4-16,11 2 0 0,-4-4 5 0,1-1 9 15,1 0-11-15,0-2 0 0,0-1-1 0,0-1-1 16,2-2 4-16,-1 0 10 0,3 0 7 15,-1 0 5-15,1-11 19 0,3-5 6 0,2-1 4 16,0-1-12-16,2-3-11 0,0-3-6 0,1-1 1 16,0-1 10-16,-3-1 6 0,-2 2 7 0,-1-1-9 15,-3 2-2-15,-2 3-5 0,0 1-10 0,-3 6-3 16,-1 0-6-16,-1 3-10 0,-1 2-7 0,-1 5 1 16,-3 2-3-16,2 0-5 0,-2 2 2 0,0 0-6 15,1 0 0-15,1 0 5 0,-1 0-2 0,-1 0 1 16,4 11 4-16,0-3 3 0,1-8-11 0,1 13-19 15,1-3-29-15,1 0-43 0,-1 1-58 16,3-1-68-16,-3-1-73 16,2 1-46-16,-1-1-37 0,-1 0-118 0,1 1-134 0,-2-1 84 0</inkml:trace>
  <inkml:trace contextRef="#ctx0" brushRef="#br0" timeOffset="480.65">11962 6434 2283 0,'0'-9'4'0,"0"5"25"16,0-3 20-16,0 1 20 0,0 4-1 16,0-2-15-16,8-2-21 0,-2 4-20 0,0 1 3 15,0 1 2-15,3 0 7 0,2 0 0 0,-1 0 5 16,4 13-5-16,0-5-6 0,1 3 0 0,2 2-10 15,-1-2-9-15,1 2-3 0,-2-2 2 0,2 2 1 16,-4 0-3-16,0 2 0 0,-3-3-3 0,-2 0 6 16,-2-1 7-16,0 0 20 0,-3 1 23 0,-1 1 9 15,-2-2 6-15,0-2-4 0,0 2-14 0,0-3-3 16,0 2 6-16,-11-2 0 0,11 0 7 0,-11-2 14 16,2 1 8-16,9-2 5 0,-7-3 22 0,-1-1-5 15,8 1-3-15,0-2 8 0,-6 0-37 0,6 0-10 16,0 0-13-16,0-12-20 0,0 12 10 15,0-15-4-15,0 3-6 0,0 1 1 0,0-1-15 16,0 2-6-16,0-2-2 0,0 1-10 0,0 1 6 16,0-3 3-16,0 4 2 0,8-1-10 0,-8 0-36 15,9-2-22-15,-2-3 1 0,2 0 0 0,2-2 44 16,0 1 21-16,1-1-3 0,0 4 13 0,2-2-15 16,-5 5-9-16,1 0-1 0,-1 6-2 15,-1 0-16-15,-2 2-3 16,2-1-8-16,1-1-37 0,-2 4-31 0,1-1-51 0,1 1-67 0,-1-1-50 0,1 0-30 15,-2 0-44-15,1 1-106 0,-2 0-158 16,0 0 73-16,0-3 106 0</inkml:trace>
  <inkml:trace contextRef="#ctx0" brushRef="#br0" timeOffset="1119.99">12501 6307 1931 0,'5'-7'21'0,"-2"-1"21"15,1 2 25-15,-4-1 37 0,2 2 14 0,-1-2 16 16,-1 1 10-16,0 0 3 0,0 0 0 0,0-1 7 16,0 3 0-16,0-1-12 0,0 3-22 15,-9 1-44-15,9 1-32 0,-10 0-25 0,10 0-3 16,-11 0 9-16,5 0 4 0,0 12-3 0,-3 1-5 15,0-4 1-15,0 5-8 0,-2 2-2 0,0-3-8 16,1 2-9-16,1 0 1 0,-1-1-6 0,3 2 4 16,1-3 0-16,3 0 7 0,1-2 2 0,2 1-3 15,0 0 5-15,0-2-15 0,0-1 8 0,0-2 7 16,0 1-5-16,0 1-2 0,8-2-12 0,-8-3-7 16,9 0-10-16,-9-2 1 0,8 0 18 0,-4-2-1 15,1 0 9-15,-1 0 10 0,1 0-11 0,-1 0 5 16,-2 0 0-16,1 0 7 0,0 0 4 15,-2-11 3-15,2 4 12 0,-1 7 0 0,-1-7 7 16,3 0-2-16,-1 2 1 0,0 0-4 0,0 0 2 16,0-2-3-16,1 1-3 0,2-3-14 0,-1-1 0 15,4 1 1-15,2 3-16 0,-1-2-3 0,2 2 2 16,2 3 1-16,3 2 10 0,-1 1 6 0,3 0-8 16,0 0-6-16,0 15-10 0,-1-2 3 0,0 2-1 15,2 0-3-15,-2 3 12 0,0 1 1 16,-3 4-8-16,1-3 6 0,-1 4 0 0,-3-1-6 0,2 0 10 15,-5 2 5-15,0 1 3 0,-3 7-2 0,-3-5 2 16,0 4-1-16,-3 1-11 0,0-2 13 0,0 0-8 16,-14-1 0-16,2-3 5 0,-1-4-11 15,-1-1 18-15,-3-4-12 0,2-4 0 0,-2 2 13 16,-1-8-24-16,1 1 18 0,2-5-3 0,-2 0-5 16,2-4 6-16,0 0-6 0,1 0 7 0,2 0-6 15,2-17 0-15,1 2-5 0,1 0-4 0,3-2 8 16,1 1-11-16,4-1-10 0,0-3-23 0,0 2-43 15,13-2-37-15,1 0-65 0,1-2-69 0,2 1-45 16,-2 0-21-16,3-1 3 0,-1 1-118 0,-2 1-157 16,2-1 72-16</inkml:trace>
  <inkml:trace contextRef="#ctx0" brushRef="#br0" timeOffset="2172.69">12964 6386 3009 0,'0'-8'16'0,"-4"8"13"0,-1-9 8 16,5 9 10-16,-3 0-20 0,0 0-16 0,0 0-18 15,3 0-19-15,0 0 1 0,0 0 14 0,0 0 2 16,0 0 7-16,11 11 7 0,-1 2-13 0,0 0 10 15,3 3 3-15,1 3 0 0,1 2-9 16,2 1-4-16,-2-2 1 0,2 3-7 0,-2-3 18 16,0 1 3-16,-1-3-8 0,-2-1 6 0,-1 0-2 15,-4-2-5-15,1 0 4 0,-2-5 5 0,-2-2-2 16,-1-2 21-16,0-2 34 0,-3-2 28 0,0 0 32 16,0-2 19-16,0 0-16 0,0 0-23 0,0 0-23 15,0 0-31-15,0-12-6 0,0 12-9 0,0-13 2 16,0 2-13-16,0 0-15 0,-7 0 7 0,7-2-18 15,0-2 2-15,0 0 1 0,0-3-10 0,0-2 12 16,0 0-5-16,0 0 2 0,0-4 5 16,0 3-14-16,0 4 7 0,10-3 12 0,1 5-16 15,0 2 6-15,-2 3 3 0,1 3-17 0,0 5 9 16,-3 2 5-16,2 0 0 0,0 0 7 0,-1 12-3 16,0-1 0-16,-2 2-5 0,1 0 2 0,-1 2 6 15,-1 0-6-15,-1-1-2 0,-2 3 7 0,-1-2-8 16,1 2 1-16,-2-2 4 0,0 0-1 0,0-1 1 15,0-2 1-15,0 2 9 0,0-4-15 0,0-1 13 16,0-5 3-16,0 3-6 0,0-3 9 0,-8-1-5 16,8-3-7-16,-6 0 0 0,6 0-3 0,-6 0 0 15,0 0 8-15,2-14 3 0,-2 2 8 16,2 0-12-16,0-4-9 0,1 0 0 0,1-4-1 0,1 0 8 16,1-3 4-16,0 0 8 0,0 3 0 15,0-2-3-15,0 5 2 0,10 0-9 0,0 4-11 16,-10 1 1-16,12 2 2 0,-3 3 1 0,0-1 2 15,2 2 2-15,-2 3-2 0,1 0 1 0,1 2-3 16,0 1 1-16,2 0 2 0,-1 0-1 0,1 0 0 16,-1 11-5-16,-2-11 1 0,3 10-20 0,-3 1-24 15,1-3-42-15,-2 0-54 0,-2-2-44 0,0 0-44 16,0 2-20-16,-1-2-20 0,2 0 15 0,-2 0 15 16,-2 1 9-16,3-3 12 0,-1 1-39 0,-2-4-48 15,2 2-13-15,2-1 43 0,-2 0 84 0,1-2 119 16,0 0 157-16,-3 0 173 0,1 0 84 0,-1 0 67 15,1-10-10-15,-2 10-88 0,-2-12-16 16,-1 4-15-16,0 8-21 0,0-11-20 0,0 3-24 16,0 2-25-16,-12 6-31 0,12-7-35 0,-10 2-15 15,0 5-24-15,3-3-15 0,-1 3 2 0,8 0-30 16,-7 0-21-16,2 0-4 0,1 0-28 0,-1 0-2 16,0 0 14-16,1 11-4 0,-2-1 5 0,-2 3 14 15,1-1-13-15,-2 4 6 0,-1 2-7 0,1 1-11 16,-1 2 7-16,2 0-3 0,0 1 12 0,4 0 8 15,-1-3-9-15,4 4-2 0,-1-4-1 0,1 1-10 16,1 0 4-16,0-1-5 0,0-3 2 0,0 0 1 16,0-3 3-16,0-1 4 0,0-4-9 0,0-3 14 15,0 0 6-15,0-5-9 0,7 0 16 16,-7 0-11-16,6 0-1 0,2-13 12 0,-2-1-10 16,0-2 8-16,5-5-16 0,-1-2 1 0,4-4 12 15,1-4 1-15,2-2 41 0,-2 1 2 0,2 1 18 16,-2 0 5-16,-3 4-24 0,-1 6-15 0,-2 1-33 15,-1 6-11-15,-2 4-9 0,-2 2 9 0,-1 3-13 16,0 3 8-16,-3 2-22 0,3 0-14 0,-3 0 2 16,2 0-40-16,-2 0 2 0,1 0-1 0,1 9-4 15,-1-9 6-15,2 11-21 0,-1-4-43 0,4 1-56 16,0-1-91-16,3-1-96 0,0 0-103 16,-3 1-275-16,2-3 64 0,-2 1 137 0</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44:52.062"/>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14881 4936 2471 0,'0'-26'24'0,"0"3"31"0,0 1 38 0,0 5 45 16,-11 3 27-16,11 4-16 0,-13 3-23 0,1 3-40 16,1 4-12-16,-3 0 33 0,-2 16 26 0,-7 7 7 15,-6 8-12-15,-4 11-39 0,-8 15-16 0,-5 9 11 16,-1 13-11-16,-3 12 17 0,-2 5 10 16,4 8 1-16,2 4 33 0,5 2 5 0,6 3-16 15,6-2 69-15,9 2-32 0,10-4-21 0,10-1-13 16,0-6-92-16,20-3-2 0,7-3-22 0,8-6-6 15,7-7 1-15,8-8-13 0,7-7 27 0,5-6-10 16,6-5 0-16,5-9 7 0,3-5-14 0,5-8-54 16,2-7-99-16,4-2-111 0,-1-11-82 0,2-2-11 15,-1-9-12-15,-2-4-75 0,-3 0-121 0,-2 0-328 16,-2-17 1-16,-7 2 180 0</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45:17.289"/>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0 56 403 0,'3'-1'74'15,"-3"-3"51"-15,2 3 17 0,1 0 7 0,0-2-62 16,1 0-48-16,1 1-4 0,1-1 11 0,1-1-1 16,3 2 5-16,-3-1-3 0,-1 1-8 0,2-1-3 15,1 2 0-15,-3-3 2 0,2 1-5 0,-4 2 2 16,1 1 7-16,-1-2 4 0,-2-1 11 16,1 3-1-16,-2-2-2 0,1 1 3 0,-1 0-2 15,1-1 0-15,-2 2-2 0,0-2-9 0,0 2-8 16,0-1-3-16,0-1-10 0,0 2-5 0,0 0-6 15,0 0-9-15,0 0 1 0,0 0-3 0,0 0-3 16,0 0 6-16,0 0-6 0,0 0-3 0,0 0 4 16,0 0-7-16,0 0 5 0,0 0 3 0,0 0-4 15,12 0 5-15,-3 0-4 0,-3 0 3 0,3 0-1 16,-9 0 1-16,8 0 2 0,-2 0 0 0,-1 0 3 16,-1 7-2-16,1-7 13 0,1 4 12 0,1-4-1 15,-1 5 7-15,4-1-16 0,-1 0-15 0,0 0 0 16,0 1-1-16,2-1 7 0,-1-1 10 0,4 1 4 15,4 0 8-15,3-1 0 0,7 0-9 0,1 0-4 16,4-1-16-16,3 0-2 0,4 0 0 16,1 0-2-16,1 1 4 0,2-1 1 0,2 0-1 15,1 1 1-15,2 0-2 0,2 0-2 0,2 0 0 16,5 2 0-16,1-3 3 0,2 2-8 0,1-1 6 16,4 1 3-16,1 3-2 0,1-6 6 0,0 6-8 15,-1-2 0-15,1 1-5 0,-1-2-3 0,-1 3-4 16,0-1-12-16,0 0 0 0,0 0-5 0,3 0-2 15,-2 2 5-15,-1-4-2 0,4 3 7 16,0-1 4-16,3-2-4 0,1 3 5 0,-1-2-13 0,3 0 4 16,0-2 6-16,0 4-9 0,0-3 12 15,-1 1 0-15,-3-1-1 0,3 0 7 0,-4 0 0 16,1 1-3-16,-4-1-4 0,-3-2-11 0,1 0 0 16,-1 1 3-16,-1-2 0 0,-1-1 16 0,-2 0-1 15,3 0 6-15,0 0 5 0,-3 0-1 0,-1 0 5 16,-1 0-6-16,-2 0 3 0,-4-11 1 0,-6 11-2 15,-2 0 3-15,-5-7-3 0,-4 7-5 0,-4-6 6 16,-3 1-6-16,-3 5 5 0,-3-5 5 0,-5 1-3 16,-1 2 17-16,-4 0 18 0,-4-1 17 0,1 3 13 15,-6-2-6-15,1 2-9 0,-5-1-16 16,0 1-11-16,0-1-6 0,0-2-3 0,0 2-2 16,0 1-2-16,0-1-3 0,0-1-5 0,0 0 1 15,-11 0-7-15,11 2 8 0,-8-2-4 0,8 1-2 16,-6-1 3-16,6 1-6 0,-4-1 2 0,4 1-3 15,-6-1 1-15,6 0-3 0,0 2 7 0,0 0 0 16,-3 0-12-16,1 0-22 0,2 0-44 0,0 0-54 16,0 0-90-16,0 0-197 0,0 0-57 0,0 0 56 15</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45:20.633"/>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688 1853 2069 0,'0'0'11'0,"0"0"2"0,0-11 0 16,0 11-3-16,0 0-12 0,0-7 0 16,0 7-6-16,0 0 3 0,0 0 0 0,0 0 5 15,0 0-1-15,0-6 6 0,0 6-4 0,10-5-9 16,-10 0 11-16,12 0-3 0,2-1 4 0,0 2 9 15,1-3 2-15,3 0-1 0,3 1 11 0,2-2-10 16,1-3-3-16,4 3-5 0,1-2-11 0,3-2 7 16,-2 0-4-16,0 3 6 0,1-3 2 0,-2 2-8 15,-2 0 4-15,0 0-2 0,-4 1 3 0,1-2 17 16,-2 0 8-16,-3 2 8 0,3-1-3 16,-3-3-7-16,1-1-11 0,0 1-6 0,0-2 2 15,-2-2-4-15,0 3 1 0,-3-4 7 0,2 2-1 16,-2-1 3-16,-1 0-2 0,-2 0-5 0,0 0 13 15,2 0 45-15,-5-3 49 0,0 3 32 0,0 1 10 16,-1 0-38-16,-2 1-43 0,-2 0-40 0,-1 1-24 16,0 1-18-16,0 0-10 0,0-4 6 0,2-4 1 15,0-5-2-15,1-2 8 0,0-5-3 0,0-4 0 16,0-1-2-16,0-1 4 0,-2 2 2 0,-1 1-6 16,-3 2 7-16,2 2-2 0,-2 2-6 0,0 1 8 15,0 1 0-15,0 0-2 0,0 0 3 0,0 1 1 16,0 0 3-16,0-1 10 0,0 3 2 15,0-2-3-15,0 2-1 0,0-1-7 0,-14 0-3 0,4 2 3 16,-4 0-6-16,0 1-4 0,1 1-1 16,-1-2-4-16,-3 3 11 0,1 0 6 0,-4-3-4 15,2 2 3-15,-2 0-8 0,0-1-4 0,0 1 10 16,2 1-1-16,-2 1 0 0,1-4 3 0,2 4 0 16,0 1-1-16,4 1-4 0,-3-1-1 0,3 2-1 15,-1 2-3-15,2 0 7 0,1 2 0 0,2 1-6 16,-1 2 1-16,0 1-4 0,3 1-5 0,-1 2 4 15,-1 1 0-15,-1 1-4 0,-1-1 3 0,-1 3-6 16,-2 0 9-16,-3-1-2 0,1 2 1 16,-6 1 6-16,3 0-9 0,-4 0 6 0,-1 0 2 0,-1 0-6 15,-1 0 6-15,-1 0-2 0,0 13 0 0,-1-3 3 16,1-1 0-16,-2 0-3 0,0 2-3 16,-1-2 0-16,0 3-2 0,-4-2 8 0,1 2 2 15,-4 1 1-15,-1 0-5 0,-1 1-7 0,-1 2 0 16,2-3 2-16,4 0 1 0,-1 2 1 0,3-4 7 15,3 2-8-15,5-2 3 0,1-3-1 0,2 3-4 16,2-1 9-16,1-1-3 0,3 0-3 0,1 1-7 16,1 1-3-16,2 1 7 0,-1 0 4 0,1 3 4 15,-1 1-5-15,3 1-4 0,-2 2-2 16,1 0-2-16,-1 4 1 0,2-4-2 0,3 1-1 16,1 1-2-16,1 1 2 0,-1-2 5 0,5 2 2 15,-1-1 0-15,1 0 4 0,0 0 0 0,0 4-1 16,0 0 2-16,0-1-10 0,0 1 0 0,0-1 3 15,9 0 5-15,-9 2 84 0,9 4-4 0,-9-1-2 16,6-2-7-16,-6-1-75 0,4 0 7 0,1-2-1 16,-5-2-1-16,5-4 3 0,-4 0-2 0,2-2 0 15,0 2 4-15,0 5-2 0,2 3 0 0,1 6 0 16,0 2 9-16,0 6-2 0,2 3-3 0,-1 4-4 16,1-4-9-16,-2 4 5 0,0-6 1 0,0-2 0 15,2 0 2-15,-4-5-3 0,2-4-1 0,-1-6 3 16,-1-1-1-16,2-4-2 0,0-1 13 15,-1 1-5-15,0-3-1 0,1-1 0 0,0-1-13 16,1 0 9-16,-1-1 0 0,2 2 6 0,1-4-2 16,-3 1-7-16,2-1 5 0,-1 1-9 15,1-2 10-15,1 0 5 0,-1 0-6 0,-2-2 7 0,3 1-2 16,0 0-3-16,2-3 1 0,2 0-1 0,4 1-3 16,3-2 2-16,3-1 5 0,7 0-4 0,3 0 2 15,7-4-2-15,2 1-11 0,1-1 5 0,-2 0-2 16,-2 0 4-16,-4 2 12 0,-3-1-13 0,-6 0 3 15,-3 0-6-15,-7 0 3 0,1 1 6 0,-3-1-5 16,-4 0 10-16,0-1-5 0,0 0-1 0,-2 0 3 16,1 0-7-16,0 0 1 0,0 0 16 0,0 0 2 15,-1 0 7-15,1 0 9 0,-1-11 1 16,1 1-5-16,-2 10-1 0,-1-11-5 0,2 5-14 16,-4-1-9-16,1-1-16 0,1-2-17 0,3-2-40 15,2-2-28-15,3-5-33 0,1-2-39 0,1-3-33 16,6 0-42-16,-3-2-24 0,4-2-17 0,-2 2-9 15,2 0-31-15,2-1-157 0,-1 0 9 0,2 3 84 16</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44:08.882"/>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10981 2181 2228 0,'0'-11'26'0,"0"-1"36"0,0 0 39 0,0 2 27 16,-11-1-5-16,11 0-1 0,-10 1 3 0,1 1 8 15,9 0 11-15,-11-1-7 0,3 3-15 16,8 1-28-16,-6 1-22 0,6 1-17 0,-7 2-37 16,7 1-11-16,0 1-23 0,0 0-14 0,0 0 14 15,0 0-3-15,0 0 6 0,0 9 10 0,0 1-9 16,0 0 12-16,0 3 8 0,15-1-11 0,-1 5 13 15,-1 1-7-15,1 1 1 0,0 3 1 0,-1-3-2 16,-1 1-5-16,2 0 15 0,0-1-13 0,-1-3-2 16,1-2 11-16,-3-1-9 0,1-1 8 0,-3-4-1 15,0 0-1-15,-3-4 5 0,0-1 39 0,-1-3 13 16,-2 0 7-16,3 0-11 0,-2 0-15 0,3-15-4 16,0-1 5-16,2 1-2 0,3-4-3 0,-1-2 5 15,0-2-5-15,-4 0 17 0,2-1-18 0,-1 1-23 16,-2-3 9-16,2 2-2 0,-2 2 7 0,0 3 17 15,0 1-18-15,-2 4-18 0,2 0-14 16,-2 5-12-16,-3 3-7 0,1 2 6 0,-1 1 4 16,-1 3 0-16,0 0 5 0,0 0 6 0,0 0 7 15,0 13-1-15,15-2 1 0,-3 3-2 0,1 1-14 16,2 0 5-16,0 2 4 0,-1-2-16 0,-1 3 26 16,1-2 0-16,-2 0 3 0,0-3 5 0,0 2-20 15,-1-5-1-15,0 1-3 0,-1-3 7 0,1 0 10 16,-2-2 2-16,2-4 2 0,-2-2 14 0,1 0 41 15,1 0 34-15,0 0 61 0,1-17 51 16,-2 1-22-16,3-3-39 0,-4-1-44 0,1-1 20 16,-1-1 3-16,-2-4 44 0,-3 2 33 0,-1 1-67 15,-1-3-31-15,-2 0-57 0,0 1-55 0,0-3-16 16,0 0 1-16,0 1 13 0,-11 1-4 0,11 5-17 16,-9-3-47-16,9 7-80 0,-9 2-134 0,9 6-113 15,0 1-63-15,0 6 22 0,0-2 77 0,0 4 81 16,0 0 24-16,0 0-38 0,0 0-40 0,0 14-58 15,0-1-58-15,9-2-256 0,-9 3 84 0,6 2 111 16</inkml:trace>
  <inkml:trace contextRef="#ctx0" brushRef="#br0" timeOffset="365.02">11882 2162 2597 0,'0'0'36'0,"0"0"40"0,-13 0 49 0,3 0 41 16,10 0-9-16,-8 0-37 0,8 0-49 0,-7 0-35 15,7 0-15-15,-8 0 14 0,8 8 14 0,-5 3 8 16,5 1 2-16,0 1-21 0,0 3-10 0,0-1-10 15,0 3-9-15,0-1 0 0,0 0 0 16,0 0-2-16,0 1-3 0,0 0 6 0,0-2-6 16,0 0 4-16,0-1 2 0,0 0-13 0,8-3 10 15,-8-1-4-15,0-2-1 0,0 0 10 16,0-3-5-16,0-1-10 16,5-1 1-16,-5-2 7 0,0 0-11 0,4 1 9 0,-4-3-5 0,0 0-30 0,0 0-29 15,3 0-86-15,-1 0-93 0,-1 0-68 16,1-14-58-16,1 1-48 0,0 2-211 0,0-2 14 0,-2-1 95 15</inkml:trace>
  <inkml:trace contextRef="#ctx0" brushRef="#br0" timeOffset="621.75">12020 2158 2507 0,'3'-3'53'0,"-2"1"54"0,-1-1 63 0,0 2 48 16,0 1-16-16,0-3-47 0,0 3-55 0,0 0-48 16,0 0-18-16,0 0 28 0,0 0 11 0,0 9 6 15,0 3-19-15,0-2-26 0,0 3-8 16,0 3-9-16,0 0-5 0,0 2-14 16,0 1-1-16,0 1 5 0,0-1 4 0,0-1 7 0,0 0-4 15,0 1-9-15,0-1 2 0,0 1-15 0,0-1-40 16,8 0-66-16,-8-3-107 0,0 1-125 0,0 0-90 15,0-3-144-15,0-1-185 0,0-4 137 0</inkml:trace>
  <inkml:trace contextRef="#ctx0" brushRef="#br0" timeOffset="1438.04">13341 2026 2125 0,'-9'-5'32'15,"-2"1"37"-15,1-1 45 0,2-1 52 0,-3 2 23 16,1-3 19-16,-1 1-6 0,-1 0-21 0,1 0-23 15,2 3-26-15,0-4-22 0,2 4-36 0,1 0-37 16,-1 2-30-16,4 1-15 0,0 0-6 0,2 0 0 16,1 0 8-16,0 10-7 0,0 2 6 0,0 0 14 15,0 5-8-15,14 1 3 0,-1 2 6 0,-2 5-5 16,2-2 6-16,4 4-7 0,-2 1 10 16,2-3-6-16,0 1-5 0,1-2 10 0,-1-2-16 15,-2-2 5-15,0-2 0 0,0-3-2 0,-1-1 6 16,0-2 0-16,-2-3-1 0,-2-1 35 0,1-1 26 15,-2-3 17-15,0-4 29 0,-1 0-18 0,-1 0-12 16,3 0-5-16,-3-19-13 0,4 4 15 0,1-4 21 16,-3-1 18-16,2 0 0 0,-4-1-42 0,2-1 64 15,-3-2 64-15,-1 3 24 0,-2-1 48 0,-3 4-82 16,0 2-89-16,0 2-30 0,0 4-47 0,0 1-15 16,0 3-24-16,0 2-14 0,0-2-2 0,0 5-10 15,0 0-13-15,0 1-23 0,0 0-66 16,0 0-83-16,0 0 14 0,0 0 19 0,0 0 78 0,0 13 94 15,14-1 2-15,-2 0 21 0,0 0 0 16,2 4 5-16,-1 0 12 0,0-1-8 16,-1 2-4-16,0-2-9 0,-2 0 0 0,0-3 0 0,-3 0 0 15,1-3 4-15,-4-1 1 0,1-1 5 0,1-3 51 16,-2-1 45-16,0-3 39 0,2 0 21 0,0 0-41 16,0 0-29-16,3-18-15 0,0 1 12 0,3-3-1 15,0-2-18-15,2-3-7 0,0 1-33 16,-2-3-15-16,-2-2-5 0,1-3-11 0,-3 1-12 0,-2-2 10 15,0 2 8-15,-2 1-6 0,-2-2 8 0,1 4-7 16,-2 1-29-16,2 4-44 0,-3 0-69 0,2 8-122 16,-2 1-122-16,1 2-59 0,1 4-6 15,-2 1 14-15,1 4 31 0,1 3 27 0,1 0-25 16,0 0 10-16,-1 0-97 0,-2 12-192 0,0 0 97 16</inkml:trace>
  <inkml:trace contextRef="#ctx0" brushRef="#br0" timeOffset="2104.49">14160 2243 2253 0,'0'0'28'15,"0"0"40"-15,0 0 31 0,0 0 19 0,0 0-28 16,0 0-38-16,0 0-28 0,0 0 3 0,0 0 20 15,0 0 2-15,0 14 16 0,0-2 14 0,0 4 3 16,0-1-1-16,0 7-19 0,0-1-33 0,0 4-15 16,0 2-2-16,0-1-6 0,9 4 1 15,-9-1-5-15,7 0-1 0,-1-2 10 0,-6-6 2 16,6 1-7-16,-4-7-8 0,-2 0-40 0,3-6-47 16,0-3-48-16,-3-2-38 0,2-1-7 0,-1 1 9 15,-1-3 14-15,0-1-14 0,0 0-45 0,0 0-161 16,0 0-152-16,0 0 55 0,0 0 87 0</inkml:trace>
  <inkml:trace contextRef="#ctx0" brushRef="#br0" timeOffset="2531.5">14387 2367 2524 0,'7'-4'43'0,"-3"2"38"15,-1-1 55-15,-3 3 40 0,0 0-16 0,0 0-8 16,0 0-39-16,0 0-32 0,0 0-19 0,-9 0-31 15,9 0-15-15,-14 0-6 0,5 0-12 16,0 0 2-16,0 0 2 0,3 0-2 0,-2 0 6 16,-1 0 11-16,3 0 14 0,-1 0 7 0,2 0 7 15,2 0 7-15,0 0-9 0,0 0-4 0,3 0 5 16,0 0-17-16,0 0-2 0,0 0-15 0,0 0-14 16,0-10 6-16,0 10-8 0,9 0 14 0,-1-7-8 15,-1 7-6-15,2-7 6 0,-1 7-7 0,3-6 2 16,1 2 8-16,-2 4-9 0,1 0 4 15,1 0-4-15,-3 0-9 0,0 0 16 0,-1 0-3 0,-2 10 11 16,-1 1-5-16,-1 1-8 0,-1 1-1 16,-3 2 10-16,0 2-6 0,0 2 4 0,0 1 6 15,0 1-12-15,-11 1 12 0,-1 3-4 0,2-1 8 16,-1 0 1-16,0-1-6 0,1-3 6 0,1 0-13 16,0-3 1-16,3-2 5 0,6-4-6 0,-5-2 5 15,5-2 4-15,0-2 12 0,0 0 10 0,0-4 9 16,0-1 1-16,0 0-6 0,14 0-12 0,2 0-19 15,1 0-5-15,3-14-4 0,4 3-9 0,3 2-14 16,5-3-30-16,2-2-53 0,2 0-93 0,4 1-111 16,2 0-127-16,4-3-138 0,-1-1-264 0,4-2 130 15</inkml:trace>
  <inkml:trace contextRef="#ctx0" brushRef="#br0" timeOffset="3367.68">15478 1966 2168 0,'-5'-9'49'0,"1"-1"42"0,-1 0 52 16,1 2 52-16,-2-1-3 0,3-1 7 0,-2 0-17 16,0 2-22-16,2-1-29 0,0 2-41 0,2 4-38 15,-1-2-30-15,2 4-27 0,0-1-3 16,0 2-5-16,0 0 3 0,0 0 9 0,0 11-3 16,11 1 10-16,3 0-4 0,-1 3 1 0,2 2 3 15,2 1-1-15,1 2 2 0,2 1-1 0,-2 0 5 16,1 1 1-16,-1-3 6 15,0 1-6-15,-3-5 8 0,2 1 4 0,-3-3 5 0,1-2 17 0,-2-3 5 16,0 0 9-16,0-3 5 0,-1-4-8 0,1 1-2 16,-3-2-5-16,2 0 5 0,0 0 9 0,1-16 15 15,-1 2 5-15,-2 0 20 0,3-1 33 16,-4-4 8-16,0-2-1 0,-3 0-35 0,1 0-6 16,-2-3-5-16,-2 1-23 0,0 0-10 0,0-2-34 15,-1 2-47-15,-1 0 20 0,-1 3 1 0,0 3-9 16,2 2 8-16,-2 3-20 0,1 3-15 0,-1 4 0 15,0 3 0-15,2 2 3 0,1 0 8 0,-2 0 5 16,4 0 1-16,1 10 9 0,2 2 9 0,1 3 5 16,3-2-6-16,-2 2 1 0,3 2-9 0,2 0 5 15,-2 3 0-15,1 0-1 0,0-2 6 0,-1 1-9 16,0-2 4-16,-1 0-14 0,0-3 4 0,-2-2 1 16,0-1 5-16,-1-1 4 0,-2-3 5 0,1-1 17 15,-2-3 35-15,-1 1 69 0,1-4 42 0,1 0 21 16,2 0 5-16,2-14-35 0,1 1-19 15,-1 1-16-15,-1-5-21 0,4 0-12 0,-3-7-21 16,-1 3-26-16,1-5-6 0,-3-1 0 0,-2 3-7 16,3-4-2-16,-2 1-15 0,-1 0-16 0,2-1-1 15,-3 2 3-15,-2 2 1 0,1 1 2 0,-1 3-9 16,-1 3-32-16,-1 1-44 0,1 4-57 0,-2 3-87 16,0 2-141-16,0 4-136 0,0-2-47 0,0 5 9 15,0-2 44-15,0 2 77 0,0 0 20 16,0 0-5-16,0 0 0 0,0 13-224 0,0 2-7 0,0-2 94 15</inkml:trace>
  <inkml:trace contextRef="#ctx0" brushRef="#br0" timeOffset="3821.5">16533 1974 3022 0,'0'0'57'0,"0"-11"68"16,0 11 48-16,0-9 21 0,0 9-48 0,0-7-72 15,0 7-56-15,0 0-26 0,0 0-13 0,0 0 8 16,0 0 3-16,0 11 9 0,0 1 3 15,0 1-2-15,0 3 5 0,0 0 0 0,11 5 2 16,-2-1-2-16,-9 0-1 0,9 1-4 0,-3 1 3 16,-6-1 0-16,8-3 3 0,-4-1-10 0,-4-2 4 15,0 1-12-15,7-2-39 0,-7-1-49 0,1-4-80 16,-1 0-76-16,0-3-60 0,0-2-58 0,0-2-206 16,0-2-101-16,0 0 95 0</inkml:trace>
  <inkml:trace contextRef="#ctx0" brushRef="#br0" timeOffset="4252.64">16992 1895 3074 0,'8'-10'46'0,"1"1"55"0,-5 0 59 0,2 1 43 15,-1-3-28-15,-2 4-32 0,0 1-56 0,0 0-38 16,0 2-15-16,0-2-20 0,2 3 4 0,1 0-4 15,0 2-15-15,-2 0 0 0,5-2-9 0,-4 3 1 16,1 0 9-16,-1 0-8 0,-2 0 6 0,1 0-3 16,-1 0 3-16,-3 12 5 0,0-1 6 0,0 2-13 15,0-2 9-15,0 1-1 16,-10 2-10-16,-1 0 13 0,-3 1-14 0,4 1 1 0,-4-1 0 16,0-2 7-16,1-1 1 0,1-2-3 0,1-2 1 15,2-1-4-15,3-1 0 0,1-1 7 0,5-4-7 16,0 1 3-16,0-1 1 0,0-1-7 0,0 0 18 15,0 0-10-15,17 0 2 0,-3 0 5 0,-1 0-14 16,4 0 8-16,0 0 2 0,-1 0 0 0,1 0 3 16,-3 0-8-16,1 0 3 0,-1 0-1 0,-2 9 3 15,0-9-6-15,-3 8 4 0,0-1-7 0,0 2 3 16,-1-5 10-16,-4 4-10 0,1-2 7 0,-2 0-1 16,-2 0 1-16,-1 1-2 0,0-2 0 0,0 2-3 15,0 0-3-15,-15 2 11 0,0-2-7 16,1-1-28-16,1 2-42 0,-2 0-69 0,-2-1-119 15,2-1-121-15,-4 0-116 0,3-3-298 0,-1 0 17 16,-1-3 150-16</inkml:trace>
  <inkml:trace contextRef="#ctx0" brushRef="#br0" timeOffset="4442.96">17944 1803 3372 0,'6'-6'39'16,"-1"-1"48"-16,-5 0 23 0,0 1 7 0,0 0-46 15,0 0-47-15,0 0-24 0,0 1-57 0,-9 3-93 16,9-3-151-16,0 3-160 0,0 0-277 0,0 1-65 16,0 0 150-16</inkml:trace>
  <inkml:trace contextRef="#ctx0" brushRef="#br0" timeOffset="4610.54">18562 1718 3618 0,'17'0'57'0,"-5"0"56"16,-3 0 47-16,0 0 14 0,-4-12-39 0,1 3-50 0,-6 1-46 16,3-1-37-16,-3 2-58 0,2 0-68 15,1 1-99-15,0-1-148 0,0-1-139 0,3 1-229 16,-2-3-141-16,2 1 170 0</inkml:trace>
  <inkml:trace contextRef="#ctx0" brushRef="#br0" timeOffset="4750.46">19185 1621 3908 0,'12'6'56'0,"-3"-6"56"0,-4 0 105 16,-1 0 128-16,-2 0 45 0,-2 0-26 0,0 0-100 15,0 0-136-15,0 0-114 0,0 0-120 0,0-12-159 16,0 12-136-16,0-8-105 0,0-1-181 15,0 0-154-15,0 0-208 0,0-1 118 0</inkml:trace>
  <inkml:trace contextRef="#ctx0" brushRef="#br0" timeOffset="4897.81">19985 1619 3673 0,'14'0'69'0,"-14"0"51"0,0 0 77 0,0 0 109 0,0 0 35 16,0 0-10-16,0-11-58 0,0 11-119 15,0-10-100-15,-12 1-80 0,12 0-137 0,0 9-106 0,0-9-92 16,-9 3-69-16,9 0-106 0,0 1-129 0,0-1-357 16,0 0 109-16</inkml:trace>
  <inkml:trace contextRef="#ctx0" brushRef="#br0" timeOffset="5760.12">20746 1349 2946 0,'-3'-5'67'0,"2"0"71"0,1 0 64 15,0 3 69-15,0-2-38 0,0 1-31 0,0-1-18 16,0 2-24-16,0-1 26 0,0 1 15 0,0 2 2 16,0-1-14-16,0 1-55 0,0 0-46 0,0 0-58 15,0 0-35-15,0 0-9 0,0 0-10 0,0 0 4 16,0 0 11-16,0 8 9 0,0 1-9 0,0 0 19 16,9-1-10-16,1 1-10 0,1 2 8 0,3 3-9 15,2 3 9-15,3 0 0 0,2 1 4 0,-1 2 1 16,1-1 3-16,2 1 1 0,1 1-3 15,-3-1-5-15,2-3 8 0,-2 1 1 0,2-3-1 16,-2 0-3-16,-1-3-13 0,0-1 9 0,-3 0 9 16,-4-2 4-16,1-2 21 0,-3-1 39 0,-1-4 25 15,-1 3 30-15,-1-2 12 0,-2-2-12 0,-2 0-12 16,4-1-11-16,-2 0-18 0,2 0-20 0,-1 0-9 16,1 0-7-16,1 0-3 0,2 0 4 0,-1 0-1 15,-4 0 5-15,2 0 1 0,1 0 15 0,-4-10 26 16,1 10 21-16,-3-6 30 0,1 6 17 15,-4-7-8-15,3 3-3 0,-1 0-30 0,-1-3-37 0,-1 3-31 16,3-4-33-16,2 0-17 0,-2-2 1 16,2-1-2-16,1-6-2 0,0 1-1 0,-3-3-1 15,3-3-3-15,-2-2 1 0,-1 1 1 0,0 0-7 16,2-1 3-16,-2 1 5 0,0 2-5 0,0 1 5 16,-3 3-2-16,3 0-6 0,-3 6 3 0,2-2-7 15,-2 7-2-15,0 1-2 0,0 1-10 0,0 2-4 16,0 2-7-16,0 0-14 0,0 0-42 0,0 0-50 15,0 0-38-15,0 0 8 0,0 13 59 0,0-4 58 16,0 3 49-16,13 2 4 0,0 5-21 0,0 0-33 16,1 3-2-16,3 4 6 0,-1 3 14 0,4 0 32 15,-2 1 4-15,0 3-8 0,1-1 1 16,0-1 3-16,0-1 2 0,-1-2 4 0,2-2 3 0,-4-2-7 16,1-3 1-16,-2-3-1 0,-3-4 3 15,1-2 8-15,-3-3 12 0,-1-3 11 0,-3-2 30 16,-1-4 23-16,1 0-8 0,-1 0-8 0,-1-15-31 15,4-1-32-15,-2-5 0 0,6-5 9 0,-3-4 8 16,2-4 11-16,2-6-8 0,-1 2-5 0,-1-6-8 16,1 3-1-16,-3-3 5 0,0 2-9 0,1 3-1 15,-4 4-9-15,0 1 1 0,1 4 0 0,-2 4-9 16,-1 4 7-16,4 1-6 0,-5 7-25 0,-1 3-28 16,-1 1-40-16,1 2-41 0,-1 3-42 0,1 0-52 15,-2 4-64-15,0-1-118 0,0 2-54 0,1 0 11 16,-1 0 48-16,0 0 86 0,0 0-5 0,0 0-45 15,0 0-29-15,0 13-28 0,0-5-45 16,0 2-205-16,0-2 86 0</inkml:trace>
  <inkml:trace contextRef="#ctx0" brushRef="#br0" timeOffset="6076.21">22008 1687 4018 0,'8'0'21'0,"-5"-11"33"0,-3 11 33 16,3 0 34-16,-3 0 6 0,0 0-28 0,0 0-36 16,0 0-38-16,0 0-28 0,0 0-9 0,0 0 4 15,0 0-3-15,0 11 2 0,0-1 9 0,0 1-8 16,0 2 17-16,0 6-3 0,0-1-9 0,0 4 6 15,9-2-11-15,-9 3 8 0,9-2 2 0,-9 0 3 16,6-1 0-16,-6-3-4 0,6 1 9 16,-6-5 0-16,3 1-1 0,2-3-2 0,-5 0-4 0,3-3-38 15,-2-2-44-15,1-1-49 0,0 1-34 0,-1-6-21 16,-1 1-38-16,3 1-50 0,-3-2-92 16,3 0-78-16,-3 0-319 0,0 0 3 0,0 0 123 15</inkml:trace>
  <inkml:trace contextRef="#ctx0" brushRef="#br0" timeOffset="6579.81">22643 1611 3955 0,'8'-9'23'0,"-5"2"31"0,-2 2 30 15,-1 2 20-15,0 3-6 0,0-4-40 0,0 4-43 16,0 0-21-16,0 0-14 0,0 0 15 15,0 13 1-15,0-1 6 0,0 4 2 0,0 1 0 16,14 5 5-16,-3 4-2 0,2 2-9 0,4 3 2 16,1 3 0-16,2-2 4 0,0 2-4 0,-1-1-1 15,1-4 11-15,-2 0-16 0,-1-3 21 0,-2-3-10 16,-3 0-4-16,2-5-3 0,-3-4-4 0,-2 1 4 16,-2-5 1-16,-1-2 14 0,-2-4 4 0,-1 0-1 15,-2-2 21-15,-1 0 78 0,0-2 92 0,0 0 124 16,0 0 36-16,0 0-53 0,0 0-113 0,-11 0-119 15,11-12-65-15,-12 3-29 0,2-1 12 0,-4-4-9 16,-1 3 5-16,1-1 0 0,-3-2-4 0,1 2-3 16,-1 1-2-16,0 3-4 0,2 0-12 15,3 4 2-15,0 4 1 0,-2 0 0 0,0 0 18 16,2 0-8-16,-1 0 3 0,-3 14-3 0,1 3-5 16,0-5 9-16,1 3 2 0,2 0 3 0,2 1 1 15,2-1-4-15,4-2 8 0,2 0 3 0,2-2-7 16,0-1 16-16,0-2 3 0,0 0 13 0,0-2 14 15,11-1 54-15,-2 0 40 0,4-2 30 0,-2-3 23 16,4 0-49-16,2 0-43 0,4 0-44 0,2 0-26 16,3 0-5-16,-3-14-12 0,2 3 2 0,0 1-1 15,0 0-7-15,-5-1-5 0,3-1-53 16,-5 1-88-16,2-1-169 0,1-3-233 0,1 1-97 16,0-4-118-16,1 1-110 0,0-3-261 0,1-4 126 15,0 1 201-15</inkml:trace>
  <inkml:trace contextRef="#ctx0" brushRef="#br0" timeOffset="6727.88">23673 1950 4747 0,'0'0'134'0,"9"0"110"0,-9 0 74 16,0 0 33-16,0 0-130 0,0 0-114 0,0 0-81 16,0-13-83-16,0 13-114 0,0-10-195 0,0 0-133 15,0 10-155-15,-15-8-101 0,-2 8-15 0,3-8-261 16,-5 3 204-16</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44:21.402"/>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-1831 3924 1808 0,'-20'10'22'0,"-1"-2"39"0,0 1 36 0,-2-3 43 16,0-1 21-16,1-1 0 0,-1-1-11 0,2-3 1 16,-1 1 6-16,3 2-1 0,-3-1 6 0,4 1-17 15,3-2-33-15,-2 3-15 0,5-3-30 0,1 1-16 16,2-1-21-16,3 0-20 0,3 0 0 0,0 0-2 15,2 1 11-15,1 0 5 0,0 1-8 0,0-3 7 16,0 1-15-16,0-1-4 0,0 0 13 0,0 0-18 16,0 2 0-16,0-2 3 0,0 3-9 0,0-3-2 15,0 0 2-15,0 0-3 0,0 0 1 0,0 0 6 16,0 0-1-16,0 0 6 0,10 0 0 0,2 0-1 16,4 0 11-16,0 0-11 0,7 0-6 0,4 0 7 15,5-15-8-15,5 0 12 0,4 0-1 0,1-3 0 16,4-1 2-16,1-3-10 0,0 0 10 15,0-2-1-15,0 1-11 0,-3-1 13 0,-3 3-17 16,-4-3 6-16,-1 4 7 0,-5 3-4 0,-6 3 11 16,-3 2-11-16,-4 3 0 0,-5 3-3 0,-3 1 8 15,-3 3-8-15,-1-1 7 0,-3 2 2 0,-1-1-17 16,-1 2 14-16,1 0 0 0,-2 0-9 0,0 0 13 16,1 0-3-16,-1 0-2 0,0 0 0 0,0 0-6 15,0 0 8-15,0 0-9 0,0 0 9 0,0 0 1 16,0 0-10-16,0 0 15 0,0 0-8 0,0 0-2 15,0 0 6-15,0 0-11 0,0 0 9 16,0 0-3-16,0 0 0 0,0 0 6 16,0 0-6-16,0 0 2 0,0 0 4 0,0 0-6 0,0 0-5 0,0 0-3 15,0 0-3-15,0 0 3 0,0 0 4 16,0 0 3-16,0 0-12 0,0 0-10 0,0 0-1 16,0 0-4-16,0 0-2 0,0 0-5 0,0 0-8 15,0 0-1-15,0 0-11 0,0 0-1 16,0 0-4-16,0 0-1 0,0 0-3 0,0 0-11 0,0 0-29 15,0 0-114-15,0-11-57 0,0 11-30 0,0-8-18 16,0 8 46-16,-12-9-55 0,12 2-110 0,-13 1 19 16,2 0 77-16</inkml:trace>
  <inkml:trace contextRef="#ctx0" brushRef="#br0" timeOffset="236.87">-1483 3600 2045 0,'-3'-3'29'0,"0"-1"24"15,-2 2 26-15,1-1 34 0,1 0 2 0,-3 0 13 16,1-2 13-16,1 3 2 0,-1 0-15 0,0 0-35 15,1 0-42-15,1 2-41 0,1 0-31 0,-1 0-7 16,3 0-2-16,0 0 9 0,0 0 16 0,0 0-2 16,0 10 7-16,14-3-3 0,-2-7-10 0,0 10 13 15,4-3-2-15,-1 0-1 0,1-1 8 0,4 1-2 16,-2-1-6-16,1-2-1 0,-1 1-1 0,0-1 0 16,-3 2 3-16,-1-2 8 0,-3 3 2 0,-2 0 1 15,-3 2 2-15,-5 1 1 0,-1 4 2 0,0 4 5 16,-13 8 1-16,-6 3-28 0,-3 5-68 0,-3 5-82 15,-7 3-94-15,-3 0-90 0,2 2-243 16,3-1-30-16,1-4 89 0</inkml:trace>
  <inkml:trace contextRef="#ctx0" brushRef="#br0" timeOffset="-62231.13">188 3311 2491 0,'7'-17'54'0,"-2"4"59"0,-1 3 67 15,-2 0 60-15,-2 3-11 0,0 2-19 16,0 0-59-16,0 4-57 0,0 1-34 0,0 0-47 16,0 0-4-16,0 0-4 0,-11 0-3 0,11 14 5 15,-9 1-8-15,0 1 16 0,0 3-11 0,3 0 1 16,-2 5 4-16,-1 2-20 0,0 2 10 0,3-1 2 16,-3 0-8-16,3 1 11 0,-2-2-2 15,4 0-8-15,1-3 12 0,-1 0-6 0,1-2-5 0,0-1 14 16,2-5-10-16,1-3 1 0,-2-5 9 0,2 0-6 15,0-3 14-15,0-2 11 0,0-2-8 16,0 0 12-16,0 0 16 0,0 0 1 0,0 0-16 16,0-15-8-16,0-1-28 0,13 0-19 0,-3-2 24 15,1-4-11-15,-1 1 11 0,4-5 3 0,1 1-4 16,0 2-2-16,1 1-4 0,-1 3 8 0,0 5-8 16,-1 3 1-16,-4 0-2 0,2 4-12 0,-1 2 17 15,0 4 4-15,-4-3 2 0,2 3-2 0,-1 1-7 16,0 0 0-16,-1 0-2 0,2 0 10 0,0 0-7 15,-1 11 3-15,1 0-6 0,2-3-31 0,-2-1-45 16,2 2-65-16,-2-1-92 0,0-3-71 16,1 1-48-16,1-1-25 0,-2-5-27 0,2 0-178 0,-2 0 9 15,1 0 87-15</inkml:trace>
  <inkml:trace contextRef="#ctx0" brushRef="#br0" timeOffset="-61894.24">702 3110 2786 0,'8'-20'64'0,"-3"6"89"16,-2-1 59-16,-2 4 43 0,-1 4-29 0,0 1-68 16,0 1-52-16,-14 0-34 0,14 3-38 0,-13 2-8 15,2 0-11-15,1 0-4 0,-3 0-12 0,1 12-11 16,-1 0 7-16,-3 3-4 0,3 2 16 0,-4 1-5 16,0 2-4-16,2 2 2 0,1 1-4 0,2-3-1 15,3 1 10-15,2-1-5 0,1-1-13 16,4-2 18-16,2-1-19 0,0-2 6 0,0 2 16 15,0-4-21-15,14 0 13 0,-1 0-1 0,1-2 1 16,3 0 7-16,-2-1-1 0,3-3 5 16,0 0-11-16,1 1 0 0,-1-3 6 15,0 1-16-15,-3-4 7 0,-1 2 9 0,-3-1-12 0,-2 0 10 0,-2 1 6 16,-2-1-10-16,-2-1 2 0,-3 3 3 0,0-3-9 16,0 1 16-16,0 1-5 0,0 1-7 0,-14 3-6 15,-1 3-33-15,-2-1-16 0,-1 3-30 0,-3 1-44 16,-1 3-85-16,-3-3-98 0,0 1-84 0,3-3-78 31,-1-2-244-31,3-2 55 0,2-3 117 0</inkml:trace>
  <inkml:trace contextRef="#ctx0" brushRef="#br0" timeOffset="-61579.15">797 3179 3072 0,'15'-8'59'0,"-3"-1"59"16,-3 4 63-16,-3 3 26 0,-4 1-27 0,-2-1-46 15,0 2-58-15,0 0-16 0,0 0-27 0,0 0-16 16,0 0-6-16,-11 0-9 0,11 10-2 0,-14-1-3 16,5-9 5-16,2 12-7 0,-1-3 1 15,2 0 1-15,0-1-3 0,1 2-4 0,1 0 3 16,4 0 6-16,0 2-2 0,0-2 12 0,0 2-11 16,0 0-1-16,0 1-3 0,12-2-3 0,-3-1 4 15,2 2 2-15,2 0 12 0,1-2 1 0,0 0-9 16,-1-1-6-16,3 0-7 0,-1 1 8 0,0-1 9 15,-3-1-4-15,0-2 3 0,-4 3 0 0,-1-2-9 16,-2 0 12-16,-1 1-4 0,-2-4-7 0,-2 4 8 16,0 0 3-16,0-4-2 0,0 5-1 0,0-1-8 15,-12 1-47-15,12-1-49 0,-14 1-122 0,4 0-154 16,-3 0-120-16,3-5-273 0,-4 4-41 0,0-8 164 16</inkml:trace>
  <inkml:trace contextRef="#ctx0" brushRef="#br0" timeOffset="-60977.07">1226 3202 3190 0,'6'-5'39'16,"1"0"49"-16,-1-1 44 0,-2 1 18 0,-1-1-32 15,0 0-38-15,2-3-49 0,-2 0-5 0,3-5 1 16,2 1-14-16,4-1 17 0,3-1-11 0,2-2-11 15,4-3 6-15,3 3 3 0,0 0 0 16,1-2 19-16,1 3 16 0,-5 3 5 0,-1 0 21 16,-4 2 10-16,-4 2 7 0,-3 5 9 0,-1-3-11 15,-3 6-7-15,-2 1-40 0,-2 0-32 0,-1 0-18 16,0 0-22-16,0 0 3 0,0 0-7 0,0 9 10 16,0 2 5-16,0 1 17 0,0 1 12 0,0 1-8 15,0 4 0-15,0 4-1 0,0 0 0 0,0 4-4 16,0-1 3-16,12 1-4 0,-6 0-3 0,-6 3 6 15,10-2-3-15,-4-1-4 0,0 3 3 0,-2-2 1 16,2-1-5-16,-1 1 5 0,-2-1-1 0,3-2-5 16,-3-1 18-16,2-1-10 0,-2 0 1 15,0-3 9-15,-2 1-14 0,2-3 10 0,-1-2 3 16,-2 2-11-16,0-2-1 0,0-2-9 0,0 0-13 16,0-2-25-16,0-1-17 0,0 2-30 0,0-4-14 15,0 0 5-15,0 0-1 0,0-3-1 0,0 0 4 16,-9 2-1-16,9-5-2 0,0-2 17 0,0 0 8 15,-6 0 2-15,6 0-8 0,0 0-22 0,-7 0-3 16,3 0 22-16,-1 0 31 16,-1 0 43-16,0-9 15 0,-1 9 6 0,-1 0-1 0,0-6 14 0,2 6 19 15,0-4 24-15,0 4 20 0,2 0 8 0,1 0-8 16,0 0-9-16,0 0-9 0,-1 0-27 16,3 0-9-16,1 0-20 0,-2 0-14 0,1 0 0 0,1 0 1 15,0 0 5-15,0 0-2 0,0 0 4 0,0 0-4 16,0 0 2-16,0 0 0 15,0 0 8-15,11 0-3 0,-4 0 2 0,2 0 5 0,2 0-7 16,3 0-5-16,-1-14-16 0,5 4-48 0,2-2-68 16,3 3-62-16,0-2-63 0,1-3-38 0,2 3-30 15,1-2-204-15,1-2-103 0,-1 2 83 0</inkml:trace>
  <inkml:trace contextRef="#ctx0" brushRef="#br0" timeOffset="-62891.83">-271 3006 1901 0,'0'0'19'0,"0"0"15"0,0 0-4 0,0 0 5 16,0 0-20-16,0 0-11 0,0 0 1 0,0 0-4 15,0 0 6-15,0 0 5 0,0 0 15 0,0 0 11 16,0 0 6-16,0 0 9 0,0 0 3 0,0 0 12 15,0 0 11-15,0 0 2 0,11 0 12 0,-11 0 7 16,0 0 8-16,0 0 8 0,0 0 1 0,0 0-4 16,0 0-18-16,7 0-8 0,-7 0-30 0,0-7-19 15,0 7-7-15,0 0-17 0,0 0 0 16,0-6 2-16,0 6-15 0,0 0 0 0,0 0-5 16,0 0-15-16,0 0 5 0,0 0 5 0,0 0-2 15,0 0-6-15,0 0 3 0,0 0-3 0,0 0-1 16,0 0 17-16,0 7-2 0,0-1-2 0,0 1 5 15,0-3 2-15,0 1 1 0,0-2 5 0,0 3-6 16,0-3-2-16,0 2-4 0,0-1-3 0,0-2 1 16,0 1 1-16,0-2 6 0,0-1-3 0,0 0 4 15,0 0-3-15,0 0 11 0,0 0-6 0,8 0 11 16,-8 0 4-16,0 0-15 0,6-10 15 0,-6 10-16 16,0-12 0-16,4 4 16 0,-4 0 5 0,0-1 19 15,0 1 13-15,0-1 8 0,0 1-6 16,0 0 0-16,0 2-16 0,0 2-12 0,0-1-6 15,-9 3-21-15,9 0-6 0,-15 2-4 0,1 0-4 16,-2 0 2-16,-3 16 8 0,-2 2-4 0,-3 2 1 16,-5 6 1-16,0 3-1 0,-1 2-4 0,1 4-1 15,2 0 6-15,2-3-3 0,3 1 11 0,3-2-3 16,4-3 1-16,5-1 0 0,3-3-11 0,7-4 10 16,0 0-7-16,0-2-7 0,0 0 13 0,0-5-8 15,16 0-13-15,-1-4-32 0,2-1-48 0,-1-2-46 16,4-6-61-16,4 0-47 0,2 0-49 0,1 0-40 15,2-15-70-15,0 0-209 0,3-1 78 0,-2 2 89 16</inkml:trace>
  <inkml:trace contextRef="#ctx0" brushRef="#br0" timeOffset="-62605.1">19 2980 3059 0,'0'-4'21'0,"0"0"27"0,-9 1 30 16,9 3 24-16,-12 0 2 0,1 0-7 0,0 13-16 0,1 1-2 15,-1 3-25-15,1 2-13 0,0 7-9 16,0-2-25-16,2 7 5 0,-1-1-8 0,5 2-2 16,-1 1 6-16,2-1-10 0,3 1 13 0,0 1-4 15,0-2-7-15,0 1 10 0,0-4-11 0,0 1-1 16,0-1 14-16,11-3-11 0,-11-2-1 0,7-3 11 15,-7-1-16-15,5-5 5 0,-5-2-28 0,6-2-66 16,-3-2-69-16,-3-3-98 0,0-4-63 0,4-2-16 16,-1 0 21-16,1 0 31 0,2 0-94 0,-2 0-155 15,5-14 51-15,0-1 69 0</inkml:trace>
  <inkml:trace contextRef="#ctx0" brushRef="#br0" timeOffset="-60751.18">2303 2959 3665 0,'6'-9'49'0,"0"3"40"16,-3-1 45-16,2 1 53 0,-5 0-7 0,0 3-13 15,0-1-36-15,0 1-57 0,0 2-38 0,0-1-27 16,0 0-12-16,0 1-11 0,0 1-44 0,0 0-71 15,0 0-64-15,0 0-108 0,0 0-135 0,0 0-43 16,0 0-77-16,6 0-250 0,2 0 119 0,-2 0 114 16</inkml:trace>
  <inkml:trace contextRef="#ctx0" brushRef="#br0" timeOffset="-60584.07">2387 3418 3195 0,'0'10'46'0,"0"-2"55"16,0-1 45-16,0-6 46 0,-8 2-47 0,8-3-43 16,-9 0-50-16,9 0-41 0,0 0-8 0,0 0-39 15,0 0-56-15,0 0-126 0,0 0-113 0,0 0-102 16,0 0-137-16,0 0-215 0,0-12 124 0</inkml:trace>
  <inkml:trace contextRef="#ctx0" brushRef="#br0" timeOffset="-53775.46">3775 3107 2186 0,'0'-11'44'15,"0"11"46"-15,0-12 39 0,0 4 56 0,0 1 4 16,-11-2-1-16,11 0 4 0,0 1-25 0,-12 0-22 16,12 2-26-16,-8-1-6 0,2-1-26 15,6 1-12-15,-3 2-7 0,3-1-49 0,0 1 0 0,0 1-18 16,0 2-17-16,0 1 13 0,0 1-15 16,0 0 6-16,0 0 1 0,0 0 11 0,0 10 2 15,0-1-2-15,0 3 12 0,0 1-24 0,11 2 15 16,1 4 0-16,2 3-8 0,2 2 14 0,1 2-3 15,0-1-8-15,3 2 2 0,2-3 1 0,-2 0-1 16,0-3 1-16,-3-2 7 0,2-2-11 0,-5-2-3 16,-2-3 11-16,-1-1-15 0,-1-3 12 0,-1-1 12 15,-2-3-9-15,-3 1 4 0,2-5 18 0,-3 1 10 16,0-1 21-16,0 0 19 0,0 0-8 0,5-18-14 16,-2 0-10-16,0-4 7 0,5-2-18 0,-2-4-1 15,5-2-4-15,-4-2-21 0,-1-1 3 0,2-3-10 16,1 2-3-16,-4 1 7 0,-2 2-3 15,1 1 3-15,-1 6-10 0,3 1 4 0,-5 5-5 16,0 5-7-16,2 2 0 0,-3 5-8 0,-3 1 7 16,3 5-10-16,0 0 15 0,-1 0 5 0,4 0-4 15,-3 11 10-15,3 3 7 0,2 1-10 0,1 2-6 16,-2 4 16-16,5 1-17 0,-4 2 2 0,4 1 12 16,-4-2-13-16,1 0 14 0,-2 1-6 0,0-3 3 15,-1-1 3-15,-2-3-4 0,2-3-2 0,-3-4 7 16,0-1-3-16,0-3 33 0,-3-6 92 0,3 0 97 15,-3 0 76-15,3 0 4 0,2 0-72 0,-2-19-102 16,3-1-70-16,2-3-8 0,1-1 3 0,-2-6 4 16,6 1-5-16,-3-5-18 0,2-1-9 15,-4 0 0-15,1 3-10 0,-1 2-10 0,1-1-10 16,-5 4-9-16,2 1 10 0,-3 4-18 0,0 1-36 16,4 5-73-16,-6-1-135 0,1 4-118 0,2 0-56 15,-1 5 6-15,-3 2 47 0,3 1-10 0,-3 3-50 16,0 2-3-16,3 0-1 0,-3 0 6 0,3 0-158 15,2 10 37-15,-2-1 86 0</inkml:trace>
  <inkml:trace contextRef="#ctx0" brushRef="#br0" timeOffset="-53234.12">4677 3131 2249 0,'9'-7'35'0,"-9"-1"55"16,6 0 67-16,-4 4 79 0,1-3 26 0,-3 3-1 16,0-1-23-16,0-1-61 0,0 2-45 0,0 2-53 15,0 2-51-15,0 0-18 0,0 0-12 0,0 0-11 16,0 0 3-16,0 0 5 0,0 12-1 0,0-3-3 15,0 2 9-15,0 5 7 0,0-1-14 0,0 4 21 16,0 1-5-16,0 1-16 0,0 3 11 0,9-3-10 16,-9 1 6-16,6 1 0 0,1-3 8 15,-4 0-4-15,0-1 1 0,4-2 1 0,-6-1-9 16,2-3 7-16,0-3 4 0,-3-2 12 0,0-1 24 16,0-2 27-16,0-3 26 0,0-2 36 0,0 0 42 15,0 0 37-15,0 0-7 0,0 0-40 0,0 0-66 16,0-10-71-16,0 0-34 0,0-2-28 0,0-1-5 15,-10-3-41-15,0-1-57 0,10-2-30 0,-7-1-39 16,1 0 7-16,3 2 17 0,3-1-36 0,-6 3-84 16,1-1-119-16,5 2-99 0,0 1-216 15,0 3-16-15,0 1 152 0</inkml:trace>
  <inkml:trace contextRef="#ctx0" brushRef="#br0" timeOffset="-14945.35">4996 3306 1922 0,'3'-10'5'0,"-2"2"11"0,2 8 19 0,0-11 25 16,0 5 16-16,-3-2 16 0,4 0 4 0,-1 0-8 15,0-1-3-15,-2 2-12 0,5-1-3 0,-3-3 10 16,0 0-4-16,2-1-2 0,1-4-2 0,-3 2-4 15,3-3 12-15,-3 0 16 0,5 0 14 0,-5-2-6 16,0-1-13-16,3-1-10 0,-2-3-5 0,-4 3-21 16,3 1 2-16,-3-2-9 0,0-2-15 15,0 2 6-15,0-1-10 0,0-1-13 0,-10 0-15 16,1-1 0-16,-2-3 2 0,2-1-6 0,-5 2 13 16,1-1-13-16,-3-3 6 0,0 3-3 0,-4 0 6 15,3 2 4-15,-7 0-17 0,1 0 15 0,0-1-9 16,-2 2-3-16,0 2 8 0,-1 0-6 0,4 2-9 15,-4 2 3-15,5-1 3 0,-2 3-1 0,0 1 7 16,0-1-5-16,3 5 3 0,-4-1 1 0,1 1-4 16,1 2 5-16,-7 2-7 0,4-2-3 0,-3 7 5 15,-3 0 2-15,2 0-3 0,-4 3 1 16,0 0 1-16,-2 0 3 0,-2 0-1 0,1 0 4 16,-1 9 1-16,1 2 1 0,-5-3 6 0,6-8-6 15,-5 12-4-15,4-3-9 0,-1-1 3 0,1 3 4 16,3-5-1-16,-4 3-1 0,5 2 11 0,2 2-15 15,0-4 4-15,1 4 3 0,3 2-13 0,2-3 21 16,1 6 1-16,0-5-9 0,-1 3-1 0,2 2-5 16,3 0 0-16,-3 1 5 0,4 1 12 0,0-1-13 15,1 4-12-15,1-1 11 0,0 3-10 0,0 1 12 16,2 0 8-16,0-1-3 0,2 5 5 0,0 1-7 16,-2-1-4-16,4 1 0 0,-1 0-5 0,5 0 1 15,-3 0 7-15,3-1 2 0,-2-1-4 0,4 0 3 16,-1 1 2-16,4 2-7 0,-1-2 9 15,2 2-7-15,0 1-3 0,0 2 3 0,0 0-7 16,0 2-2-16,12-1 9 0,-3 1 0 0,2 2 6 16,0-3-5-16,1 3 8 0,1-2-10 0,3 4-2 15,0-1 9-15,4 2-15 0,1-1 18 0,2 0-8 16,4-1-4-16,2-4 11 0,0 1-16 0,2-4 7 16,-1-2 15-16,3-3-21 0,2-1 17 0,-4-3-4 15,5-2-4-15,1-2 7 0,-3 0-5 0,4-3 1 16,-1-1-1-16,2-2-5 0,-1-2 1 0,0 0 3 15,0-3-1-15,-1 0 10 0,-1 0-3 16,1-5-14-16,-1-2 7 0,-3-2 16 0,-1 0 11 0,2 0 22 16,-1 0-4-16,1-15-13 0,1-3-4 0,1 0-17 15,2-4 5-15,1-2 7 0,7-4-11 16,-3-5 29-16,4-2-22 0,4-4-1 0,-4-4 5 16,5-1-17-16,-2-1 5 0,-3-2 14 0,2 0 4 15,-2-1 24-15,-5 0 18 0,-2 1-3 0,-1 2-1 16,-5-1-18-16,-2 5-18 0,-8-4-1 0,-1 0-6 15,-7-2 37-15,-2 2 9 0,-5 0-11 0,-9-1 3 16,0-1-50-16,0-2-4 0,-16-1-10 0,-4 2-25 16,-9-1-10-16,-5-1-18 0,-2 2-37 0,-6 2-25 15,-6 1-24-15,0 5-17 0,-2 1 4 16,-3 5-24-16,4 3-65 0,5 5-128 0,-2 0-126 16,10 5-237-16,-1 1-99 0,9 5 163 0</inkml:trace>
  <inkml:trace contextRef="#ctx0" brushRef="#br0" timeOffset="-52570.27">5066 2922 2402 0,'-11'-8'28'0,"2"-2"47"0,3 2 41 0,-2 0 47 16,2 2 14-16,-1 0-16 0,7 1-19 0,-3 1-26 15,0 1-38-15,3-1-37 0,0 4-28 0,0 0-19 16,0 0-11-16,0 0 7 0,0 0-3 0,7 0 6 16,5 0 15-16,5 11 2 0,3-3 2 0,6 0-4 15,1 1 1-15,2-1-7 0,4 3 4 0,-3 1 2 16,2-1-9-16,-1 6 3 0,-5-3 2 0,-7 2-9 15,3 1 0-15,-7 3 5 0,-2-3 4 0,-2 4 3 16,-2-2 1-16,-3 3 4 0,-6-1-3 16,0-1-1-16,0 0 5 0,0 0-3 0,-12 2 1 15,1-2-13-15,-2 0 2 0,-2-1 2 0,1-3 0 16,0 1 10-16,-1-2-3 0,1-2-2 0,-2-4 2 16,2 0 0-16,0-5 3 0,2-2 2 0,2 0 4 15,-3-2-9-15,3 0 2 0,4 0-15 0,-2 0 2 16,2-13 2-16,3 13-14 0,0-13 12 0,3-2-3 15,0 2 3-15,0-2 1 0,0-2-3 0,15 0 1 16,-1-3 3-16,0-1 1 0,2-3 1 16,4 0-3-16,0 0-1 0,-1-3 5 0,4-1-5 0,-3 1 0 15,0-1 3-15,3 0 1 0,-2-1-2 16,-1 4 5-16,-1-2-9 0,-1 2 8 0,-4 2 13 16,0 1 19-16,-5 4 24 0,2 2 17 0,-5 4 0 15,-2-1-10-15,-1 7-5 0,0 1-18 0,-3 2-12 16,0 2-11-16,0 1-14 0,0 0-9 0,0 0-4 15,0 0 1-15,0 13-2 0,-13-2 10 0,7 4-9 16,-2 1 5-16,-1 2 3 0,3 2-11 0,-2 3 24 16,8 2-20-16,0 0 1 0,0 1 10 0,0 0-13 15,0 0-19-15,0 2-23 0,0 1-51 0,17-2-68 16,0-1-60-16,-1-1-83 0,4-3-82 0,0 1-59 16,-1-5-242-16,7-2 18 0,-1-3 125 0</inkml:trace>
  <inkml:trace contextRef="#ctx0" brushRef="#br0" timeOffset="-52342.17">6171 3231 2822 0,'-9'0'0'0,"9"5"25"0,0-5 51 0,0 0 40 16,0 0 20-16,9 0-10 0,2 0-42 0,4 0-40 15,6 0-21-15,2 0-11 0,3-13-7 16,7 0-3-16,4 4 3 0,2-2-7 0,7 2-26 16,2-1-58-16,0 1-66 0,2 0-75 0,0 1-47 15,-5 1-5-15,-2 1-37 0,-7 1-90 0,-2 0-143 16,-8 0 47-16,-7 3 98 0</inkml:trace>
  <inkml:trace contextRef="#ctx0" brushRef="#br0" timeOffset="-52117.43">6563 2987 2487 0,'-15'-9'53'0,"7"0"72"0,-1 1 73 15,2 4 60-15,-2-3-2 0,2 6-59 16,3-1-67-16,-2 2-59 0,3 0-50 0,0 0-12 16,0 0-3-16,3 0-3 0,-3 14 5 0,3 2-2 15,0-2 0-15,0 6-4 0,0 0-5 0,0 3 6 16,0 3-10-16,12 2 12 0,-2 1 0 0,4 1-2 15,-5 0 5-15,3-1-10 0,-1 3-40 0,3-4-65 16,1 2-95-16,-1-4-105 0,-1 2-100 0,1-5-99 16,0 2-239-16,-2-5 93 0,0 0 139 0</inkml:trace>
  <inkml:trace contextRef="#ctx0" brushRef="#br0" timeOffset="-51425.71">7319 2808 3334 0,'8'-9'34'0,"-5"3"48"0,0-3 27 16,-3 5 23-16,0 1-28 0,0 1-51 0,0 2-26 15,0 0-22-15,0 0-10 0,0 0 29 0,0 18 16 16,0-3 22-16,0 5 9 0,0 2-33 0,0 5-9 16,15 5-8-16,-4 5-3 0,0 1 3 15,-5 2-1-15,4 3-13 0,-4 1-1 0,5-1 6 16,-5 0-12-16,2-3-3 0,-4 0-1 0,1-3-1 16,1-3 11-16,0-5 3 0,-2-4-14 0,-2-1 11 15,-1-4-2-15,3-3-8 0,-4-5 21 0,3-3-1 16,-3-2 11-16,0 0 44 0,0-4 46 0,0 0 64 15,0-3 64-15,0 0 36 0,0 0 2 0,0 0-42 16,0 0-60-16,0-11-74 0,0 0-58 16,0-4-39-16,0 0-15 15,0-4 2-15,0-3-9 0,0-4 2 0,0-2-6 0,0 0 3 0,10-1-1 16,4 0 6-16,-2 0-4 0,2 1-3 0,1 3 9 16,3 3-8-16,0 0 7 0,2 5 1 0,3 2 1 15,1 1-3-15,-1 4 8 0,3 1-8 0,-2 5-5 16,2-1 9-16,-3 5-17 0,1 0 13 0,-1 0-4 15,-1 0 3-15,1 13 0 0,-3 0-8 0,-3-2 5 16,-4 6 5-16,3-1-4 0,-9 1 1 0,1-2-3 16,-2 2-6-16,-3 2 15 0,-3-2 1 0,0-1 9 15,0 2-2-15,0-4 24 0,0 0 11 0,-17 0-2 16,0 2 8-16,-2-1-24 0,-7 2-7 0,2-2 11 16,-5 3 0-16,-5-3-10 0,1-2-2 0,-4 0-10 15,3-1-2-15,-3-2 10 0,7-3-4 0,-2-1 7 16,1 0-2-16,7-2 0 0,1-2-3 15,7-2-4-15,0 0 3 0,3 0 0 0,5 0 8 16,1 0-1-16,2 0-7 0,2 0-3 0,0 0-1 16,3 0-2-16,0 0 4 0,0-8 1 0,0 8-17 15,0 0-16-15,0-8-38 0,0 8-60 0,0-5-81 16,0 5-107-16,0-3-53 0,0 3-7 0,0-4 51 16,0 4 50-16,0 0-27 0,11-4-73 0,-11 1-104 15,7-3-102-15,-2 4-228 0,4-2 129 0,-2-2 146 16</inkml:trace>
  <inkml:trace contextRef="#ctx0" brushRef="#br0" timeOffset="-49637.32">8237 3449 3139 0,'9'-10'72'0,"-9"10"63"0,6-9 39 0,-2 1 45 15,-4 8-48-15,7 0-35 0,-7 0-27 0,0 0-35 16,0 0-36-16,0 0-16 0,0 0 1 0,0 0 13 16,0 0 61-16,0 14 33 0,0-1-13 0,0 2-5 15,9 3-53-15,-9 3-40 0,7 1 3 16,-7 2-18-16,8 0 5 0,-8 3-20 0,4-3 10 16,-4 2 6-16,0-4 9 0,0-1 15 0,0 2-4 15,0-4-21-15,0-2 1 0,0 1-10 0,0-3-32 16,0-2-34-16,0 0-87 0,0-2-38 0,0-2-51 15,0 0-86-15,0-2-125 0,0 2-164 0,-9-5-337 16,0 3 125-16,0-3 201 0</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1:48.133"/>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-2072 5798 2272 0,'-6'3'32'0,"-5"0"14"15,0 1 17-15,1-3 24 0,1 2-4 0,-3-1 7 16,2 0-1-16,3-2-9 0,2 2-24 16,2-2-22-16,3 3-15 0,0-3-11 0,0 0-6 15,0 0-4-15,0 0-1 0,0 0-8 0,0 0 3 16,0 0 8-16,12 0 3 0,-1-11-1 0,0 11 3 15,2-12-2-15,4 3-6 0,-2 0 4 0,3-1 1 16,2 0-4-16,1-3 7 0,4-1-2 0,1 0-6 16,-2 1 6-16,3-5-6 0,2 3-2 0,0-4 6 15,1 4-1-15,1-2 0 0,-2 1 0 16,-1 3-2-16,-2 1-1 0,-2 0 3 0,-1 4 0 0,-5 1 3 16,-4 1 0-16,1 2-6 0,-6 1 6 15,-1 2-3-15,-2-4 0 0,-1 5 3 0,-2-1-1 16,-2 1-2-16,1 0 3 0,-1 0 0 15,-1 0 0-15,0 0 0 0,0 0-6 0,0 0 0 0,0 0 0 16,0 0 0-16,0 0 6 0,0 0-2 0,0 0 7 16,0 0-4-16,0 0-2 0,0 0 4 0,0 0-9 15,0 0 20-15,0 0-11 0,0 0 9 0,0 0-7 16,-9 0-16-16,2 0 7 0,-3 0-14 0,1 0 15 16,0 0-3-16,-3-11 6 0,-2 11 6 0,-1-7-2 15,0 7 4-15,0-7 0 0,-2 7 4 0,3 0 13 16,1 0 8-16,2 0 3 0,2 0 5 0,1 0-20 15,2 0-10-15,0 0-17 0,5 0-8 16,1 0-6-16,0 0 3 0,0 0 8 0,0 0 0 16,0 0 4-16,0 0 1 0,13 0 5 0,1 0-8 15,0 0 1-15,-1 0 3 0,6 0-5 0,-1 0 15 16,3 0-3-16,-1 11-5 0,-2-4 11 0,2 0-18 16,-3 0 11-16,-2 2-11 0,0 0 0 0,-3 1 5 15,-1-1-5-15,-4 2 13 0,-4 4-27 0,0-2-42 16,-3 3-54-16,0-1-55 0,0 2-46 0,0 0-36 15,-15-1-50-15,5 2-170 0,10-1-93 0,-14-3 80 16</inkml:trace>
  <inkml:trace contextRef="#ctx0" brushRef="#br0" timeOffset="-64519.12">-285 4760 1556 0,'-3'0'15'0,"3"0"18"16,0 0 25-16,0 0 22 0,0 0 10 0,0 0 9 15,0 0 4-15,0 0 5 0,0 0-1 0,0 0-2 0,0 0-14 16,0 0-8-16,0 0-4 0,0 0-10 16,0 0-7-16,0 0 2 0,0 0-17 0,0 0-1 15,0 0-7-15,0 0-10 0,0 0-8 0,0 0-6 16,8 0 0-16,-8 0-6 0,0 0 4 0,0 0-2 16,0 0-1-16,0 0-5 0,0 0 1 0,0 0-7 15,0 0 1-15,0 0 1 0,0 0-2 16,0 0 3-16,0 0-1 0,0 0 7 0,0 0 1 0,0 0 8 15,0 0 8-15,0 0-8 0,0 0 3 0,0 0-3 16,0 0-9-16,0 0 6 0,0 0-9 16,0 0-2-16,0 0 0 0,0 0-1 0,0 0 3 0,0 0-1 15,0 0 1-15,0 0-5 0,0 0-6 16,0 0 4-16,0 0 3 0,0 0 9 0,0 0 19 16,0 0 8-16,0 0 9 0,0 0 3 0,0 0-3 15,0 0-2-15,0 0-3 0,0 0-14 0,0 0-6 16,0 0-3-16,0 0-2 0,0 0-1 0,0 0-1 15,0 0-11-15,0 0 1 0,0 0-12 0,0 0-11 16,0 0 14-16,0 0-19 0,0 0 17 0,0 0 5 16,0 0-8-16,0 0 10 0,0 0-5 0,0 0 1 15,0 0 1-15,0 0 3 0,0 0 8 0,0 0 6 16,0 0-2-16,0 0 1 0,0 0-9 16,0 0 1-16,0 0 4 0,9 0-2 0,-9 0-2 15,6 0-4-15,-6 0-3 0,8-10-1 0,-4 3 8 16,1 7 0-16,-2-8-2 0,-2 8 7 0,2-4 3 15,-3 4-6-15,0-5 1 0,0 5-1 0,0 0-9 16,0 0 0-16,0 0-3 0,0 0-6 16,0 0-2-16,0 0-2 0,0 0 3 0,0 0 7 0,0 0-8 15,0 9 6-15,0-9 9 0,0 8-11 0,0-2 14 16,-7-3-3-16,7 2-7 0,0-1 5 0,0 1 5 16,0-1-2-16,0 0-3 0,0-1 4 0,0-2-9 15,0 1 10-15,0-1-2 0,0-1-3 0,0 0 7 16,0 0-4-16,0 0 13 0,0 0-6 15,0 0 1-15,0 0 1 0,0 0-14 0,0-9 4 16,0 9 0-16,4-11-1 0,-4 3 4 0,5 4 0 16,-4 4 0-16,2-9-8 0,0 4-3 0,-3 5 3 15,0 0-6-15,0-4 7 0,0 4-1 0,0 0-6 16,0 0 2-16,0 0-7 0,0 0 3 0,0 0-4 16,0 0-2-16,0 0 0 0,0 0 4 0,0 9 7 15,0-9 0-15,0 7 9 0,0-1-6 16,0 1 5-16,0-1 2 0,0-2-16 0,0 0-3 0,0 0-9 15,0-1-6-15,8 1 14 0,-8-4 14 0,0 0 5 16,6 0 14-16,-6 0-3 0,0 0-9 16,0 0 5-16,0 0-8 0,0 0-2 0,0 0 7 15,0-8 0-15,0 8-1 0,0-11-2 0,0 5 8 16,0-1-5-16,0 1 17 0,0-1 6 0,0 2-9 16,0 5-2-16,0-4-14 0,0 4-7 0,0 0-1 15,0 0-8-15,0 0-11 0,0 0 4 16,0 0-4-16,0 0 3 0,0 0 10 0,0 0-1 0,0 11 2 15,0-3 10-15,0-8-7 0,0 10 4 0,0 0 8 16,0-3-11-16,0 1 12 0,0-3-12 0,0 0-11 16,0 0-4-16,0 0 3 0,0-3 15 15,0-2-2-15,0 1 14 0,0-1-5 0,0 0-5 16,0 0 4-16,8 0 2 0,-8 0 3 0,0 0-3 16,6 0 5-16,-6-8-11 0,0 8-6 0,0-10 10 15,4 4 2-15,-4 6 2 0,3-10 8 0,-3 4-7 16,0-1 14-16,0 3 1 0,0 0 0 0,0 4 4 15,0 0-21-15,0 0-6 0,0 0-12 16,0 0-4-16,0 0-3 0,0 0-1 0,0 0 5 0,0 0-13 16,0 0 8-16,0 0 4 0,0 0 3 0,0 10 9 15,0-3 9-15,0 1 1 0,0-1 2 0,0 2-5 16,0-3-2-16,0 1-4 0,0 1-4 0,0-1 3 16,0-3-2-16,0 1-1 0,0-2 4 0,0 0-8 15,0-3 2-15,0 0-2 0,8 0 9 16,-3 0 9-16,-1 0 5 0,1 0-6 15,-1-12-8-15,2 2 7 0,2 0-13 0,-1-1 7 16,1-3 6-16,1 2-2 0,-3-1 19 0,2 2 16 0,-4 0 10 16,-1 2 13-16,-1-2-2 0,-2 5-5 0,0 0-15 15,0 0-15-15,0 1-15 0,-14 1-14 0,4 0 5 16,-3 1-14-16,1 2 4 0,-1 1 0 0,-1 0-3 16,-1 0 5-16,0 0-2 0,-4 17 4 0,1-2 3 15,0 0 0-15,0 4 9 0,-1 3-14 16,4-3 1-16,-1 4 8 0,2 3-20 0,2-1 22 0,1 1-18 15,5 0 7-15,2-1 6 0,0 3-8 16,4-3 12-16,0 0-3 0,0-1 3 0,0-3-5 16,11-1 1-16,0-2-3 0,-2-3 2 0,1 0 6 15,3-6-2-15,0-1 4 0,-2-1 1 0,3-1 0 16,1-2 3-16,2-4-19 0,1 0 16 0,1 0-10 16,4 0 13-16,0 0 1 0,4-15-23 0,1 0-21 15,1 2-64-15,-2-2-59 0,0 2-81 0,-2-2-76 16,-3-1-80-16,-2-1-135 0,-2 0-208 0,-1 1 107 15</inkml:trace>
  <inkml:trace contextRef="#ctx0" brushRef="#br0" timeOffset="-64087.13">368 4493 2387 0,'0'-10'33'0,"0"0"45"0,0 1 63 16,-12 1 67-16,2 4 32 0,10-1 5 0,-13 2-21 15,6-2-45-15,-1 4-42 0,2 1-37 0,0 0-38 16,1 0-18-16,1 0-23 0,-1 0-17 0,2 0-7 15,0 10-5-15,-1 3-1 0,1 0 2 16,0 4 10-16,0 3 3 0,0 3 2 0,1 4 8 16,2 5-6-16,0 0-2 0,0 2 5 0,0 0-7 15,14 2-7-15,-4 1-4 0,3-3-2 0,-3 1 8 16,2 0 2-16,-3-1 1 0,2-2 4 0,-2 1-5 16,0-4 8-16,0-2-7 0,-1-1-5 0,-2-5-3 15,0-1-5-15,-1-1 8 0,-2-5 2 0,1-2 12 16,-1-1-5-16,-1 0 2 0,-1-5-8 0,1 1-10 15,-1-2 2-15,1-1 7 0,-2-1 6 0,0-2-11 16,0-1-12-16,0 0-30 0,0 0-34 0,0 0-68 16,0 0-151-16,0-12-142 0,0 3-130 15,0 0-239-15,0 0 85 0,-12-1 166 0</inkml:trace>
  <inkml:trace contextRef="#ctx0" brushRef="#br0" timeOffset="-63608.17">789 4708 2748 0,'5'-7'54'0,"-1"1"68"0,-4-1 77 16,0 3 54-16,0-1-13 0,0 3-49 0,0 0-53 16,-12 0-38-16,12 2-34 0,-11 0-10 0,1 0-25 15,1 0-24-15,-1 0-8 0,0 0-5 0,-1 0 6 16,1 13 5-16,-4-3-5 0,-3 1 1 0,1 2-5 15,-1 0-3-15,3 3 2 0,-1 1-3 0,1 1 9 16,2-2-6-16,0 4 20 0,1 2-5 0,4-2-19 16,-1 1 13-16,2 1-17 0,2-2 5 0,-1 3-7 15,2-2-10-15,3-1-10 0,0-1-3 0,0-2-8 16,0-4 3-16,0 2 6 0,0-4-5 0,11-1 21 16,-1-1-1-16,-1-2 4 0,3 0 3 0,-1-4 21 15,1-3-8-15,0 0 8 0,2 0 6 0,1 0-15 16,0-14 11-16,1-1-5 0,-1-1 4 15,-2-2 1-15,3-2 6 0,-1-4-5 0,0 0-12 16,-1 0 15-16,-1-4 4 0,-2 2 30 0,-2 0 10 16,2 1-6-16,-4 2-7 0,-1 1-5 0,0 4-2 15,-1 1-1-15,-2 6-5 0,0 2-25 0,0 2 2 16,-1 3-21-16,-2 0 0 0,1 4-3 0,1 0 7 16,-2 0 3-16,1 0 6 0,1 0 7 0,4 10-6 15,1-1-2-15,1 0-3 0,4-1-1 16,0 3-12-16,5 1-11 0,0-1-21 0,1 1-31 0,2 1-38 15,-1-2-27-15,1 1-58 0,0-1-60 0,0 2-51 16,-2-4-61-16,-3-3-84 0,0 1-233 16,-1-1 93-16,-2-2 105 0</inkml:trace>
  <inkml:trace contextRef="#ctx0" brushRef="#br0" timeOffset="-63223.26">1348 4546 2958 0,'1'-8'46'0,"-1"0"67"16,0 2 74-16,0 2 43 0,0 2-25 0,-15 1-56 15,3-1-54-15,3 2-50 0,-2 0-22 16,2 0-8-16,2 0-23 0,-4 11 2 0,0 0-1 0,1 1 5 16,-4 2 10-16,-1 1 1 0,-2 2-2 15,2 2-4-15,-2 0-11 0,4 1 8 0,0 0-6 16,3-1-4-16,4-1 2 0,3-2 0 0,3 0 8 15,0-3 10-15,0 0-6 0,0-3 0 0,13 1 4 16,1-2-9-16,3 0 2 0,-1 1 0 16,1-2-7-16,0-2 9 0,0 0-1 0,2 0-2 0,1 1 6 15,1-3-7-15,-1 2-5 0,0-3 8 0,1 1-14 16,-3-3-2-16,1 3 22 0,-7-3-1 0,0 4-3 16,-5-3 5-16,-1 0-11 0,-4 1-10 0,-2 1 22 15,0-2-5-15,0 1-4 0,0 1 8 0,0-1-5 16,-12 3 2-16,-3 2-1 0,1 1-5 15,-3 0-19-15,1 3-20 0,-3-1-54 0,0 4-61 16,-3-3-70-16,3-2-79 0,-1 3-43 0,3-2-41 16,-1-2-69-16,1 0-205 0,-1-2 79 0,3-2 102 15</inkml:trace>
  <inkml:trace contextRef="#ctx0" brushRef="#br0" timeOffset="-62845.88">1816 4507 3268 0,'4'-7'61'0,"1"0"76"16,-5 0 44-16,0 4 40 0,0 1-55 0,0 1-40 16,0 1-40-16,-12 0-53 0,2 0-3 0,0 0-34 15,-1 0-6-15,-2 13 19 0,-4 2-10 0,-1-3-9 16,-2 2 3-16,-3 1 1 0,2 3-3 0,0 0 6 15,-1 0 6-15,6 0-6 0,0-1 0 0,6 1 5 16,2-1-9-16,4 0-5 0,1-2 11 0,3 1 1 16,0 0-8-16,0-3 6 0,16 3 1 15,1-4-6-15,-2 0 20 0,3 1-16 0,2-3 11 0,0 2-12 16,0-2-2-16,-1 0 15 0,1-1-14 16,0 2 7-16,0 0-7 0,-5-4-1 0,0 1 4 15,-3 0 8-15,0-2 1 0,-4 0-17 0,-2-2 11 16,-1 2-8-16,-4-2 0 0,-1 3 11 0,0 2-4 15,0-2 7-15,0 5-16 0,-14-1-18 0,2 1-41 16,-1 2-50-16,-3-1-65 0,0 2-94 0,-3-3-88 16,-2-1-83-16,1 0-161 0,1-4-139 0,-1-2 122 15</inkml:trace>
  <inkml:trace contextRef="#ctx0" brushRef="#br0" timeOffset="-62292.38">2083 4513 3360 0,'12'-5'53'0,"-6"1"56"16,-1 2 41-16,-5 2 35 0,0 0-40 0,0 0-45 16,0 0-36-16,0 0-21 0,0 0-11 0,0 0-11 15,0 0-8-15,0 0-8 0,0 9-11 0,-9-9 6 16,9 6 4-16,-8-6-12 0,-1 4 15 0,1 1-6 15,1-1 2-15,-1 0 12 0,1-1 9 0,-1-1 31 16,2-1 27-16,3 0 31 0,-2-1 19 16,4 0 7-16,-1 0 17 0,2 0-24 0,0 0-32 15,0 0-30-15,0 0-46 0,0 0-24 0,0 0-14 16,0-9-14-16,0 9-1 0,0 0-16 0,0-6 26 16,8 6-2-16,-8 0-20 0,9 0 16 0,-1 0-20 15,-1 0-15-15,2 0 1 0,0 0-8 0,3 0-4 16,-1 0 11-16,1 0 23 0,-1 9 10 0,3 1 22 15,-2 1 8-15,-3 1-4 0,1 5 4 0,-3-2-22 16,0 4 14-16,-2 0-4 0,-2 2 11 0,-3 2 18 16,0 3-26-16,0 1 15 0,0 4-1 0,-14-2-16 15,0 2 20-15,1 3-15 0,-1-3 0 16,-3 2-3-16,2-5-1 0,-2 0 21 0,2-7-16 16,3 2 9-16,1-9 10 0,4 0-21 0,-2-4 22 15,3-3 5-15,1-1-18 0,5-2 18 0,0-1-17 16,0-2-2-16,0-1 14 0,0 2-27 0,0-2 4 15,0 0 5-15,0 0-6 0,0 0 6 0,0 0 10 16,11 0-9-16,-1 0 4 0,1 0 17 0,1 0-4 16,3 0 14-16,4 0-13 0,0 0-18 0,3 0 4 15,2 0-19-15,-1 0 24 0,4-11-32 0,-1 11-80 16,3-9-53-16,0 9-68 0,2-8-22 0,1-1-29 16,-1 3-79-16,-1 1-97 0,2 5-101 0,-2-7-269 15,2 2 115-15,-3-2 146 0</inkml:trace>
  <inkml:trace contextRef="#ctx0" brushRef="#br0" timeOffset="-61941.73">3189 4867 2662 0,'-8'18'20'0,"5"-3"48"0,3-2 69 16,0-5 55-16,0-2 21 0,0-5-33 0,0-1-66 16,0 0-51-16,0 0-56 0,0 0-54 0,0 0-86 15,0 0-151-15,0 0-148 0,0-9-356 16,0 9 4-16,0-14 147 0</inkml:trace>
  <inkml:trace contextRef="#ctx0" brushRef="#br0" timeOffset="-62080.39">3164 4507 4111 0,'3'-7'42'0,"-3"0"71"16,0-1 162-16,0 1 138 0,0 3 40 0,0-3-35 0,0 3-153 15,0-1-144-15,0 2-79 0,0-2-45 0,0 2-41 16,0 0-61-16,0 1-195 0,0-1-154 16,0 2-65-16,0 1-77 0,0 0 19 0,0 0 35 15,0 0-34-15,0 0-205 0,11 0 93 0,-3 0 128 16</inkml:trace>
  <inkml:trace contextRef="#ctx0" brushRef="#br0" timeOffset="-61091.26">4258 4577 2784 0,'-8'-12'36'0,"2"1"62"0,-3 2 81 16,1 1 57-16,2 1-3 0,-1 1-50 0,1 2-82 15,3-1-58-15,-4 3-35 0,3 2-14 0,4 0 0 16,-3 0-8-16,3 0 0 0,0 0 2 0,0 15-2 16,0-2 3-16,0 2 14 0,14 2-5 0,-5 4-1 15,1 4 9-15,2-2-12 0,2 5 10 0,0 0 8 16,-1 0-6-16,3-1-3 0,-3 0-1 16,1 0-3-16,-2-3 5 0,-1-3 5 0,-2-1-4 15,2-2-1-15,-2-3-2 0,-2-3 5 0,-1-2 27 16,-1-4 22-16,-2-3 26 0,3 2 42 0,-3-5 32 15,-3 0 34-15,0 0-9 0,3 0-40 0,-3-16-16 16,2 1-41-16,4 0 5 0,-3-2 5 0,0-2 30 16,3-3 62-16,-2 2 24 0,2-2 10 0,-3 2-69 15,0 2-101-15,2-1-53 0,1 1-25 0,0 3-1 16,-3 3 11-16,5-2 2 0,-2 6-3 0,0-2-24 16,-3 4-18-16,2 2-29 0,1 4-3 0,0 0 11 15,-2 0 31-15,5 0 27 0,2 10 1 0,-2 2 0 16,5-1 3-16,-2 1-8 0,2 4 5 0,2-3 6 15,-5 2-12-15,1-2 16 0,2 4 8 16,-5-2-7-16,1 0 4 0,0-2 9 0,-6 0 1 16,5-2-6-16,-4-3 30 0,1-1-21 0,-3 0 17 15,0-6 42-15,0-1 32 0,-3 0 59 0,3 0 23 16,-3 0 8-16,0 0-42 0,0-12-48 0,3 1-28 16,-1-4 7-16,4 0 34 0,-3-1 11 0,0-1 6 15,0-2 5-15,-2-1-8 0,-1 1-16 0,3-1-156 16,0-1-59-16,-3-3-32 0,3-1-1 0,0 1 143 15,1 2-16-15,-1 0-66 0,1 1-95 0,-1 2-158 16,3 5-196-16,-6 3-60 0,3 5 12 16,0 4-22-16,-3-2 46 0,0 3 3 0,0 1-101 15,0 0-125-15,0 0 175 0</inkml:trace>
  <inkml:trace contextRef="#ctx0" brushRef="#br0" timeOffset="-60640.69">4993 4835 3077 0,'6'-11'38'16,"-2"11"54"-16,-1-9 44 0,-3 9 43 0,0 0-15 16,0 0-31-16,0 0-26 0,0 0-49 0,0 0-16 15,0 0-20-15,0 0-26 0,0 0 14 0,0 0-19 16,-10 0 7-16,10 0 3 0,-12 0-8 0,1 0 17 15,2 0-8-15,-2 0 10 0,2 0-7 0,2 0-3 16,-3 0 0-16,0 0-10 0,7 0 12 0,-3 0-1 16,1 0 8-16,2 0 16 0,0 0-7 0,3 0-10 15,0 0-12-15,0 0-3 0,0 0 0 0,0-8-3 16,0 8 5-16,0 0-2 0,11 0 5 0,-2-5 9 16,1 5-2-16,0 0-19 0,-3 0 2 0,5 0-4 15,-1 0-1-15,-2 0 11 0,2 0-1 0,-5 0 7 16,0 10 1-16,-5 0 3 0,2 2-6 15,0 0-1-15,-3 4-9 0,0 2 4 0,0 2 7 16,0 2-3-16,0 1 10 0,0 3-7 0,-10 0 2 16,1 1-5-16,-2-3 0 0,2 2 3 0,-2-1 0 15,2-4 5-15,2-1 2 0,7-4-2 0,0 0-9 16,0-3 1-16,0-4 4 0,0-1-4 0,0-1 4 16,0-3 0-16,13-1-14 0,-2-3 19 0,1 0-5 15,2 0-8-15,2 0-26 0,4-16-75 0,3 3-104 16,3 0-146-16,1-2-130 0,3 1-242 0,2-4-84 15,-1-2 156-15</inkml:trace>
  <inkml:trace contextRef="#ctx0" brushRef="#br0" timeOffset="-21110.11">3884 4837 2726 0,'0'-2'1'16,"0"1"-5"-16,0 1-1 0,0 0-6 0,0 0-2 15,0 0 7-15,0 0 14 0,0 9 29 0,0 0 32 16,0 1 13-16,0 1 7 0,0 1-13 0,0 2-24 16,0 0-13-16,0 1-10 0,0 4-7 0,0-1-3 15,0-1-2-15,9-1-13 0,-1 0 1 0,1-3 13 16,-3 0 27-16,5-2 14 0,-7-3 13 16,5-3 5-16,-1-3 3 0,1-2 11 0,2 0-8 15,4 0-13-15,2-19-31 0,5-2-22 0,6-4-16 16,5-7-7-16,5-2 2 0,9-6-21 0,0-1-38 15,2-1-99-15,2 0-63 0,0 2-63 0,-7 3-40 16,-2 5 2-16,-2 8-71 0,-7 1-191 0,-4 9 12 16,-3 4 94-16</inkml:trace>
  <inkml:trace contextRef="#ctx0" brushRef="#br0" timeOffset="-57321.44">4713 5733 3246 0,'19'0'-6'0,"-6"0"-8"0,1-8 3 0,-8 8 3 0,-3 0-1 0,-3-9 15 16,0 9-5-16,0 0-25 0,0 0-43 0,0 0-68 15,0 0-70-15,0 0-52 0,0 0-48 0,0 0-180 16,14 0-112-16,-1-4 75 0</inkml:trace>
  <inkml:trace contextRef="#ctx0" brushRef="#br0" timeOffset="-60055.7">5646 4537 3064 0,'-6'-9'38'16,"0"2"60"-16,-2-1 53 0,2-1 27 0,0 1-18 0,3 2-54 15,-2-1-49-15,5 2-34 0,0 0-26 0,0 2-3 16,0 0-5-16,0 0 4 0,14 2 8 16,0 1-1-16,2 0-2 0,1 0 1 0,3 0-1 15,3 0-3-15,-4 13 6 0,4-3 0 0,0 4-7 16,-3-1 1-16,-1 2 2 0,-2 2-1 0,-6 1 6 15,1 2 2-15,-8-1-1 0,-1 2 3 0,-3 3-1 16,0-3 1-16,0 3-3 0,-10-3 4 0,-1 1-8 16,-4 0 0-16,1-1 3 0,1-1 4 0,-3 0 4 15,0-1-7-15,-1-2-6 0,3-4 3 0,-2-2 5 16,4-2 6-16,-2-2 5 0,3-3-11 0,2-3-3 16,3-1-3-16,-2 0-4 0,5 0 0 0,-3 0-1 15,6-16-1-15,-4 1 7 0,4 1-5 16,0-3 5-16,0 0 0 0,0-1-1 0,13-4 5 15,-2 0-7-15,1-3 1 0,2 0-4 0,0-1 0 16,2 0 9-16,1-2-2 0,-2 2 11 0,2-3 5 16,-3 4 2-16,2 0 16 0,-1 2 7 0,-1 1 8 15,-3 3 7-15,-2 4-9 0,-2 2-6 0,0 3-6 16,-1 5-13-16,-3 0-2 0,-3 5-13 0,1 0-3 16,-1 0 2-16,0 0-10 0,0 0 11 0,0 13-8 15,0-4-5-15,0 2 7 0,0 1-11 0,0-1 6 16,0 3 3-16,0 3-3 0,0-2 4 0,0 2 3 15,0 1-2-15,0-1 5 0,0 0 1 16,0 0-8-16,0-2-8 0,0 2 2 0,12-1 2 0,-1-3-27 16,-2 2-16-16,5 0-28 0,-2-2-13 0,2-1 4 15,-1 2-44-15,1-3-60 0,3-1-68 16,-2 0-63-16,-2 0-14 0,4-3-10 0,-3 0-62 16,-2-4-200-16,-1 4 46 0,2-4 93 0</inkml:trace>
  <inkml:trace contextRef="#ctx0" brushRef="#br0" timeOffset="-58841.11">7257 4491 2769 0,'-4'-6'51'0,"-2"-3"58"0,-1 5 50 16,1-1 49-16,6 5-35 0,-3-1-63 0,0 1-53 0,-1 0-46 16,4 0-17-16,-3 0 18 0,3 10 16 15,0 1 1-15,-3 4 6 0,3 0-11 0,-3 3-11 16,3 5 0-16,0 4-1 0,0 1-1 0,0 2 0 15,0 2-6-15,0 5-4 16,12-2 2-16,-5-1-23 0,4 3-53 0,-2-3-80 0,2 1-110 0,1-5-87 16,-1 1-58-16,1-2-79 0,-2-5-209 0,5 1 106 15,-4-4 113-15</inkml:trace>
  <inkml:trace contextRef="#ctx0" brushRef="#br0" timeOffset="-59062.16">6967 4733 2574 0,'-11'4'48'0,"1"-1"47"0,-2-3 60 16,3 0 66-16,1 0 10 0,0 0-26 0,-1 0-36 15,3 0-70-15,3 0-53 0,2 0-26 0,1 0-23 16,0 0 3-16,0 0 12 0,10 0 7 0,7 0-6 15,6 0 11-15,3-10-16 0,8 0-4 0,6 2 3 16,6 1-17-16,5-2 2 0,2 0-12 16,4 0-8-16,-4 1-17 0,-3-1-39 0,0 3-41 15,-5-2-66-15,-2 1-52 0,-10 1-43 0,1 2-27 16,-8-1-11-16,-7 1-86 0,-3 2-188 0,-6-3 69 16,-10 2 87-16</inkml:trace>
  <inkml:trace contextRef="#ctx0" brushRef="#br0" timeOffset="-58331.3">7857 4394 3119 0,'14'-21'7'0,"-1"4"19"0,0-1 56 0,-3 5 49 16,1 3 18-16,-2 1-1 0,-2 3-42 0,0 3-48 15,-1-2-17-15,1 5-13 0,-1 0-16 0,2 0 9 16,-2 13 5-16,3 1-6 0,0 1-1 0,-1 7-8 15,4-1-12-15,-4 5 0 0,2 2 2 0,-1 2-2 16,-1 0 4-16,-2 2-4 0,-3-1 3 16,3 0 2-16,-3-2-4 0,-1 0 6 0,-2 0-3 15,0-2-3-15,0-1-1 0,0-2-4 0,0-3 2 16,0-5 1-16,0 0 6 0,0-5-2 0,0-2 7 16,0-2 4-16,0-3 9 0,0-4 20 0,0 0 23 15,0 0 22-15,0 0 24 0,0 0 27 0,0 0 12 16,0-11-15-16,0 11-28 0,0-10-48 0,0 0-33 15,0-1-13-15,0 4-4 0,9-3-4 0,-2 2-5 16,2-5-9-16,-1 4-12 0,3-2 4 0,-1 3 1 16,1-2-1-16,4 3-3 0,-1 0 3 0,-1 1-11 15,3 1 4-15,-4 2 12 0,0 3-15 16,0 0 11-16,-3 0-4 0,0 0 8 0,0 0 7 16,-1 11-8-16,-2-1 20 0,2 2-12 0,-2-1 12 15,-2 1-4-15,2 0-4 0,-3 3-3 0,-1-1 2 16,-1-3 1-16,-1 2-10 0,0 1 10 0,0-2-3 15,0-1 11-15,-10-2 15 0,10 4-15 0,-17-2 12 16,2 1-12-16,-2-2-17 0,-3 3 0 0,2-2-83 16,-5 0-49-16,-2-1-48 0,0-1-172 0,-3-3-132 15,-4-1-94-15,0 1-214 0,-3-4-12 0,4-2 197 16</inkml:trace>
  <inkml:trace contextRef="#ctx0" brushRef="#br0" timeOffset="-57891.58">8727 4670 3446 0,'8'0'35'0,"-2"0"31"0,-3 0 39 16,-3 0 33-16,0 0-16 0,0 7-15 0,0-7-19 15,0 0-35-15,0 7-15 0,0-7-9 0,0 8-19 16,0-5 6-16,-12-3-11 0,4 3-3 0,8 0-3 15,-10-1 1-15,0 0 8 0,3 0-6 0,2-1 10 16,-1-1 13-16,6 0 19 0,0 0 36 16,0 0 34-16,0 0-12 0,0 0-4 0,0 0-34 15,0 0-38-15,0 0-14 0,0-10-8 0,12 10-4 16,-4-11-20-16,4 2 9 0,-1 2-5 0,1 7-3 16,2-7 10-16,-1 1-7 0,1 6-11 0,1 0-5 15,-1 0 12-15,-2 0-2 0,0 0 10 0,-1 0-3 16,-2 14 3-16,-2 1 14 0,-2 3 2 0,-2 1 17 15,-3 1 20-15,0 6 13 0,0 2 16 0,-15 5 11 16,-2-1-40-16,3 4-13 0,-2 1-11 0,1-1-18 16,-4-1 14-16,4-4-8 0,3 0-18 0,0-5 13 15,4-3-9-15,8-5 14 0,-9-6 3 0,9-1-8 16,0-3 9-16,0-8-4 0,0 0-10 16,0 0-38-16,17 0-76 0,6-11-65 0,-1 0-23 15,3-1 2-15,1-1 20 0,1-2-46 0,0 0-94 16,-1 0-95-16,-3 2-86 0,0-2-206 0,-2 3 2 15,-1 2 132-15</inkml:trace>
  <inkml:trace contextRef="#ctx0" brushRef="#br0" timeOffset="1139.75">-1650 9086 2418 0,'0'-5'34'0,"0"-1"25"0,0 6 20 16,-9 0 12-16,9 0-12 0,-8 0-9 0,8 0 4 15,-9 0 14-15,9 0-1 0,-4 0 5 0,4 0 0 16,-5 0-13-16,5 0-3 0,0 0-10 0,-5 0-7 15,4 0-10-15,-1 0-9 0,1 0-12 0,-1 0-15 16,2 0 2-16,0 0-12 0,-1 0 10 0,1 0-8 16,0 0-6-16,0 0 1 0,0 0-11 0,0 0 9 15,0 0 6-15,0 0-5 0,0 0 1 0,0 0 0 16,-2 0-11-16,2 0-2 0,-1 0-7 0,1 0-22 16,0 0-22-16,-3 0-18 0,3 0-18 15,0 0-12-15,0 0-8 0,0 0-6 0,0 11-2 16,0-11 2-16,0 12 12 0,0-4 17 0,0 2-5 15,0-4 4-15,0 3-7 0,0-1-8 16,0 2 12-16,0 0 20 0,0-4 17 0,0 0 21 0,0-3 23 16,0 0 1-16,0 0 15 0,7-1 12 0,-7-1 14 15,0-1 30-15,0 2 39 0,0-2 29 0,0 1 20 16,0 0 3-16,0-1 1 0,0 1-4 0,0 0-10 16,0-1-11-16,0 3-18 0,0-3-7 15,0 0-16-15,0 1 12 0,0 0 3 0,0 1-5 0,0 0 5 16,0-2-17-16,-7 0-24 0,7 0-7 0,0 0-25 15,-6 0-9-15,6 0-4 0,0 0-6 16,0 0 5-16,0 0 0 0,0 0-2 0,0 0-5 16,0 0-4-16,0 0 0 0,0 0-5 0,0 0 6 15,0 0 2-15,0 0-7 0,12 0 13 0,-1 0-8 16,2 0 4-16,1 0-1 0,1 0-7 0,3 0 4 16,2 0 2-16,1 0 1 0,2 0 1 0,1 0-3 15,4 0 2-15,-1 0 7 0,2-12-2 0,1 3-1 16,2 9-2-16,-1-11-1 0,-1 2-6 0,-3-2 4 15,-2 4 2-15,-3 0-16 0,-2 2 16 0,-3-1-6 16,-4 1-2-16,-2 1 10 0,-2-1 0 16,-1 4 4-16,-2 0 0 0,0-1 2 0,-3 0-4 15,0 2-3-15,-1 0-5 0,-2 0 6 0,0 0 4 16,0 0-6-16,0 0 2 0,0 0 0 0,0 0-4 16,0 0 15-16,0 0-8 0,0 0-7 0,0 0-1 15,0 0-3-15,0 0 6 0,0 0-12 0,0 0-9 16,0 0-33-16,0 0-14 0,0 0-32 0,0 0-40 15,0 0-43-15,0 0-62 0,0 0-30 0,0 0-40 16,-11 0-32-16,11 0-165 0,-9 0-30 0,9 0 84 16</inkml:trace>
  <inkml:trace contextRef="#ctx0" brushRef="#br0" timeOffset="1511.66">-1258 8928 3089 0,'-9'13'35'0,"1"-13"29"0,-1 10 15 15,3-10 21-15,-2 9-11 0,1-9-8 0,1 0 2 16,0 0 0-16,-2 0-21 0,3 0-7 0,1 0-24 16,-1 0-8-16,1 0-3 0,1 9-21 0,0-9 13 15,0 0-22-15,1 0 3 0,1 0 9 0,1 0-12 16,0 0 13-16,0 0-7 0,0 0-2 15,0 0 6-15,10 0-5 0,-1 0 2 0,5 0-1 0,0 0 8 16,4 0-2-16,2 0 0 0,2 0 6 16,3 12-13-16,1 0-5 0,2-4 14 0,3 4-7 15,-1-1 5-15,1 3 5 0,-1 0-12 0,0 0 3 16,-2 4-4-16,-3-1 1 0,-5 0-2 0,-3-1 7 16,-3-1 5-16,-7-2 6 0,-1-1 12 0,-6 1-11 15,0-2-2-15,0-1 0 0,-12-1-21 0,-2 2 7 16,1 2-2-16,-4-2-28 0,0 1-31 0,-1-1-59 15,-3 3-73-15,1-4-68 0,2 0-59 0,0-1-54 16,2-1-122-16,3-5-181 0,2 2 98 0</inkml:trace>
  <inkml:trace contextRef="#ctx0" brushRef="#br0" timeOffset="-55393.82">101 8631 2024 0,'-9'1'25'0,"1"-1"29"15,1 3 18-15,1-1 27 0,1 1 6 0,-1-2-4 16,1-1 0-16,-1 0-15 0,3 0-16 0,-1 0-19 16,1 0-18-16,3 0-7 0,0 0-20 0,-2 0-2 15,2 0-1-15,0 0-6 0,0 0 6 0,0 0-1 16,0 0 2-16,0 0 0 0,0 0 7 0,0 0-4 16,0 0-5-16,0 0 0 0,0 0-4 0,0 0 2 15,0 0 3-15,0 0 1 0,0 0-9 0,0 0 1 16,0 0 2-16,0 0-7 0,0 0 9 0,0 6-2 15,0-6-3-15,0 0 5 0,0 0 0 0,0 0 0 16,0 0 3-16,0 0-1 0,0 0-4 16,0 0 4-16,0 0-2 0,0 0 6 0,0 0 5 15,0 0 5-15,0 0 22 0,0 0 13 0,0 0 27 16,0 0 12-16,0 0 4 0,0 0-7 0,6 0-13 16,-6 0-4-16,0-9-15 0,0 9 6 0,0-6 4 15,0 6-4-15,0 0-1 0,0 0-13 0,0 0-12 16,0 0-10-16,0 0-8 0,0 0-5 0,0 0-7 15,0 0-4-15,0 0-2 0,0 0-4 0,0 0-3 16,-4 8 2-16,4-8 1 0,0 6-4 0,0-6 6 16,0 0 6-16,0 0-6 0,0 5 9 15,0-5-14-15,0 0-7 0,0 0 21 0,0 0-11 0,0 0 17 16,0 0-9-16,0 0-13 0,0 0 14 16,0 0-13-16,0 0 15 0,0 0-3 0,0 0-7 0,0 0 3 15,0 0 4-15,0-10 0 0,7 10 8 16,-7-9-2-16,0 9-12 0,5-6 6 0,-5 1-4 15,4 2 1-15,-2-3 0 0,1 6-1 0,-3-1-2 16,0 1 11-16,0 0-4 0,0 0-5 0,0 0 2 16,0 0-23-16,0 0 10 0,0 0 6 0,0 0-12 15,0 0 22-15,0 0-16 0,0 8 0 0,0-8 9 16,0 6-13-16,0-6 5 0,0 6-1 0,0-2-6 16,0-1 3-16,0 0-2 0,0 1-8 0,0-3 10 15,0-1 1-15,0 0 13 0,0 0 4 0,0 0-2 16,0 0 8-16,0 0 2 0,0 0-3 15,0 0-4-15,0 0-4 0,0-14-4 0,6 14 3 16,-6-9 9-16,3 0-3 0,-3 3 0 0,0-1 0 16,0 3-5-16,0 4 2 0,0-5 2 0,0 1-3 15,0 4 6-15,0 0-1 0,0 0-12 0,0 0 9 16,0 0-7-16,0 0-10 0,0 0 12 0,0 0-10 16,0 0-5-16,0 0 8 0,0 9-3 0,0-9 5 15,-7 9 7-15,7-1 5 0,-8 1-3 16,8-3 0-16,-6 3-3 0,1 0-4 0,1 0 0 0,4-3 0 15,0 0-5-15,-2-1-1 0,-1-1-2 0,3-2-6 16,0-1 8-16,0-1 3 0,0 0 5 16,0 0 3-16,0 0 6 0,0 0-4 0,0 0 1 15,9-14-3-15,-9 5-4 0,9-2 14 16,-9-3-4-16,5 1 5 0,-5 0-6 0,0-1 6 0,0-2 2 16,0 1 20-16,0 0 4 0,0 4-23 0,-11-3 0 15,-1 4-18-15,-1 4-2 0,-3 0 8 0,0 5-1 16,-4 1-3-16,0 0 2 0,-3 0-5 0,1 17-1 15,-4 0 7-15,1 5-9 16,0 1 12-16,3 4-5 0,0 4-11 0,3 0 16 0,3 4-4 0,2-3-8 16,2-1 19-16,4-2-16 0,5-5-3 0,3-1 10 15,0-2-13-15,0-2 13 0,11-4-3 16,4 1 4-16,-1-1 4 0,4-4 3 0,5-3 3 16,4-2-3-16,3-6-4 0,2 0-15 0,3 0-39 15,3-11-45-15,0-3-77 0,2 1-86 0,-2-2-66 16,-2 0-64-16,-1-2-121 0,-5-1-169 0,-1-1 103 15</inkml:trace>
  <inkml:trace contextRef="#ctx0" brushRef="#br0" timeOffset="-55131.55">431 8372 3298 0,'0'-6'36'0,"0"5"36"0,0 1 42 16,-13 0 30-16,13 0-26 0,-7 0-26 0,7 0-41 16,-11 12-28-16,4-1 2 0,1 2-14 0,-1 0 10 15,1 4-8-15,2 5-6 0,-1-1-2 0,1 5-13 16,2 4 14-16,2 0-5 0,0 2 4 16,0 2 1-1,0-1-1-15,0 2 2 0,0-1-9 0,11-1-18 0,-11-1-34 0,7-1-48 0,-7-5-47 0,8 0-49 16,-8-4-52-16,6-3-58 0,-6-2-40 0,6-4-67 15,-3-2-202-15,2-2 9 0,-1-3 97 0</inkml:trace>
  <inkml:trace contextRef="#ctx0" brushRef="#br0" timeOffset="-54715.43">733 8604 3020 0,'4'-16'48'0,"-2"4"60"15,1 1 55-15,-3 5 47 0,0 0-23 0,0 3-50 16,0 3-49-16,0 0-45 0,0 0-22 0,0 0-11 16,-12 0-8-16,12 13 8 0,-11-1 2 15,2 1 1-15,0 3-8 0,0 3-1 0,1 4-9 16,-1 1 1-16,0 5 7 0,1-4-7 0,1 2 1 16,1 0-2-16,1-1 6 0,1-4 3 0,1 0-5 15,1 1 5-15,2-3-6 0,0-3-1 0,0-2 10 16,0 1-9-16,0-5 3 0,0-3-3 0,0-1 3 15,0-3 2-15,0-3 8 0,0-1 4 0,9 0-15 16,-9 0 10-16,0 0-7 0,0 0-2 0,5-12 10 16,-5 1 0-16,4-2-18 0,1-2 5 0,-1-2-2 15,2-3-11-15,4-4 20 0,-1 1 0 0,1-3-6 16,2 0 6-16,4 1-8 0,0 0-2 16,3 3 2-16,-3-1-3 0,3 8 10 0,0 0-10 0,-2 4 2 15,0 5 1-15,-2 3-3 0,0 3 8 16,-1 0-10-16,-1 0 2 0,0 0 12 0,0 11-15 15,-1-1 20-15,0 0-7 0,2 0-23 0,0-1-17 16,-2 4-40-16,2-3-37 0,-4 0-57 0,2 0-61 16,-1-2-76-16,0 0-65 0,-4-4-46 0,1-2-116 15,-4-2-109-15,-2 0 109 0</inkml:trace>
  <inkml:trace contextRef="#ctx0" brushRef="#br0" timeOffset="-54319.3">1226 8386 2866 0,'5'-14'46'0,"-4"4"63"0,-1 1 68 0,0 2 56 15,0 2-21-15,0 1-33 0,0 1-64 0,0 3-30 16,0-2-17-16,0 2-27 0,0 0 4 0,-10 0-22 16,10 0-15-16,-12 0 2 0,4 0-10 0,-4 14-2 15,0 0 1-15,-5 3 6 0,-4 0-1 0,-2 5-2 16,0 2 6-16,-1-1-10 0,0 4-4 0,1 1-5 15,5-5 1-15,1-1 2 0,5-3 3 16,4-1 3-16,1-3 5 0,4 1-11 0,0-2 8 0,3-2-9 16,0-3-1-16,0 2 8 0,13-2 4 0,1-1 2 15,1 1 4-15,3-1-5 0,1-1-2 16,3-1 6-16,1-1 0 0,4 0-3 0,1-1-11 16,-1-3 7-16,-3 2-10 0,1-3 13 0,-3 5 0 15,-3-5-3-15,-3 1-3 0,-3 2 3 0,-6-1 1 16,-1 3-7-16,-3-5 12 0,-3 3-8 0,0 0-4 15,0 0 16-15,0 2-11 0,0 1-5 0,0 1 4 16,0 1-13-16,-10-1-6 0,1 4-6 0,-4-2-27 16,1 2-18-16,-1-2-30 0,-3 3-49 0,1 0-57 15,-5-2-79-15,2-2-51 0,-2 1-41 0,1 0-70 16,-1-4-206-16,0 1 67 0,-1-2 107 0</inkml:trace>
  <inkml:trace contextRef="#ctx0" brushRef="#br0" timeOffset="-53974.42">1392 8440 3064 0,'11'-14'53'0,"-4"7"56"0,-2 0 50 16,-5 3 35-16,0 4-27 0,0 0-49 0,0 0-42 16,0 0-34-16,0 0-30 0,0 0-6 0,-9 0-12 15,9 9-2-15,0-9 3 0,-10 8-9 0,10 0 7 16,-6-1 6-16,6-1 2 0,-4 1 4 0,4 3-8 15,0-1 1-15,0 0-4 0,0 4 5 0,0-5 1 16,0 5-5-16,14-4 9 0,-2 2-4 16,1-2-1-16,4 0 3 0,-2 1-7 0,3-2 10 15,-1 2 0-15,1 0-4 0,-2-1-1 0,-1 2-6 16,-2-3 3-16,0 2 6 0,-3 1-3 0,-1 0 3 16,-1-2-6-16,-5 4 5 0,0-2 2 0,-3-1 0 15,0 3 16-15,0 1-12 0,0 0 4 0,-18 2-8 16,3 3-10-16,-2-4 1 0,-1 1-21 0,-1 1-9 15,0-2-45-15,-3 0-37 0,1-2-45 0,1-3-72 16,1-1-56-16,3-2-53 0,0-1-61 0,1-5-150 16,1 0-77-16,0-1 96 0</inkml:trace>
  <inkml:trace contextRef="#ctx0" brushRef="#br0" timeOffset="-53671.29">2103 8267 3707 0,'3'-12'49'0,"-2"1"31"0,-1 4 43 0,0 1 33 16,0 6-41-16,0 0-13 0,0 0-56 0,0 0-41 15,0 0-10-15,0 0-14 0,0 13 39 16,0 1 34-16,0 1 21 0,0 7 21 0,0 1-10 0,0 3-16 15,0 9-20-15,0 2-24 0,0 3 4 16,0 2-33-16,0 1 13 0,0 0-21 0,12 4-4 16,-3-4 26-16,1 0-7 0,-4-2 26 0,1-1-20 15,-1-3-33-15,0-3-51 0,-1-5-66 16,0-4-46-16,-1 0-24 0,-1-4-20 0,-1-6-37 0,1-6-92 16,-2-3-75-16,1 0-61 0,1-6-295 0,-3 0 108 15,0 0 129-15</inkml:trace>
  <inkml:trace contextRef="#ctx0" brushRef="#br0" timeOffset="-53311.51">2739 8189 3379 0,'8'-10'30'0,"-4"3"37"16,-1 1 36-16,-1 2 29 0,-2 4-13 0,0 0-28 15,0 0-35-15,0 0-30 0,-14 0-21 0,-1 15-5 16,0-2 0-16,-4 3-3 0,-2 2 6 0,-2 2 1 15,-5 2-8-15,-3 2 3 0,-1 5 1 0,0-2 5 16,0-1 16-16,-1 1 8 0,3-2 12 16,1-1 5-16,0-2 1 0,5-7 14 0,1 2 11 15,6-3 14-15,2-4 20 0,4-1 7 0,1-5 3 0,5 3-6 16,4-6-23-16,-4 2-27 0,5-3-31 16,0 0-16-16,0 0-9 0,0 0-8 0,0 0-9 15,0 0-12-15,0 0 8 0,0 0-4 0,11 0 17 16,-1 0 8-16,-2 0 0 0,4 0 4 0,3 13-16 15,2-4 4-15,4 2 4 0,2-1 8 0,3 1 13 16,-2 3-5-16,2-3-12 0,0 1-4 0,1 3-8 16,1-5-10-16,-1 3-38 0,2 1-37 0,1-2-57 15,2 1-46-15,0-2-18 0,-3 0-24 0,3 0-52 16,-4-4-95-16,-2 1-88 0,-1-2-146 0,-1-3-188 16,-4-3 149-16</inkml:trace>
  <inkml:trace contextRef="#ctx0" brushRef="#br0" timeOffset="-52839.59">3313 8005 3548 0,'0'-13'34'0,"0"0"49"0,0 1 39 16,0-1 56-16,0 4 34 0,0 3 21 0,0-1 6 16,0 3-9-16,0 2-63 0,0-1-47 15,0 3-50-15,0 0-70 0,0 0-10 0,0 0-28 16,0 0-9-16,0 0 5 0,0 0 9 0,0 0 9 16,0 0 10-16,0 9 6 0,0-9-1 0,0 8 9 15,0 0 0-15,0-2 9 0,0 0-1 0,0 1-8 16,0-1-4-16,0 0 8 0,0 0-8 0,0 1 4 15,5-3 0-15,-5 3-4 0,0-3 12 0,4 1-12 16,-4-2 5-16,0 1 3 0,0-3 0 0,0 3 4 16,0-3 4-16,0-1 2 0,0 2-9 15,0-2 0-15,0 0 4 0,0 0 5 0,0 0 5 16,0 0 9-16,0 0-9 0,0 0 0 0,0 0-6 16,0 0 10-16,0 0 8 0,0 0-5 0,0 0 37 15,0 0 15-15,0 0 14 0,0-7 23 0,0 7-31 16,0 0-31-16,0-6-12 0,0 6-19 0,0 0-14 15,0-5 1-15,0 1-10 0,0 4-21 0,0-3-45 16,0 0-103-16,0 0-126 0,0 0-89 0,0 2-20 16,0-1-10-16,0 0-64 0,0 1-93 0,0 1-284 15,11 0-19-15,-11 0 192 0</inkml:trace>
  <inkml:trace contextRef="#ctx0" brushRef="#br0" timeOffset="-51839.3">4877 8265 2112 0,'-6'-5'48'0,"2"1"48"0,-2 0 45 16,0-3 50-16,-2 3-2 0,-1-1 10 0,-2-3 8 15,-1 4-9-15,4-3-11 0,-1 3-25 0,-1-1-35 16,4 3-33-16,0 0-27 0,0 2-40 15,1 0-25-15,2 0-4 0,3 0-9 0,0 0-1 16,0 0 8-16,0 11 10 0,0 2 11 0,0 4 5 16,0 5-4-16,9 1-20 0,2 6-4 0,-1-1 5 15,5 8 0-15,-1-3 3 0,0 2 3 0,3-2-9 16,-2-5 6-16,1-1-4 0,1-1-2 0,0-4 6 16,-4-3-3-16,-2-4 18 0,1-4-16 0,-1-2 9 15,-2-4 27-15,-3-4 34 0,2-1 66 16,-5 0 52-16,3 0 12 0,-3 0-31 0,-2-16-28 0,2-3-40 15,0-1-20-15,0-1 9 0,4-4 1 0,-3-3-17 16,5 0-11-16,-3-1-18 0,5-2-32 16,0 0-1-16,1 3-14 0,-2-2-2 0,2 3-4 15,-1 3-6-15,-2 4 10 0,2 4-12 0,-2 3-3 16,-1 4-5-16,-2 2-18 0,0 6 3 0,-2-1 6 16,5 2-3-16,-3 0 18 0,5 0-8 0,-2 10 0 15,2 3 20-15,2 1-2 0,4 5 7 0,-2-2 1 16,2 6 8-16,0 2-8 0,0 3-9 0,-1 0 13 15,4-1-15-15,-6 3 11 0,2-2 9 0,0-1-12 16,-3-2 2-16,1-2 1 0,-5-5 9 16,2-2 3-16,-2-3 5 0,-2-5 11 0,2-1 50 0,-6-3 73 15,2-4 50-15,-2 0 34 0,3 0-34 16,-3-13-55-16,-3 1-33 0,8-6-43 0,-2-1-3 16,-3-6-13-16,3-6-25 0,-2-2-7 0,0-4-16 15,2-3-4-15,-6-3 0 0,3-1 2 0,-3-1 3 16,0 2-7-16,0 0 4 0,0 6-6 0,0 2-3 15,0 6-6-15,0 4-46 0,-9 5-54 0,9 7-107 16,0 3-204-16,0 3-124 0,0 0-50 0,0 7-15 16,0 0 40-16,0 0 47 0,0 0 0 0,0 0-25 15,0 0-153-15,0 9 124 0</inkml:trace>
  <inkml:trace contextRef="#ctx0" brushRef="#br0" timeOffset="-51343.23">5749 8472 2760 0,'0'-11'35'0,"0"3"52"16,0-1 56-16,0 1 56 0,0 1 1 0,0-2-32 16,0 5-52-16,0-1-53 0,0 5-31 0,0 0-8 15,0 0 12-15,0 0 5 0,9 0 8 16,-1 18-10-16,-2-1-10 0,3 4 9 0,-1 3-11 16,4 3-3-16,-2 5-11 0,4 0-11 0,-2 1 12 15,-1 3-10-15,-1-3 6 0,0 1-10 0,-1-5-17 16,-5-1 8-16,2-3 5 0,-3-3 4 0,2-1 8 15,-2-6 4-15,0 2-13 0,0-5-19 0,-3-2-33 16,3-2-37-16,-3-4-26 0,3 0-46 0,-3-4-83 16,3 0-122-16,-3 0-127 0,0-13-298 0,0-1 51 15,0-1 158-15</inkml:trace>
  <inkml:trace contextRef="#ctx0" brushRef="#br0" timeOffset="-51011.42">6062 8472 2625 0,'8'-2'26'0,"-5"-1"30"0,-3 3 33 16,0 0 39-16,0 0-7 0,0 0-11 0,0 0-25 15,0 11-34-15,0-11-18 0,0 10-8 0,-11-10 3 16,11 10 5-16,-9-3 7 0,-2-1-5 0,5 1-8 16,0 2 2-16,-2-1-10 0,-1-2 5 0,2 3 11 15,-2 0-3-15,-2-1 0 0,5 0-10 0,-2-1-12 16,-1 2-4-16,6-5-1 0,-3 2 2 15,2-1 0-15,4 0-2 0,-7-2-2 0,4 2-6 0,3-1 2 16,-3-1-6-16,3 0 9 0,0 0-1 16,0 2-3-16,0-1 4 0,0 1-4 0,0-2 0 15,0 1 6-15,10 1 2 0,-10-1-2 0,13 0 3 16,1 0 5-16,-2 1-9 0,-1-1-21 0,5-1-43 16,1-1-85-16,3 0-112 0,3-2-96 0,-4 0-103 15,7 0-248-15,0 0 20 0,-5 0 118 0</inkml:trace>
  <inkml:trace contextRef="#ctx0" brushRef="#br0" timeOffset="-50483.33">6445 8055 2917 0,'0'-11'4'0,"0"0"-5"0,0 0 7 0,0 3 10 15,0 1-2-15,7 3 3 0,-7 0-3 0,9 1-12 16,0 3 6-16,2 0 1 0,0 0-8 0,2 0 14 16,3 18 13-16,0-3 8 0,1 2 10 0,3-2-9 15,-4 7-28-15,4 0-2 0,-3 4-8 0,0-5 0 16,-4 6 4-16,-4 0 2 0,0-1-4 15,-4 0 5-15,-2-2 5 0,-3 0-6 0,0-3 9 16,0-1-13-16,-14-2 7 0,5-3 6 0,-4 2-12 16,2-6 9-16,-1 0-1 0,-2-5 3 0,4 0 14 15,-3-1 7-15,3-4 1 0,1-1-1 0,-2 0-4 16,5 0-13-16,-2 0-13 0,2-13-10 0,3-2-3 16,0 0 0-16,3 0 10 0,0-4 1 0,0 0 2 15,0-3 0-15,11 0-5 0,1-2-2 16,0 1-3-16,-1-2 5 0,2 0-3 0,1 1 6 0,1-2 0 15,2 0-2-15,0-2-2 0,-1 2 5 0,-2 2 11 16,3 0 7-16,-2 5 26 0,-1 1 10 16,-5 3 5-16,-2 5 13 0,-1 3-6 0,-4 3-8 15,-2 4-7-15,0 0-23 0,0 0-14 0,0 0-12 16,0 0-12-16,0 11 7 0,0 2 1 0,-11-2 1 16,11 1 5-16,-7 2-7 0,7 3-1 0,0 2 5 15,-6 1-1-15,6 3-1 0,0-1 2 0,0-1 1 16,0 1 0-16,0 0-12 0,0-3-22 0,13-1-42 15,1 0-38-15,0-4-64 0,1 1-90 0,5-3-87 16,-1-2-116-16,7-2-296 0,5-3 59 16,-3-3 125-16</inkml:trace>
  <inkml:trace contextRef="#ctx0" brushRef="#br0" timeOffset="-20371.6">4028 9298 3145 0,'-6'-26'35'16,"0"1"9"-16,-1-1 15 0,-2 4 36 0,-1 3-13 15,0 1 6-15,1 1-9 0,4 3-27 16,-1 1-21-16,3 5-9 0,0 3-12 0,3-2-8 0,0 6-6 16,0 1-9-16,0 0 6 0,0 0-6 0,0 0 9 15,0 0 7-15,9 0-8 0,0 10 14 0,2 0-11 16,-2 0-3-16,5-3 5 0,-1 4-8 15,1-2 2-15,-2 3 7 0,2-1-4 0,2 0 1 16,-2 0 20-16,0-3-13 0,1-1 32 0,-4 0 12 16,-1-2 8-16,-1-4 35 0,0 0 3 0,-1-1 26 15,-2 0 16-15,2 0 1 0,1-14-29 0,1-2-38 16,6-8-37-16,0-5-28 0,7-5 0 0,0-7 2 16,4-2-12-16,-1-5-19 0,1 1-33 0,2 0-44 15,-4 2-35-15,3 5-33 0,-5 4-30 0,2 3-58 16,-3 7-91-16,1 5-67 0,-3 5-54 15,-3 5-106-15,-1 3-105 0,-4 8 118 0</inkml:trace>
  <inkml:trace contextRef="#ctx0" brushRef="#br0" timeOffset="-50072.22">7752 7921 3034 0,'-4'0'-3'0,"2"0"-13"15,1 0-1-15,-2 0 26 0,1 11 20 0,1-1 22 16,1 1 20-16,0 3 35 0,0 3-12 0,0 1-14 15,0 2-23-15,0 4-58 0,0-1 9 0,0 2 22 16,9 5-1-16,-9-2 2 0,10 4-12 0,-1-1-8 16,-1-1 0-16,-2 3-32 0,2-4-92 15,-2 0-76-15,1-3-81 0,-1 0-84 0,2-5-45 16,-2 0-261-16,3-5 18 0,0 0 115 0</inkml:trace>
  <inkml:trace contextRef="#ctx0" brushRef="#br0" timeOffset="-49119.36">7657 8245 2496 0,'0'4'39'0,"0"-4"42"0,0 0 45 0,0 1 39 15,0-1 2-15,0 0-10 0,0 0-22 0,0 0-28 16,0 0-31-16,0 0-19 0,0 2-15 0,12-2-17 16,-12 0-14-16,10 0-9 0,2 0 6 0,-1 0 12 15,3 0-4-15,1 0-4 0,2 0-13 0,2 0 1 16,3 0 10-16,5-10-2 0,0 10-27 0,4-10-84 15,2 2-123-15,1-3-122 0,4 0-99 16,3-1-142-16,-2 0-130 0,4 0 126 0</inkml:trace>
  <inkml:trace contextRef="#ctx0" brushRef="#br0" timeOffset="-50275.62">7417 8331 3532 0,'0'5'15'0,"-11"0"-5"0,11-3 5 0,0 1 6 16,0 2-6-16,0-4 8 0,0-1-4 0,0 0-7 15,0 0-13-15,12 0 2 0,2 0-1 0,-1 0 8 16,7-14 1-16,6 6-12 0,4-3-34 0,4 2-72 16,5 0-92-16,1-2-90 0,-1-1-36 0,4 1-6 15,-7 2 29-15,1 0-35 0,-7-3-201 16,-4 2 59-16,-6 0 64 0</inkml:trace>
  <inkml:trace contextRef="#ctx0" brushRef="#br0" timeOffset="-48475.57">9292 8338 2393 0,'0'0'44'0,"9"0"49"0,-9-8 55 0,9 8 65 15,-9-7 24-15,0 7-6 0,8-9-13 0,-8 9-51 16,0 0-52-16,0 0-29 0,0 0-43 0,5 0-2 16,-5 0-8-16,0 0 0 0,0 0 1 0,0 0 3 15,0 0 9-15,0 0 21 0,0 13 16 0,0-2 31 16,0 4 22-16,0 1-16 0,0 1-10 0,0 4-38 15,0 2-50-15,0 0-10 0,0 3-5 16,0 0 1-16,0 1 3 0,0 2-8 0,0 1 9 16,0-3-12-16,0 1-4 0,0-4 7 0,0 5-17 0,0-7 13 15,0 1-4-15,0-3 1 0,0-2-13 16,0-4 4-16,0 1 22 0,0-6-5 0,0 0 13 16,0-3-8-16,0-1-10 0,0 1 1 0,0-4-26 15,0 0 0-15,-8 0-8 0,8-2-13 0,0 0 17 16,0 0-12-16,0 0-12 0,0 0-17 0,0 0-14 15,0 0-20-15,0 0-12 0,0 0-6 0,0 0-12 16,0 0-38-16,0-12-91 0,0 4-92 0,0-2-120 16,0-1-276-16,8-4-22 0,-2-2 127 15</inkml:trace>
  <inkml:trace contextRef="#ctx0" brushRef="#br0" timeOffset="-47978.72">9550 8408 2508 0,'5'-5'41'0,"-2"1"39"16,-3 2 39-16,0-1 37 0,0 3-6 0,0 0-10 16,0 0-14-16,0 0-21 0,-12 0-20 0,1 0-10 15,4 11-8-15,-4-4-5 0,0-7-9 0,-1 12-12 16,2-2-11-16,-3 0-6 0,0-1 4 0,2 1 8 16,-3 1 0-16,4-1 5 0,-1 0 8 0,2-3-5 15,1 2 4-15,1-1-4 0,2-2-16 0,1 0 2 16,-1-4-1-16,2 1 8 0,2 1 29 0,-1-2 16 15,-1 1 16-15,2-1 11 0,-1-2 17 16,1 1-6-16,-1 1 13 0,1-1 7 0,-1 1 9 16,2-1 9-16,-2 0 0 0,1-1-16 0,-1 0-23 15,1 0-12-15,1 0-25 0,-2 0 5 0,-1 0-24 16,2 0-9-16,-1 0-3 0,2 0-19 0,-1 0-6 16,-1 0-8-16,2 0-12 0,0 0-5 0,0 0-3 15,0 0 0-15,0 0 0 0,0 0 3 0,0 0-4 16,0 0-5-16,0 0 0 0,0 0-7 0,0 0-1 15,0 0 0-15,0 0 6 0,0 0 8 0,0 0 4 16,9 0 4-16,-1 11-1 0,3-1 2 16,1-1-9-16,1 2 3 0,1 2 2 0,3 2-6 15,1-2 5-15,2-2-3 0,-2 2-2 0,0 0 6 16,-1-2-6-16,-3-1-2 0,-1 1 3 0,1-5-5 16,-3 4 12-16,-2-6-5 0,-3 2-2 0,0 1 1 15,-3-5-1-15,0 0-4 0,0 3-4 0,-3-5-24 16,0 0-33-16,0 0-49 0,0 0-97 0,0 0-115 15,0 0-87-15,0 0-15 0,0 0 41 0,0 0 56 16,0 0-11-16,0 0-82 0,0 0-87 0,0 0-203 16,0 0-50-16,0 0 155 0</inkml:trace>
  <inkml:trace contextRef="#ctx0" brushRef="#br0" timeOffset="-49535.28">8515 7772 3886 0,'3'-16'2'15,"0"4"-3"-15,-2 1-6 0,-1 5 3 0,0 6 2 16,0 0 7-16,0 0 17 0,0 0-10 0,0 0 7 15,0 0 10-15,0 17 14 0,0-3 25 0,0 7 14 16,12 3 8-16,-1 8-3 0,-2 4-10 0,2 5-30 16,1 6-24-16,-1 1-18 0,-2 3-3 0,0 2 5 15,-5-2 7-15,-1-3 7 0,-3-2-9 0,0-1 3 16,0-8 0-16,0 2-10 0,0-7 4 0,0-4 3 16,0-3-9-16,-10-6 7 0,10-2 10 0,0-9 56 15,-9-2 85-15,9-6 76 0,0 0 31 16,-6 0-34-16,6 0-70 0,-5 0-77 0,5-14-54 0,-5-3-27 15,4-2-6-15,-2-3-6 0,3-1 15 16,0-5-11-16,0-1-4 0,0-2 1 0,17-1-6 16,1-3 6-16,0 0-8 0,2 3-10 0,4-3 12 15,3 6 1-15,4-4 10 0,1 5-2 0,4 4-5 16,-1-2-4-16,5 8-12 0,-3 1 13 0,1 5-14 16,-1 6 2-16,-5 3 4 0,0 3-7 0,-5 0 10 15,-3 0 0-15,-5 13 7 0,-4 3 5 0,-3 3 1 16,-3 0 1-16,-4 2-8 0,-5 4 8 0,0 0 7 15,0 4 1-15,0-6 8 0,-16 3 0 0,0 0-4 16,0-1-1-16,-2-3 0 0,0-3-5 16,0-1 2-16,-2-2 4 0,-1-2 18 0,0 0-18 15,-7-1-33-15,-2 2-39 0,-7 0-67 0,-5-4-45 16,2 0-39-16,-4-2-33 0,0 0-26 0,5-6 8 16,5-3-6-16,4 0-43 0,7 0-57 0,5-12-61 15,3-2-56-15,3-1-232 0,3 1 34 0,4-4 112 16</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2:04.294"/>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1116 115 1751 0,'4'-9'6'0,"-1"3"27"0,0-1 28 0,-3 3 23 16,0-2 17-16,0 1 1 0,0-1-8 16,0 0-9-16,0 0-1 0,-12-3-12 0,1 5 10 15,11-4 1-15,-10 1-7 0,1 0-3 0,0 3-20 16,2 0-6-16,1 0-4 0,-1 2-9 0,1-1 0 16,-2 3-8-16,2-2-10 0,-2 2-11 0,2-2-17 15,-3 0 2-15,0 1-5 0,-3 1 6 0,-2 0 3 16,-2 0-4-16,-4 0-7 0,-4 16 3 0,-4-3-5 15,-2 4 0-15,-5 1 16 0,-3 1-5 0,-3 3 8 16,0 3 2-16,-2-3-4 0,-1 1 4 0,6-3 6 16,1-3-3-16,2 0 0 0,6-3 0 15,1-4-5-15,7-1-3 0,3-1 3 0,3-1 8 0,1-3-9 16,3 1 12-16,1-2-11 0,-1-2 2 16,4 3 25-16,-3-1 5 0,3-1 25 0,-2 3 3 15,1-2-8-15,2 0-5 0,-2 1-3 0,2-3-2 16,2 0 2-16,-1 0 4 0,1 0-16 0,2-1-1 15,1 0-11-15,-1 0-6 0,2 3 9 0,0-3-13 16,0 0 12-16,0 1 0 0,0-1-11 0,0 0 7 16,0 0-9-16,0 0 4 0,0 0 16 0,0 0 4 15,0 0 6-15,0 0-10 0,0 0-2 0,0 0 0 16,0 0 2-16,0 0-1 0,0 0-1 0,0 0-7 16,0 0-14-16,0 0 2 0,0 0-9 15,0 0 5-15,0 0 10 0,0 0-5 0,0 0 7 0,0 0-8 16,0 0-10-16,0 0 2 0,0 0-3 15,0 0-5-15,0 0 7 0,0 0-2 0,0 0-5 16,0 0 6-16,0 0 5 0,0 0-1 0,0 0 9 16,0 0-11-16,0 0 0 0,0 0 2 0,0 0-7 15,0 0 7-15,0 0 1 0,0 0-3 0,0 0-5 16,0 0 3-16,0 0-3 0,-10 0 7 0,-1 0-2 16,3 0 0-16,-1 0 1 0,0 9-9 0,2-9 12 15,0 7 1-15,1-7-1 0,3 0-4 0,-1 6-2 16,1-6 2-16,3 0-7 0,0 0 15 0,-2 4-3 15,1-4-5-15,1 0 0 0,0 0-1 0,0 0 3 16,0 0-4-16,0 0 6 0,0 0-3 0,0 0-5 16,0 0 4-16,0 0-3 0,0 0 2 15,-2 0 0-15,2 0 7 0,0 0-6 0,-1 0-4 16,1 0 11-16,0 0-10 0,0 0 4 0,-3 0 1 16,3 0-7-16,-3 0-2 0,1 0 3 0,-1 0 0 15,0 0 3-15,3 0 6 0,-3 0-1 0,3 0 0 16,-3 0 0-16,1 0-5 0,1 0 5 0,1 0-2 15,0 0-6-15,0 0 2 0,0 0-5 0,0 0 10 16,0 0-2-16,0 0 7 0,0 0-6 0,0 0-5 16,0 0 3-16,0 0-4 0,0 0 8 15,0 0-3-15,0 0-10 0,0 0 5 0,0 0-3 0,0 0 7 16,0 0 3-16,0 0 1 0,0 0 4 16,0 0-8-16,0 0 1 0,0 0 3 0,0 0-5 15,0 0 1-15,0 0-3 0,0 0-3 0,0 0 0 16,0 0 2-16,0 0 11 0,0 0-6 0,0 0 4 15,0 0 5-15,0 0-12 0,0 0 8 0,0 0-8 16,0 0-1-16,0 0 15 0,0 0-12 0,0 0-1 16,0 0 6-16,0 0-15 0,0 0 13 0,0 0-1 15,0 0-2-15,0 0 4 0,-9 0-8 0,9 0 3 16,-9 0-7-16,0 0 8 0,-1 0-2 0,1 7 1 16,-1-7 6-16,1 8-6 0,-2-8 3 0,0 6 5 15,2-4-14-15,3-2 13 0,2 1-9 16,-3-1-1-16,4 0 12 0,0 0-8 0,0 0 2 15,2 0 5-15,1 0-7 0,0 0-1 0,0 0-3 16,0 0 0-16,0 0-1 0,0 0-1 0,0 0 6 16,0 0-2-16,0 0 12 0,0 0-8 0,0 0 3 15,0 0-4-15,0 0-1 0,0 0 16 0,0 0-14 16,0 0 11-16,0 0-5 0,0 0-10 0,0 0 3 16,0 0-3-16,0 0-2 0,0 0 1 0,0 0 11 15,0 0-4-15,0 0-3 0,0 0 1 0,0 0-7 16,0 0 5-16,0 0-1 0,0 0 2 0,0 0 4 15,0 0-14-15,0 0 12 0,0 0-15 0,0 0 16 16,0 0 4-16,0 0-14 0,0 0 17 16,0 0-24-16,0 0 12 0,0 0 6 0,0 0-11 15,0 0 16-15,0 0-21 0,0 0 4 0,0 0 12 16,0 0-12-16,0 0 13 0,0 0-4 0,0 0-5 16,0 0 0-16,0 0 7 0,0 0-5 0,0 0 3 15,0 0-8-15,0 0 6 0,0 0 2 0,0 0-5 16,0 0 13-16,0 0-15 0,0 0 3 0,0 0 6 15,0 0-4-15,0 0 8 0,0 0-2 0,0 0-6 16,0 0-2-16,0 0-1 0,0 0 4 16,0 0-1-16,0 0 0 0,0 0 1 0,0 0 2 15,0 0 4-15,0 0-1 0,0 0-5 0,0 0-3 0,0 0-4 16,0 0 9-16,0 0-8 0,0 0 2 16,0 0-11-16,0 0-6 0,-9 0 6 0,3 0-2 15,0 0 4-15,0 0-16 0,2 0-17 0,1 0-13 16,-1 0-22-16,1 0 0 0,1 0-3 0,2 0-12 15,0 0 1-15,0 0-4 0,0 0 8 0,0 0-11 16,0 0-15-16,0 0-42 0,0 0-58 0,0-9-48 16,0 9-65-16,0 0-75 0,0 0-143 0,0-4 77 15,11 4 107-15</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2:06.113"/>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830-2 2251 0,'3'0'14'0,"-3"0"25"0,0 0 23 0,0 0 26 15,0 0 12-15,0 0 6 0,0 0 1 0,0 0-13 16,0 0-12-16,0 0-20 0,0 0-25 0,-9 0-9 15,1 0-16-15,0 8-15 0,-1-8-1 16,-3 0-11-16,-2 11 6 16,-2-4-2-16,-4 3-1 0,-4 1 3 0,-7 2-1 0,-4 3-1 0,-4 2 6 15,-2 3 0-15,0 0-4 0,-3 1 14 0,1-4-6 16,2 2 2-16,2-3 7 0,1-2-11 0,3-2 3 16,3 0 6-16,2-4-6 0,1 1 9 0,3-3-1 15,0 1 5-15,5-3 14 0,0-2 15 0,1 3 22 16,2-2 4-16,3-2 15 0,1 0 3 0,3 1-13 15,2-2-4-15,3-1-22 0,2 0-12 0,2 0 3 16,0 0 16-16,2 0-3 0,0 0-7 0,0 0-1 16,0 0-24-16,0 0-1 0,0 0 6 15,0 0-6-15,0 0 8 0,0 0-7 0,0 0-1 16,0 0-13-16,0 0-3 0,0 0 8 0,0 0-14 16,0 0 12-16,0 0-14 0,0 0-2 0,0 0 10 15,0 0-6-15,0 0 6 0,0 0-1 0,0 0-10 16,0 0 5-16,0 0 1 0,0 0 2 0,0 0 8 15,0 0-6-15,0 0-4 0,0 0 0 0,0 0-8 16,0 7 3-16,0-7 3 0,0 4-3 0,0 1 5 16,0-1 2-16,0 5 11 0,0 2-5 0,0 2 2 15,0 8-2-15,0 1-9 0,0 8 0 0,13 2 0 16,-13 4 6-16,0 6-9 0,6-1-2 0,-6 4 14 16,0 2-12-16,0 0 11 0,0-2 6 15,0-2-14-15,0 3 9 0,0-5 4 0,7 1-12 16,-7 0 7-16,5-1-5 0,-2 0-1 0,0 2 14 15,0-2-12-15,-2 0 9 0,3 1-12 0,-3-3-5 16,-1 0 19-16,2-1-10 0,-2 0 3 0,0 2-2 16,0-1-15-16,0-2 13 0,0-3-1 0,0-2 4 15,0 1-10-15,0-5-5 0,0-1 14 0,0-4-6 16,-8 2 8-16,8-3 1 0,0 0-10 0,-8-1 9 16,8-1 3-16,0 2-4 0,0-1-2 0,0-2-5 15,0 1 3-15,0-1-2 0,0 1 4 0,0 1 6 16,0-1-8-16,0-2 12 0,0 4-11 0,0-4-9 15,0 6 8-15,0-4-11 0,0 0 1 0,0 1 5 16,8 0 11-16,-8-1-4 0,6 1 1 16,-6 1 9-16,8 0-9 0,-5 2-6 0,0-1 17 15,0 1-17-15,-2 0 4 0,2-1 2 0,0-1-9 16,-1-3 13-16,-1 1-4 0,-1-1-6 0,3-2 8 16,-3-2-8-16,0 3-4 0,2-1 16 0,-2-2-2 15,0 3-4-15,0-1 3 0,3 2-8 0,-3-1-4 16,0 1 14-16,1-2-11 0,1 3 4 0,-2-1-9 15,2-1-1-15,-2 1 18 0,0-1-9 0,0 0 14 16,0 0-14-16,0 2-5 0,0-3 0 16,0-1-1-16,0 2 13 0,0 0-2 0,0 0 1 15,0-2-7-15,0 1-4 0,0 1 3 0,0 1 3 16,0 2 4-16,0-1-5 0,0 4 2 0,0-3 5 16,0 4 1-16,0 1 6 0,0-3-11 0,0 3-3 15,0 3-3-15,0 0-4 0,0 2 0 0,0 2 4 16,0 1-5-16,0-2 9 0,-8 4 12 0,8-1-3 15,-5 0 1-15,5-1 0 0,-4-1-12 0,4-1-3 16,0 0 4-16,-5-3-6 0,5-1 8 0,0 0 1 16,-1 0 0-16,1-4 2 0,0 0-11 0,0-2 10 15,0-1-10-15,0 1-3 0,0-3 10 0,0-4-8 16,0 2 12-16,-3-4 0 0,3-2 2 0,0-1-3 16,0 0-2-16,0-3 3 0,0-1-13 0,0 0 4 15,0-1 1-15,0-2-3 0,0 0 13 16,0 2 8-16,0-1-6 0,0 0-3 0,0-2-6 15,0 0-7-15,0 1 1 0,0 1 2 0,0-3 5 16,0 1 6-16,0 1-12 0,0-1 11 0,0 0 2 16,0 1-11-16,0 1 9 0,0-1-11 0,0-2 2 15,0 1 2-15,0 1 11 0,0-3 3 0,0 2-15 16,0 0 2-16,0 0-5 0,0 1-1 0,0-1 11 16,0 2-4-16,0 0-4 0,0 0 1 0,0 3 3 15,0 3 7-15,0-2-5 0,0 2 1 0,0 1 1 16,4 0-7-16,-4 2 9 0,0-2-4 0,0-1-5 15,6 1 3-15,-6-1-6 0,0 1 11 0,0-4-18 16,0 1 16-16,0-2 4 0,0-3-14 16,0 4 14-16,0-2-13 0,0 0 2 0,0-2 7 15,0 3 2-15,0 1 2 0,0-1-2 0,0 0-4 16,0 2-1-16,0-4-1 0,0 4 2 0,0-1 1 16,0 0-10-16,0 1 0 0,0-2-3 0,0-1 2 15,0 1 14-15,0-1-2 0,0-1-2 0,0 0 0 16,0 2-7-16,0-3 7 0,0 1-7 15,0 1 5-15,0-4 5 0,0 4 1 0,0 0 2 0,0-4-6 16,0 4 4-16,0-3-9 0,0 0 5 0,0 0 2 16,0-2-12-16,0 2 6 0,0-1 6 15,0-1-7-15,0 0 15 0,0 0-3 0,0 0-4 16,0 0 0-16,0 0-4 0,0 0 3 0,0 0 2 16,0 0 9-16,0 0 3 0,0 0-7 0,0 0 11 15,0 2 0-15,0-2-5 0,0 0-5 0,0 0 2 16,0 0-8-16,0 1 0 0,0-1 12 0,0 0-7 15,0 0-2-15,0 0 0 0,0 0 3 0,0 0-2 16,0 0 12-16,0 0 8 0,0 0-19 0,0 0 20 16,0 0-1-16,0 0-7 0,0 0 8 0,0 0-7 15,0 0-2-15,0 0 3 0,0 0 5 0,0 0-13 16,0 0 1-16,0 0-9 0,0 0-4 0,0 0 0 16,0 0-16-16,0 0 4 15,0 0-1-15,0 0 1 16,0 0 7-16,0 0 0 0,0 0 2 0,0 0-6 0,0 0 6 0,0 0-8 0,0 0-1 15,0 0 11-15,0 0-4 0,0 0 0 0,0 0-5 16,0 0-15-16,0 0-6 0,0 0 22 0,0 7-11 16,0-7 25-16,0 6 6 0,14 0-10 0,7 2 22 15,8-2-19-15,6-3 8 0,8 2-8 0,5 0-12 16,8-1 0-16,5-3-10 0,0-1 6 0,1 0 13 16,-1 0-1-16,3 0 3 0,-5 0-2 0,-1 0-2 15,-2-11 1-15,-3 11 0 0,-3-12-4 0,-3 12-3 16,-1-10 3-16,-5 4-9 0,-3 6 9 0,-6-6 0 15,-4 0-4-15,-5 6 13 0,-5 0-5 0,-4 0-2 16,-3 0 19-16,-5 0-15 0,-3 0 3 16,-2 0-4-16,-1 0-4 0,0 0 20 0,0 0-6 15,0 0 11-15,0 0-19 0,0 0-2 0,0 0 3 16,0 0-8-16,0 0 0 0,0 0-3 0,0 0-2 16,0 0-32-16,0 0-41 0,0 0-39 0,0 0-52 15,0 0-57-15,0 0-97 0,0 0-113 0,0 0-102 16,0 0-254-16,0 0 44 0,0 11 149 0</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43:53.001"/>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4561 3733 2247 0,'-16'-4'28'0,"2"-1"29"15,-6 3 36-15,4 2 63 0,-4 0 30 0,0 0 21 16,0 0 10-16,1 0-36 0,5 0-24 0,0 0-41 16,-1 0-32-16,8 0-26 0,0 0-32 0,0 0-12 15,4 0-17-15,3 0-1 0,-3 0-11 16,3 0 5-16,0 0 7 0,0 0-2 0,0 0 3 0,0 0 13 16,17 0-8-16,-1 0 10 0,4 0-12 15,6 0 1-15,1 0-3 0,5-11 0 0,6 3 2 16,4-2-13-16,1 0 3 0,0-3-16 0,1 2 8 15,-2 3-4-15,-7-4 13 0,1 4 1 0,-8 0 7 16,-5 1 4-16,-4 2-3 0,-5 0 9 0,-8 2 7 16,-3 1-9-16,-3 1-12 0,0 0-2 0,0-1-17 15,-20 1 2-15,-2 1-2 0,-4 0 2 0,-5 0 20 16,-2 0 1-16,-3 0 6 0,-4 14 5 0,1-1-21 16,-1-1 7-16,1 1-1 0,-1 3-2 0,4-4 2 15,2 4 8-15,5-4 3 0,1 0-3 16,6 1 6-16,3-4-10 0,5-1-2 0,5-4-4 15,0-2 0-15,6 4-7 0,3-6 7 0,0 0 4 16,0 0 0-16,0 0 8 0,12 0-10 0,-2 0 4 16,6-10 12-16,3 0-4 0,0 1 0 0,3-3 4 15,1 4-21-15,0-3 9 0,0 1-6 0,-4 1-6 16,1 2 4-16,-6 1 2 0,-4 6 6 0,-3-7 0 16,-1 7-4-16,-3 0 6 0,-3 0-9 0,0 0-5 15,0 0 14-15,-16 11-18 0,6-2 12 0,-7 4 8 16,3-2-8-16,-4 2 6 0,0 0 6 0,-2 2-6 15,1-1-10-15,2 0 2 0,2 0-9 0,1-2 5 16,3 1 10-16,-1-4-7 0,5-1 9 16,4-2-10-16,-4 0 0 0,7-3 0 0,0 0-9 15,0 1 2-15,0-4 5 0,0 2 5 0,0-1 2 16,0 2 3-16,0-3-7 0,0 2 1 0,10-2 4 16,0 0-2-16,-4 0 5 0,2 0-1 0,1 0 2 15,2 0 3-15,-2-11-3 0,1 3-3 0,3 8-6 16,-6-13-1-16,2 6 8 0,2 1 2 0,-5 6 1 15,2-9 1-15,-2 3-2 0,0 6 8 0,-3-3-8 16,0 1 4-16,-2-2-6 0,2 3 4 0,0-1-5 16,-3 1 12-16,3-2 1 0,-3 3-12 0,0-2 8 15,0 2-15-15,0 0 2 0,0 0 9 16,0 0 5-16,0 0 2 0,0 0-7 0,0 0-3 16,0 0 1-16,0 0-2 0,0 0 14 0,0 0-8 15,0 0-6-15,0 0 2 0,0 0-8 0,0-10 8 16,-6 10-11-16,6-9 17 0,-7 9-4 0,7-9-10 15,-6 9 15-15,0-4-15 0,1 4-4 0,-1-5 9 16,3 2-3-16,-3 3-2 0,-2-5 7 0,5 5 3 16,-3-2-5-16,-1-1-3 0,-3 2 0 0,1 1 2 15,2 0 8-15,-2 0-7 0,1 0 5 0,-1 0-10 16,4 0 0-16,-4 0 3 0,3 0 0 0,-1 0 3 16,0 0 2-16,4 0 1 0,-3 0-9 0,2 0 6 15,-2 8 0-15,3-8-4 0,0 7 8 16,1-7-4-16,-1 0-2 0,3 6 4 0,-3-6 6 15,0 0-12-15,3 0 6 0,0 0 8 0,-3 0-18 16,3 0 13-16,0 0-9 0,0 0 0 0,0 0 10 16,0 0-1-16,0 0 3 0,0 0-9 0,0 0 5 15,0 0 0-15,0 0-8 0,0 0 10 0,0 0-4 16,0 0-4-16,0 0 6 0,0 0-6 0,0 0 0 16,0 0-5-16,0 0-6 0,0 0-12 15,0 0-15-15,0 0-20 0,0 0-28 0,0 0-47 0,0 0-65 16,0 0-59-16,0 0-67 0,0 0-114 0,0 0-208 15,0 0 82-15,0 0 104 0</inkml:trace>
  <inkml:trace contextRef="#ctx0" brushRef="#br0" timeOffset="23949.37">2792 3715 2161 0,'6'-23'12'0,"-6"3"17"15,0 4 19-15,0 2 24 0,0 3 6 0,0 3 6 16,0 1-10-16,0 1-16 0,0 1-15 0,0 1-23 16,0 0-13-16,0 1-9 0,0 2-1 0,0 1-3 15,0 0 0-15,11 0 21 0,-11 0 15 16,12 0 15-16,-6 9 16 0,5 2-20 0,-2 0-4 16,3 4-1-16,0 3 12 0,2 1 34 0,1 5-8 15,-1 0-5-15,-1 4-9 0,1-3-20 0,-2 1 6 16,-1-3 7-16,-1-2 16 0,0-1 4 0,-1-7 1 15,0-2 0-15,1-3-11 0,-4-3-6 0,5-5 5 16,3 0-12-16,5 0-16 0,7-17-8 0,2-7-21 16,8-7 1-16,7-6-6 0,7-6-16 0,1-3-5 15,3-3-44-15,2-2-47 0,-5 1-69 16,-1 6-86-16,-2 3-71 0,-6 8-64 0,-9 4-125 16,-4 9-183-16,-9 3 111 0</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2:34.492"/>
    </inkml:context>
    <inkml:brush xml:id="br0">
      <inkml:brushProperty name="width" value="0.05833" units="cm"/>
      <inkml:brushProperty name="height" value="0.05833" units="cm"/>
      <inkml:brushProperty name="color" value="#808080"/>
      <inkml:brushProperty name="fitToCurve" value="1"/>
    </inkml:brush>
  </inkml:definitions>
  <inkml:trace contextRef="#ctx0" brushRef="#br0">23 0 1689 0,'-6'2'0'0,"-1"2"2"0,7-1 1 16,-5 1-3-16,5-1 4 0,-5-1-5 0,5 0-3 0,0 1 9 15,0-2-4-15,0 3 7 0,0-1 5 0,0 0-2 16,0-1 9-16,14-1-9 0,-5 4-4 16,2-2 0-16,0-1-4 0,1 1 6 0,0 0 4 15,0-2-1-15,2 1-9 0,1-1-4 0,3 1-2 16,0 0 5-16,2-2 3 0,1 0 0 0,1 0-2 15,2 0-2-15,2 0-5 0,1 0 4 0,2 0 0 16,0 0 0-16,1 0 3 0,0 0 3 0,2 0 0 16,2 0-7-16,-2 0-1 0,1 0-7 0,0 0 5 15,1 0 4-15,-1 0 0 0,1 0 1 0,1 0 5 16,-2 0-5-16,0 0 8 0,1 0-3 16,-1 0-10-16,1 0 8 0,1 0-7 0,-2 0 4 0,0 0 3 15,1 0-11-15,-1 0 4 0,1 0 2 16,-1 9-1-16,-1-9 11 0,1 0-12 0,1 0 3 15,-1 8-6-15,-1-8-2 0,2 0 10 0,-3 5-1 16,1-5 3-16,2 4 0 0,-2-4-1 0,-1 0-7 16,1 0 9-16,0 0-1 0,-1 0-2 0,1 0 0 15,-2 0-7-15,0 0 0 0,-1 0 3 0,0 0-1 16,-2 0 2-16,-1 0-3 0,0-9 3 0,-3 9-4 16,1 0 6-16,-1-7 2 0,-2 7-7 0,-1-3 16 15,0 3-7-15,-2-5-3 0,0 5 2 0,3-2-12 16,-2 0 9-16,-1 2-1 0,1 0-4 15,0 0 16-15,0 0-18 0,0 0 5 0,-1 0 9 16,-1 0-15-16,1 0 10 0,-1 0 0 0,-1 0-6 0,2 0-2 16,1 0 0-16,-3 0 1 0,1 0 0 15,1 0 6-15,-1 9-4 0,0-9 0 0,2 6 2 16,0-6 0-16,0 4 3 0,1 1 0 0,1-1-1 16,2-2-5-16,2 3 8 0,2-1-5 0,-1-1 4 15,1-2-1-15,2 4-3 0,3-1 1 0,-2 0-1 16,4-1 7-16,0 1-3 0,3 0 2 0,-1-1-2 15,1 3 0-15,1-5-4 0,1 4 2 0,-1-3 4 16,3 2-5-16,-3 1 2 0,-1-4-1 0,1 2-2 16,-2 2-3-16,2-1 12 0,0-2-11 0,0 1 2 15,0-2 6-15,1 3-12 0,1-3 9 0,1-1-3 16,0 2 2-16,0 0-1 0,0-1-5 16,0-1 8-16,-2 1-6 0,2-1 5 0,0 0 6 15,-1 0-6-15,-1 0 3 0,1 0-6 0,-2 0-4 16,-2 0-2-16,1 0 3 0,-1 0 12 0,-2 0-8 15,-1 0 6-15,-1 0-5 0,1 0-3 0,-1 0 4 16,0 0-3-16,-1 0 4 0,-1 0-1 0,0 0 1 16,-1 0 5-16,3 0 3 0,-2 0 12 0,2 0 8 15,2 0-6-15,2 0-7 0,-1 0-12 0,3 0-6 16,2 0 1-16,-1 0 0 0,2 0 0 0,0 0-2 16,-3 0 3-16,0 0 3 0,1 0 9 0,-1 0 13 15,0 0-6-15,-1 0-2 0,1 0-3 0,-2 0-6 16,5 0 1-16,-3 0 9 0,0 0-4 15,2 0-4-15,1 0 0 0,-2 0-14 0,1 0-3 16,-1 0 7-16,2 0-5 0,0 7 6 0,-1-7 4 16,-1 6-7-16,1-6 4 0,-1 5 8 0,2-5 9 15,-1 0-1-15,1 0 8 0,-2 0-12 0,-1 0-11 16,2 0 6-16,-3 0-5 0,1 0 13 0,2 0 5 16,-1-9-7-16,-4 0-1 0,2 2-10 0,-1-1-5 15,2 0 0-15,0 1 0 0,2-2-3 0,-1 1-2 16,2-1 2-16,2 1 3 0,1 1 0 15,1-2 2-15,1 3-1 0,1-1-2 0,2 1-5 16,-4-1 3-16,5 2-1 0,-3-1-4 0,2 2 12 16,1-1-4-16,0 2-1 0,-1-2 0 0,-1 3-11 15,2 0 4-15,-2-1 0 0,0-1 2 0,-1 4 7 16,-1-1-4-16,-2 0 3 0,1 1-1 0,1 0 1 16,-4 0-3-16,2 0 1 0,-1 0 1 0,-4 0-5 15,1 0 2-15,-1 0 2 0,-2 0 1 0,-4 0 0 16,-4 0 3-16,2 0-4 0,-6 0 4 0,-3 0 1 15,-3 0-5-15,0 0 17 0,-6 0 7 16,1 7 11-16,-5-7 10 0,-1 0-1 0,-2 0-6 0,-3 0-5 16,0 0-5-16,-3 0-9 0,0 0-6 15,0 0-7-15,0 0 3 0,0 0-2 0,0 0-3 0,0 0 3 16,0 0-5-16,0 0 0 0,0 0 1 16,0 0-3-16,0 0-3 0,0 0-6 0,-9 0-28 15,9 0-40-15,-6 0-38 0,1 0-49 0,-1 0-47 16,0 0-51-16,-2 0-196 0,-4 0-77 0,-2 0 76 15</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2:45.110"/>
    </inkml:context>
    <inkml:brush xml:id="br0">
      <inkml:brushProperty name="width" value="0.05833" units="cm"/>
      <inkml:brushProperty name="height" value="0.05833" units="cm"/>
      <inkml:brushProperty name="fitToCurve" value="1"/>
    </inkml:brush>
  </inkml:definitions>
  <inkml:trace contextRef="#ctx0" brushRef="#br0">98 126 2009 0,'-7'-10'11'0,"0"0"27"15,-1 1 19-15,1 1 19 0,-1 0 6 0,0 2-2 16,1 2 11-16,1 0 3 0,-2-2 13 0,4 2-5 16,-1 1-20-16,-1 0-4 0,3-2-14 0,0 2-8 15,-2 0-3-15,2 2-3 0,2-3-8 0,-1 3-5 16,1-3-1-16,1 4-11 0,0 0-2 0,0 0-9 16,0 0 5-16,0 0-5 0,0 0 1 15,0 0 2-15,0 0-8 0,0 0 1 0,0 0-1 0,0 0 3 16,0 0-3-16,0 0-6 0,0 0-6 15,0 0-9-15,0 0 1 0,0 0 0 0,0 9 0 16,0-9-4-16,0 0-7 0,0 7 8 0,0-1 6 16,0-6 4-16,0 8 6 0,0-4-5 0,0 5-8 15,0-1 10-15,12 3-3 0,-12-2 11 0,11 2 6 16,-2 2-11-16,0-2 15 0,-2-1-13 0,-1-1 3 16,1 2 1-16,-3-3-11 0,2 0 4 0,-3 0 0 15,2-4 6-15,-2 5 3 0,0-4-5 0,0 1-1 16,0-2-5-16,1 0-1 0,0 0 12 15,-1 1-13-15,-2 0 5 0,2 0-7 0,2 0-5 16,-1-1 9-16,-2 1 0 0,1-1 2 0,0 2 6 16,-2-2-5-16,1 1 2 0,-1 0 0 0,1-1-8 15,-2-2 6-15,0 4-2 0,0-2 3 0,0-3-1 16,0 3-3-16,0-3 1 0,0-1 0 0,0 0 4 16,0 0-3-16,0 0 4 0,0 0-1 0,0 0-2 15,0 0 14-15,0 0 9 0,0 0 13 0,0 0-4 16,0 0 2-16,0 0-14 0,0 0-15 0,0 0 11 15,0 0 4-15,0 0 12 0,0 0 10 0,0 0 6 16,0 0 1-16,0 0 8 0,14 0 6 0,-2 0-9 16,3-11-13-16,3-4-33 0,3-1-4 0,4 1-1 15,2-7-6-15,0 3 15 0,4-5-7 0,-4 2-3 16,0 1 5-16,1 1-7 0,-5 3 9 16,-2-1-3-16,-3 4-3 0,-3 3 9 0,-1 0-17 15,-2 0 3-15,-1 4 12 0,-5-1-7 0,1 4 1 16,-2-3-2-16,-1 5-10 0,-2-2-3 0,-2 1 5 15,3 2 5-15,-3 1-2 0,0 0 3 0,0 0 2 16,0 0-5-16,0 0 4 0,0 0-7 0,0 0 2 16,0 0-7-16,0 0-9 0,0 0-2 0,0 0-14 15,0 0-5-15,0 0-15 0,0 0-15 0,0 0-22 16,0 0-26-16,0 0-30 0,0 0-23 0,0 0-23 16,0 0-14-16,0 0-3 0,0 0 1 15,-8 0 8-15,-1 0-24 0,5 0-45 0,-2 0-177 16,-2 0-63-16,-3 10 74 0</inkml:trace>
  <inkml:trace contextRef="#ctx0" brushRef="#br0" timeOffset="472.18">382 52 2090 0,'0'-9'49'0,"0"9"41"0,0 0 36 15,0-9 34-15,0 9 2 0,0-7 0 0,0 7 9 16,0-6 10-16,0 6-21 0,0-6-11 0,0 6-28 15,0 0-24-15,0 0-19 0,0 0-18 0,0 0-8 16,0 0-10-16,0 0-9 0,0 0 0 16,0 0-22-16,0 0-2 0,0 0-7 0,0 0-7 15,0 0 10-15,0 0-2 0,0 0-11 0,0 0 5 16,0 0-6-16,0 0-2 0,0 0 16 0,0 0-12 16,0 0 7-16,0 6-4 0,0-6-4 0,0 0 7 15,0 0-6-15,0 3 4 0,0 0 1 0,0 4 13 16,0-2-14-16,0 1 3 0,0 0-2 0,7 4-13 15,-1 3 23-15,2 2-13 0,-2 2 6 0,3 2-1 16,0-1-2-16,0 1 12 0,0-2-16 0,3 5 8 16,-1-5 1-16,0-4-5 0,2 2 6 0,0-6 4 15,-1 1 2-15,0-6-4 0,0 1 10 0,2-3-18 16,-2-2-7-16,1 0 12 0,1 0-9 16,3 0 10-16,1-15-6 0,0 2 6 0,2 1-2 15,0-2-3-15,0 0 11 0,-1-1-13 0,-1 1 9 16,1 0 11-16,-4 2-8 0,0-2-7 0,-1 3 6 15,-4 1-12-15,1 3-2 0,0-3 1 0,-2 6 3 16,-2-4-6-16,1 5 9 0,-2-3-6 0,-3 0-15 16,0 3 3-16,2 0-32 0,-2 2-17 0,-2-2-58 15,1 3-60-15,-1 0-55 0,-1 0-59 0,0-2-14 16,0 1-2-16,0 1 20 0,0 0 33 0,0 0-70 16,0 0-148-16,0 0 46 0,-12 0 57 15</inkml:trace>
  <inkml:trace contextRef="#ctx0" brushRef="#br0" timeOffset="38340.33">893-29 2447 0,'-4'0'34'0,"-2"0"24"0,-2 0 31 16,4 0 36-16,-3 0-4 0,0 0 7 0,1 0-9 15,1 0-6-15,1 0-18 0,2 0-15 0,1 0-23 16,-1 0-22-16,2 10-11 0,-1-10-22 0,1 0 1 15,0 5 0-15,-2-5-5 0,2 0 4 0,0 0 1 16,0 0-8-16,0 6 4 0,0-6 1 16,0 0-2-16,0 0 2 0,0 0 0 0,0 0 7 15,12 0 7-15,2 0-9 0,4 0 5 0,6 0-6 16,10-12-10-16,5-1 8 0,8 0-10 0,8 0 1 16,4-2 7-16,5-2 3 0,1 2 3 0,4-2 3 15,-4 1-8-15,-1 0-6 0,-2 2 7 0,-3-1-6 16,-4 2 6-16,-3-3-2 0,-4 6-2 0,-7-1 4 15,-4 0-5-15,-4 3 3 0,-6 0-2 0,-5 2-3 16,-4 2 7-16,-4 2 5 0,-4 0 0 0,-2-1 3 16,-5 3-4-16,-2 0-5 0,-1 0-6 0,0 0-4 15,0 0-19-15,0 0-60 0,0 0-87 0,0 0-115 16,0 0-87-16,0 0-25 0,0 0-139 16,0 0-58-16,0 0 108 0</inkml:trace>
  <inkml:trace contextRef="#ctx0" brushRef="#br0" timeOffset="6427.95">2169 244 1863 0,'0'-8'26'16,"0"2"18"-16,0-2 22 0,0 5 17 0,0 3 0 15,0-5 2-15,0 0-2 0,0 3-7 0,0-2-4 16,0 2-3-16,0-1-9 0,0-1 1 16,0 3-11-16,0-1-7 0,0 2-5 0,0 0 6 15,0-1-1-15,0 1 9 0,0 0 11 0,0 0-12 16,0 0-8-16,0 0-16 0,0 0-20 0,0 0-4 16,0 11 11-16,0-4 17 0,0 4 14 0,0-4 14 15,0 5-3-15,0 0-14 0,0 3-2 0,0 3 14 16,9 0-1-16,-9 4 1 0,9 3-15 0,-9 0-10 15,9 4-8-15,-1 3 3 0,-8 1 13 0,8-1-21 16,-1 4 8-16,-1-3-10 0,0 4-6 0,0 0 4 16,0-5 1-16,-1 1 0 0,3 1 1 15,-4-3 7-15,1-2 2 0,-1 0-3 0,-1-4-3 0,-1 0-6 16,-2-5-16-16,1 0 8 0,-1-4-4 16,0-2 2-16,0-3 3 0,0-2-4 0,0-2 11 15,0-2-11-15,0-2 1 0,0 0 5 0,0-2-7 16,0 1 5-1,0-2 6-15,0 0-6 0,0 0 5 0,0 0-4 0,0 0-3 16,0 0-6-16,0 0-23 0,0 0-47 0,0-9-54 0,0 9-106 0,0-9-124 16,0 0-96-16,0-4-232 0,0-1-73 0,12 0 144 15</inkml:trace>
  <inkml:trace contextRef="#ctx0" brushRef="#br0" timeOffset="6804.49">2704 657 2949 0,'0'0'19'0,"-9"8"8"0,9-8 17 16,-7 0 20-16,7 8 7 0,-7-3 11 0,1 0 0 15,6-1-13-15,0-2-33 0,-3 0-19 0,3 2-6 16,0-3-9-16,0 3 1 0,0-3 0 15,0 4-3-15,0-4 5 0,9 0 16 0,-9 4 18 16,12-3 8-16,0 0-4 0,2 2 0 0,1-3-26 16,3 1-13-16,2-2 9 0,0 0-7 0,1 0 14 15,0 0 4-15,-1 0-2 0,-2 0-3 0,-3 0 14 16,-2 0-4-16,-4 0 21 0,-3 0 14 0,0 0-14 16,-5 0 6-16,1 0-11 0,-2 0-6 0,0 0-6 15,0 0-14-15,0 0-14 0,0 0-7 0,0 0-1 16,0 0 2-16,0 0 4 0,0 0-10 0,0 0-11 15,0 0-19-15,0 0-46 0,0 0-28 0,0 0-72 16,0 0-74-16,0 0-56 0,0 0-60 0,0 0-16 16,0-9-13-16,0 9-151 0,0-9-10 0,0 9 96 15</inkml:trace>
  <inkml:trace contextRef="#ctx0" brushRef="#br0" timeOffset="9784.44">5410 394 2609 0,'-8'-9'44'0,"-1"-1"49"16,0 2 55-16,2 1 49 0,0 1-4 0,0 1-19 0,-2 4-32 15,4 1-44-15,1 0-35 0,2 0-38 16,-1 0-18-16,2 0-22 0,-1 0-3 0,1 0 14 15,1 0-16-15,0 0 16 0,0 0 1 0,0 12-9 16,0-1 16-16,0 4-1 0,0 1 3 0,0 7 4 16,9-3-7-16,-9 2 8 0,9-1-7 0,0-1-8 15,-5-1 3-15,4-3-1 0,-8-4-2 0,6-1 7 16,-1-3 5-16,-1-4-5 0,-1 1 13 0,2-5 6 16,-4 0-9-16,2 0-3 0,-1 0-2 0,1 0 16 15,0 0 11-15,-2 0 26 0,3 0-8 16,2-11-15-16,-2-1-16 0,5 1-9 0,2 2-3 15,3-4-18-15,-1 0 13 0,1 1-19 0,1 0 16 16,0 0 0-16,0 1 0 0,1 0 5 0,-1 2-24 16,-3 2 18-16,2 1-2 0,-1 2-4 0,4 1 1 15,-5 3-10-15,5 0-6 0,-2 0 14 0,2 11 13 16,1 2-1-16,-1 3-1 16,-1 1-16-16,1 4 3 0,-2 3 2 0,0 2 2 0,-2 0 4 0,-3 1 0 15,-1 0-7-15,-3 1 4 0,-3-2 6 0,1 0-5 16,-4-2 6-16,0-1-4 0,0 1 2 0,0-3 3 15,-16-2 7-15,3-1-2 0,2-3-8 16,-1 1-2-16,0-3 1 0,-2-2-2 0,3-1 14 0,-1-2 10 16,0-5 11-16,1 0 24 0,4-2-1 15,-1 2 0-15,2-3 4 0,-1 0-16 0,2 0-1 16,1 0-6-16,0-14-16 0,-2 1-4 0,3 3-10 16,2-3-12-16,-2 2-7 0,3-3-13 0,0 0-3 15,0-1-8-15,0-1-22 0,17-1-9 0,-1 0-17 16,1-1-14-16,-2 2-23 0,3-1-49 0,4 1-48 15,2-1-66-15,-4 2-42 0,1-2-13 0,2 3-34 16,1 0-123-16,0 3-122 0,-1 1 85 0</inkml:trace>
  <inkml:trace contextRef="#ctx0" brushRef="#br0" timeOffset="10076.73">6121 607 2722 0,'-2'0'41'0,"-1"0"20"0,0 0 30 16,3 0 37-16,0 0-6 0,0 0 7 15,0 0-10-15,0 0-27 0,0 0-36 0,0 0-25 0,0 0-22 16,0 0-12-16,0 0 1 0,0 0 0 15,14 0 4-15,-4 0 3 0,3 0-5 0,-3 0-2 16,5 0-5-16,2 0-35 0,0 0-33 0,-2 0-48 16,3 0-57-16,0-10-30 0,1 5-37 0,-1 5-21 15,-3-6 23-15,0 1-22 0,-1 5-89 0,-5 0-114 16,2 0 0-16,-5 0 87 0</inkml:trace>
  <inkml:trace contextRef="#ctx0" brushRef="#br0" timeOffset="10231.48">6192 773 1779 0,'-8'7'31'0,"5"-5"23"0,3-1 12 16,0 3 7-16,0-2-34 0,0-2-11 0,0 0-6 15,0 0-1-15,0 0 2 0,0 0-12 0,14 0-8 16,3-13-5-16,-4 13-4 0,4-10-23 0,6 3-41 16,-3 7-80-16,2-7-162 0,0-1-195 0,1 8 43 15,-2-5 75-15</inkml:trace>
  <inkml:trace contextRef="#ctx0" brushRef="#br0" timeOffset="10540.76">6690 471 3107 0,'-3'-9'57'16,"0"3"45"-16,3 3 29 0,0 1 19 0,0 2-48 16,-6 0-44-16,6 0-35 0,0 0-19 0,0 0-18 15,0 9 4-15,0 2 6 0,0-1 11 0,0 5 8 16,0 3-1-16,0 0-2 0,12 5-10 0,-12 0-4 16,9 2-2-16,2 1 13 0,-5-1-5 0,2 1 12 15,-2 0-8-15,0-4-11 0,-2-1 2 0,2-4 6 16,-1 0-1-16,0-1 1 0,-1-1-11 15,-1-3-62-15,2-2-58 0,-2-2-88 0,-2-1-95 16,2-4-64-16,-3-2-112 0,2 3-246 0,1-4 102 16,0 0 114-16</inkml:trace>
  <inkml:trace contextRef="#ctx0" brushRef="#br0" timeOffset="8485.09">4279 575 2302 0,'0'-9'47'0,"0"2"26"0,0-3 29 0,9 5 40 15,-9 1-15-15,0-1 11 0,0 2 7 16,0 0-19-16,0 3-22 0,0 0-32 0,0 0-33 15,0 0-31-15,0 0-20 0,0 0-11 0,0 13-1 16,0-5 25-16,0 3 26 0,0 3 3 0,0 1 8 16,12 2-15-16,-12 1-12 0,10 3 4 0,0 2-6 15,-10 2 13-15,10-2-5 0,-2 3 7 0,-2-3-6 16,0 4-9-16,-2-5 5 0,1 1-5 0,1 1-3 16,-1-5 3-16,-2 5 1 0,1-6 3 0,-1 0 6 15,0-3-5-15,0-1-3 0,0-2 0 0,0-3 7 16,-1 0 12-16,-1-3 10 0,1-2 10 15,-2 1 17-15,0-4 4 0,0 1 17 0,0-2 28 16,0 0 25-16,0 0 71 0,0 0 70 0,0 0 71 16,0 0 3-16,0 0-29 0,0 0-67 0,0-12-106 15,0 4-54-15,0-2-64 0,0-4-32 0,0 1-10 16,0-4-3-16,-11-4 9 0,11-3-10 0,-10-3-2 16,1-4-3-16,-1 0 7 0,1 1 2 0,0-6 5 15,3 3 6-15,-3 0-14 0,1 1-3 0,2-1 8 16,2 1 5-16,-4 4-3 0,4 0 5 0,-1 2-2 15,2 2-16-15,0 4 0 0,3 1 10 0,0 3-16 16,0-2 9-16,0 4 7 0,0 4-19 0,0-1 15 16,9 4-13-16,0 1 2 0,0 0 3 0,1-2-7 15,0 2-4-15,1 1-15 0,2 2 0 0,1 0-11 16,1 1 19-16,0 2 6 0,1 0 3 16,0 0 8-16,0 0-16 0,0 11 2 0,-2-2 4 15,1 4 9-15,-1-6 2 0,-1 3 0 0,-3-1-10 16,-1 4 6-16,-3 0 2 0,1 1 2 0,-4-3 15 15,0 3-8-15,-3-3 7 0,0 3 6 0,0-3 6 16,0 3 3-16,0-2 7 0,-15 2 5 0,0 0-17 16,-2 0-4-16,-2 3-7 0,-3-2-35 0,-2-2-17 15,-2 0-57-15,0-2-90 0,1-3-36 0,-1-2-36 16,1 1 5-16,6-4 45 0,-3-2 0 16,6 2-47-16,1-3-80 0,2 0-96 0,1 0-88 15,5 0-213-15,1 0 58 0,1 0 143 0</inkml:trace>
  <inkml:trace contextRef="#ctx0" brushRef="#br0" timeOffset="9124.48">4962 207 2213 0,'0'-13'37'0,"0"4"33"0,0-2 42 0,0 3 47 0,0 2 19 16,0 0 11-16,0 1-6 0,0 2-20 0,0 3-51 15,0 0-40-15,0 0-45 0,0 0-29 0,0 0-8 16,-6 11-11-16,6 3 22 0,-8 0 8 15,2 8 22-15,0 3 22 0,-1 10-18 0,-4 6 0 16,2 6-22-16,-3 4-8 0,-2 5 11 0,0 3-3 16,4-2-5-16,-2-3-3 0,2 1-7 0,4-3-3 15,-1-4 11-15,5-1-4 0,-1-4 1 0,3-3 1 16,0-3 1-16,0-3 2 0,0-1-4 0,0-5-31 16,14-2-49-16,0-4-33 0,-2-2-50 0,1-1-35 15,3-6-38-15,0-2-59 0,4-3-78 0,1-5-257 16,4-1 4-16,-3-2 88 0</inkml:trace>
  <inkml:trace contextRef="#ctx0" brushRef="#br0" timeOffset="11660.37">7782 600 3000 0,'2'-8'26'0,"1"3"8"0,-3 1 13 15,3-1 23-15,0 1-7 0,3-2 24 0,-2 2-4 16,6 1-19-16,0 1-22 0,-1-2-33 0,5-1-5 16,3 4-6-16,-2 1 0 0,3 0-7 0,-1 0-2 15,1 0 1-15,-1 0-2 0,2 0 11 0,-2 12 4 16,3 2-3-16,-3-2 1 0,-4 1 5 0,4 1 27 15,-5 3 6-15,-1 2 8 0,-2-1-6 0,-2 1-30 16,0 1-11-16,-4 3-5 0,-3-1-4 0,0-3 12 16,0 0-3-16,0 0 0 0,0-1 4 0,-14-1-17 15,5-2 19-15,-5 1-1 0,2-1 0 16,-2 0 1-16,1-3-7 0,-4-1 5 0,2-2-15 16,-2 0 3-16,3-1-3 0,-2 2 6 0,2-7 12 15,2 1 7-15,1-1 1 0,2-3-11 0,2 0 1 16,3 0-14-16,-2 0 1 0,6 0 0 0,-4 0-10 15,2-10 8-15,2-3 1 0,0 3 7 0,0-3-1 16,0 1 5-16,0-4-6 0,16-3-6 0,-3 1 8 16,4-1-7-16,0-2 6 0,-2-3 3 0,6 1 0 15,-4-1 0-15,6-3 3 0,-1-2 5 0,1 1-8 16,-3 2 1-16,0-5-4 0,2 1-1 0,-2-1 10 16,0 2 11-16,-3 3 16 0,-4-2 21 0,1 4 13 15,-2 2 26-15,-1 6-5 0,-5 1-14 16,1 5 9-16,-7 3-20 0,0 3 6 0,0 4-1 15,0 0-30-15,0 0-12 0,0 0-25 0,0 0-10 16,0 0 3-16,-10 11-6 0,10 2 0 0,-9-4 14 16,1 5-6-16,-1 0-8 0,1 3 11 0,-1-2-11 15,2 7 5-15,1-3 6 0,-4 0-1 0,6 2 3 16,1-3-6-16,0 2 7 0,0-1-3 0,3 0 3 16,0-1 7-16,0-3-6 0,0 1-9 0,0 0-24 15,13-4-23-15,0 0 9 0,0 1-3 0,1-1 4 16,0-4-19-16,4 0-26 0,-2-2-35 0,4-1-51 15,0-3-20-15,0-2-66 0,-1 0-64 0,1 0-66 16,-2 0-263-16,5-10-28 0,-8-1 108 16</inkml:trace>
  <inkml:trace contextRef="#ctx0" brushRef="#br0" timeOffset="11921.19">8671-55 2941 0,'0'0'29'0,"0"0"35"16,0 0 39-16,0 9 38 0,16 4 2 0,4 0 14 15,3 5-21-15,0 2-23 0,1 5-25 0,2 3-37 16,1 7-5-16,-4 3-9 0,0 3 12 0,-4 5 3 16,1 6 0-16,-6-1-1 0,-2 5-10 15,-1 1-7-15,-5 1-7 0,-3 1-13 0,-3-1-5 16,0-1-4-16,0-3-7 0,-16 0 19 0,0-3-10 15,-4 1-13-15,-4-3-23 0,-5-4-42 0,-5-1-36 16,1-2-83-16,-6-4-141 0,-10-3-155 0,2-5-211 16,-6-4-205-16,-2-3 164 0</inkml:trace>
  <inkml:trace contextRef="#ctx0" brushRef="#br0" timeOffset="11013.15">7351 329 2202 0,'-8'-8'44'0,"5"-1"39"0,-3-2 37 0,0 3 52 16,3 1-4-16,0 4 25 0,1-4 5 0,2 5-10 16,0 2-19-16,0 0-42 0,0 0-39 0,0 0-27 15,0 0-7-15,0 0-26 0,0 0-8 0,0 0-15 16,0 0-10-16,0 11 9 0,0-1 11 16,0-1 11-16,0 0 21 0,0 6 1 0,0 1 8 15,14 6 3-15,-5 2-21 0,-9 6-1 0,11 3-11 16,-11 4-8-16,11 2 6 0,-2 4 0 0,-5-1 3 15,-4 4 10-15,5-2 5 0,-5-3-5 0,4 1 3 16,-1-3-9-16,0 1-13 0,0-4 8 0,-1-1-21 16,-1-2-7-16,-1-3 0 0,3-2-10 0,-3-3 15 15,2-3 2-15,1-4-9 0,0 0 15 0,0-4-8 16,-3-3 1-16,3-2 10 0,-1-1-13 0,1-4-5 16,-3-3-12-16,0 1-31 0,0 0-18 15,3-2-23-15,-3 0-16 0,0 0-13 0,0 0-20 0,0 0-41 16,0 0-99-16,0 0-160 0,0-9-228 15,0-1-217-15,0 1 125 0</inkml:trace>
  <inkml:trace contextRef="#ctx0" brushRef="#br0" timeOffset="36752.68">828 668 2035 0,'3'-8'27'0,"-1"2"26"0,-1 0 25 16,2 0 33-16,-3 1-2 0,2 0 9 0,-2 2 7 15,0 0-11-15,0 3-3 0,0-1-29 0,0 1-33 16,0 0-30-16,0 0-20 0,0 0-4 0,0 12 13 16,0 1 14-16,0 0 1 0,10 2 5 0,-10 3-10 15,15 5-5-15,-1 2 0 0,-3 4-6 0,2-1-5 16,0 6 3-16,0-6-5 0,-2 4-1 0,3-4 3 16,-4 2-8-16,2-5 8 0,-1-1 0 0,-2-4 7 15,0-1 1-15,-1 0-7 0,-1-5-2 16,1-4 1-16,-3-1 11 0,-1-1-5 0,1-3 23 15,-2-3 20-15,-2-2 21 0,1 0 31 0,-1 0 7 16,-1 0-3-16,0 0-5 0,0 0-23 16,0 0-22-16,0 0-29 15,0 0-25-15,0-11 6 0,-10 11 0 0,10-11 0 0,-11 0-6 0,2 3-12 0,0 1 0 16,0 0 4-16,-2 1 5 0,2 0-3 0,0 2 2 16,-2 2-3-16,4 2 3 0,-3 0 1 0,0 0-8 15,1 0 8-15,0 0 0 0,-4 0 2 16,3 12 0-16,-4 1-4 0,4 1-5 0,-3-2 0 0,4 2 5 15,0-2-3-15,3 1 3 0,2 2 1 0,0-2 2 16,1-4-3-16,2 2 0 0,1 0-2 0,0-1-8 16,0-5 9-16,0 4 3 0,0-6 6 0,9 2 1 15,-9-3-1-15,14-2 5 0,-4 0-14 16,2 0 8-16,4 0 2 0,2 0-11 16,3-13-5-16,5 2-20 0,3-4-39 0,0-2-50 0,3 0-53 15,-1 0-66-15,0-5-49 0,-4 2-32 0,4-3-31 16,-4 1-114-16,0 0-171 0,1 3 86 0</inkml:trace>
  <inkml:trace contextRef="#ctx0" brushRef="#br0" timeOffset="37127.92">1347 941 2557 0,'-10'7'7'0,"-2"-1"15"16,3-4 27-16,-1 3 10 0,1-2 14 0,2-3 0 15,1 3-16-15,6 0 4 0,0-3-17 0,0 0-9 16,0 0-5-16,0 0-13 0,0 0 1 0,0 0-10 16,13 0-2-16,1-14 0 0,0 2-5 0,1 1 23 15,0-2 19-15,0 1 35 0,-1-1 36 0,-2-1 11 16,-3 4 0-16,-1-3-25 0,-4-1-13 16,-4 5-13-16,0-1-6 0,0 0 2 15,0 2-19-15,0 2-16 0,0 3-16 0,0 0-17 0,0 3-11 16,0 0 1-16,-9 0-5 0,0 0 10 0,-2 14 6 15,1 2-7-15,-4 0 3 0,-1 5-7 0,-3 2 1 16,1 4 5-16,0 0-6 0,1 1 12 0,2 3-8 16,3-5 6-16,5 3-1 0,6-2-11 0,0-6 6 15,0 3 5-15,0-4-1 0,14-1 8 0,0-1-1 16,2-6-25-16,1-3-14 0,1-2-2 0,3-3-29 16,2 0-3-16,3-4-19 0,3 0-67 0,1 0-59 15,-1-15-70-15,0 2-50 0,-2-1-44 0,1 2-85 16,-4-3-177-16,-3 4 68 0,-4-2 110 0</inkml:trace>
  <inkml:trace contextRef="#ctx0" brushRef="#br0" timeOffset="36188.38">-51 982 2269 0,'0'0'9'0,"0"0"1"16,0 0 1-16,0 6 3 0,3-6-10 0,-3 0-1 15,0 0-6-15,0 0 1 0,1 0 2 0,-1 0 6 16,3 0 2-16,3 0 3 0,2 0-3 0,3 0-7 16,4 0 7-16,6 0-5 0,3 0-5 0,7 0 1 15,1-14-3-15,3 4 3 0,1-3 3 0,2 3-2 16,-2-3 1-16,-1 2-1 0,-1 2 3 0,-4 0-2 15,-1 0 0-15,-3 2 0 0,-3 1-7 0,-4 1 2 16,-3 1-14-16,-4 2-28 0,-2-1-22 0,-2-1-36 16,-2 4-35-16,-1-1-35 0,-1 1-97 15,-1 0-171-15,2-3 10 0,-2 3 60 0</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2:48.812"/>
    </inkml:context>
    <inkml:brush xml:id="br0">
      <inkml:brushProperty name="width" value="0.05833" units="cm"/>
      <inkml:brushProperty name="height" value="0.05833" units="cm"/>
      <inkml:brushProperty name="fitToCurve" value="1"/>
    </inkml:brush>
  </inkml:definitions>
  <inkml:trace contextRef="#ctx0" brushRef="#br0">36 0 1625 0,'0'0'8'0,"0"0"8"16,0 0 8-16,0 0 4 0,0 0-9 0,0 0 1 15,0 0-12-15,0 0-4 0,0 0 1 0,0 0-4 16,0 0 1-16,0 0 2 0,0 0 8 0,0 0 3 16,0 0 6-16,0 0 12 0,0 0 1 0,0 0-6 15,0 0 3-15,0 0-8 0,0 0-4 0,0 0 2 16,0 0-9-16,-12 0 3 0,12 0 2 0,0 0-7 16,0 0 1-16,-9 0-9 0,9 0-5 0,0 0 11 15,-8 0-11-15,8 0 4 0,0 0-3 0,0 0-8 16,-4 0 10-16,4 0 0 0,0 0 4 0,0 0-1 15,-3 0 0-15,3 0-6 0,0 0-3 0,0 0 3 16,0 0 3-16,0 0-4 0,0 0 2 16,0 0-19-16,0 0-26 0,0 0-30 0,0 0-43 15,0 0-31-15,0 0-33 0,0 0-70 0,0 0-66 16,0 0-22-16,0 0 55 0</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3:29.568"/>
    </inkml:context>
    <inkml:brush xml:id="br0">
      <inkml:brushProperty name="width" value="0.05833" units="cm"/>
      <inkml:brushProperty name="height" value="0.05833" units="cm"/>
      <inkml:brushProperty name="fitToCurve" value="1"/>
    </inkml:brush>
  </inkml:definitions>
  <inkml:trace contextRef="#ctx0" brushRef="#br0">858 1322 2247 0,'-5'0'12'0,"2"0"14"0,0 0 11 16,0 0 9-16,0 0-1 0,2 0-2 0,-2 0-1 16,3 0-3-16,-2 0 1 0,1 0-17 0,-1 0-6 15,1 0-14-15,1 0-15 0,0 0 9 0,0 0-8 16,0 0 4-16,0 0 0 0,0 0 1 16,0 0 4-16,0 10 4 0,10-6 6 0,-1 2 2 15,4 1 29-15,-1-1 16 0,4 1 5 0,6 3-3 16,0-1-28-16,6-2-14 0,2-1-4 0,2 0-9 15,1-1-2-15,2-1-3 0,2-3 3 0,1 4 3 16,0-4 2-16,1 3 1 0,2-2-3 0,-1 3 6 16,2 2-1-16,2-4-2 0,3 2 2 0,2-1-8 15,3-2 0-15,-2 2 6 0,4-1-3 0,1-3 0 16,1 3 0-16,0-3-3 0,2 0-1 0,0 0 4 16,1 0 2-16,2 0 0 0,3-16 0 15,2 3-5-15,3 0-3 0,2-2 0 0,1 2 0 0,4-2 8 16,-2 3-3-16,3-3 3 0,1 2-3 15,-2 1-3-15,-3-2 1 0,-2 3-6 0,-3 0 3 16,-1 0 0-16,-5 0-2 0,-2 4 5 0,-3-3 3 16,-2 3-3-16,-2-2 5 0,-3 1-3 0,2 1 3 15,-2 3 0-15,-1-4 0 0,2 3-3 0,1-4-5 16,0 2 6-16,1 0-4 0,0-2-1 0,0 0-4 16,2-2 3-16,-2 0 3 0,0-3 7 0,-1 3 0 15,-1-3-4-15,1 1-1 0,-2-2-10 0,-1 3 5 16,-2 1 3-16,0-3 0 0,-3 2 6 0,0 1-6 15,0-3-5-15,-3 4 0 0,2-1 0 0,-2 0 3 16,0-2-1-16,1 4 3 0,1 1-10 16,-1-1 3-16,-1-2 2 0,0 5-5 0,0-3 10 15,-1 1-2-15,-4-1 2 0,-1 0 3 0,-3-1-3 16,0 3 2-16,-6 0-4 0,-5-1 5 0,0-1 4 16,-6-2-2-16,-1 3 9 0,0-1 4 0,-4 1 12 15,-2-1 24-15,1-2 5 0,-4-2-2 0,1 2-7 16,-2-2-13-16,-1-2-10 0,-3-2 0 0,0 0 3 15,0 0 9-15,0-3-12 0,0 3-2 0,0-4-16 16,0 3-16-16,-10-4 9 0,10 3-8 0,-13-2 13 16,3 1-8-16,-4-4-2 0,-1 2 0 0,-5 0-14 15,-1-3 6-15,-6 0-2 0,-5 0 6 16,-6 1-1-16,-2-1 1 0,-4 3 6 0,0 2-3 0,-4 1 7 16,-1-1 2-16,-3 1-6 0,-1 4 3 15,-2 0-6-15,1-1 12 0,1 1 7 0,-5-1-6 16,0 2 19-16,1-1-11 0,-4 1-1 0,-3 2 3 15,3 1-14-15,-3-2 10 0,-1 4 10 0,-3-1 9 16,1 2 2-16,-1 1-17 0,1 0-11 0,0 1-8 16,-1 2-5-16,1 3 2 0,0-2 4 0,2 3-2 15,-2-3-4-15,3 3 10 0,-1 0-12 0,3 0 3 16,-1 0 4-16,1 0-5 0,-2 0 9 0,3 11-3 16,2-11-1-16,-2 9 0 0,2 0 0 0,-1 0-2 15,-3-1 0-15,2 2 0 0,2 1 4 16,-1 2-2-16,-3 0 6 0,3 0-8 0,-1 4-4 15,0-2 4-15,-1 0 7 0,1-1 9 0,0-2-8 16,-3 4-2-16,4-3-2 0,-4 2-3 16,0-2 3-16,3 2-5 0,2 0 6 0,0 2-7 0,1-2 4 15,4 2 9-15,0 1-9 0,3 0 2 0,2-2-2 16,-1 0-7-16,3 0 3 0,0 0 4 0,3-1 4 16,0-1 7-16,1 1-11 0,2-1 3 0,3 3-3 15,-3-3 2-15,2 0-4 0,-1 2-2 16,2 1 4-16,0-4-7 0,0 2 9 15,0 1-4-15,-1-2 2 0,1 4 2 0,0-5-1 0,-1 4-4 0,1-1-2 16,-2 0 6-16,2 0-1 0,0 0 4 0,2 1-9 16,1-2-2-16,1-1 7 0,4 1 1 15,1-2 8-15,2 3-7 0,3-4-2 0,-1 1-7 16,2-1 0-16,5 0 3 0,-3-1-1 0,4 0 5 16,1-3 1-16,2 2-2 0,3 0 1 0,1-1-7 15,2 1 1-15,-1-1-3 0,1-1 2 0,4 1 7 16,-2 2-4-16,1-2 13 0,1 2-14 0,1-2 7 15,1 2-10-15,-1 0-1 0,3 3 7 0,0 1 4 16,0-1 5-16,0 2-9 0,0 2 3 0,0 2 3 16,0 0-1-16,14 0 8 0,-2 1 4 0,0 0 19 15,3 2 24-15,3 1 8 0,5-6-11 0,1 2-18 16,5-1-6-16,6-1-4 0,3 1 10 16,6-3-3-16,6-6-12 0,3 1-9 0,5-3 1 15,6 0-23-15,3-5 2 0,3 1 0 0,0-4 4 16,2 0 21-16,1 0-11 0,2 0-2 0,-1 0-20 15,1 0 7-15,-1 0 8 0,-1-14 1 0,-2 14 20 16,-1-11-23-16,-2 2-4 0,-4 1-3 0,-1 4-21 16,-6-4-28-16,-4 2-52 0,-2-2-51 0,-3 4-63 15,-1-3-56-15,-4 3-30 0,-5-2-37 0,-2-1-60 16,1 4-212-16,-4 2 42 0,-3-2 95 0</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3:33.647"/>
    </inkml:context>
    <inkml:brush xml:id="br0">
      <inkml:brushProperty name="width" value="0.05833" units="cm"/>
      <inkml:brushProperty name="height" value="0.05833" units="cm"/>
      <inkml:brushProperty name="fitToCurve" value="1"/>
    </inkml:brush>
  </inkml:definitions>
  <inkml:trace contextRef="#ctx0" brushRef="#br0">1846 974 2603 0,'-7'0'25'0,"-4"0"12"0,2 0 14 0,1 0 19 15,-1 0-25-15,2 0-18 0,-1 0-12 0,3 0-21 16,4 0 0-16,1 0 9 0,0 0-9 0,0 0 18 16,15 0 3-16,-1 0-9 0,3-5 13 0,2 5-19 15,4-6-3-15,0 2-3 0,3 1 2 0,2-4 7 16,0 4 0-16,2-2 9 0,2 1-6 0,2-2-6 16,2 1-3-16,2-2 2 0,1-3-2 15,5 1 3-15,2 0 0 0,0-2-6 0,2-3 5 0,2 2 6 16,0 1 1-16,4-2 2 0,-1 1-9 15,3 1-5-15,0-2 6 0,5 3 0 0,-2-1 0 16,3 3 8-16,-1-4-5 0,0 1-1 0,1-1 7 16,-1 1-10-16,-2 1 4 0,-1-2-6 0,0 1 0 15,-4-3 3-15,-2 4-9 0,-2-1 14 0,-1-2-5 16,-1 1-4-16,-4 0 12 0,-3-1-3 0,-1 2-2 16,-2-1 5-16,-5-2-3 0,-3 3-10 0,-1 1 13 15,-6 3 6-15,0-4 41 0,-6 5 34 0,-7 0 17 16,2-3 12-16,-4 2-31 0,-4-1-29 15,0 1-15-15,-4-3 0 0,0 1-2 0,0-2 5 0,0-2-3 16,0-2-22-16,-13 3-4 0,3-4-2 0,-1 1 6 16,2 1-6-16,-3-3 1 0,1 2-3 15,-2-1-24-15,-1-1 16 0,-1 1-5 0,-1-2-2 16,1 0 13-16,-1 0-17 0,0 2 0 0,0-3 15 16,-1 7-7-16,0-4 15 0,-1 2-12 0,1 0-8 15,1 2 16-15,0 1-14 0,0 2 15 0,-2-3-15 16,1 2-7-16,0 3 0 0,-3-1 4 0,2 0-2 15,-3 3 3-15,-2-1 0 0,-1 1-4 0,-2 3 7 16,-1-2-6-16,-2 1 2 0,-2 2 0 0,1-2-1 16,-5 1-2-16,2 0 13 0,-1-1 3 0,-1 3 3 15,-1-1-10-15,-2-1-3 0,0 2-8 0,-1 0 4 16,-2 0 8-16,1 0-1 0,-1 0 2 16,2 0 0-16,1 0-4 0,-3 0-9 0,1 0 4 15,-1 0 4-15,2 0 0 0,-2 0 11 0,0 8-5 16,1-8-14-16,-1 0 4 0,0 0 5 0,0 6-7 15,2-6 4-15,-1 0 3 0,-1 0-7 0,3 0 14 16,-3 0 6-16,2 0-13 0,-2 0 4 0,0 0-4 16,0 0-3-16,-3 0 10 0,1 0-9 0,-1-6-6 15,1 6 12-15,1-6 5 0,1 1-2 0,-3 1 0 16,4 1 2-16,-1-1-10 0,5 3 1 0,1-2 8 16,2 1-17-16,-1 1 15 0,4 0-2 15,3 1-18-15,-1 0 10 0,2 0-5 0,2 0 11 0,-2 0 4 16,0 0 1-16,2 0-14 0,1 0 7 15,1 7 4-15,-1-7 1 0,0 10 2 16,3-3-7-16,1-1 0 0,0 0 4 16,1 1-3-16,-2-3-3 0,2 2 2 0,-2 1 1 0,2-5 3 0,0 3 1 15,-2-1-4-15,2-3-2 0,-2-1 4 0,0 0-6 16,2 0 17-16,-2 0-4 0,1 0 8 0,1 0 9 16,-2 0-11-16,2 0-10 0,-1 0-8 0,0-10 3 15,0 10-6-15,0-9 8 0,-1 9 4 0,2-6-10 16,-2 2 7-16,2 4 2 0,-1-7-9 15,3 7 2-15,-2-1-1 0,1-4 0 0,0 5-3 0,2 0 7 16,-2 0-7-16,-1 0 2 0,1 0 10 16,1 0-16-16,0 0 13 0,0 0-1 0,1 9-6 15,-2-9 9-15,2 8-11 0,-2-8-5 0,3 9 8 16,-1-4 2-16,0-5 1 0,0 5 2 0,-1 0-9 16,1 0 12-16,0-1-3 15,0 0-5-15,0 0 11 0,1-3-20 0,2 4-3 0,1 0 12 0,2-4-3 16,0 0 6-16,0 6 10 0,3-5-14 0,0 2 5 15,1 0 2-15,-1-1-3 0,0 2 1 0,-1-4-5 16,-1 4-3-16,0-1 8 0,1 1-4 0,-1-1 9 16,1-2 0-16,-1 2-14 0,2-1 12 0,0-2-8 15,0 3 0-15,0-1 2 0,0-2 6 16,-1 1-2-16,3-1 1 0,-1-1 7 0,-1 3-5 16,2-3-3-16,-1 4 0 0,2-4-9 0,0 1 2 15,2 0 11-15,-1-1-7 0,-1 0 8 0,2 0-10 16,-1 1-7-16,-1-1 11 0,3 0-9 0,-3 0 9 15,1 0-2-15,2 0-5 0,-1 3 15 0,-1-3-16 16,2 0 3-16,-1 0 5 0,-1 0-4 0,2 1 1 16,-3-1-6-16,3 0 4 0,-1 0-1 0,-2 2 4 15,3-2 17-15,-2 0-12 0,1 1-9 0,1 2 7 16,0-3-18-16,-2 0 6 0,1 0 1 0,1 0 5 16,-3 2 10-16,1-2-11 0,-1 2 8 0,2-1 6 15,-4 0-6-15,2 1-7 0,-2 3-1 0,2-2-13 16,0 2 11-16,-1-2 18 0,1 0 1 15,-3 2-13-15,3 0 1 0,0 0-11 0,0-2 0 16,1 0 18-16,-1 0-17 0,3 1 14 0,-3 0-5 16,3-1-3-16,0 1 9 0,0 0-13 0,0 2-4 15,0 0 11-15,0 0 4 0,0 4 8 0,14-1 1 16,-5 0-3-16,0 2-7 0,0 2 2 0,0-1 4 16,2-1-11-16,-1 3 17 0,-1-2-8 0,2 1-3 15,-2-2 12-15,3 2-17 0,0 0-3 0,1-2 6 16,-1 2-4-16,1 1 5 0,1-3-1 0,1 0 5 15,1 0-4-15,2 0-7 0,0 0 16 0,3 0-5 16,5-2-5-16,1 2-1 0,4-1-5 16,1 0-1-16,1 2 3 0,0-1 4 0,4 0 2 15,-2-3-5-15,-3 3 1 0,0 0 1 0,1-3-2 16,-1 2 14-16,0-2-7 0,3 1 9 0,1-1-15 16,2-1-6-16,3 1 12 0,3-1-6 0,2-3 14 15,4-2-6-15,2-2-6 0,4 0-9 0,3 0 3 16,3 0 2-16,2 0-2 0,4-11 12 0,1 1-11 15,4-1 0-15,-2 2 7 0,-1-3-11 0,-2 1 11 16,1 0-2-16,-6 0-6 0,-5 2 10 0,-3 1-8 16,-5-1 2-16,-6 4-2 0,-5 1-4 0,-2-2 2 15,-5 4 0-15,-3 2 6 0,-4 0 0 0,-5 0 1 16,0 0 0-16,-3 0-2 0,-5 0 0 16,-3 0-8-16,-2 0 9 0,-1 0-2 0,-1 0 0 15,-2 0 20-15,0 0-26 0,-3 0 2 0,0 0 4 16,0 0-15-16,0 0 18 0,0 0 9 0,0 0-18 15,0 0-1-15,0 0 7 0,0 0-11 0,0 0 17 16,0 0 0-16,0 0 0 0,0 0-5 0,0 0-8 16,0 0 14-16,0 0-21 0,0 0 14 0,0 0-3 15,0 0-3-15,0 0 13 0,0 0-4 0,0 0 10 16,0 0-9-16,0 0-5 0,0 0 2 0,0 0-9 16,0 0 6-1,0 0 3-15,0 0 3 16,0 0-7-16,0 0-2 0,0 0-6 0,0 0-10 0,0 0-4 0,0 0-19 0,0 0-27 0,0 0-44 15,0 0-44-15,0 0-58 0,0 0-58 0,0 0-65 16,0 0-61-16,0 0-194 0,0 0-65 0,0 0 112 16</inkml:trace>
  <inkml:trace contextRef="#ctx0" brushRef="#br0" timeOffset="628.6">1781 711 2477 0,'0'5'-1'0,"0"-5"0"0,0 0-3 0,0 0-2 0,0 0 2 16,0 0 1-16,8 4 2 0,-8-4 2 0,10 0-1 15,1 0 0-15,1 0 0 0,-1 0-1 0,5 0 0 16,1 5 6-16,3-5 8 0,1 4 9 15,5 0-8-15,3-3 1 0,3 2-1 0,3 4-10 16,4-3 10-16,7 4-9 0,2-3-5 0,5 4 1 16,5-3 4-16,4-1-8 0,4-1 3 0,0 1-2 15,3-1-7-15,1-4 13 0,-4 0-5 0,1 0 1 16,-3 0 5-16,-6 0-4 0,-4 0-3 0,-3 0 6 16,-6-10-2-16,-7 2-10 0,-3 8 18 0,-6-11-15 15,-6 3 3-15,-4 2 12 0,-2 6-10 0,-5-7 13 16,-3 0-4-16,-3 7-4 0,-1-4 2 0,-4 1-7 15,1 3-9-15,-2 0-40 0,0-3-37 16,0 3-55-16,0 0-81 0,0 0-171 0,0 0-176 0,0 0 59 16</inkml:trace>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3:45.644"/>
    </inkml:context>
    <inkml:brush xml:id="br0">
      <inkml:brushProperty name="width" value="0.05833" units="cm"/>
      <inkml:brushProperty name="height" value="0.05833" units="cm"/>
      <inkml:brushProperty name="fitToCurve" value="1"/>
    </inkml:brush>
  </inkml:definitions>
  <inkml:trace contextRef="#ctx0" brushRef="#br0">214 478 2107 0,'0'-5'9'0,"0"1"11"0,0 1 19 0,0 0 26 16,-12 0 8-16,1-1 5 0,-1 3 3 0,0-2-7 16,1 1 4-16,1-1-1 0,-1 0-4 0,1 2-4 15,-1-3 4-15,0 1 11 0,2 1 3 0,0-2 9 16,-2 2-4-16,4 0-2 0,-2-1-9 0,1 1-5 16,1 0-13-16,-1 1 6 0,3 0-17 0,-1 0-10 15,2 1-2-15,-1 0-24 0,1-1-1 0,2 1-3 16,-1 0-10-16,0 0-5 0,2 0 3 0,-1 0-5 15,2 0-1-15,0 0 7 0,0 0 1 0,0 0-4 16,0 0 15-16,0 0-16 0,0 0 6 16,0 0-14-16,0 0-3 0,0 0 15 0,0 0-20 0,0 0 24 15,0 0-15-15,0 0-5 0,8 0 15 16,-8 0-8-16,7 0 12 0,1 0 0 0,-1 0-4 16,4 0 5-16,0 0-8 0,4 0 3 0,3 0-4 15,0 0-6-15,2 0 11 0,3 0-11 0,-2 0 8 16,8 0 2-16,1 0 0 0,4-11 3 0,2 2-4 15,7 1 1-15,7 2-4 0,3-4 4 0,5 0 6 16,5 0-1-16,6 0-8 0,2 0 3 0,4 2 2 16,1-1-5-16,3 0 10 0,1 0-5 15,2 1-4-15,0-3 0 0,2 3-2 0,2-2-5 0,-1-1-6 16,2-2 9-16,1 4-8 0,0-3-17 0,-2-1 11 16,1-2-9-16,0 1 3 0,-2 0 19 15,-5 0-2-15,-1-1 2 0,-4 0-6 0,-6 2 15 16,0 0-2-16,-9 1-5 0,0 1 7 0,-6 0-9 15,-5 0-5-15,-3 3 8 0,-5 1 11 0,-5-1-9 16,-4 2 4-16,-5 1 10 0,-4 2-15 0,-5-1 10 16,-4 2-7-16,-5 2 5 0,-3 0-1 0,-1 0 8 15,-5 0 7-15,1 0-12 0,-1 0 0 0,0 0-5 16,0 0-2-16,0 0-2 0,0 0 7 0,0 0-5 16,-12 0-7-16,3 0 7 0,-2 0-17 0,1 0-4 15,-1 0-8-15,-3 0-29 0,2 0-24 0,-1 0-33 16,-3 0-29-16,0 0-37 0,-1 8-13 15,0-8-27-15,-1 0-26 0,3 10-37 0,-3-10-121 16,-1 0-124-16,1 10 52 0,-2-4 95 0</inkml:trace>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3:46.354"/>
    </inkml:context>
    <inkml:brush xml:id="br0">
      <inkml:brushProperty name="width" value="0.05833" units="cm"/>
      <inkml:brushProperty name="height" value="0.05833" units="cm"/>
      <inkml:brushProperty name="fitToCurve" value="1"/>
    </inkml:brush>
  </inkml:definitions>
  <inkml:trace contextRef="#ctx0" brushRef="#br0">-6 65 2047 0,'-2'0'22'16,"-1"0"29"-16,3 0 27 0,0 0 25 0,0 0 3 16,0 0-9-16,0 0 1 0,0 0-7 0,0 0-8 15,0 0 5-15,0 0-6 0,0 0-2 0,0 0 15 16,0 0-10-16,0 0-8 0,0 0-4 16,0 0-19-16,0 0-13 0,0 0-12 0,0 0-16 15,0 0-9-15,0 0-6 0,0 0-7 0,0 0 9 16,0 0-15-16,0 0 5 0,0 0 6 0,0 0-4 15,0 0 9-15,9 0-4 0,2 7-2 0,-2-7 5 16,3 6 3-16,0-1 2 0,5 0 10 0,4-3-13 16,0 3-7-16,8-3 15 0,3 1-16 0,5-2 4 15,5 2 14-15,4-3-10 0,5 0 6 0,6 0 7 16,0 0-17-16,6 0-5 0,2 0 0 0,0-12-4 16,4 2 9-16,-1 10 0 0,3-12 6 0,1 2 9 15,2 2-7-15,0-1 2 0,1 1-8 0,-1 1-12 16,1 1 10-16,-1 1 2 0,-1 0 2 15,-3 1 2-15,-5 1-4 0,-1 2-4 0,-5 1 8 16,-3 0 9-16,-6 0 1 0,-2 0 3 0,-6 0-10 16,-4 0-2-16,-5 0 3 0,-5 0 1 0,-5 0 15 15,-4 0 6-15,-5 6 12 0,-5-6 16 0,-3 0 18 16,-1 0-18-16,-4 7-5 0,-1-7-11 0,0 0-16 16,0 5 14-16,0-5-10 0,0 0-1 0,0 0-22 15,0 0-2-15,-12 0 6 0,12 0-13 0,-9 0 11 16,9 0-10-16,-9 0-11 0,3 0 13 0,1 0-1 15,1 0 0-15,4 0-2 0,-6 0-2 16,3 0 3-16,0 0 1 0,3 0 6 0,0 0-21 16,-2 0-19-16,2 0-8 0,0 0-19 0,0 0-9 15,0 0-18-15,0 0-39 0,0 0-29 0,0 0-37 16,0 0-18-16,0 0-21 0,0 0-15 0,0 0-3 16,0 0-10-16,0 0-66 0,0 0-190 0,0 0 22 15,0 0 63-15</inkml:trace>
</inkml:ink>
</file>

<file path=ppt/ink/ink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3:52.142"/>
    </inkml:context>
    <inkml:brush xml:id="br0">
      <inkml:brushProperty name="width" value="0.05833" units="cm"/>
      <inkml:brushProperty name="height" value="0.05833" units="cm"/>
      <inkml:brushProperty name="fitToCurve" value="1"/>
    </inkml:brush>
  </inkml:definitions>
  <inkml:trace contextRef="#ctx0" brushRef="#br0">277 1369 1882 0,'-3'0'27'0,"-2"0"22"16,4 0 15-16,-4 0 20 0,3 0-8 0,-1 0-2 16,2 0 8-16,-2 0 3 0,1 0-4 0,-1 0-15 0,0 0-2 15,0 0-14-15,-3 0-9 0,2 0 0 16,-2 0-4-16,2 0-9 0,1 0 9 0,0 0 6 15,2 0 3-15,1 0 19 0,-3 0 1 0,3 0 14 16,0 0 6-16,0 0-10 0,0 0 9 0,0 0-23 16,0 0-15-16,0 0-1 0,0 0-24 0,0 0-9 15,0 0 7-15,0 0-18 0,0 0 3 0,0 0-7 16,0 0-16-16,0 0 22 0,0 0 3 0,0 0-4 16,0 0 3-16,0 0-17 0,0 0 8 0,0 0 8 15,0 0-7-15,0 0 8 0,10 0-6 16,-10 0-2-16,11 0 4 0,-2 0 1 0,-3 0-15 0,2 0 19 15,-1 0-9-15,3 0 0 0,-1 0 8 16,3 0-6-16,-2 0 7 0,3 0-13 0,0 0 6 16,2 0-5-16,1 8-2 0,0-8 19 0,1 9-17 15,3-5 3-15,0 0 2 0,2 2-5 0,1-4 7 16,0 2-4 0,-2 0 6-16,3 0-6 0,1 1 2 0,-1-3 13 0,0 0-15 0,1 0 3 0,2 1-10 15,0-1 9-15,2-2-7 0,2 0 12 0,-3 0 6 16,3 1-22-16,-1 1 24 0,1-1-15 0,0-1 4 15,0 0 8-15,-1 0-6 0,1 0-6 0,-1 0-7 16,3 0 4-16,1 0 7 0,-1 0 1 16,2 0-1-16,0-11-5 0,3 2-10 0,1 9 12 15,1-9 1-15,-1 0 8 0,-1 2-1 0,3 1-10 16,0 0 8-16,-1 0-14 0,-1 2-1 0,1 0 8 16,-1 0 0-16,-4 1 6 0,2 0 3 0,-4 1-5 15,-2 0 3-15,-3 1 2 0,0 1-3 0,-4-2-1 16,0 1-6-16,-1 1-6 0,0-3 7 0,0 2 4 15,-2 1-2-15,-1 0 2 0,-1-4-13 0,1 3 7 16,0 1 4-16,0-4 9 0,1 2-2 0,-3 1 2 16,2 0-9-16,-2-3-3 0,0 1 5 0,1-1-6 15,-1-1 11-15,-3 1-9 0,2-1 14 0,-2-3-8 16,0 4-6-16,2-4 7 0,-2 0-10 16,3-3 10-16,0 1-5 0,1-2-5 0,2 0 3 15,2 0-5-15,-2 1 0 0,3-3 12 0,1 2 3 16,-1-2-8-16,-1 2 9 0,-1 1-18 0,1-2-3 15,0 2 15-15,-2 0-7 0,-1-1 6 0,0 0 8 16,-2 1-7-16,0-1 2 0,-1-3-1 0,-2 2-11 16,2-2 9-16,-2 0 2 0,0 0 4 0,-1-2 8 15,-1 0-13-15,1 3 5 0,0-1-14 0,2 2 5 16,-5-2 5-16,3 2 1 0,-2-2 19 0,-1 0-12 16,-1 2 9-16,2-3-14 0,-3-1-2 0,-2 0 11 15,2-1-6-15,-2-1 4 0,2 0-8 0,-4 2-11 16,4-3 0-16,-3 3 3 0,-1 2 6 15,1-1-2-15,-2 1 6 0,-1 1-1 0,2 2 0 16,-2-3 1-16,-2 5-12 0,2-3 11 0,-1-1-10 16,0 1 5-16,-1 1 3 0,1-1-9 0,-1-1 10 15,-1 0-6-15,0 1 2 0,0 0 7 0,2-1-15 16,-2 3 8-16,1-1 1 0,-1 4-12 16,0-2 16-16,0 1-5 0,0 0-8 0,0 2 5 0,0 0 3 15,0-1-2-15,0 1 10 0,0 0 5 0,0 1-18 16,-11 0 8-16,11-1-1 0,-9 1-10 0,2 2 12 15,1-4 1-15,0 2-9 0,0 0 2 0,1-1-6 16,-1 1-3-16,1 2 10 0,-1-3 4 16,2 1-4-16,-2 0-5 0,1 1 1 0,1-2 1 15,-3 1 8-15,0 1 3 0,2 2-9 0,-1-4-3 16,-1 0-4-16,1 2 0 0,-4-1 4 0,3 0 6 16,-2 0 1-16,0-2 11 0,3 0 0 0,-4 4-10 15,4-4 12-15,-1 5-8 0,1-3-2 16,-2 2-1-16,1 1 3 0,0-1-6 0,0 1-2 0,1 1 8 15,0-2-11-15,1 0 6 0,-1 2 13 0,0-2 0 16,0 1-6-16,-2-1-1 0,-1-3-14 0,-1 4 2 16,-3-2-3-16,-2 1 12 0,2-1-3 0,-3-1 3 15,0-3 10-15,-3 2-18 16,4 1 6 0,-3 2 3-16,0-3-3 0,-2 1 3 0,2 2 4 0,0-3-14 0,-4 4-1 0,3-3 4 0,-3 2-7 15,1 0 8-15,-2 0 4 0,-1-1-9 0,0 1 8 16,-1 2-7-16,0-3-7 0,0 2 4 0,-1 2 4 15,1-3 5-15,-3 3 4 0,3-1-3 0,-1 2-5 16,-2 0-8-16,3 0-2 0,-3 0 17 0,4 0-2 16,1 0 6-16,0 0-20 0,2 0 2 0,0 0 0 15,0 0-1-15,1 0 21 0,-1 0-10 0,1 0-7 16,-1 0 0-16,-1 0 1 0,3 0 11 0,-1 0 0 16,2-8-4-16,-2 8-9 0,3 0-3 0,0 0 10 15,1 0-4-15,-1 0 5 0,0 0-8 16,2 0-6-16,-2 0 12 0,-2 0 3 0,-1 0 2 15,0 0-4-15,2 0-5 0,-2 0 6 0,0 0-6 16,1 0 6-16,-3 0-8 0,3 6 8 0,-3-6-9 16,0 6-1-16,-1 0 15 0,-1-3-20 0,1 2 16 15,-3-3 1-15,3 3-8 0,0-3 13 0,2 2-7 16,0-2 3-16,1 0-9 0,2 0 2 0,0 0-5 16,1-2 10-16,0 0 11 0,1 3-20 0,-1-3 13 15,2 0-11-15,0 2-15 0,1-1 23 0,0 1 1 16,1-1-9-16,-1 3 20 0,2-1-19 0,0 0-8 15,-1 1 16-15,0 1-18 0,-2 0 16 16,-2 1 2-16,2 1-11 0,-4 0 3 0,3-1-12 0,-2 0 2 16,-1 0 7-16,3 1 13 15,-1-3 0-15,0 3-7 0,2-1 2 0,-2-1-1 0,1 1 3 16,2-2-2-16,-3 1-4 0,4-1 0 0,-1 3-4 16,0-4 2-16,1 3 3 0,0-2-4 0,0 2 5 15,1-4 5-15,1 4-6 0,-1-3-2 0,0 4 9 16,1-3-4-16,0 0-2 0,-1 1 0 0,2-1-2 15,-3 0-10-15,3 1-2 0,-1-1 13 0,1 3-10 16,2-6 6-16,-1 4 21 0,0 0-26 0,0-2 12 16,-4 1 8-16,3 1-19 0,1-1 23 0,-2-2-8 15,0 4-14-15,1-3 5 0,-1 2 3 0,1-2-11 16,0 0 10-16,0 2 6 0,1-1-9 16,-2 0 4-16,2 0 3 0,-2-2-5 0,1 3-1 15,1-3 13-15,-1 3 2 0,1-3-2 0,0 2 1 16,0 0-7-16,0 0-6 0,1 1 2 0,-1-1 7 15,0 0-10-15,0-1 8 0,0 1-2 0,0 0-8 16,-3 0 10-16,1 1-3 0,2-1-6 0,0 0 5 16,0 1-4-16,1 1 1 0,1-2 3 0,0 1 3 15,1-1 3-15,0 1-7 0,-1 1 6 0,1-1-19 16,0 1 5-16,0 0 14 0,-1 0-12 0,0 1 19 16,1-1 9-16,0 1-19 0,0 1 16 0,0 0-10 15,1 2-18-15,-1-1 11 0,1 0 0 0,2 0-2 16,-3 0 10-16,3 3-12 0,-1-2 13 15,-1 1-7-15,1-2 1 0,-1 4 8 0,2-3-11 16,-2 3 2-16,2 1-5 0,0-4-4 0,2 1 5 16,-2 2-4-16,0-1 8 0,1-3 13 0,1 4-23 15,1-2 19-15,0 0-11 0,0 1-10 0,0 2 13 16,0 4 5-16,0 1-1 0,10-2 23 0,-10 2-8 16,11 4-3-16,1-3-18 0,-1 2-8 0,-1 0 18 15,1 0-24-15,0-1 33 0,1 0-3 0,-5-1 22 16,-1 2 22-16,-1-3-6 0,1 1-7 0,0 0-31 15,-3-2-2-15,2-2-1 0,-2-1-10 0,0 1 0 16,0-1 3-16,1-1-14 0,1-1-6 0,0-3 15 16,1 2-9-16,4-1 11 0,1-3 3 15,3 3-14-15,-4-2 9 0,7-1 5 0,-2 1 1 16,3-2 4-16,1 0-14 0,-1-2 0 0,0 1 0 16,2 1-6-16,1-2 0 0,-1-1 5 0,-2-1-1 15,0 1 7-15,-4 0-1 0,-1-1 0 0,1-2-1 16,-3 4-4-16,1-5 0 0,-1 4-5 0,-1 0 6 15,1 0-1-15,-2-1 16 0,2-3-21 0,-2 4-5 16,0-2 16-16,-2-2-11 0,1 5 16 0,-3-5 13 16,-1 0-24-16,1 2-6 0,-2-2 7 0,0 0-11 15,-2 2 10-15,-1-2 6 0,0 0-6 0,0 0-15 16,0 2 4-16,0-2 1 0,2 0 0 16,-2 0 26-16,1 0-11 0,1 0-10 0,-2 0 20 15,1 0-15-15,-1 0-4 0,0 0 19 0,0 0-14 16,0 0-1-16,0 0 10 0,0 0-14 0,0 0 0 15,0 0 19-15,0 0-10 0,0 0 4 0,0 0-4 16,0 0-10-16,0 0 21 0,0 0-22 0,0 0-4 16,0 0 4-16,0 0-4 0,0 0 25 0,0 0 11 15,0 0-21-15,0 0-5 0,0 0-10 16,0 0-17-16,0 0-15 16,0 0-28-16,0 0-20 0,0 0-24 0,0 0 11 0,0 0 1 0,0 0 3 15,0 0 18-15,0 0-21 0,0-6-38 0,0 6-41 16,-10-7-54-16,1 7-35 0,-2-7 7 0,0 4-8 15,-2 3 1-15,-4 0-9 0,-1 0-83 0,-4 0-146 16,-2 0 8-16,-3 20 81 0</inkml:trace>
</inkml:ink>
</file>

<file path=ppt/ink/ink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4:05.139"/>
    </inkml:context>
    <inkml:brush xml:id="br0">
      <inkml:brushProperty name="width" value="0.05833" units="cm"/>
      <inkml:brushProperty name="height" value="0.05833" units="cm"/>
      <inkml:brushProperty name="fitToCurve" value="1"/>
    </inkml:brush>
  </inkml:definitions>
  <inkml:trace contextRef="#ctx0" brushRef="#br0">199 116 2418 0,'-13'0'37'0,"-3"-12"28"15,3 2 35-15,-1 10 38 0,2-12 0 16,-2 4 0-16,4 8 7 0,-3-9-17 0,4 2-13 0,-1 7 1 16,2-6-17-16,-1 1-8 0,1 2 11 15,-1-1-30-15,3 1-9 0,2 3-1 0,-5-3-24 16,6-1 0-16,0 4-5 0,-1-1-10 0,1 1-14 16,0 0 1-16,2 0-12 0,1 0-4 0,-3 0 11 15,0 0-16-15,3 0 6 0,0 0 1 0,0 10-12 16,0-10 10-16,0 0-8 0,0 7 6 0,0-7 9 15,0 0-4-15,0 0 14 0,0 0-2 0,13 8-1 16,1-8-6-16,1 4-1 0,7-2-14 0,2-2 5 16,6 0 17-16,7 5-14 0,2-3 14 0,8-2-2 15,6 0-16-15,4 0 11 0,3 0-9 16,7 0-8-16,9 0 10 0,0 0 5 0,11 0 6 0,2-9 4 16,2 9-7-16,8-11 7 0,1 11-16 15,2 0-2-15,0 0 12 0,0 0-12 0,-1 0 8 16,0 0 13-16,-4 0-15 0,-2 0-1 0,-5 0 8 15,0 0-9-15,-7 0 12 0,-1 0-1 0,-4 0 0 16,-5 11-9-16,-5-11-3 0,-9 9-1 0,-3-9-4 16,-7 8 0-16,-7-1 11 0,-8-7 2 0,-4 5-8 15,-9-1-3-15,-4-4 11 0,-6 2-4 0,-4-1 12 16,-2-1 12-16,-5 0-25 0,0 0 2 0,0 0 4 16,0 0-19-16,0 0 1 0,0 0-14 0,-9-10-18 15,0 10-5-15,0-9-33 0,-2 1-19 16,-1-1-45-16,-2 1-40 0,1 2-37 0,-3-3-44 15,-2 3-14-15,-3-1-24 0,1-2-24 0,-4 5-137 16,-2 0-94-16,-1-1 84 0</inkml:trace>
</inkml:ink>
</file>

<file path=ppt/ink/ink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4:05.867"/>
    </inkml:context>
    <inkml:brush xml:id="br0">
      <inkml:brushProperty name="width" value="0.05833" units="cm"/>
      <inkml:brushProperty name="height" value="0.05833" units="cm"/>
      <inkml:brushProperty name="fitToCurve" value="1"/>
    </inkml:brush>
  </inkml:definitions>
  <inkml:trace contextRef="#ctx0" brushRef="#br0">183 72 1868 0,'-17'-8'24'0,"3"8"21"0,1-9 22 0,-3 5 30 15,4-3 2-15,0 3 7 0,0-1 12 0,1 1 6 16,1-3 0-16,-1 4 2 0,2-3-5 0,0 2-10 15,0 0-2-15,4 4-11 0,-1-3-3 0,0 2-22 16,3-2-16-16,0 3-18 0,0-1-13 0,1 1-22 16,2 0-1-16,0 0 6 0,0 0-16 15,0 0 14-15,0 0-5 0,0 0-2 0,0 0-7 0,0 0 11 16,0 0-8-16,0 0 0 0,0 0 8 16,0 0-8-16,0 0 8 0,8 0 9 0,3 0 2 0,1 0 13 15,3 0 7-15,3 12-1 0,5-2 2 16,10-10-6-16,4 10 5 0,8-4 5 0,7-6-13 15,9 6 8-15,7-6-23 0,10 0-10 0,7 0 1 16,6 0-7-16,10 0 20 0,6 0-16 0,7 0 10 16,3 0 4-16,4 0-14 0,2 0 3 0,2 0-2 15,1 0-6-15,-3 0 4 0,-2 0 7 0,-2-12-5 16,-5 12-8-16,-7-8-4 0,-8 8 0 0,-8 0 7 16,-9 0 7-16,-12 0 1 0,-11 0-4 0,-12 0-9 15,-10 0 4-15,-10 0 8 0,-9 0 13 0,-5 0 2 16,-6 0 1-16,-2 0 19 0,-5 6 2 15,0-6 12-15,0 0 21 0,0 3-8 0,0-3 0 16,0 8 5-16,0-8-18 0,0 0 4 0,0 0-13 16,0 0 1-16,-8 0 4 0,8 0-34 0,0 0 4 15,0 0-16-15,0 0-10 0,0 0 0 0,0 0 4 16,0 0 3-16,0 0 5 0,0 0 0 0,0 0-19 16,0 0 11-16,0 0-10 0,0 0 9 15,0 0 20-15,0 0-11 0,0 0 1 0,0 0-1 0,0 0-5 16,0 0-8-16,0 0 0 0,0 0 5 0,0 0 4 15,0 0 0-15,0 0-5 0,0 0 8 0,0 0-22 16,0 0 18-16,0 0-5 0,0 0-16 0,0 0 14 16,0 0-13-16,0 0-4 0,0 0-9 15,0 0-11-15,0 0-10 0,0 0 11 0,0 0-1 16,0 0 6-16,0 0-1 0,0 0-9 0,0 0-9 16,0 0-11-16,0 0-20 0,0 0-32 0,0 0-33 15,0 0-52-15,0 0-32 0,0 0-37 0,0 0-32 16,0-11-37-16,0 11-152 0,0 0-118 0,0 0 89 15</inkml:trace>
</inkml:ink>
</file>

<file path=ppt/ink/ink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4:07.751"/>
    </inkml:context>
    <inkml:brush xml:id="br0">
      <inkml:brushProperty name="width" value="0.05833" units="cm"/>
      <inkml:brushProperty name="height" value="0.05833" units="cm"/>
      <inkml:brushProperty name="fitToCurve" value="1"/>
    </inkml:brush>
  </inkml:definitions>
  <inkml:trace contextRef="#ctx0" brushRef="#br0">2 73 1801 0,'0'0'17'0,"-3"0"24"0,3 0 11 16,-3 0 16-16,3 0 1 0,0 0-10 0,-2 0 12 15,1 0 12-15,-1 0 10 0,2 0 18 0,0 0 12 16,0 0 22-16,0 0 15 0,0 0 6 0,0 0-2 16,0 0-19-16,0 0-18 0,0 0-17 0,0 0-29 15,0 0-22-15,0 0-24 0,0 0-27 0,0 0-2 16,0 0-12-16,0 0 2 0,0 0 12 0,0 7-7 15,0-7-2-15,0 0 0 0,0 8-13 0,0-8 19 16,11 0-11-16,0 0 4 0,4 0 6 0,2 0-9 16,2 0 4-16,3 0 18 0,3 0-12 15,4 0-1-15,8 0 13 0,-4 0-29 0,7 0 22 16,2 0-6-16,1 0-11 0,4 0 16 0,1-11-27 16,5 3 16-16,4 8 7 0,-1-8-6 0,8 2 9 15,1 0-9-15,3 0-3 0,2 1 4 0,0 1 3 16,6-1-2-16,0 0 5 0,-3 0-4 0,3 0 0 15,-2 0 6-15,-1 2-7 0,0 0 1 0,-3 2-2 16,3 0-12-16,-2 1 12 0,-1 0-9 0,-3 0 4 16,1 0 8-16,-3 0-5 0,-1 0 4 0,-2 9-2 15,-2-9 3-15,0 9 2 0,-2-9-7 0,-3 8 2 16,-4-8-7-16,3 0 2 0,-4 0 1 0,-2 0 9 16,-1 0 9-16,-1 7-4 0,-4-7 0 15,2 0-12-15,-1 0 1 0,0 0 6 0,-4 0-5 16,1 0 3-16,-1 0 2 0,-3 0-17 0,1 0 15 15,-1 0-5-15,-4 0-6 0,-1 0 7 0,-4 0-5 16,-1 0 4-16,-6 0-1 0,-4 0 11 0,1 0-4 16,-5 0 2-16,-4 0 4 0,-2 0-7 0,0 0 12 15,-2-7-13-15,-1 7 18 0,-3 0 12 0,0 0 0 16,0 0 13-16,0 0-18 0,0 0-10 0,0 0-7 16,0 0 1-16,0 0-9 0,0 0 3 0,0 0-7 15,0 0 9-15,0 0-1 0,0 0-7 0,0 0 5 16,0 0-3-16,0 0-7 0,0 0 11 15,0 0-7-15,0 0-8 0,0 0 13 0,0 0-13 16,0 0 4-16,0 0 6 0,0 0 0 0,0 0 1 16,0 0 5-16,0 0-7 0,0 0-3 0,0 0 4 15,0 0 4-15,0 0 4 0,0 0 0 0,0 0 1 16,0 0-20-16,0 0 8 0,0 0-15 0,0 0-14 16,0 0 5-16,0 0-29 0,0 0-8 0,0 0-21 15,0 0-51-15,0 0-33 0,0 0-53 0,0 0-49 16,-13 0-14-16,5 0-23 0,-1 0-21 0,-2 0-174 15,-1 0-59-15,-4 0 74 0</inkml:trace>
</inkml:ink>
</file>

<file path=ppt/ink/ink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2:43.527"/>
    </inkml:context>
    <inkml:brush xml:id="br0">
      <inkml:brushProperty name="width" value="0.05833" units="cm"/>
      <inkml:brushProperty name="height" value="0.05833" units="cm"/>
      <inkml:brushProperty name="fitToCurve" value="1"/>
    </inkml:brush>
  </inkml:definitions>
  <inkml:trace contextRef="#ctx0" brushRef="#br0">582 1149 1477 0,'0'0'11'15,"9"0"-6"-15,-9 0 4 0,0 0 20 0,9 0-3 16,-9 0 27-16,6 0 7 0,-6 0-5 0,6 0 2 15,-1 0-2-15,-2 0 5 0,-3 0 1 0,3 0-3 16,-2 0-6-16,2 0-6 0,2 0 2 0,-2-10 6 16,0 0-7-16,5 3 11 0,-2-4-11 0,1 1-3 15,2 2-6-15,-1-3-11 0,0 2-11 0,1-1-1 16,-2 0 1-16,2 0-8 0,-3 2 9 16,2 1-6-16,-2-3 2 0,2-2 6 0,-2 4 7 15,0-2 5-15,1 0 9 0,-1-2 1 0,2 3-5 16,-2-4 0-16,2 2-7 0,-2 0-2 0,1 0-4 15,-1-1-3-15,2-2-1 0,-2 3-6 16,2 1 1-16,-4-3 0 0,2 2-3 0,-1 0-5 0,0 0 0 16,-1 0 4-16,2-1 9 0,0 0 7 0,-1 0 10 15,-2-1-7-15,0 0-3 0,1-2-5 0,2-2-7 16,-2-1 6-16,0 1-7 0,-1-1 4 0,2-3-5 16,-2 3-11-16,1-1 1 0,-1 0 0 0,-1-3 0 15,-1 3 6-15,1-3-7 0,-1 2 0 0,1 0 0 16,-2 0 4-16,0 0-5 0,0 0-5 15,0-1 3-15,0 6-6 0,0-4 11 0,0 1 3 16,0-2 0-16,0-1-11 0,0 1 8 0,-9 3-6 16,9-1 11-16,-11-1 15 0,2-1-2 0,1 4 10 15,1-1 2-15,1 4 2 0,-2-3-4 0,-1 5-8 16,3 1-13-16,-3-1-14 0,0 0-2 0,0 1-4 16,-5-2-2-16,0 4 5 0,-2-1-1 0,-4-2 1 15,-4 3 2-15,-1-2 0 0,-1 0 1 0,-1 2-1 16,0 3 2-16,-1-1-3 0,1 2 3 0,3 1 0 15,1 3-3-15,2 0-1 0,-2 0 0 0,0 0 7 16,3 0-2-16,1 0 1 0,-3 0-6 16,3 9 0-16,-1-9 1 0,0 11-2 15,0 0 3-15,2 0-10 0,0 0 5 0,-2 1-4 0,4 2 8 16,-1 3 4-16,0-1-3 0,2 2-1 0,-2 4 2 16,2-2-5-16,0 2 5 0,1 1 4 0,1 2-7 15,-1 2 5-15,0-2-4 0,2 4 0 0,-2 3 0 16,4-2 8-16,-1 5 7 0,1-1 0 0,0 4 0 15,4 0-11-15,-1 1-3 0,4 2 6 0,0 0-2 16,0 0 7-16,1 0 1 0,2-4-6 0,0 2 8 16,0-4-5-16,0-3-5 0,0 0-1 15,14-4 1-15,-1 0 2 0,-2-1 2 0,1-2 10 0,2-1 18 16,1-3 11-16,2 1 2 0,3-3-1 16,2-2-17-16,6-1-3 0,-1-4-7 0,6-1 1 15,2-3-6-15,5-2-5 0,2-6 1 0,1 0-1 16,1 0 1-16,0 0-1 0,0 0 6 0,0-16-14 15,0 3-39-15,-1 0-58 0,-2 2-75 0,1-4-74 16,1 1-55-16,-1-2-54 0,2-1-157 0,-3 0-126 16,0 2 91-16</inkml:trace>
</inkml:ink>
</file>

<file path=ppt/ink/ink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4:10.783"/>
    </inkml:context>
    <inkml:brush xml:id="br0">
      <inkml:brushProperty name="width" value="0.05833" units="cm"/>
      <inkml:brushProperty name="height" value="0.05833" units="cm"/>
      <inkml:brushProperty name="fitToCurve" value="1"/>
    </inkml:brush>
  </inkml:definitions>
  <inkml:trace contextRef="#ctx0" brushRef="#br0">17 188 2109 0,'-4'0'5'0,"2"0"0"0,1 0-2 16,-2 7 1-16,0-7-4 0,3 0 9 0,-3 0-4 15,3 0 6-15,0 0-7 0,0 8-1 0,0-8 0 16,0 0-3-16,0 6 3 0,0-6-5 15,0 3 4-15,0 2-1 0,0-5-1 0,0 2 0 0,0 0 1 16,0 2-2-16,0-1 5 0,0 0-1 16,0-2 1-16,0 3 12 0,0-4 19 0,6 2 25 15,-6 0 26-15,6-2 6 0,1 2-8 0,-3-2-10 16,2 0-23-16,1 0-13 0,-1 0-6 0,3 0 5 16,2 0 5-16,0 0 4 0,1 0-4 0,1-10-13 15,1 10-9-15,1-12-6 0,2 1-5 0,0 1-3 16,-1-3 3-16,4 1-2 0,-3-4-15 0,3 2-28 15,-4-3-35-15,4 1-41 0,-6-2-34 0,2 1-28 16,0 2-30-16,-3 0-39 0,1 2-48 0,0 0-171 16,1 1-17-16,-5 4 81 0</inkml:trace>
</inkml:ink>
</file>

<file path=ppt/ink/ink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4:11.313"/>
    </inkml:context>
    <inkml:brush xml:id="br0">
      <inkml:brushProperty name="width" value="0.05833" units="cm"/>
      <inkml:brushProperty name="height" value="0.05833" units="cm"/>
      <inkml:brushProperty name="fitToCurve" value="1"/>
    </inkml:brush>
  </inkml:definitions>
  <inkml:trace contextRef="#ctx0" brushRef="#br0">0 178 1902 0,'0'-5'20'0,"0"1"12"0,0 4 15 15,0 0 15-15,0 0 7 0,0 0 5 0,0 0-5 16,0 0-4-16,0 0-30 0,0 0-16 0,0 0-12 16,0 0-18-16,0 0-2 0,0 0-3 0,0 0 1 15,0 0 7-15,0 7 8 0,0-1-1 0,0 1 3 16,0 1 0-16,0-2-1 0,0 5 3 0,8-2-2 16,-2-1 7-16,1 2 18 0,3-2 17 0,-1 0 30 15,-2-2 17-15,2-1 2 0,-4-3 5 0,4-1-9 16,-3-1-8-16,2 0 0 0,1 0-8 0,1 0-18 15,0-11-10-15,3 0-22 0,1-3-11 16,3-1-8-16,1-4-11 0,0 0-27 0,0-3-44 0,2 0-30 16,-3 0-37-16,-1 0-35 0,1 1-34 15,-3 2-49-15,0 2-87 0,-2 3-189 0,1 0 15 16,-4 5 84-16</inkml:trace>
</inkml:ink>
</file>

<file path=ppt/ink/ink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4:12.415"/>
    </inkml:context>
    <inkml:brush xml:id="br0">
      <inkml:brushProperty name="width" value="0.05833" units="cm"/>
      <inkml:brushProperty name="height" value="0.05833" units="cm"/>
      <inkml:brushProperty name="fitToCurve" value="1"/>
    </inkml:brush>
  </inkml:definitions>
  <inkml:trace contextRef="#ctx0" brushRef="#br0">0 216 1626 0,'0'0'40'0,"0"0"21"0,0 0 13 16,0 0 12-16,0 0-32 0,0 0-5 0,0 0 7 15,0 9 3-15,0-9 6 0,0 0-9 0,0 0-11 16,0 0-7-16,0 0-1 0,0 0-13 0,0 0-5 16,0 0-7-16,0 0-14 0,0 0 5 15,0 9-4-15,0-9-3 0,0 0 23 0,0 0 23 16,0 6 26-16,0-6 22 0,0 0-11 0,0 4-16 16,9-4-10-16,2 0 3 0,-2 0 15 0,2 0 7 15,2 0-10-15,0 0-18 0,0-13-21 0,1 2-14 16,-2-1-2-16,5 0-3 0,-4-3-10 0,3 1 6 15,-1-2-2-15,-3-1-11 0,2 1-15 0,-5 0-52 16,4 0-55-16,-4 3-49 0,2-4-42 0,-2 4-19 16,2 1-52-16,-4-2-161 0,3 5-104 0,0 1 65 15</inkml:trace>
</inkml:ink>
</file>

<file path=ppt/ink/ink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3:16.838"/>
    </inkml:context>
    <inkml:brush xml:id="br0">
      <inkml:brushProperty name="width" value="0.05833" units="cm"/>
      <inkml:brushProperty name="height" value="0.05833" units="cm"/>
      <inkml:brushProperty name="fitToCurve" value="1"/>
    </inkml:brush>
  </inkml:definitions>
  <inkml:trace contextRef="#ctx0" brushRef="#br0">-493-288 2154 0,'-2'0'-2'16,"-1"0"-2"-16,2 0 8 0,-4 0-8 0,5 0-1 16,-3 0 5-16,2 0-12 0,-1 0 11 0,2 0 1 15,0 0-5-15,0 0 8 0,0 0-6 0,12 0 3 16,2 0 3-16,4 0-5 0,2-11-3 0,4 11 5 15,3-15 3-15,7 6-3 0,2 0 9 0,1-1-9 16,1 3-4-16,1-4 5 0,-4 7-3 16,0-2 2-16,-5-1 2 0,-2 3-1 0,-5-1 7 15,-4 2-10-15,-3 0 3 0,-6 1 0 0,1 0-4 16,-5 2 13-16,-2-2-20 0,-1 0-41 0,-1 2-53 16,-2 0-119-16,0 0-203 0,1 0-59 0,-1 0 53 15</inkml:trace>
  <inkml:trace contextRef="#ctx0" brushRef="#br0" timeOffset="604.89">673-541 2231 0,'-3'-11'6'0,"-1"2"15"0,0 1 26 0,3 4 14 16,-2 4 12-16,1-7-15 0,1 7-18 15,-1-3-21-15,2 3-28 0,0 0-2 0,0 0-11 16,0 0 5-16,0 0 12 0,0 0 0 0,0 0 3 16,13 12 2-16,-3 3-3 0,2-4 3 0,-1 1 3 15,3 2-6-15,-4 1 1 0,2 0-4 0,-1 1 0 16,-2 0 2-16,0-1 3 0,-3 1 4 0,0-4-3 16,-1 0 4-16,-4 1-3 0,1-5 5 0,0 1 1 15,-1-5 9-15,-1 3 35 0,0-6 33 0,0-1 40 16,0 0 27-16,0 0-6 0,0 0-19 0,0 0-42 15,0 0-33-15,0 0-27 0,0-10-7 0,0-1 6 16,0 0-5-16,0 0 0 0,-11-5-17 16,11 0 0-16,0-1-5 0,-7-1-1 0,7-2 11 15,0 2-16-15,0-2 12 0,0 4-8 16,0 0-5-16,0 3 10 0,12-1-7 0,-3 7-2 0,-1-2 6 16,1 3 1-16,-2 3 3 0,4 3 3 0,0 0-10 15,-1 0 0-15,2 0-2 0,1 14 7 0,0 0 7 16,1-1-4-16,0 3-1 0,-1-4-1 0,-1 3-1 15,-1 2 10-15,1-2-3 0,-3 1 4 0,-1-4-7 16,-1 2 2-16,1-3 5 0,-2-1-7 0,0-1 6 16,-3 0-6-16,2-3-31 0,-1 0-54 15,-1-3-66-15,0 1-84 0,0-4-50 0,-1 0-29 16,1 0-42-16,0 0-149 0,0 0-33 0,-1 0 81 0</inkml:trace>
  <inkml:trace contextRef="#ctx0" brushRef="#br0" timeOffset="956.78">1068-498 1790 0,'3'0'9'16,"-3"0"6"-16,3 0 16 0,0 0 24 0,0 0 16 15,-1 0 11-15,1 0 5 0,3 0-4 0,0 0-11 16,1 0-5-16,3 0-12 0,0 0-6 0,4 0-7 16,0 0-4-16,-1 0 3 0,4-10-4 0,1-1 10 15,2 2-1-15,1-4 0 0,0 2 5 0,1-3 2 16,0-1 27-16,1 2 12 0,-3-2 19 15,-2 1 15-15,-4 2-13 0,-4-4 2 0,-2 4-11 16,-2 1-21-16,-3 2-9 0,-3 0-15 0,0 1-28 16,0 2-6-16,0 0-8 0,0 2-8 0,-10 4-2 15,10 0-3-15,-13 0-10 0,1 0 1 0,0 14 3 16,-5-2-5-16,-1 4 7 0,-2 3-7 0,1 1 11 16,-3 5-4-16,1 1-8 0,1 2 14 0,5-5-15 15,2 4 2-15,3-4 12 0,3-1-8 0,4 0 4 16,0-3 8-16,3-1-13 0,0-1 4 0,0-1-1 15,0-1-23-15,16-3-17 0,0-1-25 0,-1-1-30 16,6-5-39-16,0-2-48 0,4-3-66 0,4 0-57 16,2 0-43-16,4-10-52 0,2-3-177 15,-1 1 12-15,-1-1 101 0</inkml:trace>
  <inkml:trace contextRef="#ctx0" brushRef="#br0" timeOffset="3621.91">1630-666 1618 0,'4'-6'37'0,"-2"6"26"0,1 0 24 0,0 0 27 15,-3 0-13-15,2 0-2 0,-1 0 0 0,-1 0-2 16,0 0-2-16,0 0-12 0,0 0-6 0,0 0-11 15,0 0-11-15,0 0-2 0,0 0-19 0,0 0-10 16,0 0-9-16,0 0-8 0,0 0 0 16,0 0-2-16,0 0-5 0,0 0 0 0,0 0 2 15,0 0-2-15,0 0 5 0,0 0-3 0,0 0 1 16,0 0-1-16,0 0 1 0,0 0-3 0,0 0-3 16,0 0 1-16,0 0-3 0,0 0 2 0,0 0 3 15,0 0 1-15,0 0 1 0,0 0-2 0,0 0 0 16,0 0 2-16,0-10-7 0,0 10 6 0,0 0-4 15,0 0 1-15,0 0 2 0,0 0 0 0,0 0-2 16,0 0 1-16,0 0 4 0,0 0-3 0,0-8 2 16,0 8 3-16,0 0-5 0,0 0 0 0,0 0 3 15,0 0-8-15,0 0 5 0,0 0 0 0,0 0-3 16,0 0 3-16,0 0 0 0,0 0 0 16,0 0 0-16,0 0 3 0,0 0-3 0,0 0-3 15,0 0 3-15,0 0-5 0,0 0 3 0,0 0 2 16,-11 0 0-16,11 0 2 0,0 0-2 0,0 0 0 15,0 0 0-15,0 0 3 0,0 0-3 0,0 0 2 16,0 0-7-16,0 0 3 0,0 0 2 0,0 0 7 16,0 0 8-16,0 0 5 0,0 0 2 0,0 0-1 15,0 0-2-15,0 0-9 0,0 0 4 16,0 0-7-16,0 0 1 0,0 0-6 0,0 0-4 0,0 0-1 16,0 0-2-16,0 0 3 0,0 0-1 0,0 0 1 15,0 0 5-15,0 0 5 0,0 0 0 16,0 0 0-16,0 0-6 0,0 0-3 0,0 0 9 15,0 0 6-15,0 0 5 0,0 0 7 0,0 0 1 16,0 0 3-16,0 0 4 0,0 0-9 0,0 0-7 16,0 0 6-16,0 0-3 0,0 0 9 0,0 0 3 15,0 0-7-15,0 0 1 0,0-10 6 0,0 10 1 16,0 0-2-16,0 0 0 0,0 0 0 0,-9-9-11 16,9 9 11-16,0 0-1 0,0 0-9 0,0 0 18 15,0 0-9-15,0 0-7 0,0 0 0 0,0 0 3 16,0 0-10-16,0 0 9 0,-10-11-11 0,10 11 0 15,0 0-3-15,0 0-5 0,0 0 2 16,0-8-15-16,-8 8 4 0,8 0-3 0,0 0 7 16,0 0-6-16,0 0-3 0,0 0-1 0,0 0-21 15,0 0 11-15,0 0-3 0,0 0-2 0,0 0 19 16,0 0-9-16,0 11 6 0,0 0 11 0,0-1-7 16,0 1 14-16,0 0-7 0,0 1 0 0,0 3 2 15,0 1-12-15,0-5 5 0,0 1 1 0,0-1 1 16,-9-3 13-16,9-3-7 0,0-2 2 0,0-2-6 15,0-1-5-15,0 0 15 0,0 0-11 0,0 0 8 16,0 0-2-16,0 0-3 0,0 0-3 0,0 0 3 16,0 0 6-16,0 0-8 0,0-9 5 0,0 9-9 15,0 0 0-15,0 0 3 0,0 0 4 0,0-5-4 16,0 5-7-16,0 0 4 0,0 0 4 16,0 0 5-16,0 0-3 0,0 0-3 0,0 0-3 15,0 0-3-15,0 0 3 0,0 0-3 0,0 0 3 16,0 0-4-16,0 0 7 0,0 0-2 0,0 0 2 15,0 0 8-15,0 0-15 0,0-9 4 0,0 9-3 16,0-9-4-16,0 9 19 0,0-5-7 0,0 5-6 16,0-8-1-16,0 3-3 0,0 5 5 0,0-4 10 15,0 3 2-15,0-2-17 0,0 0 10 0,0 3-10 16,0 0 4-16,0-4 8 0,0 3-16 0,0 0 10 16,0 0-2-16,0 1 3 0,0-3 8 0,0 2-9 15,0 0 2-15,0-1-2 0,-8 0-4 0,8 1 4 16,0 0 5-16,0-2 1 0,0 3-9 15,0 0-2-15,0 0-11 0,0 0-8 0,0 0 20 16,0 0-5-16,0 0-2 0,0 0 6 0,0 0-10 16,0 0 1-16,0 0 10 0,0 0 0 0,0 10-1 15,0-10 8-15,0 0-13 0,0 10 2 0,0-10 3 16,0 7-2-16,0-2 11 0,0-1 0 0,0-1-2 16,0 3-3-16,0-4 0 0,0 1-1 15,0 0 2-15,0-2 2 0,0 1-2 0,0 0 5 0,0-1-5 16,0 1 4-16,0-2 2 0,0 0-5 0,0 2 7 15,0-1-10-15,0-1-3 0,0 1 5 16,0 2 3-16,0-3 1 0,0 0-1 0,0 0-2 0,0 0-5 16,0 0 3-16,0 0 2 0,0 0-1 15,0 0-4-15,0 0 13 0,0 0-8 0,0 0 3 16,0 0 0-16,0 0-10 0,0 0 4 0,0 0 3 16,0 0 3-16,0 0-1 0,0 0 1 0,0 0-4 15,0 0 0-15,0 0 0 0,0 0 5 0,0 0 1 16,0 0 5-16,0 0-6 0,0 0 1 0,0 0-6 15,0 0-8-15,0 0 18 0,0 0-13 0,0 0-3 16,0 0 14-16,0 0-19 0,0 0 13 0,0 0 6 16,0 0-8-16,0 0 1 0,0 0-3 0,0 0 4 15,0 0-2-15,0 0 3 0,0 0-1 0,0 0-2 16,0 0 3-16,0 0 3 0,0 0-6 16,0 0-6-16,0 0 6 0,0 0-4 0,0 0 4 15,0 0 7-15,0 0-8 0,0 0 3 0,0 0-3 16,0 0 1-16,0 0 4 0,0 0-7 0,0 0 5 15,0 0-6-15,0 0 4 0,0 0 0 0,0 0 0 16,0 0 7-16,0 0-11 0,0 0-2 0,0 0 5 16,0 0-1-16,0 0 4 0,0 0 1 0,0 0-3 15,0 0-1-15,0 0-3 0,0 0 12 0,0 0 0 16,0 0-6-16,0 0 1 0,0 0-10 16,0 0 3-16,0 0 4 0,0 0 2 0,0 0 2 0,0 0-4 15,0 0 2-15,0 0-9 0,0 0 4 0,0 0-2 16,0 0 4-16,0 0 6 0,0 0 2 15,0 0-4-15,0 0-6 0,0 0 4 16,0 0 2-16,0 0-3 0,0 0-1 0,0 0 11 0,0 0-21 16,0 0 8-16,0 0 11 0,0 0-21 0,0 0 23 15,0 0-2-15,0 0-16 0,0 0 12 0,0 0-11 16,0 0 2-16,0 0 2 0,0 0 1 16,0 0 6-16,0 0-1 0,0 0-7 0,0 0 10 0,0 0-13 15,0 0 6-15,0 0 5 0,0 0 0 0,0 0 1 16,0 0-1-16,0 0 1 0,0 0-7 0,0 0-4 15,0 0 11-15,0 0-4 0,0 0 0 0,0 0 7 16,0 0-18-16,0 0 10 0,0 0-3 16,0 0 2-16,0 0 4 0,0 0-14 0,0 0 2 15,0 0 5-15,0 0 4 0,0 0 12 0,0 0-4 16,0 0-10-16,0 0 7 0,0 0-7 0,0 0 6 16,0 0-4-16,0 0-5 0,0 0 7 0,0 0-10 15,0 0 9-15,0 0 1 0,0 0-4 0,0 0 3 16,0 0 3-16,0 0-8 0,0 0-2 0,0 0-3 15,0 0-28-15,0 0-14 0,0 0-17 0,0 0-9 16,0 0-3-16,0 0-5 0,0 0 4 0,0 0-2 16,0 0 13-16,0 0 5 0,0 0 0 0,0 0-9 15,0 0-10-15,0 0-20 0,0-9-21 0,0 9-15 16,0 0-26-16,0 0-18 0,0 0-36 0,0 0-86 16,0 0-137-16,0 0-26 0,0 0 77 15</inkml:trace>
</inkml:ink>
</file>

<file path=ppt/ink/ink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4:34.314"/>
    </inkml:context>
    <inkml:brush xml:id="br0">
      <inkml:brushProperty name="width" value="0.05833" units="cm"/>
      <inkml:brushProperty name="height" value="0.05833" units="cm"/>
      <inkml:brushProperty name="fitToCurve" value="1"/>
    </inkml:brush>
  </inkml:definitions>
  <inkml:trace contextRef="#ctx0" brushRef="#br0">651-158 1442 0,'8'-7'14'0,"-8"2"7"0,9 5 12 16,-1-9 12-16,-2 3-5 0,0 0-2 0,-3-1 6 15,1 0 3-15,1 1-7 0,1 0-4 0,1-1-11 16,3 0-12-16,-3-1 2 0,5 1-5 16,1 0 1-16,-1-2 4 0,1 0-2 0,1 2 6 15,0-2-5-15,-1 2-5 0,-1 2 3 0,2-1 0 16,-3 3 0-16,-2 0-4 0,2 1 3 0,-4 0-10 15,2 2 5-15,0 0 1 0,-1 0-1 0,-2 0 0 16,2 0-5-16,-1 0 1 0,1 0-7 16,-2 0 6-16,3 10-6 0,-1-10 7 0,-2 11-5 0,1-1 2 15,2 0 5-15,-1-1-14 0,1 2 12 0,-1-2-4 16,-1 1-1-16,-1 1 8 0,3-3-11 0,-4 3 13 16,1 2-3-16,2-1-6 0,-4 0 12 0,2-1 7 15,-1 2 3-15,-1 1 6 0,2 0-1 0,-1 1-17 16,-2-1 8-16,3 1 1 0,0-1-6 15,-4 3 9-15,4 1-7 0,-2-2-5 0,-1 1 9 16,2 0-8-16,0-1 1 0,-1 1 7 0,-1-1-9 16,2 1 2-16,-1-2-1 0,1 2-3 0,-2-2 0 15,0-2 0-15,1 1 2 0,1-1-1 0,-2 0 0 16,0 1-4-16,2-2 6 0,-1 1 6 0,1-1 17 16,-1 0 9-16,1 1 5 0,-1-1-3 0,1-1-12 15,-2 1-7-15,2-1-12 0,-4 1 3 0,4-2-1 16,-2 1 5-16,1 1 0 0,-2-2 5 0,2 3 1 15,-1 0-8-15,3-2 1 0,-3 2-13 0,2-2 1 16,-2 2 18-16,0-2 4 0,2-1 8 16,-2 1-6-16,1 2-15 0,-2-2 0 0,2-1 9 15,-1 6-1-15,2-5 4 0,-2 2-7 0,0 0-14 16,1 2-2-16,1-2 0 0,-2-1-4 0,0 0 3 16,3 0 3-16,-3-1-4 0,2 2 5 0,-2 1-4 15,1-2 4-15,-1-1-3 0,3 2-7 0,-1-2 4 16,0 2 0-16,-1-2-2 0,2 2 8 0,2-3-6 15,-1 1 0-15,1 2 3 0,1-2-4 0,0-3 6 16,2 2-1-16,0 1 11 0,-1-2 28 0,4 2 1 16,1-3 6-16,0 1 7 0,2-2-14 0,0 2-7 15,2-3 1-15,0-6-19 0,0 0-7 0,3 0 3 16,-1 0-10-16,0 0 0 0,2-13 0 16,-2 3 1-16,0-4-1 0,1 6 1 0,-4 2-8 15,0-3 3-15,-3 9 4 0,-3-8 6 0,-1 8 41 16,-6-7 9-16,1 7 18 0,-3 0 9 0,-3 0-28 15,0 0-6-15,0 0-24 0,0 0-16 0,0 0-3 16,-14 0-8-16,2 15 1 0,0-5-5 0,-3 3-6 16,-2 2-2-16,0 1 18 0,-1-1 4 0,0 2-11 15,3-4 7-15,1 2-20 0,2-6-1 0,4 2 4 16,1-1-9-16,3-3 9 0,4 1 13 0,0-1 2 16,0 1-3-1,0 2-4-15,0-2-8 0,11 1-1 0,-2-3 12 0,2 3-4 0,3 0-1 0,-1-1 16 16,4-2-12-16,0 5 13 0,4 1-7 15,-1 0-17-15,4 0 2 0,2 2 1 0,-2-1 5 16,-1 2 5-16,3 3 1 0,-4-1-8 0,3 3-2 16,-3 3 4-16,0 1 11 0,-2 1-8 0,-1 7 9 15,3-3-15-15,-4 4 0 0,0 2-1 0,0-2-8 16,-3 4 22-16,1-1-4 0,-4 1 6 0,1-1-1 16,-2-2-9-16,-2 4 8 0,2-5-7 0,-2 0 7 15,-2 2-9-15,0-3 0 0,-3-2 6 0,-1 1-5 16,0-2 14-16,-1-4 0 0,-2 4 5 0,0-4 10 15,0-3-1-15,0 1-13 0,0-3-6 0,-11-1-1 16,11-2-13-16,-12-2 16 0,1-1 1 16,2 1-26-16,-1-3-19 0,-1-1-43 0,-1-1-72 15,-2-2-95-15,-1 0-90 0,-2-4-66 0,-1 1-47 16,-3-5-180-16,2 0-39 0,0 0 101 0</inkml:trace>
  <inkml:trace contextRef="#ctx0" brushRef="#br0" timeOffset="-7186.97">334 742 2192 0,'-6'-11'30'0,"0"2"45"0,-2 2 44 0,4 0 45 16,-1 2 20-16,0 3-20 0,1 2-18 0,-1 0-39 15,1 0-47-15,2 0-38 0,1 0-24 0,1 0-26 16,0 0 2-16,0 0 8 0,0 11-4 0,0-3 16 15,0 2-6-15,10 1 8 0,-10 3 5 0,12-2-1 16,-1 1 5-16,0 5-4 0,-2-2-5 16,3 1 14-16,-1 1-8 0,-1-4-2 15,1 1 7 1,0-2-9-16,-2 0-4 0,0-3 6 0,-2-3-7 0,1 2 5 0,-2-5 5 0,-1-2 12 0,1-1 19 16,-3 4 23-16,0-2 22 0,-3-1 15 0,1 0 21 15,1-2 7-15,-2 0 10 0,1 0-22 0,-1 0-12 16,0 0-13-16,0 0-37 0,0 0 5 0,0-17-37 15,0 2-3-15,0 0 19 0,0-3-7 0,0 1 35 16,0-5-13-16,0 3 11 0,0 1-3 0,0 4-29 16,0 0-2-16,0 4-38 0,0 6-5 0,0-1-6 15,0 5 5-15,0 0-6 0,0 0-1 0,0 0 15 16,8 0-12-16,-2 0 16 0,0 13 12 0,2-3-5 16,1-10 10-16,-2 12-9 0,5-1-8 0,1-1 7 15,-1-3-1-15,0 4 9 0,0-3-4 16,2 1 3-16,-4 0-7 0,1-1-9 0,-2-4 14 15,-1 3-11-15,-1-3 8 0,-2-1 13 0,1-3 1 16,-5 0 19-16,2 0 31 0,-1 0 35 0,0 0 39 16,-2 0-12-16,0 0-25 0,0-20-26 0,0 2-38 15,0 0 7-15,0-5-7 0,0 2-25 0,0 0-7 16,0-3 5-16,9 2-18 0,-9 0 7 0,0 1-13 16,7 4-12-16,-7 0-12 0,0 4-47 0,0 2-76 15,0 2-71-15,6 2-30 0,-6 4-33 16,0-2-61-16,3 3-98 0,-3 0-117 0,3 0-53 15,2 2-132-15,-4 0 155 0,1 0 170 0</inkml:trace>
  <inkml:trace contextRef="#ctx0" brushRef="#br0" timeOffset="-6783.02">785 733 2310 0,'7'0'43'0,"-3"0"34"0,-1 0 42 16,1 0 46-16,-1 0 3 0,-3 0 6 0,0 0-7 15,0 0-16-15,0 0-18 0,0 0-26 0,0 0-11 16,0 0-20-16,0 0-11 0,0 0-7 0,0 0-22 16,0 0-14-16,0 0-3 0,0 0-12 15,0 0-5-15,0 0 11 0,0 0-18 0,0 0 1 16,0 0 6-16,0 0-8 0,0 0 5 0,0 0 7 16,0-8-12-16,0 8 6 0,0-6 0 0,0 6-12 15,0-5 9-15,0 0-9 0,0 5 4 0,0-5 4 16,11 5-2-16,-4 0 2 0,-7-2-14 0,9 2 19 15,-2 0-15-15,0 0 4 0,-1 0 4 0,0 0-13 16,0 13 15-16,0 1 4 0,-1-1 8 16,0 2-9-16,-1 2 1 0,1 3 1 0,-2 0-3 0,-2 0-4 15,1 1 2-15,-1 0-2 0,1-1 8 0,-1-2 9 16,-1 0-6-16,3-1 1 0,-1-2-16 0,1-1 10 16,0-2-6-16,0-1 8 0,0-2-3 15,2-1-2-15,-2-2 12 0,0-1-17 0,1-3 14 16,4-1-3-16,-2-1-5 0,1 0 5 0,1 0-23 15,0 0-50-15,-1 0-50 0,4 0-63 0,-2 0-53 16,2 0-46-16,-2-9-52 0,-2-2-76 0,2 11-266 16,-1-15 56-16,-2 6 104 0</inkml:trace>
  <inkml:trace contextRef="#ctx0" brushRef="#br0" timeOffset="-6623.39">786 1202 2300 0,'-10'11'4'0,"2"-5"-5"0,1-1-1 16,1-1-1-16,-1-2-1 0,3-2-4 0,2 0-31 15,1 0-42-15,-1 0-75 0,2 0-101 0,0 0-215 16,0 0-19-16,0 0 73 0</inkml:trace>
  <inkml:trace contextRef="#ctx0" brushRef="#br0" timeOffset="-8127.17">6 301 2300 0,'7'-7'8'0,"-7"1"16"0,0-1 19 0,0 6 31 16,0-4 15-16,0 3 15 0,0-2 4 0,0 4 4 16,0-5-2-16,0 4-3 0,0 0 0 0,0 1-15 15,0-2 0-15,0 2-3 0,0 0 0 0,-4 0-3 16,4-2-12-16,0 0-11 0,-6 2-21 0,6 0-10 15,0 0-9-15,0 0-18 0,-3 0-6 0,3 0-7 16,0 0-8-16,0 0-8 0,0 0 10 0,0 0-5 16,0 8 4-16,0-8 20 0,0 9-8 15,0-1 1-15,9-1 2 0,0 3-3 0,0 1 2 16,3 0 1-16,0 0 3 0,0 3-2 0,2-2-2 16,0 0 5-16,0 0-1 0,-2 1-1 0,1-2-4 15,-1-1 0-15,1-1 7 0,-3-2-8 0,1 1 11 16,-2-3-1-16,-1-1-10 0,-1-2 17 0,1 0 5 15,-2-2 23-15,1 0 25 0,-2 0-5 0,0 0 17 16,-1-13-20-16,1 1 3 0,-1 1 0 0,1 0-14 16,-1-3 11-16,-1 0-12 0,0-1-11 0,0-2 12 15,-3-1-10-15,2 0-3 0,-2 1-8 0,0-2-21 16,0 2 3-16,0 2-11 0,0 1 2 0,0 2-1 16,0 1-8-16,0 2 0 0,0 2-9 15,0 6-7-15,0-2-4 0,0 3-8 0,0 0-7 16,0 0 1-16,0 0 13 0,0 0 9 0,0 0 16 15,9 11 8-15,2-11-7 0,-1 11 0 0,1-2 4 16,1-1 8-16,-1-1-3 0,2 1-5 0,0-2-3 16,-3 0 1-16,1-1-2 0,-2 0 7 0,-1-3 7 15,-2-2-6-15,-2 0 2 0,1 0 23 0,-1 0 25 16,-1 0 39-16,-3 0 16 0,2-12 6 16,-1 2-5-16,1-2-17 0,-2-1-5 0,1-3 1 15,2-3 12-15,-1 1 13 0,-2-2-4 0,0 2-37 0,0 0-28 16,0-2-31-16,0 3-17 0,0 2 8 15,0 1-10-15,0 3-3 0,0 2-10 0,-8 0-60 16,8 3-90-16,0 4-92 0,0-1-52 0,0-1 1 16,0 4 9-16,0 0-28 0,0 0-72 0,0 0 4 15,0 0 21-15,0 0 40 0,0 0-2 0,0 0-248 16,11 14 35-16,-3-4 84 0</inkml:trace>
  <inkml:trace contextRef="#ctx0" brushRef="#br0" timeOffset="-7863.24">630 134 2858 0,'6'0'50'16,"-1"0"32"-16,-1 0 21 0,-1 0 22 0,-1 0-40 15,-1 0-23-15,-1 0-21 0,0 0-15 0,0 0-12 16,0 12 4-16,0-5 27 0,0 2-8 0,0-4 15 15,0 2-14-15,0 3-23 0,0-1 0 0,0 2-14 16,9 0 1-16,-9 1 2 0,9 1 4 0,-9-2 1 16,8 1-9-16,-8 0 8 0,6-1-16 15,-1 1-42-15,-1-1-62 0,2-4-89 0,0 0-63 0,0 1-25 16,-1-2-23-16,3-1-44 0,-4-1-195 16,1 1-35-16,-2-3 92 0</inkml:trace>
  <inkml:trace contextRef="#ctx0" brushRef="#br0" timeOffset="-6474.25">909 1679 127 0,'0'3'8'0,"0"-1"0"16,0-2 6-16,0 0-11 0,0 0-34 0,0 0-9 15,0 0-5-15</inkml:trace>
  <inkml:trace contextRef="#ctx0" brushRef="#br0" timeOffset="-6371.13">909 1684 1834 0,'0'0'9'16,"0"11"9"-16,0-11 7 0,0 10 5 0,0-10-10 0,0 7-4 15,0-7-12-15,0 5-9 0,0-5-52 0,0 0-115 16,0 0-258-16,0 0-53 0,-9 0 52 0</inkml:trace>
  <inkml:trace contextRef="#ctx0" brushRef="#br0" timeOffset="-2986.72">1651 2104 1796 0,'0'0'38'0,"0"0"30"0,0 0 26 0,0 0 32 0,0 0-12 15,0 0 10-15,0 0 9 0,0 0-3 16,0 0-2-16,0 0-17 0,0 0-25 0,0 0-18 15,-10 0-17-15,10 0-15 0,0 0 1 0,-6 0-9 16,6 0-2-16,0 0-7 0,0 0-15 0,0 0 0 16,-4 0-8-16,-1 0-2 0,2 0 1 0,-1 7-9 15,-1 3 13-15,1-2 5 0,-3 1-3 0,0-1 2 16,1 0-4-16,-2 3-3 0,2 0 1 0,0-1 8 16,1-2 8-16,1 1 5 0,-1-3 19 0,2 3 15 15,0-5 5-15,2 1 13 0,1-4-3 16,-2-1 1-16,1 0-7 0,1 0-10 0,0 0 0 15,0 0-12-15,0 0-12 0,0 0 1 0,0 0-11 16,0 0-6-16,0 0 3 0,0 0-19 0,0 0-1 16,0 0-10-16,0 0 4 0,0 0 13 0,0 0 4 15,0 0-6-15,0 0 3 0,10 0-7 0,1 0 3 16,3 0 7-16,-1 0 3 0,3 0-3 0,2 0-4 16,3 0 2-16,0 0-1 0,1 0 2 0,2 0-6 15,-1 0 1-15,-1 0-12 0,0 0 9 0,-1 0 11 16,-3 0-7-16,2 0-1 0,-5 0 11 0,0 0-8 15,-3 0-1-15,-2 0 12 0,-1 0-15 0,-3 0 0 16,-2 0 10-16,-1 0-3 0,-3 0 8 16,0 0 1-16,0 0-6 15,0 0-3-15,0 0-3 0,0 0-12 0,0 0-22 0,0 0-69 0,0 0-93 16,0 0-107-16,0 0-92 0,0 0-35 0,0 0-133 16,0 0-113-16,0 0 120 0</inkml:trace>
  <inkml:trace contextRef="#ctx0" brushRef="#br0" timeOffset="-5583.13">958 2154 2229 0,'-6'0'38'0,"0"0"37"16,0 0 52-16,1 0 60 0,1 0 21 0,-1 0 5 16,1 0-3-16,1 0-23 0,-1 0-33 15,3-9-28-15,-1 9-35 0,1 0-22 0,1 0-20 0,0 0-10 16,0 0-19-16,0 0-9 0,0 0-8 16,0 0-10-16,0 0 13 0,0 0-15 0,0 0-4 15,0 0 17-15,0 9-15 0,0-9 3 0,0 0 6 16,11 8-13-16,-2-4 15 0,-2-4-3 0,4 8 10 15,-2-1-7-15,2 2-4 0,2-1 10 0,-1 3-9 16,1 0 6-16,-1-1-9 0,-2 1 7 0,3-2-6 16,-4 0 4-16,1 0 1 0,-1-3-5 0,1 0 5 15,-3-2 5-15,-1-1 3 0,-1 1-2 0,-2-4 3 16,0 0 9-16,0 0 24 0,-3 0 15 16,1 0 29-16,-1 0 28 0,0 0 9 0,0 0-2 15,0 0-35-15,0 0-35 0,0-17-1 0,0 17-5 16,0-11 0-16,0 0-3 0,0 11-36 15,0-11-6-15,0 3-6 0,0 8-12 0,0 0-10 0,0 0-6 16,0 0 12-16,0 0-11 0,0 0 16 0,0 0-4 16,0 0-5-16,0 0 21 0,0 0-10 0,8 0-5 15,1 0-11-15,0 0-6 0,-1 0 4 0,2 0-5 16,0 0 26-16,-1 0 5 0,0 0-3 0,0 0 15 16,-3 0-5-16,0 0-12 0,-1 0 13 0,-2 0-1 15,0 0 10-15,0 0 0 0,0 0 13 16,-3 0-2-16,1 0 6 0,1 0 47 15,-2 0 9-15,0 0 28 0,0 0-10 0,0 0-44 0,0 0-33 16,0-19-12-16,0 6-12 0,0-2 6 0,0 2 20 16,0-3-32-16,0-2 6 0,0 0 0 0,-8-2-13 15,8 2 19-15,0-1-28 0,-6 0-17 0,6 1-52 16,-4 4-33-16,4 3-24 0,0 5-18 0,0-1 20 16,0 3-25-16,0 1-30 0,0 3-103 0,0 0-101 15,0 0-76-15,0 0-134 0,0 0-116 0,0 0 113 16,0 0 135-16</inkml:trace>
</inkml:ink>
</file>

<file path=ppt/ink/ink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4:28.109"/>
    </inkml:context>
    <inkml:brush xml:id="br0">
      <inkml:brushProperty name="width" value="0.05833" units="cm"/>
      <inkml:brushProperty name="height" value="0.05833" units="cm"/>
      <inkml:brushProperty name="fitToCurve" value="1"/>
    </inkml:brush>
  </inkml:definitions>
  <inkml:trace contextRef="#ctx0" brushRef="#br0">0 0 623 0,'0'8'23'0,"0"1"18"0,0-6-18 0,0 4 0 15,0-3-29-15,0-2-63 0,0 1-52 0,0 0-58 16,0-2 6-16</inkml:trace>
</inkml:ink>
</file>

<file path=ppt/ink/ink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4:34.772"/>
    </inkml:context>
    <inkml:brush xml:id="br0">
      <inkml:brushProperty name="width" value="0.05833" units="cm"/>
      <inkml:brushProperty name="height" value="0.05833" units="cm"/>
      <inkml:brushProperty name="fitToCurve" value="1"/>
    </inkml:brush>
  </inkml:definitions>
  <inkml:trace contextRef="#ctx0" brushRef="#br0">105 63 2132 0,'2'-14'33'0,"-2"4"30"0,0-1 40 0,0 2 49 16,0 4 7-16,0-1 20 0,0 2-2 0,0 3-23 15,0-3-17-15,0 4-39 0,0 0-38 0,-10 0-32 16,10 0-20-16,0 0-13 0,-9 15 4 15,3 1 5-15,-1 1 7 0,-2 4 9 0,-2 5-8 16,2 5 8-16,-2 5-5 0,1 4-3 0,0 3 3 16,3 2-13-16,2 0-8 0,5 2-3 0,0-1 9 15,0 0 7-15,0-2 5 0,14 1-8 0,0-4-1 16,-1-2-1-16,1-1 2 0,1-5 5 0,0-5 1 16,-1-1-6-16,0-7-6 0,-1-3 4 0,1-6 0 15,-2-4-2-15,0 0 11 0,2-6-4 0,3-1-3 16,-2 0 11-16,3 0-16 0,2-11-23 0,1-3-46 15,0-2-89-15,1-1-63 0,-1-5-76 0,-3-1-72 16,-3-3-164-16,-1 0-159 0,-3 5 102 16</inkml:trace>
  <inkml:trace contextRef="#ctx0" brushRef="#br0" timeOffset="214.4">44 566 2848 0,'-6'8'2'0,"2"-1"9"0,1-3-6 0,1-4 2 15,2 5-7-15,0-2 6 0,0-3 28 0,0 0 25 16,12 0 12-16,2 0-18 0,0 0-14 16,4 0-23-16,3-17-7 0,3 4 0 0,2-1-41 15,3-1-68-15,1-1-61 0,1 1-75 0,-2-4-68 16,0-1-142-16,-1 2-188 0,0-4 80 0</inkml:trace>
</inkml:ink>
</file>

<file path=ppt/ink/ink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4:36.567"/>
    </inkml:context>
    <inkml:brush xml:id="br0">
      <inkml:brushProperty name="width" value="0.05833" units="cm"/>
      <inkml:brushProperty name="height" value="0.05833" units="cm"/>
      <inkml:brushProperty name="fitToCurve" value="1"/>
    </inkml:brush>
  </inkml:definitions>
  <inkml:trace contextRef="#ctx0" brushRef="#br0">699-67 2616 0,'-6'-6'40'0,"1"1"54"0,2-1 51 16,-1 1 24-16,2 0-4 0,-1 0-32 0,2-1-49 15,1 0-20-15,0-2-36 0,0 0-22 0,0-3 8 16,0 0-11-16,13-4 3 0,1-1 0 15,1 1-8-15,2-4 7 0,0-1-5 0,2 1 12 16,3-2-8-16,-1 1 2 0,2 2 1 0,-1 2-14 16,0 0 3-16,0 3-7 0,1 0 1 0,0 2 10 15,-2 4-9-15,2 2 16 0,0-1-11 0,0 3-3 16,-2-2 9-16,-1 5-4 0,2 0 4 0,-2 0-4 16,1 0 0-16,-4 0-8 0,0 11 8 0,-5 0-2 15,-1 2 0-15,-2 0 2 0,-2-1 6 0,-1 2 1 16,-1 1 5-16,-2-2 10 0,-2 7-7 0,-1-1 14 15,0 1 11-15,0 2-3 0,0 2 6 16,0 3-22-16,-16 1-16 0,-1-2 6 0,0-1-2 0,-1-1 22 16,0 0 17-16,0-3 1 0,-1-3 3 15,3-3-3-15,1-2 1 0,1-2 0 0,0 0 23 16,4-5 23-16,-4 2 17 0,5-3 24 0,-2 0 7 16,4-4 31-16,0 0 23 0,0-1-14 0,4 0-33 15,0 0-49-15,0 0-67 0,0 0-23 0,1 0-6 16,1 0-19-16,1 0-7 0,0 0-15 0,0 0 6 15,0 0-29-15,0 0 21 0,0 0 10 0,0 0-17 16,0 0 34-16,0 0 0 0,15 0 0 16,-3 0 24-16,2 12 1 0,1-3-7 15,5-9 11-15,2 9-6 0,4-1-11 0,0-3 12 0,1-5-7 0,2 4-16 16,0-4 11-16,-2 0 0 0,2 0 0 0,-3 0 6 16,0 0 5-16,-2 0-11 0,-1 0 5 0,-2 0-5 15,-1 0-12-15,-3 0-11 0,-4 0 0 16,1 0 0-16,-6 0 17 0,1 0 11 0,-5 0-17 15,-1 0 12-15,0 0 1 0,-3 0 10 0,0 0 13 16,0 0-12-16,0 0-36 0,0 0-44 0,0 0-40 16,0 0-18-16,0 0-15 0,0 0-15 0,0 0-19 15,0 0-50-15,0 0-89 0,0-11-117 0,-9-1-97 16,0 0-179-16,0 0-110 0,-5 1 164 0</inkml:trace>
  <inkml:trace contextRef="#ctx0" brushRef="#br0" timeOffset="-1052.7">848-108 2378 0,'-8'-8'50'0,"1"2"50"0,-1 0 64 0,0-1 61 16,2 4 1-16,0-3-2 0,0 2-31 0,0-1-29 16,1 2-34-16,1 0-25 0,1 3-29 15,0 0-32-15,3 0-13 0,-3 0-30 0,3 0-7 16,0 0-3-16,0 0-11 0,0 0 6 0,0 11 0 16,0-4 13-16,0 2-5 0,0 4 9 0,10-1-8 15,3 5 0-15,-3 2 9 0,2 4 0 0,2 1 16 16,1 4-6-16,2 0-2 0,-2 0-9 0,2 2 0 15,1 1 0-15,-3-6 4 0,2 4 3 0,-2-4-9 16,-1 1-1-16,1-1 1 0,-1-4 9 0,-2 1-11 16,-2-3 8-16,0-2-5 0,-1-2-12 0,-2-2 18 15,-2-2-4-15,-2-2-6 0,0-3 13 0,-2-1-3 16,2-2-10-16,-1 0 12 0,-1 0-23 16,1-3 6-16,-2 0 14 0,0 0-1 0,0 0 27 15,0 0-12-15,0 0-22 0,0 0-8 0,0 0-51 16,0 0-58-16,0-14-73 0,0 4-76 0,-12-2-61 15,4 4-26-15,-1-3-17 0,0-2-62 0,0-1-176 16,-3 2 25-16,3-3 101 0</inkml:trace>
  <inkml:trace contextRef="#ctx0" brushRef="#br0" timeOffset="-616.21">983-70 2233 0,'0'-4'40'0,"0"-5"42"15,0 3 50-15,0 4 52 0,0-5 14 16,0 4 9-16,0-3-19 0,0 2-23 0,0-1-20 16,0-1-33-16,-6 1-4 0,6-1-14 0,0 1-5 15,-8 0-6-15,8 3-5 0,-3-1 10 0,3 2-15 16,0 1 4-16,0 0-30 0,0 0-15 0,-3 0-24 16,3 0-13-16,0 0-6 0,0 0-7 0,0 0-1 15,0 11-2-15,0-11 16 0,0 8-1 0,0 0 6 16,0 2-1-16,0-3-6 0,0 4 9 0,11-1 1 15,-2 4-5-15,0 3 3 0,0 3-7 0,3 0-3 16,2 2-1-16,-3 1 1 0,2 1 1 0,1 0 16 16,1 1 0-16,-1-1-2 0,-1 0-2 15,0-2-4-15,-1 1-2 0,-2-1 6 0,1-5-7 16,-2 0 2-16,-4-2 5 0,2-1-1 0,-2-3 4 16,-1-1-7-16,2-1 9 0,-3-1-16 0,-1-3 17 15,1-1-7-15,0 0-6 0,0-1 6 0,-1-1-10 16,-1 0-1-16,1-2 8 0,-2 2 2 0,0 0 12 15,0-2 12-15,0 0-7 0,0 0 2 0,0 0-8 16,0 0-12-16,0 0 1 0,0 0 7 0,0 0 10 16,0 0-2-16,0-11-2 0,0 11-52 0,0-7-63 15,0-1-54-15,0 2-81 0,-11-5-53 16,0-2-65-16,1-1-58 0,-2-4-50 0,-1-2-107 16,-2-1-118-16,2-1 120 0</inkml:trace>
  <inkml:trace contextRef="#ctx0" brushRef="#br0" timeOffset="608.04">1148-933 2956 0,'0'-13'49'0,"0"-1"52"0,0 3 65 15,0 2 52-15,0 3-24 0,0 0-28 0,0 1-47 16,0 2-39-16,0 2-30 0,-10 1-34 0,10 0-20 16,0 0-11-16,0 0 2 0,0 0 8 15,0 0-1-15,0 9-6 0,0 2 8 0,0-3-7 16,10 4 3-16,3 2 5 0,-1 4 8 0,3-1-1 16,0 6 1-16,0-1-2 0,2 6-14 0,-2-2 19 15,2 1-5-15,-3 0 7 0,1 1-6 0,-2-3-10 16,1 0 10-16,-2-3-10 0,-1-1 15 0,-1-2-2 15,0-5-6-15,-3-2 4 0,-2-1-9 0,-1-3 11 16,-1-3-2-16,0-1 3 0,-3-3 2 0,0-1-4 16,0 0 20-16,0 0 29 0,0 0 36 0,0 0 29 15,0 0-13-15,0 0-34 0,0-10-31 0,0 10-36 16,-9-12-14-16,-1 4-7 0,-3 8-5 16,1-10 11-16,-1 4-3 0,-3 0-1 0,1 0 3 15,-1 3-6-15,2-1 6 0,2 4 8 0,-2 0 0 16,3 0-13-16,2 0 5 0,-1 0 2 0,1 0-8 15,1 15 3-15,-1-5 9 0,0 1-8 0,1 2 8 16,1-1 13-16,2 2-25 0,2-5 18 0,0 2-4 16,1-2-12-16,2 1 11 0,0-3-9 0,0-1-6 15,0-3 16-15,14 2 5 0,-14-2-4 0,14 0 13 16,-4-3-3-16,0 0-2 0,0 0 2 0,1 0 11 16,2 0-9-16,3-18 8 0,2 3-5 0,2-4-21 15,1 1-3-15,3-1 15 0,0-5-11 0,2 3 10 16,-3-3 7-16,0 4-17 0,0-1 4 15,-4 3-27-15,0 1-36 0,-4 1-33 0,-2 5-23 0,-2 0-17 16,0 3-19-16,-5 0-46 0,1 3-70 16,-2 0-69-16,0 3-14 0,-4 2 22 0,1 0 6 15,-2 0-193-15,0 0-19 0,0 0 53 0</inkml:trace>
</inkml:ink>
</file>

<file path=ppt/ink/ink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4:49.023"/>
    </inkml:context>
    <inkml:brush xml:id="br0">
      <inkml:brushProperty name="width" value="0.05833" units="cm"/>
      <inkml:brushProperty name="height" value="0.05833" units="cm"/>
      <inkml:brushProperty name="fitToCurve" value="1"/>
    </inkml:brush>
  </inkml:definitions>
  <inkml:trace contextRef="#ctx0" brushRef="#br0">661-298 1926 0,'0'-3'20'15,"0"1"23"-15,0 0 5 0,0 0 7 0,0 1-15 16,0 0-27-16,0-3-12 0,0 3-2 0,0 0-4 16,0-2 4-16,0 1 2 0,0-3 4 0,0 1 2 15,0-4 4-15,14-1-2 0,-1 1-9 0,0-4-3 16,-1 0-1-16,1 1 4 0,1 1 21 0,0 2 11 16,-1-1 20-16,1 1 4 0,3 4-15 0,-4 2-4 15,3-1-2-15,0 3-10 0,0 0 6 16,0 0-4-16,-1 0-26 0,4 0 12 0,-4 0-2 15,3 0 5-15,-3 0 8 0,2 0-6 0,-2 0-4 16,3 9-9-16,-1-9 2 0,-3 9 1 0,1-1-4 16,-1-8 3-16,-1 8 1 0,-2 0-7 0,-2-2 3 15,-1-1-6-15,-1 1 1 0,1-2 1 0,-2 3 2 16,0 0 3-16,0-2-4 0,2 1 8 0,-1 2-7 16,2-2 4-16,-1 3 8 0,-2 0-4 0,2-1-1 15,-1 1-2-15,-1 1-5 0,3 2 3 0,-1-2 5 16,1 1 1-16,-1 0-5 0,1-1 1 0,-2-1 1 15,-1 1-5-15,2-2 5 0,-2-1 0 16,2 1 1-16,-4-2-1 0,1-1-5 0,-1 1-2 16,2 0-1-16,-3-1 0 0,4 1 3 0,-3 1-1 15,1-1-4-15,-1 3 5 0,1-3-3 0,1 1-3 16,0 0 9-16,-2 1-6 0,3-4 5 0,-3 4 1 16,2-2-12-16,-1 0 6 0,1 0-2 0,0-1-1 15,-2 1 9-15,3 1-9 0,-1-1 6 0,0 0-6 16,0-1-2-16,1 2 10 0,-1-1-5 0,2 2 16 15,0-2 13-15,-2 1-4 0,0 0 5 16,1 2-2 0,-2-2-16-16,1 1 2 0,0-1-4 0,0-2-2 0,-1 1 0 0,-1-1 10 0,-1 1-1 15,3-1-6-15,-3-1 0 0,2 2-12 0,0-1 4 16,-1 0-2-16,-1-1 1 0,2 1 3 0,1-1-8 16,-2 0 3-16,1 0 5 0,-2-1-5 0,1 1 7 15,1 0 5-15,0 1 11 0,-1 1 9 0,1-1 14 16,-1 1 4-16,1 0-9 0,-1 0-8 0,1 1-11 15,-1-2-6-15,1 2-3 0,0-1 6 0,-1-1-6 16,2 0-3-16,-3 0 1 0,2 0-9 0,-2-2 4 16,0 2-5-16,1-1-4 0,1 1 12 0,-2-2-5 15,-1 0 0-15,4 3 3 0,-2 1-7 0,2-3 1 16,0 5 8-16,-1-2-1 0,4 2 2 16,-3 0-4-16,3 2 12 0,-1 0 12 0,-1-2-10 0,1 4 13 15,0-2-16-15,-2-2-15 0,3 1 4 16,0 1-4-16,-2 0 0 0,1 2-2 0,1-2 8 15,-1 1 31-15,2 1 46 0,2 0 6 0,-1 4 17 16,3 0-39-16,-1-3-52 0,4 5 10 0,-2-2-26 16,2-1 1-16,-2 1 5 0,2-2-1 0,-2-2-9 15,0 0-5-15,2-2 3 0,-3 0 1 0,-1-2 1 16,1 0 1-16,0-2 5 0,-1-2-13 0,1-1 9 16,0 1 1-16,-1-4 0 0,1-1 4 0,0 0 2 15,-1 0-8-15,3 0 11 0,-1 0-14 0,1 0 5 16,0-12 11-16,0 2-7 0,0 1 10 15,-3 0-5-15,1 3 0 0,0-4-2 0,-4 1-4 16,2 0 3-16,-3 2 8 0,-2 0 8 0,-1 1 14 16,-3-1 15-16,1 3 5 0,-2-2-5 0,-2 4 17 15,0-1 23-15,0 1 26 0,0 2 18 0,0 0-37 16,0 0-48-16,-11 0-45 0,2 0-30 0,0 0 5 16,-2 11 0-16,-1-2 0 0,-3 1 14 0,-2 1-5 15,2 1 9-15,0 2 5 0,-2 5-28 0,2-2 14 16,1 0-5-16,2 1-9 0,5-2 14 0,0 2-5 15,3-2 15-15,4-1-1 0,0 1-7 0,0-2 7 16,0 4-22-16,18 1 16 0,-1-1-3 0,1 1 2 16,0 0 10-16,4-1-14 0,0 1 14 15,3-2-15-15,0 1-15 0,0-2 4 0,1 1-6 16,1 0 16-16,0 0 14 0,2-3 3 0,1 1 4 16,-1 1-6-16,5-1-4 0,-1 5-7 0,1 0-2 15,-3 2 8-15,3 4-4 0,-4 2 19 0,1 2 8 16,-3 4-14-16,0 1 9 0,-2 1-9 0,-4 1 0 15,1 2 9-15,-2-3-5 0,-2 2 5 0,-1-1-2 16,-1 4 36-16,-4-1 0 0,1 0-8 0,0-2 2 16,-4 1-41-16,-1 0 13 0,2 1 11 0,-3 2-21 15,1-2 0-15,-2-1-4 0,1-2-10 0,-1-3 15 16,1 2 10-16,-2-7-5 0,-1 0 11 16,1-5-15-16,-3-5-6 0,1-1 2 0,-1-2-18 15,0-5 17-15,-3-2-18 0,2-3-11 0,-1-2-17 16,1-4-51-16,-2 0-9 0,0 0-18 0,0 0-2 15,0 0-8-15,0 0-140 0,0 0-148 0,0 0-100 16,-14 0-101-16,4-13-145 0,-4 2 131 0,0-2 130 16</inkml:trace>
  <inkml:trace contextRef="#ctx0" brushRef="#br0" timeOffset="-4656.4">748 90 2415 0,'0'-9'38'15,"-8"9"44"-15,4-7 57 0,-1 7 59 0,0 0 10 16,1 0 4-16,-1-5-35 0,1 5-47 15,-1 0-46-15,2 0-46 0,0 0-41 0,3 0-23 16,0 0-5-16,0 0 0 0,0 0 27 0,0 0 6 16,0 13-4-16,0 0 6 0,11-1-6 0,1 4 9 15,-3-1-1-15,3 3-2 0,-1 0-3 0,-1 0-9 16,0 1 6-16,0-2 0 0,-2-1-4 0,1-1 10 16,-2-1-4-16,0-2-2 0,0-1 10 0,-2-2-15 15,-1 0 15-15,-1-3-2 0,0-4 22 0,0 2 47 16,-1-4 28-16,-2 0 37 0,0 0 22 0,0 0 29 15,0 0 42-15,0 0 34 0,0 0-45 0,0 0-62 16,0-11-79-16,-11 3-69 0,2-3-6 0,2 0-16 16,-4-1-1-16,2-2-11 0,-2-1 6 15,1-1 21-15,-3 0-10 0,3 3 5 0,-1-2-43 16,2 3-71-16,1 1-35 0,2 1-50 0,2 2-16 16,-2-1 24-16,3 2-8 0,0 1-13 0,1 0-43 15,2 4-89-15,-1-3-62 0,-1 4-64 0,2 0 6 16,0 1 45-16,0 0-111 0,0 0 103 0,0 13 87 15</inkml:trace>
  <inkml:trace contextRef="#ctx0" brushRef="#br0" timeOffset="-3968.64">757 730 1663 0,'-5'0'81'0,"2"-1"42"0,2 1 32 0,-2 0 29 16,1 0-50-16,-1-1-3 0,2-1 13 0,-2 2 6 15,1-2 4-15,-1 0-20 0,1 2-33 0,-1-3-38 16,3 3-41-16,0 0-24 0,0 0-25 0,0 0-6 16,0 0 6-16,0 0 2 0,0 0 18 0,10 0 8 15,0 11-8-15,1 1 5 0,-1-4-4 0,4 2 4 16,0 1 3-16,2 2 0 0,1-1 6 0,0 2-10 15,1 0 2-15,0-2 2 0,-2 1-5 0,0-2 6 16,-2 0-7-16,-2-1 7 0,-1-1-5 0,-2 2 2 16,0-2 8-16,-3-3-9 0,0 2 6 15,-3-3-2-15,2-2 10 0,-4 0 11 0,1-1 40 16,-1 1 46-16,-1-3 33 0,0 0 19 0,0 0-17 16,0 0-30-16,0 0-35 0,0 0-19 0,0 0-28 15,0 0-8-15,0 0-6 0,-9-13-9 0,9 2-3 16,-9 2-2-16,4 9 0 0,-2-10 3 0,7-1-5 15,-6 1-9-15,1 0 9 0,1 2-7 0,4 0-6 16,0 0 12-16,0-1-12 0,0 0-10 0,0 0 24 16,0-2-11-16,0 2-2 0,13 2 16 0,-4-1-18 15,2 4 1-15,-2-1 1 0,-1 3 4 0,1 2-1 16,0 0-1-16,0 0 3 0,0 0 0 16,-3 0 0-16,2 0 10 0,-4 14 0 0,1-4-8 15,0-2 6-15,-4-1-10 0,-1 4 1 0,0 2 9 16,0 2 0-16,0 0 0 0,-14 4 8 0,4-1-4 15,-4 3-8-15,2 0 6 0,-2 0-16 0,1-2-6 16,-1-1-15-16,0-5-15 0,1-1-22 0,0-1-50 16,1-5-70-16,2 1-98 0,-2-4-78 0,1-3-55 15,0 0-56-15,4 0-171 0,-2 0 85 0,-1-14 109 16</inkml:trace>
  <inkml:trace contextRef="#ctx0" brushRef="#br0" timeOffset="-3513.76">1124 729 2352 0,'5'-3'15'0,"-2"1"16"16,1 1 26-16,-1 1 31 0,1 0 18 0,-3 0 18 16,-1 0 5-16,0 0-14 0,0 0-15 0,0 0-21 15,0 0-20-15,0 0-13 0,0 7-7 0,0-7-12 16,0 0-4-16,0 5-4 0,0-5 6 0,0 0-9 15,0 7 8-15,0-7 7 0,0 0-11 0,0 0 20 16,0 1-9-16,-9-1 10 0,9 0-9 16,0 0 5-16,0 0-6 0,0 0-15 0,0 0-2 15,0 0-20-15,0 0-5 0,0 0-6 0,0 0 4 16,0-11 9-16,0 3 2 0,0 8 7 0,11-9-6 16,-1 2-9-16,2 0 3 0,-3 1-9 0,1 6 6 15,2-6-4-15,-5 6 2 0,1 0 5 0,1 0-7 16,-1 0 14-16,-1 0-6 0,1 0 10 0,1 14-2 15,-1-3-2-15,-1 1 11 0,-1-1-11 0,-1 6 3 16,1-3-9-16,-3 2 6 0,0 0-7 0,0 0 7 16,-2 2 9-16,2-2-8 0,-3 0 1 0,2-3 3 15,1 2 0-15,-1-6-12 0,-2 0 14 0,1-3-16 16,1 0 6-16,-1-4-1 0,2-1-20 16,-3-1-23-16,2 0-25 0,-1 0 1 0,1 0-18 15,-1 0 34-15,4 0 7 0,2-13-58 0,-1 0-30 16,5 0-53-16,1-2-31 0,2-5 9 0,3-1-5 15,2-4-44-15,0 0-190 0,3-1-67 0,-2-1 67 16</inkml:trace>
  <inkml:trace contextRef="#ctx0" brushRef="#br0" timeOffset="-5150.87">146 106 2320 0,'0'-15'38'0,"-15"4"40"0,0 0 51 0,1 1 47 0,1 1 14 16,-1-2 0-16,0 3-22 0,1-2-16 0,0 4-24 15,3 0-35-15,-1 1-32 0,5 1-37 0,2 4-34 16,0 0-12-16,4 0-5 0,0 0-3 0,0 0 9 15,0 0 2-15,0 0 15 0,17 14 2 0,0-2-4 16,1 3 12-16,2 3-9 0,3 2 7 0,2 2 2 16,1 0-10-16,0 2 4 0,-2 2 3 0,1-2 7 15,-3-1 2-15,0 0-5 0,-3 0-5 0,-2-4-6 16,-2 1 2-16,-2-3-2 0,-1 0 6 0,-2-3-6 16,-4-4 10-16,2 0-8 0,-3-5 2 0,-2 0 21 15,0-2-16-15,-3-3 44 0,0 0 25 0,0 0 10 16,0 0 27-16,0 0-12 0,0 0-13 15,0 0-27-15,0 0-13 0,0-10-33 0,0 1-10 16,0 1-1-16,0-2-11 0,0 0 10 0,-8-3-7 16,8-4-2-16,0 2-2 0,0 0 15 0,0-3-20 15,0-1 15-15,0 2-1 0,0 0-19 0,0 1 22 16,0 3-11-16,11 0 0 0,-2 3 6 0,0 1-4 16,-3 0-12-16,3 5 3 0,-3 2-8 0,2-1 2 15,1 3 16-15,0 0-1 0,-1 0-1 0,-1 0 5 16,1 0 0-16,-2 9 5 0,1-9 0 15,-1 13-5-15,-1-3 5 0,-2 0-7 0,0-2 14 0,-3 2-7 16,0 2-7-16,0-1 7 0,0 3 1 0,0 2 4 16,-14-1-4-16,2 1-7 0,0-1 1 15,0-1 1-15,1 0 3 0,1-2 10 0,-2-1-1 16,1-2-2-16,0-2 0 0,2-3-9 0,0 0-25 16,0-2-1-16,1-2-21 0,-1 0-30 0,3 0-19 15,-1 0-50-15,2 0-52 0,0 0-56 0,1 0-55 16,-1 0-40-16,2 0-47 0,0 0-221 0,0-10 12 15,0 10 94-15</inkml:trace>
  <inkml:trace contextRef="#ctx0" brushRef="#br0" timeOffset="-3332.88">1454 1257 1643 0,'0'9'0'0,"0"0"-1"0,0-4 1 0,0-2 4 15,0-1-28-15,0-2-54 0,0 0-161 0,0 0-173 16,0 0 26-16,0 0 54 0</inkml:trace>
  <inkml:trace contextRef="#ctx0" brushRef="#br0" timeOffset="-3165.84">1666 1568 2199 0,'4'7'-1'16,"-3"-1"-3"-16,1-1-7 0,-1-1-6 0,1-1-34 15,-2-1-48-15,0-2-78 0,0 2-279 0,0-2-42 16,0 1 52-16</inkml:trace>
  <inkml:trace contextRef="#ctx0" brushRef="#br0" timeOffset="-2990.94">1837 1776 2414 0,'0'6'-1'16,"0"0"6"-16,-10 2-1 0,10-5-1 0,0 1-6 15,-7-2-8-15,7 0-36 0,0-2-47 0,0 0-60 16,0 0-68-16,0 0-135 0,0 0-156 0,0 0 68 16</inkml:trace>
  <inkml:trace contextRef="#ctx0" brushRef="#br0" timeOffset="-2395.84">1975 2020 2470 0,'0'7'-7'0,"0"-2"19"0,0 2 20 16,0 0 15-16,0 4 26 0,0 5 24 0,0-4 12 16,0 4 0-16,12-2-8 0,-1 3-34 0,-2 3-23 15,0 2-1-15,3 0 19 0,-1-3-15 0,-1 3-5 16,2 1-18-16,0 1-37 0,-1-2 6 0,0 2-2 15,1-1 8-15,-1 1 45 0,1 0 11 0,-2 1-3 16,1-2-2-16,-3-2-43 0,1 0-9 0,-2-3 2 16,-1-2 0-16,0-2-1 0,-1-3 3 15,-2-4-2-15,2-1 2 0,-4 1 13 0,1-6 4 16,-1 1 34-16,1-2 18 0,-2 0 27 0,0 0-3 16,0 0-8-16,0 0-18 0,0 0-28 0,0 0-7 15,0-14-36-15,0 1-3 0,-11 2-6 0,0-1 4 16,11-5 6-16,-12 3 10 0,3-1-7 0,2-3-7 15,7 1 6-15,-8-2-4 0,8 1 4 0,0 1-5 16,0 0 5-16,0 4-11 0,0-3 6 0,0-1 8 16,11 6-1-16,-11 0-7 0,12 3 11 0,-2 2-14 15,-1 1-6-15,2-2 16 0,1 2-21 0,-3 5 18 16,2 0-3-16,0-6 3 0,1 6 1 16,-3 0-13-16,0 0 15 0,2 0-18 0,-2 0 16 15,0 0-9-15,-2 0 1 0,1 0 7 0,-2 0-4 16,0 0 18-16,2 13-11 0,-4-13 1 0,1 0-4 15,-1 14-7-15,-2-7-5 0,1-7 13 16,-2 13 2-16,-1-4-3 0,0 0 19 0,0 5-15 0,0 0-8 16,0 0 10-16,-10 3-4 0,10-2 4 0,-15 3 1 15,3-5-6-15,-1-2-2 0,3 1 5 0,-1-1 8 16,2-3 8-16,-2-1-8 0,2-3-8 16,2 3-5-16,-2-5-16 0,-1-2-9 0,1 0-10 15,2 0-15-15,1 0-12 0,0 0-42 0,1 0-54 16,2 0-75-16,0-9-84 0,1 9-36 0,1 0-60 15,1 0-168-15,0-12-55 0,0 4 91 0</inkml:trace>
  <inkml:trace contextRef="#ctx0" brushRef="#br0" timeOffset="-1767.3">2523 2026 2183 0,'0'-7'57'16,"6"0"40"-16,-6 7 28 0,0 0 27 0,0 0-29 16,0 0-24-16,0 0-19 0,0 0-16 0,0 0-27 15,0 10 5-15,0-3 9 0,0 1 1 0,0 0 14 16,0 2-7-16,0-1-10 0,0 0-11 15,0 1-10-15,0-1-15 0,0 3-4 0,0-3 12 16,11-3 12-16,-11 1 6 0,6-1 0 0,-6-1-3 16,7 0-4-16,-7-5 1 0,5 0 6 0,-5 0-2 15,6 0-16-15,-3 0-5 0,0 0 3 0,0 0-9 16,-1 0 1-16,1 0 9 0,1 0-20 0,1 0 11 16,1 0-7-16,1 0-4 0,1-12 6 0,3 1-9 15,1 2-17-15,0 0-49 0,2-2-67 0,-1-2-84 16,3 0-64-16,-1-1-42 0,-2 1-19 0,1-2-47 15,-2 1-204-15,-3 1 26 0,-1 0 89 0</inkml:trace>
  <inkml:trace contextRef="#ctx0" brushRef="#br0" timeOffset="-2038.14">2462 2178 3039 0,'0'-6'28'0,"0"0"41"0,0-1 49 0,0 0 45 16,0 3 5-16,0-1-2 0,-12 5-40 15,12-2-44-15,-7 2-29 0,7-4-39 0,0 4-8 16,0 0 1-16,0 0-9 0,0 0-15 0,0 0 11 16,0 0-13-16,0 0 3 0,0 0 16 0,0 0-15 15,0 0 17-15,0 0 4 0,10 13-20 0,-1-2 7 16,2-11-3-16,-2 14-5 0,0-2 24 0,0-1-1 15,3 2-5-15,-1-3 0 0,3 1 13 0,-4 0-10 16,1 0 3-16,-2 0-6 0,2-3-13 0,-2 1 2 16,0-2 9-16,-1-1 4 0,-2-2 2 0,0-4 17 15,0 4-32-15,0-4 15 0,-2 3-7 0,-1 2-11 16,0-2 0-16,-3-3-33 0,0 0-32 16,0 0-45-16,0 0-112 0,0 0-127 15,0 0-83-15,-10 0-116 16,-2 0-120-16,0 0 82 0,-2 0 119 0</inkml:trace>
</inkml:ink>
</file>

<file path=ppt/ink/ink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4:50.977"/>
    </inkml:context>
    <inkml:brush xml:id="br0">
      <inkml:brushProperty name="width" value="0.05833" units="cm"/>
      <inkml:brushProperty name="height" value="0.05833" units="cm"/>
      <inkml:brushProperty name="fitToCurve" value="1"/>
    </inkml:brush>
  </inkml:definitions>
  <inkml:trace contextRef="#ctx0" brushRef="#br0">137 400 2203 0,'-17'-19'42'0,"-1"-1"57"0,4 2 65 0,-2 3 50 15,2-2 10-15,0 2-9 0,2 2-30 0,2 0-32 16,2 5-39-16,3 1-45 0,1 1-19 0,1 1-18 16,3 1-22-16,0-3 6 0,0-1-14 0,0 2 7 15,17-3 4-15,-4-4-12 16,2 2-3-16,4-5-6 0,0 0 3 0,3-1 1 0,0 0-6 15,3 3 8-15,-1-4 4 0,2 4 3 0,1-4 4 16,-3 5-6-16,-1 3-3 0,0-1-6 0,-5 2 3 16,-3 5-7-16,-1-4-3 0,-5 7 9 0,-1 1 4 15,-7 0-1-15,2 0 4 0,-1 0-8 0,-2 0 0 16,0 0-5-16,0 0 10 0,0 9-4 0,0-2 9 16,0 1 6-16,0 1-8 0,0 1 11 0,0 2-17 15,0 4 3-15,0 0 0 0,0 3 11 0,0-2 2 16,0 2 11-16,-11-1 4 0,1 2 2 0,-1-3 3 15,2 3 1-15,-2-3 3 0,1 0-3 0,-1 0 0 16,0-2-6-16,2-2-11 0,2 0-7 0,-1-2-12 16,2 2 5-16,0-3-8 0,3 4-3 15,0-3 8-15,3-1-11 0,0 1 15 0,0 0 3 16,0-1-7-16,0 2-2 0,0-4 9 0,13 1-11 16,0-1-2-16,0-1 21 0,1 1-16 0,3-2 8 15,-1-3 14-15,3 1-17 0,0-4 0 0,4 0 12 16,1 0-15-16,2 0 8 0,2-15 0 0,-1 3-14 15,0-2 3-15,-1 3-6 0,0 2 1 0,-6 0 7 16,-1 0-2-16,-5 2-1 0,-2 7-1 0,-3-6-7 16,-3 6 18-16,-3 0-6 0,0 0-6 0,-1-5 14 15,-1 5-11-15,-1 0-6 0,0 0-28 0,0 0-22 16,0 0-24-16,0 0-17 0,0 0-23 0,0 0-56 16,13 0-55-16,-4 9-50 0,1-9-37 15,1 7-63-15,1 2-236 0,0-1-25 0,0 3 93 16</inkml:trace>
  <inkml:trace contextRef="#ctx0" brushRef="#br0" timeOffset="-793.96">70 296 2720 0,'-7'0'39'16,"0"0"40"-16,1 0 30 0,3 0 8 0,-3 0-49 16,3 0-43-16,0 0-30 0,3 0 12 0,0 0 16 15,0 11 46-15,0 0 15 0,9 4-25 0,2 0-13 16,0 6-39-16,2-1 25 0,2 5 10 0,2 0 1 16,1 1 5-16,2 0-37 0,0 1-2 0,0 0 2 15,-1-1-6-15,0 0-2 0,-1-1 4 0,-1-2-5 16,-1-5-2-16,-2 2 3 15,-2-3-3-15,-1-6 9 0,-1-2 3 16,-2-1-6-16,-2-3-4 0,-1-3-2 0,-1 0-3 0,-1-2-12 0,-1 0-37 16,1 0-49-16,-3 0-46 0,0 0-49 0,0 0-38 15,0 0-78-15,0 0-117 0,0 0-240 0,0 0 32 16,-14-13 129-16</inkml:trace>
  <inkml:trace contextRef="#ctx0" brushRef="#br0" timeOffset="-506.54">198 231 2942 0,'0'-8'48'0,"0"4"53"16,0 2 36-16,0 2 18 0,0 0-28 0,0 0-63 15,-9 0-32-15,9 0-18 0,0 0-16 0,0 11 31 16,0-3 28-16,0 2 4 0,0 2-3 0,9-2-9 16,3 5-33-16,0 5 10 0,3 0-2 0,2 0-6 15,1 5 14-15,0-2-12 0,2 1-1 0,0 1 3 16,1-2-15-16,-1 2-4 0,1-1-1 0,-3-1-9 15,-1-1 8-15,1-2 3 0,-1 0-1 0,-2-2 0 16,-1-2 2-16,-4-2-2 0,0 0-4 0,-3-5 1 16,-1-3 6-16,0 1 6 0,-4-5 8 15,1 2-5-15,-2-4-6 0,-1 0-15 0,0 0 14 16,0 0-9-16,0 0-56 0,0 0-81 0,0 0-130 16,-10 0-90-16,-2-13-61 0,-2 1-21 0,-4-1-65 15,0-1-148-15,-4 1 93 0,-1 0 111 0</inkml:trace>
</inkml:ink>
</file>

<file path=ppt/ink/ink4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4:49.646"/>
    </inkml:context>
    <inkml:brush xml:id="br0">
      <inkml:brushProperty name="width" value="0.05833" units="cm"/>
      <inkml:brushProperty name="height" value="0.05833" units="cm"/>
      <inkml:brushProperty name="fitToCurve" value="1"/>
    </inkml:brush>
  </inkml:definitions>
  <inkml:trace contextRef="#ctx0" brushRef="#br0">129 10 2106 0,'-6'-5'23'0,"-3"0"20"0,0 4 24 16,0 1 25-16,1 0-4 0,-2 0-1 0,0 13-9 15,1-1-13-15,0 1-8 0,0 6-11 0,2 3-3 16,0 2-4-16,-2 4 1 0,5 7-4 0,-2 0-6 16,3 5-5-16,3-1-9 0,0 1-11 0,0 0 0 15,0 0-1-15,12-4-7 0,-2 0 13 0,4-3-4 16,-3-4-6-16,2-1 7 0,1-3-7 0,3-3 0 16,-4-3 8-16,1-2-4 0,0-1 7 0,1-5 5 15,-1-2-2-15,-1-3 0 0,3-2-1 0,0-4-5 16,1 0-6-16,3 0 5 0,-1-12-33 15,1-2-48-15,1-3-52 0,2-3-67 0,-3 1-54 16,1-5-49-16,-1-1-164 0,-5 0-126 0,-3 0 81 16</inkml:trace>
  <inkml:trace contextRef="#ctx0" brushRef="#br0" timeOffset="190.49">125 517 2467 0,'-5'7'5'16,"1"0"-2"-16,1-4-8 0,1 0 1 0,2 1-7 16,0-4 10-16,0 0 13 0,0 0 0 15,0 0 5-15,14 0-1 0,-1-10-8 0,3-2 2 16,0-1-3-16,4 0-7 0,3-4-43 0,3-5-73 16,-1 0-114-16,3-3-281 0,-1-1-78 0,-1-4 70 15</inkml:trace>
</inkml:ink>
</file>

<file path=ppt/ink/ink4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4:59.801"/>
    </inkml:context>
    <inkml:brush xml:id="br0">
      <inkml:brushProperty name="width" value="0.05833" units="cm"/>
      <inkml:brushProperty name="height" value="0.05833" units="cm"/>
      <inkml:brushProperty name="fitToCurve" value="1"/>
    </inkml:brush>
  </inkml:definitions>
  <inkml:trace contextRef="#ctx0" brushRef="#br0">2038 2580 2355 0,'0'-24'38'0,"0"3"63"0,0 3 77 16,0 3 60-16,0 2 11 0,-12 3-34 0,0 3-59 16,3 3-56-16,0 4-46 0,-3 0-18 15,-2 0-15-15,-3 13 4 0,-3 2 18 0,-4 6-3 16,-3 6 0-16,-4 4-9 0,0 4-11 0,-1 6-1 0,4 2-2 16,1 2 9-16,4 1-3 0,3 3-8 0,5-1-1 15,3 0-3-15,6-3-17 0,1-1 3 16,5-2 3-16,0 2-10 0,0-6 18 0,13 1-14 15,0-4-9-15,1 0-21 0,3-5-14 0,1-3-15 16,0-5-20-16,3-5-20 0,1-5-31 0,2-1-38 16,2-5-58-16,3-6-37 0,2 0-47 0,7 0-60 15,3 0-189-15,5-17-35 0,0 2 84 0</inkml:trace>
  <inkml:trace contextRef="#ctx0" brushRef="#br0" timeOffset="-399.49">1280 2988 2135 0,'0'-4'33'0,"0"-2"25"15,0 6 31-15,-10-5 48 0,10 1 4 0,-8-3 11 16,8 3 2-16,-6 0-23 0,6 0-28 0,0-1-27 16,0 2-38-16,0 0-27 0,0 1-16 0,0 1-9 15,0-1 8-15,0 2-3 0,11 0 5 16,-2 0 3-16,3 0-8 0,2 0 6 0,2 0-2 16,1 10-4-16,1-1 2 0,-1 0 0 0,1 2 3 15,-1 0-1-15,-2 1 5 0,0 2-1 0,-1 0-5 16,-3 0 5-16,-1 1-2 0,-1 1 3 0,-1 0 2 15,-2-3-3-15,-3 5 5 0,-1-5-1 0,1 1 4 16,-3-3 2-16,0 1 5 0,0-1-2 0,0-3 6 16,0 0 11-16,0-1 5 0,0 0 23 0,-10-3 13 15,10-2-4-15,-9 2-4 0,9-4-13 0,-9 0-16 16,2 0-1-16,1 0 0 0,-2 0-10 16,2 0-3-16,-2-10 1 0,2 1-8 0,-3-2-1 15,2 1-5-15,0-1-1 0,0 1-10 0,4-3 0 16,0-1 1-16,3 1-7 0,0-5 10 0,0 4-2 15,0-3 3-15,10 2 5 0,0 0-5 0,2 1-2 16,-2 0-1-16,4 1 0 0,-2 3 0 0,0-1-1 16,0 5-7-16,1-2 6 0,-3 3 0 0,-1 2 3 15,0 0 7-15,-1 3-8 0,-2 0-3 0,-3 0 2 16,-1 0 0-16,-2 0-8 0,0 0 3 0,0 0 9 16,0 0-3-16,0 0 0 0,0 6 5 0,0-6-2 15,0 8 6-15,0-8 9 0,-8 0-19 16,8 0-36-16,0 6-39 0,0-6-62 0,0 0-39 0,0 0-24 15,0 0-22-15,0 0 1 0,0 0-14 16,0 0-45-16,0 0-123 0,0 0-141 0,0-9 49 16,0 9 102-16</inkml:trace>
  <inkml:trace contextRef="#ctx0" brushRef="#br0" timeOffset="-1120">1024 2604 2057 0,'-6'-7'38'0,"1"-2"54"0,-3 3 39 16,4-4 33-16,-2 4-1 0,-2-2-17 15,1 0 9-15,1 1 10 0,0-1 0 0,1 1-11 16,-1-3-21-16,3 2-18 0,0 2-31 0,1 0-23 15,1 1-38-15,-1 3-28 0,2 1-11 0,0 1-13 16,0 0 0-16,0 0 1 0,0 0-1 0,0 12 11 16,0 3 14-16,11-2 4 0,0 7 12 0,1 5-8 15,1 2-3-15,3 3 1 0,-1 6-7 0,-2 1 4 16,4 2 4-16,-3 1 3 0,-4-2-9 0,1 1 2 16,-2-3 2-16,-1 1-6 0,-4-2 15 0,1-5 2 15,-2 1-6-15,0-6-9 0,-3-1 7 0,0-5-11 16,0-1 9-16,0-5 7 0,0-3-11 15,0-3 14-15,0 0 24 0,0-3 27 0,0-2 36 16,0-2 16-16,0 0-6 0,0 0-20 0,0 0-36 16,0 0-20-16,-8-9-17 0,8-4-9 0,-12 2 1 15,3-1 4-15,-2-6-10 0,-1-1-7 0,-1-5 11 16,-1 1-8-16,-1-3-7 0,1-3 15 0,-3-1-22 16,4-1-4-16,-1-1 4 0,2 0-1 0,0-1 6 15,3 1 2-15,3 0-4 0,1 1-7 0,5 1 1 16,0 3 4-16,0 1 9 0,0 2-1 0,11 1-4 15,1 2 7-15,1 0-4 0,3 1-6 0,2 0 17 16,2 3-12-16,1 0 8 0,2 4 5 0,-1-2-11 16,3 4 0-16,-2 2-3 0,1 5 5 15,-1 2 3-15,-2 2-4 0,-1 0-5 0,-2 0 5 16,0 13-12-16,-3 0 13 0,0 2 11 16,-1-2-8-16,-3 4 7 0,-1 0-1 0,-2 1-10 0,-4-1 3 15,-2 4 6-15,-2-1-8 0,0 2 14 0,0-2-7 16,-11 1 3-16,-2 0-1 0,-6 1-11 0,0-2 16 15,-6 1-13-15,0-1 4 0,-6 1-14 0,-2-1-18 16,-1-3-8-16,1 0-18 0,1-2-27 16,2-3-61-16,2-2-57 0,3-2-67 0,0-2-35 0,7 0-18 15,3-2-52-15,3-2-211 0,3-2-37 0,0 0 87 16</inkml:trace>
  <inkml:trace contextRef="#ctx0" brushRef="#br0" timeOffset="1583.57">2280 2694 665 0,'0'-2'85'0,"0"2"53"0,0 0 39 0,0 0 23 16,0 0-56-16,0 0-37 0,0 0-18 0,0 0-12 16,0 0-9-16,0 0 3 0,0 0-13 15,0 0-2-15,0 0 1 0,0 0-9 0,0 0 5 0,0 0-3 16,0 0-9-16,0 0-1 0,0 0 10 15,0 0 6-15,0 0 3 0,0 0 4 0,0 0-7 16,0 0 4-16,0 0 0 0,0 0 1 0,0 0 8 16,0 0-7-16,0 0 17 0,0 0 1 0,0 0 4 15,0 0 14-15,0 0-2 0,0 0 2 0,0 0-6 16,0 0-14-16,0 0-16 0,0 0-10 0,0 0-7 16,0 0-10-16,0 0-6 0,0 0-3 15,0 0-4-15,0-8-8 0,0 8-8 0,0 0 1 0,0 0-8 16,0 0-5-16,0 0 4 0,0 0-10 0,0 0-3 15,0 0 12-15,0 0-6 0,0 0-2 16,0 0-1-16,0 0-2 0,0 7 2 0,0-1 2 16,0 0 12-16,0 0-4 0,0 3 2 0,0 0 11 15,9 2-10-15,0 0-2 0,0 2 1 0,0-1-1 16,2 1-1-16,1 0 0 0,-1-1 3 0,-1 0-4 16,1 1 4-16,-1-5 4 0,-2 2 3 0,1-2-2 15,-1 0-2-15,-1-2-2 0,-1-1 1 0,-1-1-1 16,0-1 4-16,-2-1 3 0,-2 0-1 0,2 1-6 15,-1-3 2-15,-1 0 7 0,1 0 6 0,-1 0 15 16,1 0 10-16,-1 0 2 0,1 0-6 16,1 0-2-16,-2-11-12 0,4 11-10 0,-4-12-9 15,5 1-6-15,-1 1-1 0,1-1 0 0,2-1 4 16,-1-2-4-16,4 2-3 0,1-4 4 0,-1 3 0 16,-1 1-4-16,1 0 0 0,-2 1-5 0,2 5 3 15,-4 0 6-15,2 0-4 0,-4 3-3 0,1 1 0 16,-1 1-3-16,-2 1 5 0,1 0 1 0,1 0 3 15,-2 0-5-15,0 0 2 0,3 0 7 0,-2 12-6 16,1-1-1-16,1-5 1 0,0 3-5 0,0 2 2 16,0 0 11-16,0 1-6 0,-1 4 3 0,-1-4-4 15,3 4 5-15,-3 1-6 0,2 0 5 0,-3 0 0 16,-1 0-3-16,-1 1 3 0,-1 2-5 16,0-2 6-16,0 0-8 0,0 0 5 0,-13 1 8 15,0 0-7-15,0 1 5 0,-1-5-1 0,-1 4-5 16,0-4 2-16,-3 3 4 0,-1-3 3 0,4-3-5 15,0-2 4-15,0-1-6 0,3-1-1 0,1-2 3 16,0-3 4-16,4-3 4 0,1 0 0 0,-2 0-3 16,3 0 2-16,2 0 3 0,-1 0-1 0,1-9 4 15,3 9-7-15,-3-13-14 0,3 2 2 0,0 2 1 16,0-3-7-16,0 1 11 0,0-2-2 16,13-3-13-16,0 1 8 0,0 0-10 0,1 0-6 0,0 0-8 15,1 2-36-15,2 0-29 0,-4 5-44 0,2-1-37 16,-1 2-39-16,1 1-39 0,-1-1-37 15,0 3-24-15,-1-1-34 0,1 2-179 0,0-2-32 16,-2 2 78-16</inkml:trace>
  <inkml:trace contextRef="#ctx0" brushRef="#br0" timeOffset="448.87">2310 2719 222 0,'0'-1'8'0,"0"1"1"16,0 0-2-16,0 0 3 0,0 0-13 0,0 0 3 16,0 0 2-16,0 0-7 0,0 0 4 0,0 0-1 15,0 0 4-15,0 0 3 0,0 0-1 0,0 0 0 16,0 0-6-16,0 0-1 0,0 0 3 0,0 0-4 16,0 0 1-16,0 0 1 0,0 0 0 15,0 7-2-15,0-7-8 0,0 0-10 0,0 0-8 16,0 0-6-16,0 0 6 0,0 0-4 0,0 0 4 15,0 0 7-15,0 0 5 0</inkml:trace>
  <inkml:trace contextRef="#ctx0" brushRef="#br0" timeOffset="1917.72">3004 2905 2548 0,'0'0'19'0,"-4"5"16"0,-1-5 25 15,5 4 23-15,0-4-2 0,0 0-9 0,0 0-25 16,0 0-22-16,0 0-16 0,0 0-4 0,0 0 0 16,0 0-1-16,15 0-2 0,-4 0 0 0,4 0 2 15,0-9 0-15,2 9 2 0,3-8-23 0,2 2-26 16,0 6-43-16,-3-8-46 0,-2 3-33 0,0 3-39 16,-4-3-30-16,0 5-66 0,-4-3-155 15,0 3-52-15,-3-2 75 0</inkml:trace>
  <inkml:trace contextRef="#ctx0" brushRef="#br0" timeOffset="2073.63">3074 3067 1897 0,'-8'11'1'16,"2"-4"7"-16,2-1 19 0,4-1 7 0,0-3 12 16,0 1 9-16,0-2 1 0,0-1 0 0,0 0-8 15,13 0-18-15,1 0-21 0,3 0-25 0,1-11-49 16,3 0-63-16,-1 1-110 0,3 1-239 15,1 0-27-15,2 0 64 0</inkml:trace>
  <inkml:trace contextRef="#ctx0" brushRef="#br0" timeOffset="4087.81">3786 2628 2661 0,'0'-1'32'0,"0"1"39"15,0-1 45-15,0 1 52 0,0 0 13 0,0 0-12 16,0 0-27-16,0 0-40 0,-10 0-44 0,10 0-15 16,-10 0-18-16,4 0-18 0,0 0-2 0,2 0-7 15,-1 0-4-15,-1 0 5 0,0 0 9 16,3 0-15-16,-5 0 8 0,4 0-2 0,2 0 3 15,-4 0 16-15,6 0 6 0,-4 0 18 0,2 0 0 16,2 0-4-16,0 0 5 0,0 0-18 0,0 0-7 16,0 0 4-16,0 0-20 0,0 0 9 0,0 0-7 15,0 0-5-15,0 0 5 0,0 0-6 0,0 0 4 16,0 0-3-16,6 0-4 0,-6 0 1 0,0 0 0 16,0 0 5-16,0 0 5 0,0 0-6 0,0 0-5 15,0 0 2-15,0 0-18 0,0 0-21 0,0 0-38 16,0 0-69-16,0 0-83 0,0 0-91 15,0 0-36-15,0 0-9 0,0 0-17 0,0 0-178 16,0 0-6-16,12 0 72 0</inkml:trace>
  <inkml:trace contextRef="#ctx0" brushRef="#br0" timeOffset="3648.03">3742 2988 1553 0,'0'0'28'0,"0"0"21"0,0 0 20 16,0 0 17-16,0 0-4 0,0 0-4 0,0 0 3 15,0 0 3-15,0 0-11 0,0 0 2 0,0 0-17 16,0 0-14-16,0 0-11 0,0-10-16 0,0 10-1 15,0-9-4-15,0 0 3 0,11 2 3 0,-5 1 4 16,-6-2 7-16,7 1-2 0,1 1 7 0,-2 1-2 16,0-2-3-16,0 1-4 0,-1 1-12 0,4-2-1 15,-3 0-1-15,3 1 4 0,2 1 1 0,-5 0-5 16,5 1-8-16,-2 1 0 0,1 0-3 0,-2 2 4 16,1 1 9-16,0 0 5 0,-1 0 4 15,1 11 7-15,-2 1 7 0,1 0 2 0,1 4 0 16,0 1-11-16,0 3-5 0,-1-1-2 0,-2 3 1 15,-1 1 7-15,1 0-4 0,-6 1-4 0,0 3 0 16,0-3 8-16,0 1-1 0,0 1-3 0,-17 1 5 16,3-4-17-16,-1 1 6 0,0 2 0 0,0-3-10 15,-2-1 1-15,-3-4-5 0,4-1 5 0,0-3-2 16,0-2 28-16,2-4 17 0,3-2 7 0,-2-3 13 16,4 0-3-16,2-2-10 0,3 0-1 0,1-1 9 15,0 0-25-15,3 0-2 0,0 0-7 0,0 0-26 16,0 0 21-16,0 0-16 0,0-11-7 15,0 4 6-15,7-2-10 0,-7-3 2 0,16 0-4 16,-3-2-5-16,-2 1-4 0,1 0-4 0,2-1-13 16,-2 4-9-16,2-1-26 15,-4 2-25-15,-1 2-20 16,2 1-44-16,-5 0-44 0,0 0-38 0,-3 1-40 0,-1 3-36 0,1-3-70 0,0-1-229 0,0 3 25 16,-3 0 92-16</inkml:trace>
  <inkml:trace contextRef="#ctx0" brushRef="#br0" timeOffset="7512.6">5370 3264 3334 0,'-10'14'14'0,"10"-2"1"15,0-1 8-15,-13-3 20 0,13 1 2 0,0-3 33 16,-7-1 2-16,7-3-7 0,0 1-9 0,0-3-30 16,0 2-8-16,-9-1-23 0,9-1-14 0,0 0-50 15,0 0-74-15,0 0-132 0,0 0-167 0,0 0-254 16,0 0-140-16,0-11 143 0</inkml:trace>
  <inkml:trace contextRef="#ctx0" brushRef="#br0" timeOffset="7131.01">5436 2327 2172 0,'-3'-4'6'0,"3"3"10"0,-4-1 4 16,4 0 0-16,0 1-10 0,0 1-3 0,0 0 28 16,0 0 30-16,0 0 34 0,14 11 19 0,-2 3-22 15,2-1 16-15,6 7-8 0,2 2 7 0,3 5-8 16,4 1-13-16,-2 4-24 0,2 1-24 0,-2 4 58 16,2 0 16-16,-6 0 14 0,-3 1-1 0,-4 1-52 15,-5 0-50-15,-2-2 1 0,-6 0 3 0,-3 1 2 16,0-1 16-16,0 0-13 0,-12-2-13 0,-5-1-2 15,4 2-16-15,-4-1-3 0,0-2 8 16,-1 1-10-16,-2-1 5 0,-1-3-11 0,-2 1-29 16,3-2-42-16,-5-3-62 0,2-2-79 0,1-2-90 15,0 0-72-15,-1-5-72 0,-3-2-190 0,3 0-43 16,2-4 113-16</inkml:trace>
  <inkml:trace contextRef="#ctx0" brushRef="#br0" timeOffset="6615.72">4822 2744 1895 0,'0'0'29'0,"0"0"20"0,-9 0 9 15,9 0 13-15,0 0-16 0,-8 0-1 0,8 0 4 16,0 0 2-16,0 0-9 0,0 0-16 0,0 0-13 16,0 0-20-16,0 0-4 0,0 0-1 0,0-6-2 15,0 6 15-15,11-5 10 0,-2 5 4 0,5 0 1 16,-1 0-6-16,4 0-12 0,-2 0-6 0,2 0-1 16,1 0 0-16,0 0 4 0,-1 11-3 0,0-2 1 15,0 2 0-15,-1-1-7 0,-2 1 2 0,1 0 4 16,-4 0-9-16,1 0 5 0,-1 2 3 0,-2-1 6 15,-2 0 5-15,-1 0 4 0,-1 0-1 0,-2 2-7 16,0 1-1-16,-3-2-1 0,0 0-2 0,0 3-3 16,0-5 1-16,-14 3-1 0,2-1 3 15,1-2 5-15,-2 3-1 0,-1-2-1 0,2-1-3 0,-2 2-2 16,1-5-4-16,0 1 6 16,0-2 0-16,1-1 0 0,4 0 8 0,-3-3-6 0,5-2 5 15,0 0 3-15,0-1 7 0,3 0-2 0,2 0 3 16,-2 0-8-16,3 0-10 0,0-11 1 0,0 1-10 15,0 1 4-15,0 0 1 0,10 1-1 0,2-5 3 16,-1 1 1-16,3-2-1 0,1 1 0 0,-1-3-1 16,-1 1-8-16,4 0 8 0,-2 0-6 0,-1-2 3 15,-1 1 5-15,1-2-6 0,1 1 6 0,-1-1-2 16,0 0 2-16,-1-1 0 0,-1 2 0 16,2-1 0-16,-5 2 5 0,2-2 11 0,0 2 34 15,1 3 21-15,-6 0 29 0,1 1 14 0,-1 1 5 16,-1 0 1-16,-2 5-4 0,0-2-7 0,0 5-14 15,-3-2-5-15,0 4-22 0,0 1-10 0,0 0-26 16,0 0-26-16,0 0-10 0,0 0-19 0,-11 0 3 16,11 12 10-16,-9-4 3 0,0 1 8 0,2 0-2 15,1 5 8-15,1-1-9 0,-4 2 2 0,6 1-2 16,-3-1-8-16,4 4 7 0,2-3-9 0,0 2 7 16,0-1-5-16,0 0 3 0,0-4 11 0,11 2-4 15,-2-2 10-15,-1-2-2 0,1-1 0 16,1-1-2-16,-1 0-6 0,2-3 4 0,-2 2-7 15,2-3-8-15,-1-2-25 0,6 1-43 0,-3-2-44 16,1 0-53-16,1-2-67 0,2 0-56 0,0 0-43 16,-4 0-42-16,4 0-91 0,-3 0-135 0,2-13 92 15,-4 2 103-15</inkml:trace>
  <inkml:trace contextRef="#ctx0" brushRef="#br0" timeOffset="4596.31">4413 2582 2532 0,'0'-5'30'0,"0"0"44"16,0 0 63-16,0 1 73 0,-10-1 29 0,10 2 3 16,-9-2-27-16,9 2-47 0,0 0-37 0,0 0-35 15,-6 2-20-15,6 0-16 0,-5 1-30 0,-1 0-3 16,6 0-26-16,0 0-13 0,0 0-7 0,-5 0-11 16,5 0 11-16,0 0 1 0,0 11 18 15,0 2 12-15,0 1 5 0,0 4 10 0,0 3-1 0,0 3-5 16,0 4-10-16,0 5-15 0,8-1 9 15,-8 3-6-15,0 0 5 0,6-1 8 0,-6 1-16 16,6-2 4-16,-6 0 5 0,5-2-11 0,-5-1 4 16,0-2-4-16,3-2 0 0,0-2 6 0,-2-6-4 15,-1-2 7-15,2-2-2 0,1-4 4 0,-2 0-2 16,2-2 0-16,0-2 3 0,1-2-7 0,-4 1 7 16,0-1-2-16,0-2-3 0,0 1 3 0,0-2 0 15,0-1-14-15,0 0-10 0,0 0-22 0,0 0-23 16,0 0-14-16,0 0-34 0,0 0-39 15,7 0-57-15,-7 0-80 0,0 0-62 0,0-8-57 16,0 8-235-16,9-11-57 0,-9 2 104 16</inkml:trace>
  <inkml:trace contextRef="#ctx0" brushRef="#br0" timeOffset="9187.83">4672 1959 2242 0,'0'0'22'0,"0"0"14"0,-11 0 17 0,11 0 18 16,-11 0-4-16,11 0 1 0,0 0-7 0,-6-6-9 15,6 6-14-15,0 0-23 0,0 0-11 0,0 0-12 16,0 0-3-16,0 0 15 0,0 0 23 0,0 0 5 16,8 0 8-16,4 11 12 0,-1 1-5 0,4 2 6 15,-1 3 22-15,2 0 6 0,1 7 19 0,-5-1 32 16,5 6-14-16,-4 0-4 0,-3 0-28 0,0 6-44 16,-2 0-13-16,-2 1-24 0,0 1-3 15,0 0 1-15,-1-1 0 0,1-3 0 0,-3-1-2 16,1-3 6-16,1-4-4 0,2-1 4 0,-1-2 0 15,-6-4 1-15,5-1 1 0,1-3-1 0,-3 0-5 16,-3-6-5-16,3 1 4 0,-3-2-2 0,0-2 2 16,3-2 1-16,-3 0 0 0,0-1 0 0,0-1 4 15,0 1-4-15,2-1 5 0,-1-1 2 0,-1 0-5 16,0 0 5-16,0 0-20 0,2 0-14 0,-2 0-28 16,3 0-32-16,-3 0-17 0,3 0-44 0,-3 0-33 15,0 0-64-15,0-11-60 0,3 2-50 0,-3 0-51 16,3-3-152-16,-3 1 4 0,0-5 105 0</inkml:trace>
  <inkml:trace contextRef="#ctx0" brushRef="#br0" timeOffset="9507.53">4696 2509 2108 0,'-2'0'33'0,"-2"-13"46"0,-2 13 48 0,3-11 52 15,-2 2 30-15,2 9 8 0,2-6-6 0,-1 6-23 16,-1-7-40-16,3 7-56 0,0-6-41 0,0 6-37 16,0 0-20-16,0 0-9 0,0 0 1 0,0 0 5 15,0 0 11-15,0 0 15 0,0 13-7 0,0-2 7 16,0 0-9-16,11 1 1 0,1 2 17 0,-2 0-1 16,1-1-1-16,1-1 5 0,-3 0 8 15,5-1 11-15,-3-3 10 0,1-1-5 0,-2 0-13 16,1-5-10-16,1 3-7 0,-1-4 9 0,1-1 6 15,-1 0-12-15,-1 0-5 0,2 0-7 0,2 0-5 16,-2-11-1-16,2 0-8 0,6-2-7 0,-4 1-36 16,4-4-24-16,0-1-38 0,-3 3-77 0,2-4-85 15,-5 2-98-15,0 2-91 0,-2 2-135 0,1-2-159 16,-6 0 129-16</inkml:trace>
  <inkml:trace contextRef="#ctx0" brushRef="#br0" timeOffset="14427.59">6417 2926 2289 0,'0'-3'23'0,"0"1"20"16,0 0 14-16,0 0 23 0,-8 2 6 0,8-3 15 15,-9 2 36-15,9 1 28 0,-3-3 5 16,3 3 7-16,-6 0-26 0,6 0-38 0,-2 0-24 0,-1 0-32 16,3 0-18-16,-3 0-7 0,0 0-8 15,3 0-6-15,-3 0-2 0,3 0 2 0,0 0 11 16,-3 0 3-16,3 0 0 0,0 0-3 0,-3 0 0 16,3 7-5-16,0-7 0 0,0 0 15 0,-1 0-12 15,1 0 1-15,-3 5 13 0,3-5-17 0,-4 4 8 16,4-4 1-16,0 2 8 0,-3-2 7 0,3 3-4 15,0-3-2-15,0 0-19 0,-3 1 3 16,3-1-4-16,0 0-5 0,0 0 2 0,0 0-19 16,0 0 1-16,0 0 2 0,0 0-2 0,0 0 2 15,0 0-7-15,0 0 7 0,0 0-3 0,13 0 8 16,-6 0 5-16,7 0-12 0,1 0 3 0,2 0-1 16,5 0-5-16,3 0 9 0,4 0-9 0,1 0 0 15,2 0 19-15,-2-9-20 0,1 9 12 0,-6-6-15 16,3 6 0-16,-5-4 13 0,-4 4-13 0,-2-3 23 15,-2 1-17-15,-1-2-3 0,-7 4 8 16,0 0-1-16,-1 0-1 0,-3-1 1 0,1 0-3 0,-2 1-8 16,-2 0 4-16,0 0 3 0,0-3 6 0,0 3-14 15,0 0-6-15,0 0-38 0,0 0-44 0,0 0-20 16,0 0-28-16,0 0-21 0,0 0-34 0,0 0-65 16,0 0-81-16,0 0-46 0,0 0-19 15,0 0 46-15,0 0 20 0,0 0-128 0,0 0 6 16,0 11 52-16</inkml:trace>
  <inkml:trace contextRef="#ctx0" brushRef="#br0" timeOffset="14671.6">6644 3196 2491 0,'-6'11'44'0,"-1"-1"39"0,-2-1 49 16,4-3 55-16,-1 1 5 0,3-3 10 0,0-2-4 15,0 1-33-15,3-2-34 0,-2-1-43 0,2 0-36 16,0 0-28-16,0 0-11 0,0 0-1 0,11 0-12 15,6 0 5-15,-4 0 1 0,0-10-12 16,3 10 14-16,1 0-13 0,3-9-4 16,-1 9 9-16,-2 0-7 0,-3 0 14 0,-1 0-7 0,0 0-1 15,-3 0 6-15,-1 0-4 0,-3 0 2 16,-3 0-5-16,2 0-3 0,-5 0-20 0,0 0-14 0,0 0-41 16,0 0-86-16,0 0-102 0,0 0-120 0,0 0-93 15,0 0-286-15,0 0 52 0,-14 0 139 0</inkml:trace>
  <inkml:trace contextRef="#ctx0" brushRef="#br0" timeOffset="53823.28">355 4914 1882 0,'0'-6'6'16,"0"-1"10"-16,0-2 5 0,0 2 6 0,0-1 3 16,0-1 9-16,-10-4 5 0,10 5 12 0,-14-3 19 15,5 2 25-15,1 0 27 0,1-1 15 0,-1 0-4 16,2 1-14-16,-1-1-9 0,1 4 7 0,-1-5 2 16,1 4 2-16,2 1-18 0,1 1-23 0,0 2-18 15,-2 1-32-15,2-3-6 0,2 5-16 0,-1 0-15 16,1 0 10-16,-1 0-14 0,2 0 7 0,0 0-7 15,0 0-3-15,0 0 5 0,0 0-9 16,0 0 8-16,0 0-12 0,0 9 6 0,0-9-3 16,0 6-1-16,0 0 7 0,0 0 0 0,0 2 10 15,0 2 5-15,11 1 0 0,-1 5-6 0,1-2-2 16,0 6-2-16,-1-2 0 0,2 3 1 0,2-1-2 16,0 0 3-16,-2 0 0 0,0-2 2 0,0-1-2 15,2-2-2-15,-4-3 8 0,0-2-1 0,-1 0 2 16,0-4-3-16,-2-1-5 0,1-2 7 0,-2-2 5 15,0 1 10-15,2-2 16 0,-1 0 8 0,6 0 2 16,-1 0-4-16,3 0-4 0,3-16-12 0,5 1-8 16,1-3-9-16,3-1-10 0,1-5 4 15,2 1 1-15,1-4 0 0,-3 0 5 0,0-1-15 16,-2 2 6-16,-7 4 2 0,1 0-8 0,-3 3 12 16,-5 4-6-16,-1 4-9 0,-5 0-4 0,0 4-38 15,-3 1-35-15,0 1-43 0,-3 4-68 0,0 1-45 16,0 0-51-16,0 0-39 0,0 0-43 0,0 0-141 15,0 0-71-15,0 0 90 0</inkml:trace>
  <inkml:trace contextRef="#ctx0" brushRef="#br0" timeOffset="54199.94">598 4858 2111 0,'-4'-9'21'0,"1"3"29"0,-2-1 16 16,2 0 39-16,0 1 5 0,0-1 8 0,-1 1 26 15,1 0-13-15,-2 0 3 0,2 1-16 0,0-1-21 16,1 1-23-16,-1 1-33 0,2 1-25 0,-1 1-25 16,2 2-13-16,0 0-3 0,0 0-6 0,0 0 2 15,0 0 4-15,0 11 3 0,0-2 17 0,0 1-1 16,0 2 3-16,10-1 12 0,-1 6-8 15,-2 2 1-15,4 3 3 0,-1 2-7 0,4 1 2 16,0 1 3-16,-1-2 0 0,1 0 4 0,0-3 0 0,-1 0 4 16,0-5-7-16,-4-1 2 0,0-4-1 15,-2-2-5-15,1-2 9 0,-2-4-4 0,0 0 12 16,2-2 2-16,1-1 3 0,2 0-1 0,5 0-10 16,4-13 1-16,3-1-4 0,4-3-13 0,3-4-35 15,4-2-40-15,1-3-64 0,3-1-48 0,0 0-35 16,-3 4-25-16,3-1-16 0,-3 4-51 0,3 1-152 15,1 3-35-15,2 6 79 0</inkml:trace>
  <inkml:trace contextRef="#ctx0" brushRef="#br0" timeOffset="13503.73">3255 3803 2176 0,'-5'2'47'0,"2"0"40"0,-1-2 40 0,1 0 44 16,1 4-11-16,-1-4 9 0,0 1-10 0,0-1-25 15,0 0-8-15,1 0-28 0,1 0-17 0,-1 0-4 16,2 0-7-16,-1 0-14 0,1 0-12 0,0 0-9 16,-2 0-24-16,2 0-9 0,0 0 0 0,0 0-14 15,0 0 3-15,0 0-5 0,0 0-1 0,0 0 14 16,17 0-3-16,0 0 14 0,8-9-5 16,4 0-7-16,9 1 3 0,8-1-13 0,5-1 0 0,4 1 0 15,1-2-6-15,1 3 12 0,-3-1-3 16,-1 1 3-16,-3-1 8 0,-4 2-9 0,-2-2 10 15,-3 5-15-15,-3-3-12 0,-5 1 4 0,-1 3-8 16,-9 0 10-16,0 2-5 0,-5-1-1 0,-1 0 9 16,-8 2 1-16,-3 0 15 0,-1 0 4 0,-5 0-2 15,0 0-8-15,0 0 0 0,-16 0 0 0,-2 8-9 16,-3 1 15-16,-5-2 3 0,-7 1-6 0,-4 1 7 16,-2-1-3-16,-7 2-11 0,-1 1 7 0,-1-1 5 15,-1 0-3-15,2 1 7 0,-2-2 6 16,2 1 15-16,2-1 17 0,2-2 14 0,5-1 12 15,5-1 3-15,4 0-14 0,3-2-8 0,8-1-26 0,6-1-21 16,1-1 1-16,5 0-10 0,3 0 1 16,3 0-3-16,0 0-4 0,0 0 9 0,0 0-2 15,0 0 2-15,14 0 5 0,2 0-11 0,1 0 12 16,4 0 0-16,4 0 0 0,0 0-3 0,3 0-4 16,4 0 3-16,1 0-6 0,-6-7 4 0,4 7 7 15,-4 0-6-15,0-4 6 0,-5 4 1 0,0-5-6 16,-5 5-6-16,-2-4 9 0,-3 4-9 0,-1 0 6 15,-5 0 11-15,2 0-11 0,-5 0 7 0,0 0-7 16,-3 0 2-16,3 0-4 0,-3 0 8 0,0 0 3 16,0 0-8-16,0 0 14 0,0 0-13 15,0 0 0-15,0 0 6 0,0 0-12 0,0 0 9 16,0 0 2-16,0 0-3 0,0 0-1 0,0 0-5 16,0 0-3-16,0 0 6 0,0 0 3 0,0 0 7 15,0 0 5-15,0 0-14 0,0 0 1 0,0 0 10 16,0 0-8-16,0 0 5 0,0 0 2 0,0 0-16 15,0 0 0-15,0 0 1 0,0 0 7 0,0 0 0 16,0 0 7-16,0 0-4 0,0 0-7 0,0 0 4 16,0 0-10-16,0 0 10 0,0 0 8 0,0 0-13 15,0 0 9-15,0 0-5 0,0 0-5 0,0 0 6 16,0 0-2-16,0 0 0 0,0 0-3 16,0 0 7-16,0 0-11 0,0 0 5 0,0 0-2 0,0 0-2 15,0 0 9-15,0 0-6 0,0 0 2 16,0 0 4-16,0 0 3 0,0 0 10 0,0 0 6 15,0 0 7-15,0 0-2 0,0 0-6 0,0 0 4 16,0 0-17-16,0 0 4 0,0 0-1 0,0 0-12 16,0 0 11-16,0 0 1 0,0 0-7 0,0 0 12 15,0 0-15-15,0 0-1 0,0 0 1 16,0 0-7-16,0 0 13 0,-9 0-6 0,9 0-5 0,0 0-2 16,0 0 3-16,0 0-10 0,0 0 14 0,0 0 0 15,0 0-4-15,0 0 12 0,0 0-11 16,0 0 5-16,0 0-9 0,0 0 0 0,0 0 3 15,0 0-6-15,0 0 9 0,0 0-2 0,0 0 2 16,0 0-6-16,0 0 3 0,0 0 2 0,0 0-5 16,0 0 6-16,0 0-8 0,0 0 3 0,0 0 6 15,0 0-1-15,0 0 3 0,0 0 1 0,0 0-8 16,0 0 1-16,0 0-1 0,0 0 5 0,0 0-1 16,0 0 0-16,0 0 0 0,0 0-7 0,0 0 7 15,0 0-6-15,0 0 0 0,0 0 4 0,0 0-4 16,0 0-5-16,0 0 10 0,0 0-8 0,0 0 1 15,0 0 18-15,0 0-13 0,0 0 4 16,0 0-8-16,0 0-4 0,0 0 8 0,0 0-3 0,0 0 15 16,0 0-6-16,0 0-13 0,0 0 10 0,0 0-9 15,0 0 9-15,0 0-3 0,0 0-5 16,0 0 11-16,0 0-6 0,0 0 6 0,0 0-10 16,0 0-5-16,0 0 9 0,0 0-3 0,0 0 19 15,0 0-10-15,0 0-12 0,0 0 6 0,0 0-12 16,0 0 10-16,0 0 5 0,0 0 0 0,0 0 0 15,0 0 6-15,0 0-7 0,0 0-10 0,0 0 8 16,0 0-8-16,0 0 5 0,0 0 15 0,0 0-9 16,0 0-3-16,0 0 3 0,0 0-10 0,0 0 7 15,0 0 6-15,0 0-10 0,0 0 14 0,0 0-7 16,0 0-5-16,0 0 8 0,0 0-19 16,0 0 10-16,0 0-1 0,0 0-5 0,0 0 11 15,0 0-2-15,0 0 3 0,0 0-7 0,0 0 3 16,0 0-2-16,0 0 3 0,0 0 6 0,0 0-4 15,0 0-9-15,0 0 3 0,0 0-6 0,0 0 2 16,0 0-10-16,0 0-26 0,0 0-18 0,0 0-37 16,0 0-25-16,0 0-30 0,0 0-84 0,0 0-121 15,0 0-121-15,0 0-131 0,0 0-208 0,6-13 157 16</inkml:trace>
</inkml:ink>
</file>

<file path=ppt/ink/ink4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4:54.166"/>
    </inkml:context>
    <inkml:brush xml:id="br0">
      <inkml:brushProperty name="width" value="0.05833" units="cm"/>
      <inkml:brushProperty name="height" value="0.05833" units="cm"/>
      <inkml:brushProperty name="fitToCurve" value="1"/>
    </inkml:brush>
  </inkml:definitions>
  <inkml:trace contextRef="#ctx0" brushRef="#br0">78 537 2028 0,'0'-6'33'0,"-14"-1"29"0,5 1 18 15,1 4 20-15,2-2-22 0,-1-1-18 0,-1 3-13 16,2 0-14-16,0-2-6 0,3 0 3 0,0 3 0 15,0-3-7-15,0 3-1 0,3-1-18 0,-2 2-3 16,2-1-5-16,0 1-2 0,0 0 6 0,0 0-7 16,0-2 9-16,0 0-3 0,0 2 4 0,0 0-2 15,0 0 2-15,0 0 1 0,0 0-4 0,0 0 9 16,0 0-1-16,0 0 3 0,0 0-1 16,0 0 0-16,0 0-2 0,0 0 6 0,0 0 10 15,8 0-2-15,-2 0 6 0,0 0-8 0,-2 0-11 16,2 0 5-16,2 11-11 0,1-5 9 0,-1-6 6 15,2 8-6-15,3 1 3 0,-3-2-6 0,4-1-9 16,0 0 3-16,-1 3 0 0,1-4-2 0,0 1-1 16,-2 0 0-16,0 1 0 0,0-3 0 0,-1 0 7 15,-2-1-7-15,1-1 6 0,1-1 6 0,-2 2 11 16,0-3 31-16,0 0 19 0,0 0 8 0,1 0-15 16,0-13-12-16,1 0-36 0,-1 0-1 0,3-4 3 15,-1-1-18-15,3-6 16 0,-1 1-21 0,2-6-1 16,-1 1 3-16,2-3 1 0,0-2 11 15,0 2-2-15,-1-3-6 0,1 4-27 0,0 0-31 16,-4 2-53-16,3 2-65 0,-3 0-54 0,1 0-40 16,-2 2-32-16,0 1-78 0,2-1-185 0,-2 2 36 15,-1 3 87-15</inkml:trace>
</inkml:ink>
</file>

<file path=ppt/ink/ink4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3:22.491"/>
    </inkml:context>
    <inkml:brush xml:id="br0">
      <inkml:brushProperty name="width" value="0.05833" units="cm"/>
      <inkml:brushProperty name="height" value="0.05833" units="cm"/>
      <inkml:brushProperty name="fitToCurve" value="1"/>
    </inkml:brush>
  </inkml:definitions>
  <inkml:trace contextRef="#ctx0" brushRef="#br0">2187-425 2558 0,'-9'4'10'0,"1"1"16"16,3-2 20-16,5-2 14 0,0 3 4 0,0-4 7 16,0 0-5-16,11 0 1 0,3 0-1 0,4-17-20 15,6-3-15-15,4 3-12 0,6-2-19 0,4-5 4 16,3 2 5-16,7-5-2 0,2 1-6 16,0 2-3-16,1 0-9 0,1-2-4 0,-2 1-12 15,2 3-52-15,-2 0-54 0,-3 1-63 0,0-1-57 16,-4 0-56-16,-1 2-138 0,-2-3-134 0,-2 1 79 15</inkml:trace>
</inkml:ink>
</file>

<file path=ppt/ink/ink4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4:20.489"/>
    </inkml:context>
    <inkml:brush xml:id="br0">
      <inkml:brushProperty name="width" value="0.05833" units="cm"/>
      <inkml:brushProperty name="height" value="0.05833" units="cm"/>
      <inkml:brushProperty name="fitToCurve" value="1"/>
    </inkml:brush>
  </inkml:definitions>
  <inkml:trace contextRef="#ctx0" brushRef="#br0">2735 1026 2006 0,'-8'-7'45'0,"-1"3"26"0,2-1 33 0,1-2 44 16,-4 3-7-16,1 0 15 0,-3 0 7 0,5 2 0 15,-3-2 14-15,3 3-3 0,-2-1-11 0,4 2-8 16,-2 0-35-16,2-2-33 0,0-1-9 15,-1 3-31-15,3 0-5 0,0 0 5 0,0 0-12 16,0 0-6-16,2 0-7 0,-2 0-16 0,1 0-9 16,1 0 9-16,-1 0-8 0,-1 0 3 0,3 0-1 15,0 0-11-15,0 0 5 0,0 0 3 0,0 0-7 16,0 0 4-16,9 0 9 0,2 0-6 0,-1 7 4 16,3-7 2-16,2 7-11 0,2-7 9 0,2 8-3 15,4-8 10-15,1 4-11 0,-1 2 8 0,1-4 4 16,-2 1-2-16,0-2-7 0,0 1-3 0,-3-2 9 15,-2 0-14-15,-2 0 21 0,-3 0-12 0,-1 0-1 16,-2 0 6-16,-4 0 1 0,-1 0 6 16,-2 0 1-16,1 0 12 15,-3 0 7-15,0 0 4 0,0 0-11 0,0 0-14 0,0 0-16 0,-17 0 3 16,4 0 0-16,-1 0 5 0,-1 0 4 0,-4 0-16 16,-3 0 0-16,-1 0-5 0,-1 0 9 0,-2 0 1 15,0 0 8-15,0 12 7 0,2-12-8 0,1 11 9 16,0-11-1-16,2 9-13 0,3-9-11 0,3 8 8 15,2-1 3-15,1-7-12 0,5 9 14 0,1-5-20 16,3-4 5-16,3 4 17 0,0-1-5 0,0-3 4 16,0 0-9-16,0 0-7 0,0 0 8 0,12 0 2 15,-3 0-4-15,1 0 17 0,3 0-13 0,2 0 10 16,0 0-1-16,2 0-11 0,-1 0 14 16,4 0-15-16,-3 0 12 0,0 0 8 0,-4 0-11 15,-1 0 12-15,-2 0-9 0,-4 0 2 0,0 0 8 16,-3 0-3-16,-3 0 6 0,0 0 0 0,0 0-6 15,0 0 4-15,0 0-7 0,0 0-8 0,-11 0-5 16,11 0-2-16,-11 0-4 0,4 0 9 16,-1 0 9-16,1 0-6 0,-1 0 6 0,0 0-11 0,4 0-13 15,-2 0 14-15,1 0 1 0,2 0 6 0,-1 0 6 16,2 0-16-16,-1 0 4 0,0 0-17 0,2 0 15 16,1 0 14-16,-2 0-11 0,1 0 12 0,1 0-15 15,-2 0 7-15,2 0-2 0,0 0 6 0,0 0 3 16,0 0-19-16,0 0 9 0,0 0-16 15,0 0 6-15,0 0 12 0,0 0-1 0,0 0-7 16,0 0 5-16,0 0-16 0,0 0 9 0,0 0 24 16,0 0-21-16,0 0 8 0,0 0-2 15,0 0-10-15,0 0 15 0,0 0-4 0,0 0-6 0,0 0 2 16,0 0-3-16,0 0 7 0,0 0-1 0,0 0-3 16,0 0-6-16,0 0-10 0,0 0 9 0,0 0 2 15,0 0-5-15,0 0 10 0,0 0 9 0,0 0-4 16,0 0 8-16,0 0-12 0,0 0-8 15,0 0 0-15,0 0 0 0,0 0 8 0,0 0-2 0,0 0 2 16,0 0 0-16,0 0 7 0,0 0 0 16,0 0 5-16,0 0 0 0,0 0-11 0,0 0-1 15,0 0-7-15,0 0-4 0,0 0 12 0,0 0-2 16,0 0 1-16,0 0 7 0,0 0-8 0,0 0-1 16,0 0 0-16,0 0-1 0,0 0-6 0,0 0 11 15,0 0 11-15,0 0-14 0,0 0 14 0,0 0-18 16,0 0-13-16,0 0 15 0,0 0-1 0,0 0-2 15,0 0 7-15,0 0-2 0,0 0 4 0,0 0-3 16,0 0-1-16,0 0 1 0,0 0-4 0,0 0 15 16,0 0-8-16,0 0 1 0,0 0-1 0,0 0-3 15,0 0 0-15,0 0 1 0,0 0-5 0,0 0 5 16,0 0 4-16,0 0-6 0,0 0-11 0,0 0 9 16,0 0-9-16,0 0 11 0,0 0 14 15,0 0-25-15,0 0 15 0,0 0-1 0,0 0-7 16,0 0 15-16,0 0-6 0,0 0-6 0,0 0 6 15,0 0 2-15,0 0-10 0,0 0 5 0,0 0-8 16,0 0-2-16,0 0 14 0,0 0-5 0,0 0 7 16,0 0 6-16,0 0-17 0,0 0 0 0,0 0 1 15,0 0-4-15,0 0 15 0,0 0 0 0,0 0-4 16,0 0-8-16,0 0-4 0,0 0 9 0,0 0-5 16,0 0 4-16,0 0 7 0,0 0-11 0,0 0 6 15,0 0 2-15,0 0-3 0,0 0 2 0,0 0-7 16,0 0 2-16,0 0 0 0,0 0-9 15,0 0 15-15,0 0-2 0,0 0-6 0,0 0 18 16,0 0-14-16,0 0 9 0,0 0-14 0,0 0 3 16,0 0 2-16,0 0 0 0,0 0-1 0,0 0 0 15,0 0-3-15,0 0-9 0,0 0 19 0,0 0-4 16,0 0-10-16,0 0 14 0,0 0-5 0,0 0-2 16,0 0 8-16,0 0-4 0,0 0 1 0,0 0-4 15,0 0 6-15,0 0-13 0,0 0 6 0,0 0 5 16,0 0-9-16,0 0 4 0,0 0-6 0,0 0 8 15,0 0 7-15,0 0 1 0,0 0-6 0,0 0-11 16,0 0 0-16,0 0 4 0,0 0 12 16,0 0-13-16,0 0-2 0,0 0 8 0,0 0-3 15,0 0 10-15,0 0-1 0,0 0-11 0,0 0 6 16,0 0-6-16,0 0 5 0,0 0 11 0,0 0-28 16,0 0 19-16,0 0 3 0,0 0-13 0,0 0 15 15,0 0-7-15,0 0 3 0,0 0-4 0,0 0 7 16,0 0-11-16,0 0 0 0,0 0 8 0,0 0-3 15,0 0-6-15,0 0 2 0,0 0 6 0,0 0-8 16,0 0 4-16,0 0-8 0,0 0 4 0,0 0-2 16,0 0 11-16,0 0-3 0,0 0-8 0,0 0 10 15,0 0 1-15,0 0 7 0,0 0-6 0,0 0 0 16,0 0-1-16,0 0-7 0,0 0 7 16,0 0-5-16,0 0-2 0,0 0-2 0,0 0 5 15,0 0 0-15,0 0-8 16,0 0 14-16,0 0-6 0,0 0 7 0,0 0-4 0,0 0 0 0,0 0-5 15,0 0-3-15,0 0 6 0,0 0 0 0,0 0 5 16,0 0-12-16,0 0 5 0,0 0-2 0,0 0-1 16,0 0 12-16,0 0 3 0,0 0-5 0,0 0-7 15,0 0-8-15,0 0 6 0,0 0-9 0,0 0 5 16,0 0 10-16,0 0-10 0,0 0 7 0,0 0 1 16,0 0-2-16,0 0-6 0,0 0 5 0,0 0-7 15,0 0 1-15,0 0 4 0,0 0 4 0,0 0 0 16,0 0-3-16,0 0 5 0,0 0 9 15,0 0 0-15,0 0-12 0,0 0 7 0,0 0-21 16,0 0 11-16,0 0 8 0,0 0-7 0,0 0-2 16,0 0-10-16,0 0 8 0,0 0 4 0,0 0 15 15,0 0-4-15,0 0-4 0,0 0-3 0,0 0-14 16,0 0 23-16,0 0-5 0,0 0-4 0,0 0 9 16,0 0-24-16,0 0 19 0,0 0-3 0,0 0 0 15,0 0 10-15,0 0-24 0,0 0 19 16,0 0-19-16,0 0 12 0,0 0 5 0,0 0-8 15,0 0 12-15,0 0-12 0,0 0-6 0,0 0 10 0,0 0 2 16,0 0-7-16,0 0 8 0,0 0 4 0,0 0-11 16,0 0 9-16,0 0 2 0,0 0-15 15,0 0 14-15,0 0-2 0,0 0-5 0,0 0-4 16,0 0 5-16,0 0 0 0,0 0 7 0,0 0 5 16,0 0-17-16,0 0 4 0,0 0-6 0,0 0 6 15,0 0 14-15,0 0-16 0,0 0 7 0,0 0-12 16,0 0-5-16,0 0 23 0,0 0-16 0,0 0 18 15,0 0-6-15,0 0-15 0,0 0 15 0,0 0-19 16,0 0 9-16,0 0 4 0,0 0-13 0,0 0 10 16,0 0 4-16,0 0-6 0,0 0 6 0,0 0-10 15,0 0-8-15,0 0-16 0,0 0-2 0,0 0-4 16,0 0-13-16,0 0-9 0,0 0-19 16,0 0-37-16,0 0-64 0,0 0-52 0,0 0-57 15,0 0-32-15,0 0-1 0,0 0 4 0,0 0-48 16,0 0-156-16,0 0-7 0,0 0 82 0</inkml:trace>
</inkml:ink>
</file>

<file path=ppt/ink/ink4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5:28.341"/>
    </inkml:context>
    <inkml:brush xml:id="br0">
      <inkml:brushProperty name="width" value="0.05833" units="cm"/>
      <inkml:brushProperty name="height" value="0.05833" units="cm"/>
      <inkml:brushProperty name="fitToCurve" value="1"/>
    </inkml:brush>
  </inkml:definitions>
  <inkml:trace contextRef="#ctx0" brushRef="#br0">0 751 1412 0,'-3'0'21'0,"1"0"11"16,-1 0 2-16,3 0 1 0,-3 0-15 0,3 0 3 15,-3 0 19-15,3 0 15 0,0 0 16 0,-3 0 6 16,3 0-3-16,-3 0-4 0,3 0-10 0,-1 0-4 16,1 0-2-16,0 0-7 0,0 0-2 0,0 0-11 15,-2 0-15-15,2 0-4 0,0 0-12 0,0 0-6 16,0 0 0-16,0 0 4 0,0 0-1 16,0 0-4-16,9 0 1 0,-9 0-3 0,14 0 4 15,-1 0 8-15,0-8 4 0,3 8 0 0,-2-11 4 16,4 5 3-16,0 6-5 0,2-6-10 0,-2 1-3 15,4 2-3-15,-3 0 2 0,4 1 10 0,0-1 0 16,1 0 6-16,2 2 1 0,0-2-2 0,4 2-2 16,2-2-6-16,-1 3-2 0,2-3-1 0,2 3-1 15,-2 0-3-15,1 0-2 0,2 0-1 0,-2 0 6 16,2 0 1-16,0 0-3 0,1 0-1 0,-1 0-7 16,-1 0 5-16,2 0 2 0,-4 0-1 15,2 0 3-15,2 0-3 0,-6 0 0 0,1 0 1 16,2 0 4-16,-1 0-10 0,-1 0 6 0,1 0 2 15,-2 0-6-15,1 0 8 0,-3 0-4 0,1 0-1 16,-1 0 5-16,-2 0-2 0,-3 0 4 0,2 0 0 16,-3 0-1-16,1 0-2 0,-1 0-2 0,3 0 1 15,0 0-6-15,3 0 3 0,-1 0 3 0,4 0-5 16,3 0 3-16,0 0 3 0,0 0 0 0,0 0 1 16,2 0 0-16,4 0-2 0,-3 0-2 0,4 0 0 15,2-8 0-15,2 8 0 0,1-6-2 0,0-1 2 16,1 2 4-16,1 5 0 0,0-5-7 0,-1 2 2 15,1 1 0-15,-2 0-7 0,0 2 9 0,0 0-1 16,0 0-2-16,0 0 3 0,-1 0 2 16,-1 0-4-16,1 0-2 0,-2 0 4 0,1 9-2 15,0-9-1-15,-1 8 5 0,0-8-7 0,0 9 1 16,0-2 1-16,1-7 1 0,1 5 5 0,-2-2 2 16,3 2-3-16,0-3-1 0,2 1 1 0,-1-2-6 15,-2 2 6-15,1-2-3 0,-3 0 1 0,1-1-1 16,1 0-2-16,-2 0 1 0,-1 0 4 0,-1 0-3 15,1 0 0-15,-1 0 2 0,1 0-8 0,-2 0 9 16,0 0-3-16,1 0-1 0,-1 0-1 0,2 0-1 16,1 0-2-16,0 0 2 0,0 0 5 15,1 0-1-15,3 0-2 0,0 0-3 0,1 0-9 0,1 0 2 16,-2 0-16-16,3-9-3 0,-1 9 8 0,0-7-6 16,-3 7 30-16,-2-3 1 0,1 3-35 15,1-5 6-15,-1 0-7 0,1 3-2 0,0 0 45 16,0 1-9-16,0-2-1 0,3 3 10 0,-1-3-16 15,-1 3 7-15,2 0 2 0,0 0-12 0,-1 0 7 16,1 0-3-16,-1 0 4 0,1 0 6 0,-1 0-5 16,2 0 5-16,-1 0-7 0,3 0-2 0,-4 0 2 15,1 0-7-15,2 0 10 0,-2 0-4 0,0 0 2 16,-1 0 3-16,-2 0-4 0,-2 7 1 0,1-7 1 16,-2 0 2-16,1 4-4 0,-2-4 5 0,-1 5 0 15,1-5-8-15,-5 0 3 0,3 1 4 0,-2 3-4 16,1-4 2-16,1 0-4 0,0 0-2 15,-3 0-21-15,3 0-8 0,0 0 4 0,0 0-5 16,-2 0 20-16,2 0 13 0,2 0 0 0,1 0-4 16,0 0 6-16,0 0 4 0,2-8-6 0,-1 8 1 15,-1 0 3-15,0 0-5 0,-1 0 6 0,-2-4 2 16,0 4-4-16,0 0 0 0,0 0 0 0,0-6 0 16,0 6 0-16,1-3 2 0,2 3-9 0,0-4 6 15,4 2 5-15,0 0-3 0,2 0 7 0,2-1-9 16,-1 2-7-16,1-1 6 0,1 1 0 0,2-1 4 15,1 1 0-15,-1 0 1 0,-2 0-5 0,0-1 6 16,0 2-4-16,0-1-7 0,-1 1 9 0,0 0-7 16,-1-3 5-16,-2 1 5 0,1 1-6 15,-3 0 6-15,2 0-4 0,-4 0 2 0,2-2-2 16,-1 2-5-16,-1 0 5 0,0-1-5 0,-1 0 2 16,0 2 5-16,0-2-5 0,-2-2 4 0,1 4-1 15,-2-3-1-15,0 1 3 0,3-2-2 0,-2 0 2 16,4 1-4-16,-1-3 0 0,2 1 1 0,4-1 0 15,0-1 2-15,1 1-2 0,0 2 3 0,1-5-4 16,-3 3 0-16,1 0 1 0,0 0-2 0,-3 1 2 16,-1 0-1-16,0-2-4 0,-1 3-1 0,1-2 5 15,0 1-1-15,0 0 5 0,0 0-3 0,2 1 0 16,1-1-1-16,0 2-1 0,0-1 2 0,0 0-1 16,-1 1 2-16,2-2 3 0,1 2-2 15,0-1-1-15,-1 2 0 0,3-2-5 0,-3 1 2 16,2 1 5-16,0-2-2 0,-1 0 5 0,0 1-3 15,-2 2-6-15,0-4 2 0,-3 0 3 0,2 4 1 16,-1-4 4-16,1 2 1 0,-2 2-5 0,0-3 4 16,-1 3-4-16,-1-1 0 0,-1 1-3 0,-1 1-1 15,-5-2 3-15,0 2 1 0,-5 0 1 0,0 0 0 16,-2-1-1-16,-1 1-4 0,-2-2 3 0,-1 1 3 16,0 0 10-16,1-1 5 0,-1 0 4 0,2 0-5 15,-2-1-8-15,0 0 0 0,1-2-5 0,1 2 1 16,1 0 0-16,-1-1-5 0,1 1 2 0,1-2-5 15,2 1-1-15,-3-1 5 0,2 1-2 16,-1 2 0-16,1-3 2 0,-2 2-6 0,2-2 3 16,-2 2 2-16,2 0-2 0,-2 0-2 0,-1 0-2 15,2 1 3-15,-2-1 3 0,-1 1 0 0,1-1 0 16,0 1-1-16,0-2-2 0,-2 4 3 0,2-2-4 16,-2 0 1-16,1 2 2 0,-1-2 0 0,2 0 1 15,-2-1-4-15,1 1-1 0,-1 0 2 0,0-1-3 16,2 2 6-16,2-1 0 0,-3-1-2 0,3-1 4 15,1 3-4-15,0-2-1 0,1 0 0 0,0 1 0 16,2-1 2-16,0 2-1 0,0-4 0 0,0 3-3 16,2-1 1-16,-2 0 2 0,1 0 0 15,-1 0 10-15,1 3-6 0,1-5-1 0,-1 3-1 16,2 1-9-16,0-2 3 0,2 1 1 0,-1 1 1 16,1-1 1-16,2 0 3 0,1 2 1 0,-1-2-4 15,2 0 3-15,3 0 1 0,-3 0-11 0,0-1 6 16,2-1 0-16,0 0 3 0,-1 0 0 0,-1 0 4 15,2 2-3-15,-2-4-3 0,3 3 3 0,-2-2-1 16,1 1 0-16,-2 1-2 0,2-1 5 0,-1 2-4 16,-2-5-4-16,1 1 6 0,-2 2-4 0,1 0 0 15,-2-1 3-15,1-1-5 0,1 1 3 0,-4 0 1 16,1 0 0-16,-2 0-1 0,0-1-2 0,1 3-1 16,-1-1 1-16,0-1 2 0,2 2 3 15,-2-2 2-15,0 4-4 0,-2-1 0 0,-1-1-2 16,0 1-2-16,-5 1 3 0,2-3 0 0,-3 4-1 15,0-1 6-15,0 1-2 0,0-1-1 0,-2 1 1 16,2 0-7-16,-6 0 4 0,4 0 1 0,-4 0 3 16,1 0 3-16,-3 0-4 0,2 0 0 0,-2 0-5 15,-1 0-1-15,0 0 3 0,-4 0 1 0,0 0 5 16,-1 0-1-16,-3 0 6 0,-3 0 12 0,2 0-3 16,-2-8 11-16,-2 8-6 0,-1-6-11 0,2 6 3 15,-2-5-5-15,0 2-8 0,2 3-3 0,1-4-2 16,0-1-5-16,2 2 6 0,-4 0 4 15,5-1-7-15,-2 0 8 0,2-1-4 0,0 2-2 16,1-2 2-16,3 4-2 0,-3-2 4 0,4 1-2 16,0-1 1-16,2 1-2 0,1 0-1 0,0-1 1 15,3 1 1-15,0 0 2 0,1 1-3 0,5 0 1 16,1 1-2-16,2 0 1 0,1 0 4 0,4 0-2 16,-1 0 1-16,4 0-6 0,-1 0 0 0,1 0 2 15,-1 9-1-15,2-9 6 0,5 7-3 0,-4-1 0 16,2-6 1-16,2 8-1 0,3-1-2 0,1 0 0 15,-2-4 2-15,5 4 2 0,-3-2-3 0,4-1 1 16,-1-1-2-16,1 2 1 0,0-1 2 0,-1-1-5 16,-3 0-2-16,2-2 0 0,-2 4 4 0,-5-3 3 15,5 1 6-15,-3-2-4 0,5 1-3 0,-5-2 1 16,2 5-1-16,1-5-8 0,-2 0 6 16,6 0-5-16,-4 0-1 0,1 0 5 0,-1 0-7 15,1 0 5-15,2 0-4 0,-2 0 1 0,-1 0 7 16,1 0-7-16,-3-8 7 0,1 8 1 0,-2-8-4 15,1 8 8-15,0-7-10 0,-1 1 5 0,-2 6-3 16,4-5-2-16,-2 5 4 0,0 0-4 0,-1-3 0 16,2 3 5-16,-1-4 1 0,-4 3 0 0,2-3 3 15,-4 3-4-15,2-3-1 0,-4 2 0 0,4 1-1 16,-4-2 4-16,4-1-4 0,1 1 1 16,-2 2-1-16,7-4 2 0,1 5 1 0,0-2-4 15,0 1-9-15,2 1-10 0,4 0 0 0,-3 0 1 16,4 0 9-16,-3 0 6 0,-1 0 2 0,1 0 1 15,-4 0 0-15,-2 0 1 0,-4 0-7 0,3 0 10 16,-6 0-5-16,-4 0 5 0,-4 0 4 0,-2 0-5 16,-6 0 1-16,-2 0-3 0,-6 0 5 0,-3 0-3 15,-1-9 4-15,-4 9-4 0,0 0-5 0,-4-7 6 16,-5 7-5-16,3-6-3 0,-3 6-4 0,0-5-33 16,0 1-44-16,0 2-79 0,0 2-195 0,0 0-130 15,0-3 48-15</inkml:trace>
</inkml:ink>
</file>

<file path=ppt/ink/ink4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5:24.349"/>
    </inkml:context>
    <inkml:brush xml:id="br0">
      <inkml:brushProperty name="width" value="0.05833" units="cm"/>
      <inkml:brushProperty name="height" value="0.05833" units="cm"/>
      <inkml:brushProperty name="fitToCurve" value="1"/>
    </inkml:brush>
  </inkml:definitions>
  <inkml:trace contextRef="#ctx0" brushRef="#br0">15629 1268 1570 0,'-8'-11'31'0,"2"1"34"0,2 3 28 16,-1-3 40-16,-1 3 2 0,2-2 1 0,-2 3 3 16,1 1-1-16,-1 1-5 0,3 0-15 0,0 2-19 15,1-1-45-15,-1 3-26 0,2 0-6 0,1 0 21 16,0 0 27-16,0 11 24 0,-2 2-12 0,2 2-26 15,0 2-2-15,0 3-13 0,0 1-5 0,0 6 2 16,0-2-5-16,0 3 2 0,9-1 4 16,-9 1-10-16,11-1-10 0,-3 2-10 0,-2-4-9 15,1-1 6-15,1 3-2 0,-1-7-4 0,0 2 7 0,-1-4-1 16,0-1-2-16,0-2 2 0,0-4-4 16,-3 2-5-16,1-6-2 0,-1 0 4 0,-3 1-1 15,2-5 11-15,-2 0 3 0,0 0-2 0,0-3 6 16,0 0 0-16,0 0-5 0,0 0 4 0,0 0-9 15,2-14-7-15,-2 1 4 0,1 0-5 0,1 0 3 16,2-1-6-16,1-1 0 0,2-1 0 0,2 3 1 16,2 0 4-16,3 0-1 0,1 3-3 0,2-1-2 15,2 3 3-15,3 0-6 0,-3 2 6 0,4 2 4 16,0 0-5-16,-2 0 11 0,0 2-7 16,1 2-6-16,-3 0-2 0,0 0-1 0,-3 0 5 15,-2 0 1-15,-2 16 5 0,-1-5 2 0,-5-2-3 16,0 2 16-16,-3-1 6 0,-3 3-3 0,0 0 12 15,0 0-12-15,0 1-1 0,-11 2 1 0,-1-3-11 16,-1 2-3-16,-1-2-1 0,-3 1 0 0,-3-1 2 16,1-1 0-16,-3 1 3 0,0-2-6 0,-3-1-8 15,1-2 7-15,-2 0-4 0,2-1-17 0,1-1-3 16,0-1-41-16,2-3-50 0,3 1-49 0,1-3-68 16,3 0-54-16,4 0-42 0,2 0-29 0,2 0-73 15,2-14-162-15,4 2 67 0,0 0 94 0</inkml:trace>
  <inkml:trace contextRef="#ctx0" brushRef="#br0" timeOffset="491.45">16095 1704 2405 0,'0'5'29'0,"0"-1"28"0,2-2 36 0,-1 1 40 16,-1-2 14-16,0 1 2 0,0-2-26 16,2 0-35-16,-1 0-37 0,1 0-33 0,1 0-13 0,3-11 4 15,2 11-8-15,-1-12 9 0,2 1 0 16,2 1-8-16,0 1 0 0,1 1 3 0,1-2-3 16,0 2 5-16,-1 0 0 0,0 1 0 0,-2 2 6 15,3 2-3-15,-3-2 1 0,1 5-4 0,-4 0 4 16,3 0 1-16,-1 0 4 0,-2 0 2 15,2 0-5-15,-3 13 5 0,4-3-9 0,-4 3-4 0,1 1-2 16,-1 1-9-16,2 1 9 0,-4 2-6 16,0-1 5-16,-1 1-1 0,0-1-10 0,0 1 8 0,-2-1-2 15,-1 0-1-15,0-4 5 0,0 3 10 0,0-2-4 16,0 0-1-16,0 0 12 0,-10-1-8 16,10 0-1-16,-13-4 7 0,4 1-4 0,-1-2-6 15,1-2 7-15,-1 2 9 0,1-5 19 0,0-2 7 16,0 1 4-16,0-2 6 0,1 0-18 0,1 0 2 15,1 0 5-15,1 0-12 0,1 0 5 0,2-10 0 16,-1 10-5-16,2-11-9 0,1 11-13 0,0-10-9 16,0 1-8-16,0 1-10 0,0 0-13 0,0-1-16 15,13 1-9-15,-2-3-20 0,-1 2-9 0,1-2-18 16,0 0-33-16,-1 0-23 0,2-1-46 0,-2 1-50 16,0 1-54-16,-1 1-87 0,-1-1-260 0,-2-2 12 15,2-1 99-15</inkml:trace>
  <inkml:trace contextRef="#ctx0" brushRef="#br0" timeOffset="656.31">16373 1333 3312 0,'9'-9'6'15,"-9"3"-5"-15,0 2-2 0,0-1 1 0,8 5-13 16,-8 0-33-16,0 0-98 0,0 0-123 0,0 0-118 15,0 0-183-15,0 0-115 0,0 0 122 0</inkml:trace>
</inkml:ink>
</file>

<file path=ppt/ink/ink5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5:55.457"/>
    </inkml:context>
    <inkml:brush xml:id="br0">
      <inkml:brushProperty name="width" value="0.05833" units="cm"/>
      <inkml:brushProperty name="height" value="0.05833" units="cm"/>
      <inkml:brushProperty name="fitToCurve" value="1"/>
    </inkml:brush>
  </inkml:definitions>
  <inkml:trace contextRef="#ctx0" brushRef="#br0">772 143 1699 0,'-17'5'11'0,"0"-1"5"0,-1-3 5 0,4 3 0 16,-2-3-10-16,2-1-3 0,-1 0 4 0,-2 0 18 16,3 0 12-16,1 0 20 0,2 0 20 0,-4 0 13 15,4 0 15-15,2 0 12 0,2 0 4 0,-2 0 5 16,1 0-2-16,2 0 3 0,0 0 5 0,0 0-8 15,1 0-3-15,2 0-5 0,0-6-14 0,0 6-10 16,-1 0 2-16,0-8-20 0,1 8-17 0,0-3-3 16,-3-1-12-16,3 4 4 0,2-4 3 0,-5 2-1 15,3-2-6-15,0 3 3 0,0-1-6 0,0-2-4 16,1 4 2-16,-1-2-9 0,0 0 2 0,3 2 14 16,-3 0-10-16,3 0-2 0,0 0 2 15,0 0-8-15,0 0-3 0,0 0 5 0,0 0-12 16,0 0-9-16,0 0 3 0,-3 0-4 0,3 0 13 15,0 0-11-15,0 0 4 0,0 0 0 0,0 0-6 16,0 0 3-16,0 0 3 0,0 0-6 0,0 0-10 16,0 0 6-16,0 0-4 0,0 0-3 0,0 0 3 15,0 0 1-15,0 0-7 0,0 0 0 0,0 0 10 16,9 0-14-16,5 0 3 0,-4 0 1 0,2 0 3 16,8 0 0-16,-3 0 0 0,6 0 7 0,1 0-14 15,5-11 1-15,1 5 6 0,7 0-7 0,-2 1 10 16,4 0 4-16,2 0-10 0,2-1 13 0,5 0-7 15,2-1-6-15,3 1-2 0,1 0-2 16,-1 1-14-16,1 1-7 0,-3-1 4 0,-1 2-13 16,-2 1 23-16,-5-1 17 0,-5 3 0 15,-6 0 13-15,1 0-16 0,-7 0-1 0,0 0-1 0,-5 0-5 16,-1 0 7-16,-5 0 1 0,-1 0 3 0,-4 0-6 16,-4 0 2-16,2 0 4 0,-5 0 6 0,0 0 3 15,-3 0 0-15,0 0-3 0,0 0 0 0,0 0-6 16,0 0-4-16,0 0 10 0,0 0-7 0,0 0 7 15,-11 0 1-15,11 0-9 0,-9 0-8 16,3 0-1-16,-1 0 7 0,-3 0-13 0,0 0 16 0,2 0 4 16,-4 0-11-16,-2 0 7 0,-1 0-7 15,-2 0 7-15,-1-7-4 0,-1 7-6 0,-1-6 7 16,-3 6-13-16,-3-5 6 0,-1 2-39 0,-8 3-27 16,-2-3-8-16,-5 2-3 0,-5 1 56 0,-6 0 16 15,-7 0 8-15,-5 0 15 0,1 0-8 0,-4 0 0 16,4 0 12-16,-1 0-20 0,6 7-1 0,-4-7 8 15,4 0-2-15,6 10 7 0,-3-10 11 0,3 6 28 16,4-1 21-16,2-5 16 0,1 3 14 0,5-3 11 16,2 0 12-16,4 0 1 0,8 0 14 0,1 0-13 15,3 0-15-15,3 0 1 0,4 0-32 0,5 0-21 16,-1 0-15-16,4 0-15 0,2 0-5 0,3 0-5 16,0 0-11-16,2 0-5 15,1 0-11-15,0 0 1 0,0 0-2 16,0 0-3-16,0 0 6 0,0 0-4 0,0 0-1 0,0 0-3 0,0 0 2 15,7 0 3-15,2 0 0 0,2 0 5 0,3 0 7 16,5 0-2-16,4 0 9 0,6 0-7 0,7 0 5 16,4 10 1-16,10-10-3 0,3 9 14 0,6-3-23 15,7-6 10-15,1 5-9 0,5 0-7 0,4-5-7 16,6 5-27-16,-3-5 10 0,3 0 3 0,-1 4 3 16,1-3-49-16,-3 0-16 0,-6-1 1 0,0 2 30 15,-2 2 60-15,-4-1 14 0,-8-2-5 16,-3 1-21-16,-4 2 9 0,-5-3-1 0,-3 3 5 15,-6-3 0-15,-8 3-1 0,-1-2-3 0,-4-2-10 16,-7 2 9-16,-5 1-8 0,-5-1-17 0,-2-2-14 16,-1 0-48-16,-2 0-36 0,-3 0-27 0,0 0-35 15,0 0 14-15,0 0-9 0,0 0-40 0,0 0-47 16,0 0-49-16,0 0-28 0,0 0-7 0,-11 0-46 16,2 14-245-16,-2 1 63 0,-2-3 96 0</inkml:trace>
</inkml:ink>
</file>

<file path=ppt/ink/ink5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5:31.533"/>
    </inkml:context>
    <inkml:brush xml:id="br0">
      <inkml:brushProperty name="width" value="0.05833" units="cm"/>
      <inkml:brushProperty name="height" value="0.05833" units="cm"/>
      <inkml:brushProperty name="fitToCurve" value="1"/>
    </inkml:brush>
  </inkml:definitions>
  <inkml:trace contextRef="#ctx0" brushRef="#br0">8351 3741 2215 0,'-3'0'23'0,"2"0"3"0,-2 0 5 0,3 0 2 15,0 0-23-15,0 0-8 0,0 0-2 0,0 0-6 16,0 0 1-16,0 0 2 0,0 0 2 0,0 0 4 16,10 0-2-16,4 0 2 0,-2 0-6 0,3 0 6 15,5 0-1-15,0 0 2 0,1 0 2 0,2 0-4 16,-2-12 3-16,2 4 2 0,1 8 0 0,-2-10 6 16,-3 3 6-16,1-1 14 0,-5 0 22 15,-1 4 26-15,-3-1 30 0,-4 2 21 0,-2 0 13 0,-1-1-10 16,-4 2-25-16,0 0-24 0,0-3-25 15,0 4-19-15,0-1-19 0,-10-1-18 0,10 1-3 16,-14 1-11-16,2-1 4 0,1 2-4 0,-1 0-15 16,1 0 12-16,1 0 2 0,-2 16 2 0,1-2 9 15,-3 3-10-15,-1 1 2 0,3 2-4 0,-2 4 2 16,1-3 4-16,4-1-8 0,1 2 9 0,2-2-3 16,6-2 4-16,0-1 7 0,0 0 4 0,0 3-5 15,0-3 1-15,9-1 2 0,-9 1-7 0,14-2 4 16,-5-2-1-16,0 1 0 0,0-4 5 0,2-6-11 15,-1 3-29-15,1-3-43 0,4-1-43 0,0-3-60 16,4 0-66-16,-1 0-60 0,5 0-125 0,-1-14-203 16,1 3 85-16,0-2 99 0</inkml:trace>
  <inkml:trace contextRef="#ctx0" brushRef="#br0" timeOffset="1091.41">8716 3287 1751 0,'0'-3'33'0,"0"3"19"16,0 0 19-16,0 0 23 0,0 0-10 0,0 0 16 15,0 0 9-15,-12 0-2 0,12 0-6 16,-8 0-12-16,8-8-4 0,-9 8-8 0,9 0-9 15,-4 0-21-15,4-7-33 0,-4 7-16 0,4 0-18 16,0 0-8-16,0 0 10 0,0 0 1 0,0 0 11 16,0 13 14-16,0 0 2 0,11 1 8 15,-2 0-4-15,2-1-10 0,-1 2 0 0,3 0-4 0,0-2 6 16,-2 0 1-16,1 1-3 0,-1-4 0 0,-2-1-2 16,0-1 0-16,-1-1 11 0,-1 0-2 0,-1-3 2 15,-1-2 9-15,-1-1 20 0,-2-1 32 0,1 0 36 16,-2 0 22-16,1 0-6 0,-2 0-28 15,3-12-20-15,0 1-33 0,-1 2-16 0,1-1-13 16,-2 4-8-16,1-1 21 0,1-1-8 0,0 0 12 16,-3 8-16-16,0-6-12 0,3 2 1 0,-3 0-10 15,3 1-7-15,-3 1-2 0,0 2-5 0,0 0 3 16,0 0 5-16,0 0-11 0,0 0-4 0,1 0 5 16,1 0-3-16,1 0 14 0,0 9 2 0,0-9 3 15,1 6 8-15,3 1-1 0,0-1 6 0,1 2-9 16,-1-1-6-16,1 2-1 0,-1-5 0 0,1 5 5 15,-3-4 4-15,1-1 6 0,-2 0-5 0,1-2 4 16,-4 1 7-16,2-3-8 0,-1 0 6 0,-1 0 2 16,1 0-1-16,-2 0 10 0,1 0-4 15,1-13 5-15,3 3-10 0,-2-2-8 0,1 1-2 16,2-4-6-16,0 2 3 0,3-3 2 0,-3 1-6 16,1-1-3-16,-1 0 2 0,0 3-17 0,0 0-5 15,-2 1-55-15,-1 4-67 0,0 0-87 0,2 2-87 16,-4 1-49-16,2 3-35 0,-1-2-88 0,1 4-78 15,2 0 81-15,-4 0 102 0</inkml:trace>
  <inkml:trace contextRef="#ctx0" brushRef="#br0" timeOffset="1274.81">9140 3375 1790 0,'0'5'8'0,"0"1"4"16,0-1 2-16,0 0 2 0,0 1-9 15,0-1-2-15,0 0-4 0,-9 3-5 0,9 1 45 16,0 0 26-16,0 1 6 0,0 1 12 0,0 2-41 16,0 0-28-16,0 3-10 0,0 1-25 0,0-5-43 15,0 4-60-15,0-3-85 0,7-2-217 0,-7-1-63 16,0-1 62-16</inkml:trace>
  <inkml:trace contextRef="#ctx0" brushRef="#br0" timeOffset="2347.13">9328 3364 1530 0,'-5'0'27'16,"-1"0"19"-16,2 0 11 0,1 0 23 0,-2 0-5 15,1 0 5-15,2 0 19 0,-2 0-7 0,4 0-15 16,0 0-20-16,0 0-33 0,0-9-23 0,0 9-5 16,0 0 2-16,0 0 5 0,12 0 15 0,-2 0 18 15,1 0 13-15,6 0 9 0,-2 0-6 0,5 0-20 16,1 0-19-16,2 0-10 0,-1 0-1 0,1 9 5 15,-3-2 8-15,0 1 16 0,-2-1 4 0,-3 6 3 16,2-2-5-16,-5 2-13 0,-1 2-4 16,-4 0-6-16,-2-1 0 0,-2 4 2 0,-3-1-6 0,0-1 2 15,0 2-2-15,-15-4-5 0,4 3 4 16,-1-1-3-16,-2-4 3 0,-1 4 1 0,1-4 2 16,1-3 2-16,-1 0-5 0,3-3-3 0,-1-1 8 15,5-1-1-15,-1-1-1 0,3-3 5 0,1 0-9 16,-1 0 6-16,1 0-4 0,1 0 2 0,-2 0 0 15,1-13-6-15,1 3-1 0,0-2-9 0,3-1 0 16,0-3-4-16,0 1 6 0,0-2 0 0,0-2 2 16,15-3-2-16,-2 2 3 0,4-3 1 15,-2 1 2-15,2 4 8 0,0 1-10 0,-1 1 6 0,1 2-1 16,-2 2-7-16,-1 3 4 0,0 0-4 0,-4 1 6 16,-1-3 6-16,-1 2 11 0,-2 1 24 15,-1 1 13-15,-2 1 18 0,-2 3 8 0,-1-1 12 16,0 4-9-16,0 0-18 0,0 0-21 0,0 0-31 15,0 0-20-15,0 0-7 0,0 0 2 0,-10 0-11 16,10 12 6-16,-10-3 5 0,1 1-4 0,2 1 9 16,-2 1 2-16,3 1 1 0,-4 0 1 15,3 2 3-15,1 0 1 0,1-1-7 0,2 4 3 16,0-1 3-16,3 1-6 0,0 1 4 0,0-3 7 0,0 3-4 16,17-3 7-16,-5 0-2 0,-1-2-6 0,1 0 6 15,1-2-14-15,1-2-38 0,1 0-52 0,3-3-58 16,1-2-43-16,0-1-31 0,3-3-24 0,1-1-42 15,-1 0-149-15,3 0-123 0,-3 0 77 16</inkml:trace>
  <inkml:trace contextRef="#ctx0" brushRef="#br0" timeOffset="2793.13">9932 3513 2062 0,'-4'0'23'0,"-1"0"35"16,4 7 32-16,-2-7 25 0,0 0 2 0,3 6-21 15,-2-6-30-15,1 0-20 0,1 0-29 0,0 0-17 0,0 0-2 16,10 0 0-16,4 0-2 0,1 0 2 15,5-14 1-15,1 4-2 0,5 0 3 0,0 1-1 16,1-2 3-16,0 4 3 0,-1-2-3 0,0 1 4 16,-3 2-6-16,-2 0-25 0,-3-1-13 15,1 2-29-15,-6 0-23 0,-2 2-10 0,-4-1-11 0,3 2-42 16,-6-2-44-16,-1 1-111 0,-3 1-181 0,0 0 36 16,0-3 69-16</inkml:trace>
  <inkml:trace contextRef="#ctx0" brushRef="#br0" timeOffset="3000.23">10137 3351 1939 0,'-6'-4'43'0,"0"2"32"0,2 0 32 15,-2 1 34-15,3 1-27 0,1 0-20 0,-2 0-34 16,-1 0-34-16,3 0-13 0,-1 0-4 0,0 10 19 16,2-10 9-16,-2 14 6 0,1-1-2 0,-1-1-17 15,2 3-1-15,-2-1-11 0,3 4-4 0,0-2 3 16,0 5-7-16,0-3 0 0,0 1-1 0,0-1-3 15,0 1-7-15,12-2-23 0,-12 0-54 0,9-3-54 16,-9 0-47-16,9-2-59 0,-9-3-70 0,8 0-185 16,-2-1-23-16,-6-4 81 0</inkml:trace>
  <inkml:trace contextRef="#ctx0" brushRef="#br0" timeOffset="3474.56">10286 3256 2368 0,'6'-12'43'0,"-3"3"37"0,2 0 38 0,-2 2 48 15,0 7-9-15,-3 0-11 0,0 0-35 0,0 0-40 16,0 0-14-16,0 0 2 0,0 0 12 16,0 0 1-16,0 13-19 0,11-1-24 0,-4 0-11 15,2 2-6-15,-1 0-7 0,3 3-4 0,-2 1-6 0,-2-3-1 16,2 2 6-16,-1-2-4 0,0 2 3 15,-2-1 0-15,0-3 4 0,-2 2 3 0,1-3 2 16,-4 2-3-16,2-3 0 0,0-3-5 0,0 1-8 16,-3-5 13-16,4 1-1 0,-4-2 11 0,0-1 18 15,0-2 9-15,1 0 10 0,-1 0 4 0,0 0-8 16,3 0-17-16,-3 0-6 0,3 0-17 0,0-11-5 16,0 2-2-16,0-1-6 0,2-1 5 0,1 1 13 15,0-3-13-15,2 2 11 0,1 1-1 0,1-3-8 16,1 2 7-16,-2 4-13 0,3-1-2 0,-3 1 0 15,2 3 2-15,-2-1-3 0,-1 2 4 16,-2 3-15-16,-2 0 4 0,4 0 1 0,-2 0-12 16,-2 0 7-16,1 10 1 0,0-10 1 0,-2 9 5 15,0-9 6-15,-2 8-1 0,1-8 1 0,-2 4 7 16,0 3-4-16,0-3-7 0,0 2 9 0,0-1 1 16,-11 1 7-16,-1 2 2 0,1 2-12 0,-2 1 1 15,-4 2-36-15,0-1-43 0,0 1-63 16,-4-1-104-16,1 0-76 0,-1-2-65 0,1 0-64 15,1-5-232-15,2 0 82 0,0 0 112 0</inkml:trace>
  <inkml:trace contextRef="#ctx0" brushRef="#br0" timeOffset="3667.51">10780 3386 2671 0,'3'0'22'0,"-3"0"12"15,0 0 17-15,0 0 13 0,0 0 3 0,0 0 1 16,0 10-12-16,0-3 0 0,0 0 16 0,0 0 16 16,0 0-5-16,0 2-14 0,0 0-43 0,14 2-31 15,-4 0-28-15,-1 1-74 0,-1 1-84 0,1-1-81 16,-9-1-72-16,8 3-38 0,-1-3-220 16,-2 2 22-16,-5 1 99 0</inkml:trace>
  <inkml:trace contextRef="#ctx0" brushRef="#br0" timeOffset="4141.29">11153 3937 2411 0,'-7'3'48'0,"-1"-2"46"0,4-1 41 0,-2 2 41 15,3 0-17-15,0-1-16 0,1-1-24 0,1 0-33 16,-1 0-33-16,2 0-34 0,0 2-25 0,0-2-4 16,0 0 4-16,0 0 8 0,15 0 4 0,0 0 4 15,5 0-5-15,3 0-3 0,6 0 2 0,4-11-8 16,1 11 6-16,-1-7 4 0,2 7 1 0,-2-8-4 15,-1 8-28-15,-3-9-35 0,-3 9-47 0,-2-7-42 16,-6 6-21-16,2-6-6 0,-5 2 0 0,-2 1-6 16,-4 0-20-16,-2-1-43 0,-2 0-98 0,-4-2-132 15,-1 2 7-15,0-1 81 0</inkml:trace>
  <inkml:trace contextRef="#ctx0" brushRef="#br0" timeOffset="4327.38">11480 3723 2144 0,'-8'-7'40'0,"2"-2"53"0,0 3 48 15,2 1 50-15,-1 2 10 0,1-2-18 0,-1 3-30 16,2 0-47-16,0 0-55 0,0 2-41 0,1 0-19 16,1 0-9-16,1 0 2 0,0 0 11 0,0 13-2 15,0-2 1-15,0 1 13 0,0 2-9 0,0 1 4 16,0 2-1-16,0 2-1 0,0-1 5 0,12 2 1 16,-1 3 19-16,-2 1-34 0,-2-3-65 15,2 3-68-15,1-3-88 0,-1 1-63 0,-3-2-59 0,3-1-272 16,-2-3 19-16,0-1 88 0</inkml:trace>
  <inkml:trace contextRef="#ctx0" brushRef="#br0" timeOffset="5100.09">11867 3886 1616 0,'8'0'19'0,"-2"1"7"16,0-1 17-16,2 0 14 0,-2 0 0 15,1 0 10-15,2 0-5 0,2 0-5 0,3 0-15 0,1 0-18 16,2-12-11-16,4 12-11 0,-1-12-1 16,2 1 2-16,1 2-2 0,0-1 5 0,0 1-1 15,-2 1 2-15,-1-3 14 0,-2 2 15 0,-4-1 25 16,-1 1 16-16,-4-2 13 0,0 3 14 0,-4-3 12 16,-2 2 12-16,-3-1-2 0,0 0-18 0,0 2-23 15,0-1-21-15,-11 1-19 0,-1 1-15 0,2 5-11 16,-4 0-4-16,0 2-1 0,-1 0 15 0,-3 0 11 15,-2 14 1-15,-1 0 6 0,-2 1-14 0,3 4-15 16,-1 3-5-16,1-2-6 0,2 1-7 16,4 3 2-16,2-3-12 0,5-1-3 0,1 1 13 0,3-1 0 15,3-3 9-15,0-1 3 0,0 1-1 0,0-2-1 16,12 0 2-16,0-2 0 0,3 0-5 16,3 0 1-16,4-4-1 0,0-3 2 0,3 0-4 15,0-3 3-15,1-3-27 0,2 0-48 0,2 0-42 16,-3 0-65-16,-2 0-44 0,2-13-47 0,-4 2-65 15,0-2-83-15,-4 4-215 0,0-2 69 0,-4-1 106 16</inkml:trace>
  <inkml:trace contextRef="#ctx0" brushRef="#br0" timeOffset="5908.26">12335 3264 1984 0,'0'-9'41'0,"0"2"31"0,0 1 42 16,0 0 33-16,0 0 1 0,0 0 17 0,0 1 6 15,0-1-7-15,0 3-41 0,0 1-55 16,0-1-53-16,0 2-34 0,0 1-14 0,0 0 8 16,0 0-1-16,0 0 10 0,0 9 14 0,0 2 10 15,0-3 13-15,0 3 5 0,9 1 6 0,2 2 0 16,-1-1-6-16,3 5 0 0,0-3-8 0,1 0-2 15,1-2-5-15,-1-1-4 0,-1-1-5 0,1-2-2 16,-2-1 0-16,-1-1 1 0,-1-3 7 0,-2 1-7 16,1-2 8-16,-4 1-1 0,1-3-6 0,1-1 15 15,-2 0-2-15,0 0 17 0,-1 0 11 0,2 0 7 16,-1-10 13-16,-2-1-5 0,1 4 7 16,1-3-3-16,-2-2-3 0,-2 1-6 0,1-3-4 15,-1 1-9-15,-1 2-4 0,0 0-10 0,0 0-13 16,0 3-6-16,0 2-6 0,0 3-2 0,0-1-8 15,0 4-1-15,0 0-6 0,0 0-2 0,0 0 10 16,0 0 5-16,0 11 4 0,0-1 0 0,0 4 8 16,11-4-21-16,-2 4 2 0,-3-1 1 0,3 1-7 15,0-1 15-15,1 0-3 0,-3-1 4 0,2-4 0 16,-1 0 5-16,-1-1 7 16,1-1-7-16,-2 0-4 0,-1-1 6 0,-1-4-5 0,2 0 4 0,-1-1 2 15,-1 0-6-15,1 0 15 0,1 0-7 0,0-13 18 16,0 1 10-16,0-2-3 0,0 2 4 0,0 3-16 15,-1-5-11-15,0 2-10 0,-1-1 0 16,-2 0 0-16,1 0-16 0,0 2-3 0,-2 0-16 16,4 3-38-16,-4-2-41 0,2 3-82 0,-3 2-100 15,3 1-85-15,-1-1-55 0,1 4-19 0,-2 0-93 16,4 1-46-16,0 0 105 0,-1 0 104 0</inkml:trace>
  <inkml:trace contextRef="#ctx0" brushRef="#br0" timeOffset="6332.21">12847 3383 1918 0,'0'0'36'0,"6"0"34"0,-6 0 27 15,4 0 31-15,-4 0 1 0,0 0-1 0,0 0 6 16,0 0-8-16,0 0-21 0,0 0-23 16,0 0-24-16,0 0-27 0,0 0-9 0,0 0-4 15,-10 0-1-15,2 0 14 0,8 0-2 0,-9-10 18 16,2 10 7-16,0-9-6 0,7 9 10 0,-6-7-20 15,2 2-9-15,4 5 5 0,0-5-11 0,0 1-14 16,0 1-8-16,0 0-15 0,0 0-3 0,0 3 19 16,0-2-4-16,10 1 5 0,1 1-8 0,0-1-6 15,-1 0-3-15,2 1 4 0,2 0-6 16,-2 0 4-16,-1 0 6 0,0 0-9 0,-2 9 9 16,-3-9-3-16,1 11-6 0,-2 0 8 0,-1 0 6 0,1 1-5 15,-3-1 1-15,-1 2 1 0,-1 2-3 16,0 1 4-16,0-1 7 0,0-1-7 0,0 2 4 15,0-1-4-15,0-1 1 0,-11-4 0 0,11 1 1 16,0-1-3-16,-7-3 1 0,7 1-1 0,0-3 8 16,0-2 1-16,0 0 6 0,0-2 12 0,0 0-8 15,0 0 10-15,0-1-6 0,0 0-5 0,0 0-6 16,0 0-4-16,0 0 6 16,0 0 6-16,7 0-12 0,3-13-29 0,-1 4-60 0,3 2-80 0,1-3-59 15,3 1-45-15,0-3-14 0,3 1-27 0,-3-5-16 16,2 6-117-16,1-6-53 0,-3 4 93 15</inkml:trace>
  <inkml:trace contextRef="#ctx0" brushRef="#br0" timeOffset="6864.42">13175 3176 2148 0,'-6'-8'42'0,"1"2"32"0,1 0 32 0,4 3 37 15,-3 0-14-15,3-1 0 0,0 1-17 0,0 3-26 16,0-4-26-16,0 2-28 0,0 2-14 16,0-2-15-16,0 2-6 0,0-2-8 0,0 0 3 0,7 2 1 15,-7 0-4-15,6 0 7 0,-1 0-7 0,1 0 6 16,-2 0 7-16,3 0-2 0,2 12 7 16,0-12-4-16,1 11-4 0,1-2 2 0,1 2-12 15,0 0 9 1,-1 2 3-16,0-3-2 0,-4 4 6 0,1-1-7 0,-4 0 1 0,-1 2 4 0,-3-2-4 15,0 1 9-15,0 2-1 0,0-3-2 0,0 2 0 16,0-3-2-16,0-3 0 0,-10 2 6 0,-2-2 5 16,1-1-7-16,-1 0 3 0,0-2-3 0,0 0-2 15,-1 1 9-15,1-1-5 0,3-2-1 0,0 0-3 16,1-3-5-16,4 1 15 0,-1-2 5 0,1 0 17 16,-1 0 14-16,4 0 0 0,-2 0 3 15,1-10 6-15,1 10-13 0,1-10-15 0,0 10-2 0,0-11-32 16,0 1 1-16,0 1-7 0,0-2-7 15,12-1 6-15,0-2 1 0,-5-1 5 0,3-1-7 16,-1 0 9-16,0 3-8 0,0-1 6 0,3 3 8 16,-3 1-6-16,0 4 0 0,-3 3 1 0,2-1 3 15,-3 2 2-15,-1-2 5 0,-2 4-4 0,-2 0-7 16,0 0-3-16,0 0-10 0,0 0-3 0,0 0 3 16,0 0 0-16,0 11 6 0,0-11 4 0,-10 8 0 15,10 0 2-15,0-2 5 0,0 0-1 0,0 1 3 16,0-1-8-16,0 2-23 0,0-2-36 15,0 2-62-15,10-2-57 0,-10 1-59 0,12-2-63 16,-3 0-86-16,1-2-226 0,1 1 23 0,0-2 102 16</inkml:trace>
  <inkml:trace contextRef="#ctx0" brushRef="#br0" timeOffset="7069.16">13539 3334 2252 0,'0'0'19'0,"0"0"2"16,0 0 8-16,0 0 9 0,0 0-2 0,0 0 3 16,0 0-3-16,0 0-6 0,14-11-18 15,0 11-6-15,-2-10-5 0,1 3 1 0,3 7-1 16,-1-9-3-16,2 4 4 0,1 0-27 0,-2 2-27 16,1-3-32-16,1 4-55 0,-1-2-30 0,-2 1-52 15,-1-1-106-15,-3-1-125 0,-2 1 15 0,0 0 78 16</inkml:trace>
  <inkml:trace contextRef="#ctx0" brushRef="#br0" timeOffset="7268.12">13596 3183 1993 0,'-10'0'22'0,"3"0"1"16,1 0 3-16,3 10 21 0,0-1 2 15,1-9 17-15,-1 9 7 0,3-1-17 0,0 3-18 0,0-2-6 16,-1 2-4-16,1 2 1 0,0-3-4 15,0 6-11-15,0-1-2 0,0 0-4 0,0-2 1 16,0 1 0-16,0 0-2 0,9-1-22 0,-2-3-32 16,-7 1-47-16,9 0-55 0,-3-4-41 0,-1 1-81 15,1 1-194-15,-1-2-29 0,-1-1 59 0</inkml:trace>
  <inkml:trace contextRef="#ctx0" brushRef="#br0" timeOffset="7792.3">13922 3061 2364 0,'0'-1'4'0,"0"1"-2"0,9 0-1 15,-9 0 31-15,6 0 32 0,-6 0 18 0,0 10 15 16,6-1-30-16,-4 2-29 0,2 1-8 0,1 2-10 16,-2 1 8-16,-2 4 12 0,3 1 7 15,0 0 0-15,-2 3 8 0,1 0-15 0,-2 0-5 16,1 0 10-16,-1 1-8 0,-1-1-7 0,0-1-10 16,0 0-10-16,0-3-11 0,0 0 4 0,0-5-2 15,0 0 7-15,-10-2-3 0,10-6 2 0,0 2 5 16,-8-8-9-16,8 5 8 0,0-4 7 0,0-1 7 15,0 0 14-15,0 0-1 0,0 0-12 0,0 0-7 16,0-12-18-16,0 12 3 0,0-12 1 0,0-1-4 16,9 2 0-16,0 0 0 0,-1 1-2 0,1-1-3 15,2 0 6-15,-1 2-9 0,1 0 2 0,1-1 5 16,2 1-4-16,-2 0 3 0,-2 2 0 0,4 3-5 16,-3 0 6-16,-1 2-4 0,2 0 0 0,-2 2-3 15,-1 0-6-15,-2 0 0 0,1 0-2 0,-2 10 9 16,-1-10-3-16,-2 12 0 0,0-2 2 15,0-2 4-15,-2 3 27 0,-1-2 18 0,0 2-1 16,0 4-1-16,0-4-14 0,-12 4-13 0,1-2-3 16,-1 1-1-16,2-1-12 0,-3 1 6 0,1-3-1 15,-1-1-20-15,-1 0-44 0,-1-4-79 0,0 0-89 16,-1 0-94-16,0-3-89 0,2 1-265 0,-1-4 21 16,0 0 108-16</inkml:trace>
  <inkml:trace contextRef="#ctx0" brushRef="#br0" timeOffset="8215.9">14318 3379 3162 0,'0'0'49'0,"0"0"33"0,0 0 49 0,0 0 33 15,0 0-33-15,-10 0-11 0,10 0-39 0,-11 0-19 16,2 0-13-16,9 0-17 0,-8 0-15 0,8 0-7 15,-4 0-5-15,4 0-5 0,0 0 12 0,0 0-12 16,0 0 13-16,0 0 1 0,0 0-11 0,0-8 3 16,0 8-6-16,0-7-4 0,9 1 4 15,-3 2 1-15,3-2-1 0,0 1-12 0,3 2 10 0,2-1-5 16,0 0 7-16,-1 2 8 0,1-1-16 16,-3 2 8-16,1 1-3 0,-1 0-2 0,-7 0 10 15,2 0-14-15,-3 14-7 0,-3-2-1 0,2 2 3 16,-2 0 12-16,0 5 2 0,0 0 6 0,0 2-5 15,-15 5 3-15,-4 1 0 0,1 1-2 0,-2 2 1 16,-2 0-5-16,0-4 3 0,1 0-9 0,1-1 8 16,4-5-8-16,2-4 7 0,3-3 16 15,4-5-13-15,7-1 19 0,-5-4-12 0,5-2-4 0,0 1 4 16,0-2-3-16,0 0 1 0,0 0-3 0,11 0 3 16,-2 0-2-16,5 0-8 0,-1-11-22 15,5 1-24-15,1 0-42 0,0 0-66 0,3 1-80 16,-3-1-100-16,0-1-77 0,-1-2-62 0,0 1-157 15,-4 0-20-15,-1-1 116 0</inkml:trace>
  <inkml:trace contextRef="#ctx0" brushRef="#br0" timeOffset="8859.6">13322 3306 1954 0,'0'-2'33'0,"0"2"19"16,0 0 31-16,0 0 37 0,0 0 2 0,0 0 17 15,-10 0 0-15,10 0-9 0,-10 0-19 0,10 0-33 16,0 0-33-16,-7 0-27 0,7 0-14 0,0 0 8 16,0 0 17-16,0 9 13 0,0-3 18 0,0 4-1 15,0-3-1-15,0 0-12 0,0 2-16 0,0 1-5 16,0 1-13-16,0-1 0 0,7 3-12 0,-1-3 3 16,1 0-3-16,-7-1 7 0,7 4-2 0,-2-4 1 15,2 1 7-15,-1-2-5 0,0-1 2 0,4 2-10 16,0-1-33-16,4-2-54 0,1 0-45 15,0-3-52-15,5-1-72 0,1-1-40 0,5-1-97 0,1 0-277 16,4-12 92-16,-4 0 90 0</inkml:trace>
  <inkml:trace contextRef="#ctx0" brushRef="#br0" timeOffset="9811.34">15125 3741 2850 0,'0'0'10'16,"0"0"4"-16,0 0-7 0,0-12 3 0,0 12-10 15,0 0-6-15,0 0 14 0,0 0 0 0,0 0 4 16,21-11 0-16,-1 3-11 0,7-1 5 0,2 1-8 16,6-3 9-16,6-2 1 0,2 1-7 0,2 0 5 15,1-1-2-15,-2 3-1 0,-3-1-3 0,-2 0-5 16,-5 2-27-16,-7 3-29 0,-4 1-36 0,-4 1-39 16,-5 2-10-16,-6-1-28 0,-2 1-63 0,-2 0-183 15,-4 1-144-15,0 0 60 0</inkml:trace>
  <inkml:trace contextRef="#ctx0" brushRef="#br0" timeOffset="10019.26">15316 3539 2523 0,'-7'0'37'16,"2"0"19"-16,2 0 12 0,0 0 4 0,3 0-38 15,-3 0 4-15,3 0 18 0,-2 0 18 0,2 11 3 16,0 2-22-16,0-2-24 0,0 1-22 0,0 2 0 15,0 4 0-15,11-4-8 0,0 6 6 0,-1-1-4 16,1-2-9-16,0 5-29 0,1-4-47 0,-3 1-54 16,0 0-43-16,2-1-31 0,-2-1-44 15,0 0-82-15,-2-2-233 0,-1 3 27 0,2-8 86 16</inkml:trace>
  <inkml:trace contextRef="#ctx0" brushRef="#br0" timeOffset="10184.84">16299 3770 1722 0,'0'0'-21'0,"0"0"-81"0,0 0-204 0,0 0-124 15,0 0 20-15</inkml:trace>
  <inkml:trace contextRef="#ctx0" brushRef="#br0" timeOffset="10352.91">18284 3898 1593 0,'0'1'-47'0,"0"-1"-109"0,0 0-176 0,-12 0-67 0,1 0 48 16</inkml:trace>
  <inkml:trace contextRef="#ctx0" brushRef="#br0" timeOffset="10531.89">19915 3722 2281 0,'30'6'-34'0,"-9"-6"-61"0,-7 0-61 0,-8 0-68 0,-6 0-84 16,0 0-151-16,0 0 44 0,0 0 69 0</inkml:trace>
  <inkml:trace contextRef="#ctx0" brushRef="#br0" timeOffset="10729.94">21412 3624 2192 0,'9'0'-10'16,"-6"0"-34"-16,-3 0-44 0,0 0-47 0,0-12-63 15,0 12-123-15,0-9-131 0,0 0 39 0,0 1 74 16</inkml:trace>
  <inkml:trace contextRef="#ctx0" brushRef="#br0" timeOffset="10898.34">22768 3636 2762 0,'14'7'-11'0,"-3"-1"-52"16,-5-6-53-16,-5 0-35 0,-1 0-31 0,0 0-20 15,0 0-58-15,0 0-168 0,0-13-70 0,0 3 74 16</inkml:trace>
  <inkml:trace contextRef="#ctx0" brushRef="#br0" timeOffset="11086.32">24023 3574 2697 0,'17'3'-2'0,"-4"-3"-1"16,-7 0 2-16,0 0 3 0,-4 0-4 0,-2 0-15 15,0-10-38-15,0 10-52 0,0-8-54 0,0 8-56 16,0-9-88-16,0 9-220 0,0-9 16 0,0 0 72 15</inkml:trace>
  <inkml:trace contextRef="#ctx0" brushRef="#br0" timeOffset="11531.34">25314 3431 2683 0,'0'0'41'0,"-6"0"47"16,6 0 52-16,-5 0 67 0,5 0-6 0,-9 0-8 15,6 0-39-15,3 0-59 0,0 0-36 0,0 0-44 16,0 0-9-16,0 0-5 0,0 0 1 0,0 0 2 15,12 0-3-15,6 0-5 0,5 0 4 0,3 0 1 16,7 0-6-16,4 0-4 0,2 0-25 0,1 0-15 16,2-8-24-16,1 8-26 0,-4-7-36 15,1 7-61-15,-7-9-52 0,1 4-51 0,-8 0-54 16,-4 0-148-16,-5-1-145 0,-3 0 84 0</inkml:trace>
  <inkml:trace contextRef="#ctx0" brushRef="#br0" timeOffset="11751.49">25455 3196 3014 0,'-3'-5'8'0,"-3"4"4"15,6 1 11-15,-3 0 14 0,3 0 21 16,0 0 48-16,0 0 21 0,0 12-9 0,0-1-17 16,0 2-40-16,0 0 0 0,0 6 4 0,0-1-8 0,0 3-7 15,0 5-33-15,0-1-8 0,12 4-5 16,-4 1-5-16,-8 2 5 0,9 0-8 15,1-1 6-15,-4-1-4 0,-6 1-23 0,4-2-34 0,-4-2-63 16,0-1-95-16,0-2-97 0,0-5-78 0,0 3-89 16,0-5-257-16,0-2 91 0,0-1 121 0</inkml:trace>
  <inkml:trace contextRef="#ctx0" brushRef="#br0" timeOffset="11280.1">24940 3524 3671 0,'0'3'-3'15,"0"-3"-42"-15,-15 0-36 0,15 0-1 0,0 0 10 16,-11 0 42-16,11 0 36 0,0-11 5 0,0 11-28 16,0 0-27-16,0-12-27 0,0 12-49 0,0-10-35 15,0 10-52-15,0-11-85 0,0 4-119 0,0 7-242 16,0-11 63-16,0 5 109 0</inkml:trace>
  <inkml:trace contextRef="#ctx0" brushRef="#br0" timeOffset="12304.1">26298 3507 2169 0,'-11'9'34'0,"2"-9"35"0,2 6 37 0,-3-1 41 15,6-5 17-15,-2 0 9 0,3 0-13 0,-3 0-25 16,6 0-40-16,-3 3-42 0,3-3-29 16,0 0-7-16,0 0-11 0,0 0 0 0,12 0 3 15,2 0-6-15,2 0 3 0,4 0-2 0,3 0 0 16,7 0 0-16,-1-8-2 0,4-2 3 0,4 0 4 15,-1-2-2-15,1-1-5 0,-2-2 1 0,-2 0-7 16,-3-2 10-16,1-1 23 0,-5 0 32 0,-4-1 36 16,-5 1 17-16,0-1-7 0,-8 0-17 0,-1 0-25 15,-5 1-18-15,-3 0-9 0,0 2-23 0,0 0 2 16,-20 3-16-16,3 4-9 0,0 1 5 0,-5 2-11 16,0 6 10-16,-3 0 0 0,-1 0 2 0,-2 11 4 15,0 1-3-15,2 6 1 0,-2 1-8 16,6 3-8-16,-1 0 5 0,3 2-1 0,0 0 5 15,7 3 4-15,-1-1 6 0,5 0-5 0,3 0-2 16,1 2 8-16,5-3-13 0,0 1 14 0,0 0-2 16,0-4-2-16,14-2 0 0,3-1-3 0,-1-2 6 15,4-4-4-15,3-2-4 0,3-2-24 0,4-4-49 16,3-5-63-16,2 0-71 0,3 0-93 0,-1 0-74 16,1-15-63-16,-5 1-260 0,4-3 31 0,-7 0 120 15</inkml:trace>
  <inkml:trace contextRef="#ctx0" brushRef="#br0" timeOffset="13175.53">26558 2750 1979 0,'0'0'25'0,"0"0"15"16,0 0 10-16,0 0 15 0,0 0-14 0,0 0-8 15,0 0-5-15,0 0-10 0,0 0-18 0,0 0-6 16,0 0 6-16,0 0 11 0,0 8 25 0,0-8 15 16,0 11 8-16,10-1-7 0,-10 1-9 0,12 2-8 15,2 1-3-15,-3 4 8 0,2-1-5 0,0 3-7 16,0-1-9-16,4 3-11 0,-2-1-4 15,-1-1-1-15,-1-3-4 0,1 0 0 0,-2-1 4 16,-1-2 5-16,1-2 16 0,-1-2 10 0,-1-1 11 16,-1-3 26-16,-1-1 14 0,-2-1 20 0,5-4 15 15,-5 0-10-15,0 0-24 0,3 0-28 0,-4 0-19 16,1-12-15-16,0 0-2 0,0-1 1 0,-2 1-12 16,-1-1-3-16,3-3 3 0,-4 1 2 0,1 0-1 15,-3 1-5-15,3 0-11 0,0 0-10 0,0 4-6 16,-3 2 4-16,0 1-7 0,5 0 5 0,-5 3 0 15,0 2 1-15,0 2 2 0,0 0-1 0,0 0 4 16,0 0-1-16,0 0 2 0,0 13-1 16,0 0-1-16,12-2-5 0,-3-1 4 0,-2 3 6 15,4 1-2-15,-5-4 0 0,0 1-2 0,5 0-8 16,-8-2 10-16,3-4-3 0,-3 3 12 0,3-3 5 16,-6-1-10-16,2-2 18 0,1-1-8 0,-3-1 16 15,3 0 16-15,-3 0 6 0,3 0 5 0,3 0-1 16,-3-12-6-16,-2 0-16 0,5 1-16 0,1-1-9 15,-3-3-3-15,2 0-9 0,0-1 6 0,2 1-2 16,-5-2-3-16,3 2 3 0,0-2 3 0,-3 2-10 16,-1 2-8-16,4 0-18 0,-3 4-24 0,0 3-35 15,-2-2-59-15,4 3-78 0,-4 0-87 0,2 5-40 16,0 0-13-16,-3 0 20 0,8 0 23 0,-3 0-71 16,-1 0-163-16,2 12 59 0,2-3 88 0</inkml:trace>
  <inkml:trace contextRef="#ctx0" brushRef="#br0" timeOffset="13843.1">27255 3030 2242 0,'3'-5'30'0,"-3"-1"34"0,0 0 46 16,0 0 55-16,0 2 17 0,0-3 10 0,0 3-11 16,0 0-45-16,0 2-49 0,0 2-45 0,0 0-49 15,0 0-15-15,0 0-4 0,0 0-5 16,0 0 15-16,0 10 4 0,0-10 12 0,0 11 13 15,0 1-2-15,0 1 3 0,0 1-2 0,0 1-6 16,12 1 6-16,-5-1-2 0,-7 1-3 0,10 1 3 16,-3 1-5-16,-4-4 7 0,-3 1-10 0,8-2 2 15,-8 0-2-15,3-3-4 0,-3 1 11 0,3-2-3 16,-3-1-1-16,3-1 2 0,-3-2-5 0,3 0 2 16,-3-2 4-16,0 0 0 0,0 1-3 0,0-4-17 15,3 1-10-15,-1-1-41 0,-1 0-28 0,-1 0-67 16,2 0-91-16,-1 0-79 0,1-14-142 15,1 1-209-15,3 0 78 0,-3-3 116 0</inkml:trace>
  <inkml:trace contextRef="#ctx0" brushRef="#br0" timeOffset="14179.33">27525 2944 1874 0,'0'-1'30'0,"0"0"17"0,0 1 15 16,0 0 14-16,0 0-18 0,0 0-1 0,0 0 2 15,0 0 13-15,0 0 13 0,0 8 11 0,-9-8 5 16,3 10-2-16,-2-1-5 0,-1 0-1 0,2-1 4 16,-3-1 3-16,0 3-2 0,-1-3-4 15,-1 2-3-15,1-2-14 0,1 0 1 0,-2 3-9 16,3-4-6-16,-2-3-7 0,5 2-9 0,0-1-1 16,-2-1-6-16,5-3 0 0,3 2-9 0,-3-2-10 15,3 0-6-15,0 0-10 0,0 0-4 0,0 0-5 16,0 0-3-16,0 0 0 0,0 0 10 0,0 0-3 15,12 0 9-15,-3 0-2 0,2 0-8 0,-3 0 5 16,5 0-12-16,-1 12 5 0,2-5 6 0,-2 0-3 16,2-7 3-16,0 11 4 0,-4-3-4 0,2-2-13 15,-1 2-23-15,1-4-40 0,-3 2-57 0,3-1-64 16,-3 0-74-16,4 1-58 0,-6-3-29 16,5 2-13-16,-4-3-76 0,4-2-151 0,-1 0 80 0,-1 0 95 15</inkml:trace>
  <inkml:trace contextRef="#ctx0" brushRef="#br0" timeOffset="14787.7">27710 2725 2177 0,'-4'-6'33'16,"-1"-1"25"-16,-2 0 31 0,7 4 27 0,-3-2-5 15,1 0 0-15,2 3-22 0,0-2-24 0,0 2-33 16,0 0-24-16,0 2-13 0,0 0-5 0,0 0 3 16,11 0 1-16,-2 0 1 0,-2 0 6 0,4 10-2 15,-2-10 12-15,5 13 6 0,-1 0-4 0,1-1 2 16,-2 0-16-16,3 3-8 0,-2-2 1 0,-4 1 4 15,1-1 4-15,-1 2 5 0,-2-1 2 0,-3-1-3 16,-1 0 3-16,-1 1 0 0,-2-2 4 0,0 1-1 16,0-1 0-16,0-2 3 0,-16-1-6 0,4 0-1 15,2-1 1-15,-4 0 0 0,5-2 2 16,-5-1 1-16,1-2-1 0,0 1-5 0,0 0-1 16,2-3 2-16,-3-1 3 0,2 0-1 0,2 0 5 15,1 0 5-15,1 0-2 0,2 0 5 0,0 0 5 16,4-11-11-16,1 11-3 0,1-9-1 0,0-3-11 15,0 2 2-15,0-1-4 0,9 2 0 0,5-2 1 16,-1-1 0-16,2-2 3 0,2 0-2 0,0 1-1 16,0-3 6-16,2-1 1 0,-2 1-1 0,1 0 4 15,-1 1-8-15,0 0 0 0,-4-1 18 0,1 2 17 16,-2 0 27-16,-4 6 12 0,-2-1 1 16,0 1-11-16,-2 3-23 0,-4 3-16 0,0 2-29 0,0 0-14 15,0 0-7-15,0 0-5 0,0 0 11 0,0 0 8 16,0 11 8-16,0-3 0 0,-7 4 4 15,7-1 1-15,-9 3-2 0,9-1 9 0,-6 2-3 16,0-2-4-16,6 2 4 0,-8 3-4 0,3-6-8 16,2 4-25-16,0-3-48 0,-3 0-47 0,3 1-57 15,3-2-40-15,0 1-23 0,0-4-16 0,0 0-25 16,0 0-92-16,14 0-166 0,-5-4 61 0,8-1 88 16</inkml:trace>
  <inkml:trace contextRef="#ctx0" brushRef="#br0" timeOffset="15004.34">28271 2873 2483 0,'0'0'16'16,"-9"0"4"-16,9 0 3 0,0 0 19 0,0 0 18 16,0 0 19-16,0 0 13 0,10 0-9 0,2 0-27 15,4 0-28-15,0 0-13 0,6 0-12 0,0 0-3 16,1 0 0-16,3 0 0 0,0 0 4 0,-2 0-14 15,2 0-18-15,-2 0-44 0,-1 0-44 0,1 0-32 16,-1 0-25-16,-5 0-19 0,0 0-29 0,-2-11-78 16,-4 1-170-16,-3 2-17 0,-1-1 71 0</inkml:trace>
  <inkml:trace contextRef="#ctx0" brushRef="#br0" timeOffset="15196.07">28543 2718 2096 0,'-11'-3'24'16,"5"2"23"-16,0 1 15 0,1 0 14 0,1 0-22 15,-1 0-19-15,2 0 0 0,0 0 16 0,-2 0 15 16,2 11 2-16,-3-1-12 0,2-1-29 0,-2 4-19 16,3-1-1-16,-5 2 8 0,2 1 6 0,1 2 4 15,1 2-4-15,-1-1-10 0,-1 2-3 16,3 1 3-16,0 0-3 0,2 2 1 0,1-1-12 0,0 1-35 16,0-1-43-16,0-1-65 0,0 0-52 15,0-3-52-15,0 2-76 0,0-6-183 0,0 2 4 0,0-5 80 16</inkml:trace>
  <inkml:trace contextRef="#ctx0" brushRef="#br0" timeOffset="15832.67">28975 2578 2294 0,'0'-3'31'0,"0"0"21"0,0 2 11 16,0 1 2-16,0 0-21 0,0 0 13 0,0 0 10 16,0 0 11-16,0 11 15 0,0-1-22 0,11 2-6 15,-2 1 21-15,-1 2-16 0,-2 4-7 0,1 3-10 16,3-1-30-16,-3 3-8 0,1 2-7 0,-2 0-2 15,0 0-5-15,0 0-1 0,-2 2 3 0,0-1 0 16,-1 0 2-16,1-3-2 0,-1-2 3 0,-1-1-5 16,1-1 3-16,-2-4 0 0,-1-2-4 0,3-3 6 15,-3 0-6-15,2-3 12 0,-1-4 22 16,1 1 24-16,-2-4 33 0,0-1 15 0,0 0-4 16,0 0-23-16,0 0-25 0,0 0-31 0,0 0-12 15,0-12-1-15,1-2-4 0,1 0 0 0,-1-1-6 16,1 0 2-16,-2-1-4 0,3-4 4 0,1 1 0 15,1-3-4-15,0 4 5 0,1-2 0 0,1-1-5 16,4 3 2-16,0-1-7 0,1 4 4 0,0 1 3 16,3 1-2-16,2 3-1 0,2 1 0 0,0 1-4 15,-1 1-7-15,0 3 10 0,0 4-10 0,-2 0 2 16,-1 0 6-16,-3 0-1 0,2 0 6 16,-4 12-2-16,-1 2 3 0,2 0-6 0,-3 2 7 15,1 1-2-15,-5 0 2 0,-1-1-1 0,-3 2-2 16,0 0 3-16,0-1 3 0,0 0-2 0,-13 1 0 15,2 0 7-15,0-3-3 0,-2 1 10 0,-1-4 1 16,-1 1-5-16,-2-1-4 0,2-3-1 0,-3 0-1 16,-2-2 2-16,-3-1-4 0,0-2-7 0,2-2 4 15,-3 0-5-15,1-2 9 0,-3 0 1 0,2 0-6 16,0 0 11-16,1 0-12 0,2-11-2 0,1 11-14 16,0-11-35-16,2 2-27 0,3 9-46 0,3-10-47 15,2 1-53-15,1 4-61 0,3-4-36 0,2 4-56 16,4-2-197-16,0 1-51 0,0-4 87 0</inkml:trace>
  <inkml:trace contextRef="#ctx0" brushRef="#br0" timeOffset="16607.2">29776 2919 2212 0,'6'-6'38'0,"0"1"40"0,-2 0 41 15,1-1 54-15,-2 5 13 0,-1-4 12 0,-2 3-5 16,0-1-33-16,0 2-43 0,0 1-51 0,0 0-33 15,0 0-23-15,0 0-10 0,0 0-1 0,0 0-3 16,-10 0 6-16,1 11 6 0,9-3 9 16,-10 1 2-16,1-3 1 0,0 3 7 0,-1 0-2 15,1-1 2-15,-1 1 1 0,1-1-5 0,-2 1 11 16,3-1 11-16,-1-1 8 0,-1 0 3 0,2-1 0 16,0 1 1-16,-1-1 8 0,2-2-3 0,-1-1-3 15,0 1 1-15,1-1-11 0,-1 0 1 0,1 0 6 16,1-2-9-16,-2 2-12 0,3-1 3 15,-1 3-14-15,0-5-14 0,2 1-3 0,-1 1-7 0,4 1-8 16,1-3 8-16,0 0 6 0,0 2-7 0,0-2-3 16,0 1 6-16,0 2-1 0,15 2 2 15,-1-1 7-15,1 2-4 0,3 3 3 0,0-3-3 16,5 1-3-16,-2 2-5 0,0-2 1 0,1 1-2 16,-2-2 11-16,-2-2-2 0,-2 3-3 0,0-3-9 15,-4 2-6-15,0-3-5 0,-1 2-38 0,-1-2-26 16,-2 2-43-16,-2-2-44 0,0 1-40 0,-3 0-81 15,-2-2-96-15,3-2-83 0,-3 4-93 0,1-2-217 16,-2 0 125-16,0 1 134 0</inkml:trace>
  <inkml:trace contextRef="#ctx0" brushRef="#br0" timeOffset="16227.81">29601 2852 2808 0,'3'-3'65'0,"-1"-1"66"0,-1 2 72 0,-1-2 57 0,0 2-15 16,0 0-24-16,0-1-36 0,0 2-37 0,0-1-24 16,0 1-47-16,0-1-34 0,0 0-31 15,0 2-31-15,0 0 0 0,0 0-1 0,0 0 19 16,0 0-3-16,0 0 4 0,0 15 2 0,0-2-9 15,0 2 7-15,0 0-3 0,0 2 6 0,0 3 2 16,6 0-2-16,-6 0-6 0,0 2-4 0,0-1-3 16,0 0 8-16,0-1 4 0,0-2-6 0,0 1 5 15,0-1-2-15,0 0 9 0,0-5-7 0,0 1 3 16,0-4-7-16,0-1 0 0,-6-3 5 16,6-2-4-16,0 0-7 0,-6-2-7 0,6-1-2 15,0-1-9-15,0 0-11 0,0 0-17 0,0 0-39 16,0 0-61-16,0 0-80 0,0 0-111 0,0-11-83 15,0 2-61-15,0-4-86 0,0 2-113 0,0 1 119 16,0-7 129-16</inkml:trace>
  <inkml:trace contextRef="#ctx0" brushRef="#br0" timeOffset="51917.68">30933 3143 2478 0,'3'0'21'0,"-3"0"15"16,0 3 22-16,0-3 37 0,0 0 26 0,0 0 36 15,0 0 31-15,0 0 7 0,0 0-22 0,0 0-26 16,0 0-33-16,0 0-32 0,0 0-13 0,0 0-17 15,0 0-4-15,0 0-17 0,0 0-11 0,0 0-3 16,0 0-7-16,0 0 5 0,12 0-1 0,6 0-14 16,5-11-24-16,6 1-14 0,4 1-25 0,2 0-22 15,6 0-5-15,2 2-30 0,-1-1-47 0,-2-2-67 16,-4 1-97-16,-1-2-89 0,-1 1-156 0,-1-7-134 16,-2 1 118-16</inkml:trace>
  <inkml:trace contextRef="#ctx0" brushRef="#br0" timeOffset="52918.15">32910 1947 1880 0,'-25'-42'-3'0,"-4"6"19"0,1 3 23 16,-5 5 27-16,-4 3 31 0,-2 2 18 16,-4 6 1-16,-4 3-6 0,-3 4-16 0,-1 4-19 15,-4 6-7-15,-1 0-12 0,-2 0 9 0,0 13-6 16,-1 5-7-16,-2 7 3 0,2 4-12 0,-5 9-6 16,1 8 2-16,-1 5-15 0,2 8-11 0,-1 4-4 15,6 5-12-15,2 4 2 0,5 3 4 0,6 1-2 16,4 2 8-16,5-4-4 0,8-3-3 0,3 0 6 15,5-2-11-15,4-4 6 0,6-2-1 0,2-4-3 16,7-2 5-16,0-3 0 0,0-1 4 0,12-5 2 16,0 1 7-16,5-4 15 0,5-2 14 15,6-6-3-15,4-2-4 0,4-6-14 0,5-2-21 16,6-4 7-16,3-7 4 0,5 1-5 0,3-6 17 16,1-3 4-16,2-3 4 0,2-5 3 0,6 0 8 15,5 0 3-15,-1-15-4 0,4 0 1 0,2-3-9 16,0-4 9-16,3-4 27 0,-3-2-6 0,-4-6-14 15,-1-3-27-15,-2-8-32 0,-1-5 9 0,0-1-6 16,-4-6 9-16,-3-2-11 0,-3 1-5 0,-7-3 9 16,-2 1-4-16,-9 0 4 0,-10 5-13 0,-7 1-12 15,-5 3-38-15,-7 3-30 0,-5 3-87 0,-9 6-114 16,0 2-56-16,0 5-82 0,0 1-72 16,-15 4-179-16,-2 4 94 0</inkml:trace>
  <inkml:trace contextRef="#ctx0" brushRef="#br0" timeOffset="52445.93">32146 2398 2452 0,'8'-15'23'0,"-2"1"28"0,0 0 36 0,-3 1 40 15,-1 3 0-15,-1 1-23 0,1 2-37 0,-2 1-52 16,0 5-33-16,0 1-7 0,0 0-8 0,0 0 15 15,0 0 6-15,0 14 7 0,0 5 9 16,10 2-3-16,0 7 3 0,2 5-4 0,0 4 7 16,0 6-5-16,2 3 1 0,1 6-4 0,-1-3-3 15,-2 3 4-15,1-2-3 0,-2 0 5 0,0-3-6 16,-1-1 3-16,-1-6 5 0,-3-3-3 0,2-4 5 16,-2-3-1-16,2-5-3 0,-5-2 3 0,0-6 3 15,0-2 3-15,0-6 11 0,-2-3 52 0,-1-2 53 16,2-4 31-16,-2 0 12 0,0 0-45 0,0 0-60 15,0-13-33-15,0-1-18 0,0-2-10 0,-14 1 0 16,4-5-4-16,0-1 0 0,-2-1 11 0,-1-1 6 16,-1 2-5-16,-1 1-1 0,0 0-14 0,1 0 0 15,-3 6 2-15,4 1-3 0,2 3-2 16,-1 3-2-16,3 2-4 0,0 5 0 0,-2 0 4 16,2 0-3-16,-3 0 6 0,-1 15 10 0,-3-2-8 15,-2 6 9-15,-2-4-3 0,0 6-8 0,0-1 7 16,1 2-7-16,3-2 6 0,3 1-3 0,4-2 2 15,3-1-1-15,6-3-2 0,0-2 21 0,0 1 17 16,0-3 15-16,15-2 15 0,0 0-15 0,2-1-13 16,2-2-18-16,4-2-14 0,1-3-1 0,4-1 0 15,-1 0 3-15,2 0-4 0,1 0 4 0,-1-11-3 16,-1-1-30-16,-1-1-30 0,-1 0-48 16,0-3-54-16,-1-3-33 0,1 2-52 0,-5-3-71 0,2 1-72 15,-2-3-58-15,-1 1-186 0,-2 1 30 0,-2 0 121 16</inkml:trace>
  <inkml:trace contextRef="#ctx0" brushRef="#br0" timeOffset="29183.89">10715 5095 1441 0,'0'0'41'0,"0"0"27"0,-10 8 18 0,10-8 17 16,0 0-23-16,0 0-7 0,0 7-2 0,-4-7 1 15,4 0 9-15,0 0 1 0,0 0 2 0,-6 0 6 16,6 0 0-16,0 0 4 0,0 0 2 0,-3 0-8 16,3 0-12-16,0 0-18 0,0 0-18 0,-3 0-11 15,3 0-14-15,0 0-9 0,0 0 2 0,0 0-2 16,-2 0 4-16,2 0 11 0,0 0 5 0,0 0 8 16,0 0 1-16,0 0-2 0,0 0 2 15,0 0-9-15,0 0-5 0,0 0-4 0,0 0-6 16,0 0-4-16,0 0-1 0,0 0-8 0,0 0 2 15,0 0-4-15,0 0 4 0,0 0-3 0,0 0 2 16,0 0 4-16,0 0-2 0,0 0 9 0,0 0-3 16,0 0-2-16,14 0-5 0,1 7 2 15,2-7 0-15,6 3 6 0,1-3-6 0,3 0-7 0,4 5 3 16,2-5-5-16,3 0 11 0,1 0-1 0,4 0-1 16,3 0 0-16,0 0-2 0,3 0 10 0,3 0-11 15,2 0 2-15,1-12-3 0,-1 2-8 0,-1 10-3 16,-2-6-9-16,-4 6-1 0,-2-8 4 0,-7 3 11 15,-4 5 6-15,-4-4 4 0,-7 4 1 16,-3-5-5-16,-4 5 7 0,-5 0-2 0,-3 0 12 16,-3 0 24-16,0 0 7 0,-3 0 15 0,0 0 7 15,0 0-9-15,0 0-2 0,0 0-14 0,0 0-24 16,-12 0-12-16,1 0-12 0,1 0 4 0,2 0 8 16,-3 0-7-16,-1 0 0 0,-1 0-1 0,-1 0-5 15,-3 0 6-15,0 0 4 0,-2 0-4 0,-3 0-1 16,-3 0-2-16,-1 0-3 0,-2 0 8 0,0 0 3 15,0 0 1-15,1 0 5 0,3 9 3 0,1-9 0 16,3 0 3-16,5 8 1 0,1-8 1 16,5 0 2-16,0 0 9 0,5 0-2 0,-1 0 1 0,2 0-9 15,1 0-5-15,2 0-10 0,0 0-1 16,0 0-2-16,0 0-13 0,0 0 17 0,0 0-18 16,0 0 8-16,0 0 10 0,0 0-14 0,0 0 15 15,0 0-7-15,6 0 4 0,-6 0 1 0,8 0-4 16,-3 0 5-16,-5 0-10 0,4 0 4 0,-1 0 0 15,0 0-9-15,-1 0 14 0,-1 0-13 0,1 0 11 16,-2 0 1-16,3 0-12 0,-3 0 11 0,0 0-13 16,0 0 10-16,0 0-5 0,0 0-22 0,0 0-19 15,0 0-19-15,0 0-31 0,1 0-13 0,1 0-20 16,-1 0-27-16,1 0-19 0,1 0-36 0,2 0-26 16,1 0-46-16,1 0-17 0,2 0-165 0,3 0-82 15,4 0 89-15</inkml:trace>
  <inkml:trace contextRef="#ctx0" brushRef="#br0" timeOffset="28448.31">10882 5244 888 0,'0'-4'58'0,"0"4"26"0,0-1 15 15,0-2 7-15,0 3-51 0,0-3-29 0,0 1-14 16,0-1 2-16,0 2-17 0,0-1 12 0,0-1-6 16,0-2-10-16,0 2 10 0,0-1-9 15,0 0 7-15,0 1-1 0,0 0-3 0,-11-3 4 16,3 1-7-16,1 1 4 0,1 1-4 0,0-4-6 16,0 3-12-16,-2-1-29 0,2 1-23 0,1 0-34 15,-2 0-36-15,1-1-41 0,-3 2-21 0,1-3-6 16,-1 1 54-16</inkml:trace>
  <inkml:trace contextRef="#ctx0" brushRef="#br0" timeOffset="45253.51">12596 6135 1824 0,'2'-5'3'16,"-2"-1"32"-16,0 3 25 0,0-3 24 0,0 2 19 15,-12 2-5-15,1-4-2 0,2 6 0 0,-2-7 2 16,1 4 0-16,-3 3 4 0,-3 0 6 0,-1 0 5 15,-3 16 13-15,-3-4 5 0,-1 8-16 0,-3 2 6 16,-2 6-32-16,-1 3-24 0,1 5-1 16,-2 3-2-16,4 2 22 0,0 1-2 0,2 3-5 15,1 2-38-15,3-2-34 0,3 4-4 0,-1-1-13 16,4 2 45-16,5 2 18 0,0 2 1 0,10 2 16 16,0 1-43-16,0-1-9 0,13 2-5 0,5 1-11 15,5 1 10-15,4-5 14 0,6-2 0 0,2-7 16 16,6-1-14-16,2-8-21 0,-1-2 4 0,1-6-23 15,-1-7 13-15,-4-3 3 0,-1-6-5 0,-4-2 20 16,-1-2 7-16,2-5 0 0,-3 1 7 0,4-1-9 16,-1-2-11-16,2 1 4 0,-1-2-10 0,-1-1 6 15,-6 0-7-15,-2 0-4 0,-4 0 12 0,-6 0-10 16,-4 0 9-16,-4 0 6 0,0 0-10 0,-4-9 7 16,1 9-4-16,-4 0-7 0,1 0 8 15,-1 0-5-15,-1 0-1 0,0-6 0 0,0 6-3 0,2 0-3 16,-2-4-6-16,0 4-32 0,0 0-46 15,0 0-38-15,0 0-31 0,0 0-18 0,0 0-13 16,0 0-54-16,0 0-68 0,0 0-69 0,0 0-69 16,0 0-154-16,0-4-86 0,0 4 119 0</inkml:trace>
</inkml:ink>
</file>

<file path=ppt/ink/ink5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6:21.306"/>
    </inkml:context>
    <inkml:brush xml:id="br0">
      <inkml:brushProperty name="width" value="0.05833" units="cm"/>
      <inkml:brushProperty name="height" value="0.05833" units="cm"/>
      <inkml:brushProperty name="fitToCurve" value="1"/>
    </inkml:brush>
  </inkml:definitions>
  <inkml:trace contextRef="#ctx0" brushRef="#br0">52 468 2649 0,'-12'0'23'0,"3"-12"39"16,-2 3 42-16,2 9 41 0,6-14 11 16,0 4-22-16,-2 1-30 0,5-1-29 0,0 0-41 15,0-3-11-15,22 0-9 0,3-3-11 0,6-1 5 16,5-2-9-16,13-1 2 0,4-1-1 0,6 1 4 16,8-1-1-16,6 0 0 0,3 1-4 0,3 1 3 15,3 1 6-15,-3-2-6 0,0 4 2 0,-6 0-6 16,-3 0 0-16,-8 4-2 0,-6 0 5 0,-10 2 5 15,-7 2-1-15,-6-1-1 0,-10 2-2 0,-3 4-4 16,-9-2 2-16,-2 2 8 0,-2 1-13 0,-4 2-17 16,-3-1-38-16,0 0-60 0,0-1-85 0,0 1-96 15,0-2-92-15,0 1-119 0,0-3-170 16,-19 3 113-16</inkml:trace>
  <inkml:trace contextRef="#ctx0" brushRef="#br0" timeOffset="1200.44">2075-669 1551 0,'-28'-31'17'0,"-5"1"21"16,1 6 16-16,-4 3 28 0,-4 3 5 0,-1 4-5 16,-1 4 4-16,-7 1-1 0,2 9 11 0,-6 0 12 15,1 0-4-15,-1 0-15 0,-3 17-27 0,0 0-15 16,-4 3-4-16,1 4-8 0,-3 4-8 0,6 4-9 15,3 2-10-15,-4 3-7 0,9 5 2 0,4-1 0 16,4 3 0-16,7 1 7 0,3 2 15 0,5-1 24 16,6 2 0-16,2 1-3 0,3 3-19 0,3-1-22 15,5 1-4-15,-1 2 2 0,5 1-6 16,2-1-2-16,0-5 0 0,0 1 3 0,0-4 7 16,12-1 2-16,1-3 47 0,0-2 22 0,1-4 17 15,6-3 25-15,-1-1-6 0,4-3-10 0,5-3-10 16,3-2-24-16,7-6-29 0,8-2 3 0,7-8 0 15,9-1 9-15,5-7-2 0,9 0-12 0,6 0-3 16,3 0 2-16,2-17-10 0,4-3 4 0,-1-2 8 16,-1-2 11-16,-1-6 9 0,-7-5-10 0,1-5-9 15,-6-8-31-15,-3-10-7 0,-5-2 4 0,-4-8 4 16,-13 0 5-16,-4-6-9 0,-7 1-7 0,-10-1-9 16,-10 2-4-16,-8 3 6 0,-12 7-6 0,0 1 0 15,0 10-18-15,-23 3-36 0,-6 5-42 16,-4 3-64-16,-6 6-75 0,-8 2-73 0,-5 8-49 15,-12 3-48-15,-4 5-91 0,-5 3-164 0,-6 7 101 16</inkml:trace>
  <inkml:trace contextRef="#ctx0" brushRef="#br0" timeOffset="528.79">1305-53 2520 0,'6'-13'20'0,"2"-2"17"0,1 2 22 0,1-2 40 16,-1-1 24-16,2 3 26 0,-2-2 17 0,5 2-24 16,-5 2-38-16,2 2-42 0,-1-1-48 0,-1 3-13 15,-3 2-16-15,2 1 3 0,1 2 1 16,-4-1 0-16,7 3 6 0,-2 0-5 0,7 0 12 15,-2 0 1-15,5 16 4 0,4-1 0 0,-1 1-3 16,3 2-6-16,-3 5-4 0,-2 0 5 0,-1 5-2 16,-1 3 3-16,-6 0-2 0,-3 2 0 0,-1 2-7 15,-4-4 4-15,-5 0 2 0,0-5-1 0,0-2 10 16,0-4 5-16,0-3 30 0,0-7 34 0,0 0 43 16,0-7 30-16,0-3 4 0,0 0-3 0,0 0-31 15,0 0-33-15,0 0-40 0,0-17-29 0,0 0-17 16,0-4-2-16,0-1 8 0,0-8-8 15,0-1-4-15,0-5 1 0,0-1 12 0,9-2-4 0,2 0 11 16,-5-2-4-16,3 2-21 0,-2 4 15 16,3 3-7-16,-3 3 5 0,-1 2 13 0,2 5-12 15,-2 6-7-15,-3 2-2 0,3 5-21 0,-3 1 2 16,-3 8-8-16,5 0-2 0,-2 0 16 0,0 0-2 16,0 13 18-16,0-2-4 0,4 4 6 0,2 4 3 15,5 2 3-15,-5 1 2 0,5 2-7 0,0 5 6 16,-1-3-6-16,2 2-1 0,-4-3-5 0,1-1 4 15,-1-3-2-15,-5-1 3 0,5 0 6 0,-5-7-2 16,1 0 4-16,-1-3-4 0,-3-4 2 0,3 1 0 16,-1-2-1-16,-2-3 8 0,0-2 0 0,3 0-15 15,-3 0-32-15,5 0-39 0,-2 0-58 0,4-14-61 16,-4 4-74-16,8-1-89 0,-5-2-61 16,5 0-59-16,-5-4-180 0,2 0 26 0,-2 2 115 15</inkml:trace>
  <inkml:trace contextRef="#ctx0" brushRef="#br0" timeOffset="4666.5">2222-385 2754 0,'14'5'27'0,"-5"-1"10"15,-1-2 2-15,-8 1 2 0,0-2-15 0,0 2 29 16,0-2 39-16,0 0 29 0,0-1 17 15,0 1-12-15,0 2-15 0,0-2-20 0,0 1-13 16,0-2-11-16,0 0-20 0,0 0-9 0,0 0-10 16,0 0-6-16,0 0-10 0,0 0 8 0,0 0-12 15,0 0-4-15,0 0-1 0,0 0 0 0,0 0-2 16,0 0-1-16,0 0 9 0,0 0-10 0,0 0 11 16,0 0 2-16,0 0-9 0,0 0 8 0,0 0-12 15,0 0-8-15,0 0 6 0,0 0-8 0,0 0 9 16,0 0 7-16,0 0-5 0,0 0-1 15,0 0-3-15,0 0-1 0,0 0-4 0,0 0 5 0,0 0 8 16,0 0-11-16,0 0 16 0,0 0-3 0,0 0-5 16,0 0 2-16,0 0-9 0,0 0 8 0,0 0-6 15,0 0 1-15,0 0 3 0,0 0-7 16,0 0 4-16,0 0 1 0,0 0 0 0,0 0 0 16,0 0-1-16,0 0 1 0,0 0 5 0,0 0-4 15,0 0 7-15,0 0-6 0,0 0-2 0,0 0 3 16,0 0-1-16,0 0-5 0,0 0 1 0,0 0-1 15,0 0-4-15,0 0 11 0,0 0-6 0,0 0 3 16,0 0 5-16,0 0-2 0,0 0-1 0,0 0-1 16,0 0-2-16,0 0-1 0,0 0 1 0,0 0-1 15,0 0-6-15,0 0-16 0,0 0-28 0,0 0-39 16,0 0-76-16,0 0-84 0,0 0-70 0,0 0-62 16,0 0-49-16,0 0 65 0,0 0 72 15,0 0-72-15,0 0-59 0,19 0 37 0</inkml:trace>
</inkml:ink>
</file>

<file path=ppt/ink/ink5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6:26.805"/>
    </inkml:context>
    <inkml:brush xml:id="br0">
      <inkml:brushProperty name="width" value="0.05833" units="cm"/>
      <inkml:brushProperty name="height" value="0.05833" units="cm"/>
      <inkml:brushProperty name="fitToCurve" value="1"/>
    </inkml:brush>
  </inkml:definitions>
  <inkml:trace contextRef="#ctx0" brushRef="#br0">0 0 4063 0,'15'10'0'0,"-3"-5"-15"15,-3-5 0-15,-1 0-4 0,-2 0 3 0,-3 0 11 16,-3 0 11-16,0 0 41 0,0 0 11 0,0 0 24 16,0 0 18-16,0 0-9 0,0 0 2 0,0 0 9 15,0 0-25-15,0 0-34 0,0 0-16 0,0 0-35 16,0 0 2-16,0 0 5 0,0 0-2 0,0 0-3 15,0 0-46-15,0 0-20 0,0 0-38 0,0 0-32 16,0 0 12-16,0 0-30 0,0 0-28 0,0 0-74 16,0 0-89-16,0 0-17 0,0 0 4 0,0 0 23 15,0 0-121-15,-19 0-115 0,1 11 65 16</inkml:trace>
</inkml:ink>
</file>

<file path=ppt/ink/ink5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6:31.253"/>
    </inkml:context>
    <inkml:brush xml:id="br0">
      <inkml:brushProperty name="width" value="0.05833" units="cm"/>
      <inkml:brushProperty name="height" value="0.05833" units="cm"/>
      <inkml:brushProperty name="fitToCurve" value="1"/>
    </inkml:brush>
  </inkml:definitions>
  <inkml:trace contextRef="#ctx0" brushRef="#br0">995 1441 1966 0,'5'0'19'16,"-5"0"18"-16,0 0 15 0,0 0 20 0,0 0 3 15,0 0 2-15,0 0 8 0,0 0-5 0,0 0-10 16,0 0-9-16,0 10-16 0,0-10-5 0,0 0-12 16,0 0-10-16,0 0-6 0,0 7-7 0,0-7-1 15,0 0 1-15,0 0 0 0,0 0-7 0,0 0 2 16,0 0 0-16,0 0-6 0,0 0 13 0,0 0-9 15,0 0 2-15,0 0 2 0,0 0-7 0,0 0 3 16,0 0-2-16,0 8 6 0,0-8 3 16,0 0 4-16,0 6-3 0,10-6 0 0,3 9 4 15,2-2 15-15,1-1 13 0,4 0 8 0,4 0-7 16,4 2-21-16,1 1-3 0,1-3-8 0,5 1-1 16,-2 0 3-16,2 1-7 0,0-2 1 0,0 0-3 15,0 1-2-15,-1-3-4 0,-4 4 1 0,0-2-2 16,-2 1 6-16,-1-1-2 0,-3 3 6 0,-1-1 7 15,0 2-10-15,1 0 9 0,-1-1-9 0,4 2-7 16,1 1 8-16,2-2-3 0,5 3 1 0,1-2 0 16,2 0 8-16,2-1-5 0,2 1 0 0,4-1 3 15,-1 2-5-15,2-4-4 0,4 2-7 0,0-3 4 16,2 1 7-16,4 0 6 0,-1-3 0 16,3 1-1-16,2-5-12 0,3-1 3 0,2 0 8 15,3 0-6-15,4 0 0 0,-1 0-2 0,3 0-4 16,-1 0 6-16,2 0 1 0,-1 0-3 0,-2 0-10 15,-1 0-8-15,0 0 6 0,-2 0-1 0,1 0 11 16,-1-8 2-16,-2 8 2 0,2-9 2 0,2 5 1 16,-1-3-1-16,3 0-4 0,1-1 2 0,1 2-2 15,0-4 4-15,1-2-4 0,1 3 0 0,0-1 2 16,0-1 3-16,-4 0-1 0,1-1 2 16,-2-2-2-16,-2 2-1 0,-3-2 1 0,2 1-2 0,-6 0 0 15,0 2 1-15,-3-1-2 0,-2-2 5 0,-3 0-2 16,-3 1-4-16,-1 1 8 0,-5-2-8 15,0 0 6-15,-3 0 4 0,-6 0-1 0,0-3 1 16,-6 4-8-16,-3-2 11 0,-4 2-8 0,-6-2 1 16,-3-3 9-16,0-1-14 0,-3-1 5 0,-4-1 2 15,1-4-4-15,-1-2-1 0,-3 0 3 0,1-3 0 16,-1 1 6-16,-1-1 4 0,3 1 15 0,-4 1 23 16,1 4 10-16,-2 1 10 0,0 2-16 0,0 1-18 15,-2 2-7-15,2 2 3 0,-1 0 21 0,-2 1-1 16,1 1-4-16,-1-1-16 0,0-1-21 0,0 1-7 15,0-3 0-15,0-1 12 0,0 0 2 0,0-1 0 16,0-2-3-16,0 0-23 0,0-1 0 16,0-2 8-16,0 0-3 0,-12-1 9 0,0-2-9 15,0 0-6-15,-2 0 4 0,-2 0-1 0,-1 0 10 16,-3 0-11-16,-3 1-4 0,-1 0-3 0,-3-1-10 16,-4 1 13-16,-4 2-9 0,-1-2 13 0,-5 2 5 15,-2 0 11-15,-2 0-2 0,-2 4-8 0,-3-3 3 16,-5 2-17-16,-1 3 14 0,-7-3-4 0,0 0 2 15,-6 3 1-15,-4 1 2 0,-2 1-1 0,-1 0-10 16,-5 4 2-16,1 0 8 0,-2 2-4 0,0 0 11 16,1 5 1-16,-1 0-13 0,-1 1 10 0,1 1-5 15,-2 2-7-15,0 2 7 0,-1 0-9 16,0 0 15-16,0 0-1 0,-3 11-5 0,3-11 2 16,-1 12-8-16,1 2 9 0,0-4-3 0,3 3-3 15,3-2 1-15,4 2-1 0,2-4-17 0,3 0-1 16,2-1-35-16,0 0 5 0,1 1 32 0,-1-1-1 15,-4-1 31-15,-1 2-10 0,-6 1-8 0,-3 2 5 16,-1 2 0-16,1-2 0 0,-2 3 7 0,2-3 17 16,3 0-6-16,3 1-1 0,2 0-6 0,4 2-8 15,0-1 1-15,0 4 2 0,0-1-2 0,-2 6-6 16,-4 0 2-16,-2 2 5 0,-1 2-4 16,2-1 1-16,-1 0 5 0,2 0-9 0,5-3-1 0,0 1 3 15,7-2-6-15,5-1 7 0,2 1-1 16,6 0-1-16,1-4 2 0,3 4 0 0,6-3 1 15,0 1-4-15,4-2 3 0,2 1-8 0,3-1 2 16,5 1 4-16,0-4-8 0,4 2 2 0,2-1 2 16,1 1-10-16,5 0 3 0,-1 1 7 0,4-1-7 15,3 0 13-15,3 2-1 0,3 1 0 0,0 1 4 16,3 5 2-16,0 0 13 0,0 7 17 0,0 2-2 16,0 5 0-16,0 5 1 0,12 3-16 0,-12 2 11 15,11 1 11-15,-4 1 11 0,3 1-1 0,-1-2 3 16,3 0-21-16,3-3-23 0,2 0-3 15,4 3-2-15,2-4 28 0,4 0-3 0,0-1 0 16,2-5-8-16,3 0-27 0,2-6 13 0,0-1-2 16,3-2 15-16,2-4 20 0,4-2-11 0,4-4 12 15,0-4-1-15,9-1-13 0,7-5 3 0,3-6-9 16,7 1-8-16,3-7-4 0,2 0-2 0,4 0-11 16,1-13-5-16,5 1 5 0,2-5-2 0,-1 3-14 15,3-3-50-15,0 0-59 0,-2 1-74 0,-5 1-48 16,-8 2-33-16,-5 4-27 0,-8 1-31 0,-10 2-189 15,-8 6-61-15,-10-6 84 0</inkml:trace>
</inkml:ink>
</file>

<file path=ppt/ink/ink5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6:32.470"/>
    </inkml:context>
    <inkml:brush xml:id="br0">
      <inkml:brushProperty name="width" value="0.05833" units="cm"/>
      <inkml:brushProperty name="height" value="0.05833" units="cm"/>
      <inkml:brushProperty name="fitToCurve" value="1"/>
    </inkml:brush>
  </inkml:definitions>
  <inkml:trace contextRef="#ctx0" brushRef="#br0">128 205 2162 0,'9'-10'1'0,"-9"-4"1"0,0-1 10 0,0 2 9 15,0 1 19-15,0-2 15 0,0 3 2 0,0 1 7 16,-12-1-7-16,1 2 2 0,11 0 5 0,-9 3 8 16,1 0 15-16,2-1 1 0,0 1-3 0,2 2-21 15,-2-1-27-15,1 1-16 0,2 1-11 0,-1-1-1 16,0 2-5-16,3 2-2 0,-1-2-1 0,1 2-2 16,-1 0 2-16,2-3 2 0,-3 3-2 0,3 0 0 15,0 0-3-15,0 0 1 0,-1 0 1 0,1 0 0 16,0 0 6-16,0 0-1 0,0 0-2 0,0 0 4 15,0 0 10-15,0 0 7 0,0 0 9 16,0 0 2-16,0 0-10 0,0 0-2 0,0 0-7 16,0 0-2-16,0 0 2 0,0 0 2 0,0 0 2 15,0 0-12-15,-9 0-1 0,9 0-6 0,0-6-3 16,-6 6 9-16,6 0-6 0,0-6 3 0,-5 6-2 16,5-2 7-16,-4 2 0 0,1 0-2 0,-1-4-2 15,3 4-9-15,-1 0-4 0,1 0 5 0,1 0-4 16,-2 0 2-16,2-3 6 0,0 3-9 0,0 0 14 15,0 0-1-15,0 0-4 0,-1 0 5 0,1 0-4 16,0 0 0-16,0 0 5 0,0 0 0 0,0 0-8 16,0 0 4-16,0 0-4 0,0 0-2 0,0 0 5 15,0 0 2-15,0 0 3 0,0 0-6 16,0 0 3-16,0 0-3 0,0 0 0 0,0 0 7 16,0 0-2-16,0 0-5 0,0 0 4 0,0 0-5 15,0 0 6-15,0 0-4 0,0 0-1 0,0 0 1 16,0 0-3-16,0 0 1 0,0 0-3 0,0 0 4 15,0-7 2-15,0 7-4 0,0 0 4 0,0 0-7 16,0 0-1-16,0 0 5 0,0 0 0 0,0 0 1 16,0 0-2-16,0 0-10 0,0 0-3 0,0 0-13 15,0 0-25-15,0 0-40 0,0 0-58 0,0 0-31 16,0 0-41-16,0 0-11 0,0 0 26 0,0 0 28 16,0 0 24-16,0 0 5 0,0 9-65 0,0 2-194 15,0 2-21-15,-11 3 56 0</inkml:trace>
</inkml:ink>
</file>

<file path=ppt/ink/ink5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4:18.119"/>
    </inkml:context>
    <inkml:brush xml:id="br0">
      <inkml:brushProperty name="width" value="0.05833" units="cm"/>
      <inkml:brushProperty name="height" value="0.05833" units="cm"/>
      <inkml:brushProperty name="fitToCurve" value="1"/>
    </inkml:brush>
  </inkml:definitions>
  <inkml:trace contextRef="#ctx0" brushRef="#br0">158 1010 1810 0,'0'0'31'0,"0"0"22"15,0 0 28-15,0 0 19 0,-11 0-5 0,11 0-2 16,-9 0 4-16,9 0 4 0,-8 0 6 0,8 0-1 16,-6 0-3-16,6 0 1 0,-3 0 1 0,-1 0 6 15,4 0 9-15,-2 0 2 0,-1 0-16 16,2 0 5-16,-2 0-24 0,1 0-11 0,-1 0 0 16,1 0-13-16,1 0-10 0,1 0-12 0,0 0-6 15,0 0-8-15,0 0-5 0,0 0 4 0,0 0-3 16,0 0-14-16,0 0 9 0,0 0-19 0,0 0 15 15,0 0 11-15,0 0-6 0,0 0 13 0,0 0-20 16,0 0 6-16,0 0-8 0,0 0-8 0,0 0 7 16,0 0-14-16,0 0-2 0,0 0 3 0,0 0 4 15,0 0-1-15,0 0 1 0,0 0 11 0,0 0-16 16,0 0-3-16,0 0 8 0,0 0-2 0,0 0 3 16,0 0 1-16,0 0-7 0,0 0 1 15,0 0-6-15,0 0 13 0,12 0-5 0,2 0 8 16,1 0 4-16,2 0-18 0,-1 0 18 0,4-15-17 15,0 15-3-15,3 0 16 0,-1-11-8 16,1 11 4-16,-2-12-10 0,-1 12-2 0,0-9 8 0,-2 9-2 16,0-8 24-16,-2 2-11 0,-1 6-12 0,-2 0 2 15,0-5-1-15,-1 5-2 0,-2-4 5 0,-1 4 2 16,1 0-15-16,-3 0 10 0,-1 0-5 0,2 0 0 16,-4 0 6-16,1 0 5 0,0 0-4 15,-2 0 6-15,-2 0-1 0,1 0-12 0,-1 0 11 16,1 0-2-16,-2 0-7 0,0 0 15 0,0 0-3 15,0 0-4-15,0 0 8 0,0 0-1 0,0 0-12 16,-9 0 5-16,-1 0-4 0,1 0-1 0,0 0 8 16,-4 0-17-16,-1 0 10 0,-1 0-2 0,-4 0 6 15,0 0 4-15,-1 0-11 0,-3 0-8 0,0 0 9 16,2 0 3-16,0 0 3 0,-2 0-1 0,5 0-3 16,-2 0 7-16,2 0-6 0,1 0 2 0,2 0-16 15,1 0 3-15,1 0 14 0,2 0-4 16,-1 0 6-16,1 0 6 0,4 0-5 0,1 9 0 0,1-9 5 15,0 0-15-15,2 0 1 0,2 0 5 0,-2 0-12 16,1 0 4-16,2 0 5 0,0 0 5 16,0 0-9-16,0 0 5 0,0 0-1 0,0 0-12 15,0 0 17-15,0 0-2 0,0 0-4 0,0 0 10 16,0 0-20-16,0 0 15 0,9 0-3 0,1 0-9 16,2 0 24-16,-2 0-30 0,4 0 12 0,3 0 2 15,1 0 1-15,3 0 14 0,0 0-8 0,1 0-7 16,1 0-5-16,-2 0 3 0,0 0-13 0,-3 0 17 15,0 0 2-15,-2 0-18 0,-3 0 11 0,-1 0 11 16,1 0-9-16,-4 0 8 0,0 0-1 0,-3 0-19 16,0 0 14-16,-3 0 1 0,2 0 4 0,-5 0 6 15,0 0-10-15,0 0 3 0,0 0 1 0,0 0-1 16,0 0-4-16,-10 0 1 0,0 0-6 16,-2 0 5-16,-2 0-5 0,-3 0 1 0,-2 0 10 15,-1 9-13-15,2-9 18 0,-5 0 0 0,3 10-15 16,2-10 13-16,1 7-16 0,2-7 9 0,1 0 14 15,5 7-29-15,0-7 20 0,2 0-6 0,2 0-13 16,2 0 13-16,3 0-12 0,0 0 4 0,0 0 4 16,0 0 7-16,0 0 2 0,0 0-8 0,0 0-4 15,0 0 4-15,0 0-6 0,0 0-4 0,12 0 19 16,-3 0-15-16,2 0 7 0,1 0-1 0,0 0-21 16,3 0 0-16,2 0-16 0,-2 0-9 0,3 0-27 15,2 0-41-15,1 0-77 0,2 0-84 16,0 0-74-16,1 0-59 0,4 0-86 0,0 0-218 15,3 0 109-15</inkml:trace>
  <inkml:trace contextRef="#ctx0" brushRef="#br0" timeOffset="5596.18">12 111 1542 0,'0'0'30'0,"0"0"25"0,0-10 15 0,0 10 10 0,0 0-18 15,0 0-15-15,0 0 9 0,0-6 3 0,0 6 4 16,0-6 5-16,0 6-5 0,0-6 3 0,0 4 1 15,0-2-1-15,0 1-7 0,0 2-1 0,0-2-8 16,0 1 1-16,0-1 2 0,0 2 1 0,-12-2 8 16,12-1 3-16,0 3 6 0,0 0 0 15,0-1-9-15,0 0 1 0,0 2-10 0,0 0-4 16,0 0-1-16,0 0-16 0,0 0-16 0,0 0-1 16,0 0-9-16,0 0-7 0,0 0 8 0,0 0-13 15,0 0-1-15,0 0 0 0,0 0-1 0,0 0 2 16,0 6-5-16,0-6 1 0,0 7 2 0,0-3 3 15,0 0 4-15,0-2-2 0,0 3 2 0,0-1 3 16,0 2-1-16,0-1 6 0,9 1-3 16,-9-2-9-16,7 1 8 0,-1-3-3 0,-6 2 0 15,7-1 1-15,-3-2-1 0,2 2-1 0,-3-1-2 0,2 3 11 16,1-5-8-16,0 1 6 0,0 2 2 0,0-3-10 16,0 2 1-16,0 0-2 0,0 2-1 15,2-4 4-15,-4 0 7 0,1 5-4 0,0-4-1 16,1 2-1-16,0-3-3 0,-2 3 11 15,2-3-8-15,-1 0 1 0,1 0 5 0,2 0-2 16,-2 0 10-16,1 0 1 0,1 0-2 0,1-12-7 0,2 0-4 16,-1 2-3-16,2 0 1 0,2-3-1 0,0 2-3 15,1 0 9-15,-1 1-5 0,-2-1-1 0,0 0 8 16,0 5-10-16,-1-3-3 0,-5 1 12 0,1 2-8 16,-2 2 3-16,-1 0-2 0,-2 2-2 0,1 1 2 15,-3-1 3-15,1 2 3 0,-1 0-5 0,0 0 4 16,0 0-8-16,0 0 4 0,0 0-2 15,0 0 1-15,0 0 6 0,0 0-5 0,0 0-3 16,0 0-2-16,0 0-4 0,0 0 8 0,0 0 3 16,0 0-2-16,0 0-5 0,0 0-17 0,0 0-10 15,0 0-12-15,0 0-14 0,0 0-34 0,0 0-29 16,0 0-41-16,0 0-33 0,0 0-15 0,0 0-26 16,0 0-52-16,0 0-164 0,0 0-76 0,0 0 63 15,0 0 105-15</inkml:trace>
</inkml:ink>
</file>

<file path=ppt/ink/ink5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6:34.043"/>
    </inkml:context>
    <inkml:brush xml:id="br0">
      <inkml:brushProperty name="width" value="0.05833" units="cm"/>
      <inkml:brushProperty name="height" value="0.05833" units="cm"/>
      <inkml:brushProperty name="fitToCurve" value="1"/>
    </inkml:brush>
  </inkml:definitions>
  <inkml:trace contextRef="#ctx0" brushRef="#br0">23 54 1088 0,'3'0'61'0,"2"0"29"0,-4 0 24 0,1 0 10 15,-1 0-49-15,1 0-17 0,-2 0-21 0,0 0-2 16,0 0-6-16,0 0-8 0,0 0-1 0,0 0 3 16,0 0 3-16,0 0 4 0,0 0 4 0,0 0-2 15,0 0 0-15,0 0 7 0,0 0 5 16,0 0 6-16,0 0 0 0,0 0 0 0,0 0-7 16,0 0-5-16,0 0 0 0,0 0-1 0,0 0-1 15,0 0 1-15,0 0 0 0,0 0-5 0,0 0 1 16,-6 0-4-16,6 0 0 0,-8 0-3 0,8 0-2 15,-5-10-1-15,5 10-11 0,-3-8 0 0,0 8-6 16,0-7-8-16,0 7 4 0,2-7 0 0,-1 3-4 16,2 4 10-16,-1-5-6 0,1 4-4 0,0-2 6 15,-2-1-4-15,1 4 0 0,1-3 0 0,0 2-3 16,0 1-3-16,0-2 4 0,0 2 4 0,0-1-2 16,0 1-3-16,0 0 1 0,0 0-7 15,0 0 4-15,0 0 4 0,0 0-4 0,0 0 4 16,0 0 0-16,0 0-3 0,0 0 4 0,0 0 2 15,0 0-4-15,0 0 3 0,0 0-3 0,0 0-1 16,0 0 4-16,0 0-2 0,0 0 4 0,0 0 0 16,0 0 2-16,0 0 1 0,0 0-2 0,0 0-3 15,0 0-6-15,0 0 2 0,0 0-3 0,0 0 6 16,0 0 1-16,0 0-3 0,0 0-4 0,0 0-8 16,0 0 3-16,0 0 3 0,0 0 2 0,0 0 3 15,0 0-2-15,0 0-3 0,0 0 4 0,0 0-2 16,0 0 0-16,0 0 0 0,0 0-1 0,0 0 4 15,0 0-2-15,0 0 7 0,0 0-2 16,0 0-1-16,0 7 0 0,0-7-1 0,0 0 2 0,0 0-4 16,0 0 4-16,0 0-4 0,0 0 4 15,0 0 3-15,0 0 4 0,0 0 3 0,0 0-2 16,0 0 12-16,0 0-1 0,0 0 1 0,0 0 5 16,0 0 0-16,0 0 5 0,0 0 1 0,0 0 0 15,0 0-3-15,0 0-1 0,0 0 0 0,0 0-1 16,0 0 0-16,0 0-1 0,0 0-1 0,0 0-6 15,0 0 0-15,0 0-10 0,0 0-2 0,0 0-2 16,0 0-8-16,0 0 8 0,0 0-4 16,0 0-7-16,0 0 5 0,0 0-2 0,0 0 6 15,0 0 5-15,0 0-10 0,0 0 1 0,0 0 1 0,0 0-2 16,0 0 3-16,0 0-1 0,0 0 0 16,0 0 1-16,0 0 8 0,0 0-6 0,0 0-4 15,0 0 8-15,0 0-10 0,0 0 8 0,0 0-1 16,0 0-6-16,0 0 3 0,0 0 2 0,0 0-3 15,0 0 5-15,0 0 0 0,0 0-2 0,0 0-2 16,0 0 0-16,0 0-1 0,0 0-3 0,0 0 12 16,0 0-4-16,0 0-2 0,0 0-2 0,0 0 0 15,0 0-4-15,0 0 0 0,0 0 8 0,0 0-6 16,0 0 0-16,0 0 1 0,0 0-5 0,0 0 2 16,0 0 4-16,0 0 3 0,0 0 0 15,0 0-4-15,0 0 3 0,0 0 1 0,0 0 0 16,0 0 0-16,0 0-1 0,0 0 0 0,0 0-2 15,0 0-2-15,0 0-4 0,0 0-33 0,0 0-48 16,0 0-59-16,0 0-68 0,0 0-47 0,0 0 8 16,0 0 42-16,0 0-58 0,0 0-162 0,0 11 19 15,0-11 21-15</inkml:trace>
  <inkml:trace contextRef="#ctx0" brushRef="#br0" timeOffset="11368.12">-1373-88 243 0,'0'0'26'15,"0"0"34"-15,0 0 62 0,0 0 64 0,0 0 0 16,0 0 2-16,0 0-41 0,0 0-44 15,0 0-9-15,0 0-23 0,0 0-4 0,0 0-4 0,0 0-16 16,0 0-1-16,0 0-19 0,0 0-14 16,0 0-14-16,0 0-6 0,0 0 6 0,0 0 0 15,0 0 6-15,0 0-8 0,0-11 2 0,0 11-5 16,0 0 5-16,0 0 3 0,0 0-9 0,0 0 7 16,0 0 1-16,0 0-3 0,0 0 10 0,0 0-6 15,0 0-2-15,0 0 3 0,0 0-3 0,0 0 0 16,0 0 0-16,0 0 2 0,0 0-3 0,0-9 3 15,0 9 3-15,0 0-2 0,0-8 1 0,0 8 6 16,0 0-7-16,0-7 0 0,0 7-1 0,0-5-7 16,0 5 5-16,0-4 1 0,0 2-2 0,0-2 1 15,0 4-2-15,0-2-2 0,0 0 5 0,0 1-2 16,0-1 8-16,0 1-12 0,0-1 5 16,0 1 2-16,0-1-5 0,0 0 12 0,0 2-11 15,0 0 1-15,0 0 1 0,0 0-5 0,0 0 4 16,0 0 8-16,0 0-11 0,0 0 4 0,0 0 5 15,0 0-8-15,0 0 3 0,0 0 0 0,0 0-3 16,0 0 0-16,0 0 3 0,0 0 4 0,0 0-9 16,0 0 6-16,0 0-1 0,0 0-2 0,0 0 4 15,0 0-1-15,0 0-2 0,0 0-2 0,0 0 8 16,0 0-9-16,0 0 8 0,0 0-4 16,0 0-6-16,0 0 7 0,0 0-1 0,0 0 2 15,0 0-2-15,0 0-1 0,0 0 2 0,0 0 0 16,0 0-1-16,0 0 9 0,0 0-8 0,0 0 0 15,0 0 1-15,0 0-10 0,0 0 6 0,0 0 1 16,0 0 1-16,0 0 2 0,0 0-5 0,0 0 3 16,0 0-4-16,0 0 7 0,0 0-7 0,0 0 2 15,0 0 4-15,0 0-5 0,0 0 3 0,0 0 1 16,0 0-1-16,0 0 0 0,0 0 1 0,0 0-7 16,0 0 7-16,0 0-2 0,0 0 1 0,0 0 4 15,0 0-4-15,0 0 0 0,0 0 3 0,0 0-1 16,0 0 0-16,0 0 0 0,0 0-5 0,0 0 0 15,0 0-1-15,0 0 2 0,0 0 4 16,0 0-3-16,0 0 1 0,0 0-5 0,0 0 1 16,0 0 6-16,0 0 1 0,0 0 2 0,0 0-3 15,0 0-1-15,0 0-1 0,0 0 0 0,0 0 6 16,0 0-5-16,0 0-2 0,0 0 3 0,0 0-1 16,0 0 1-16,0 0-1 0,0 0 3 0,0 0-6 15,0 0-4-15,0 0 8 0,0 0-5 0,0 0 5 16,0 0 3-16,0 0-11 0,0 0 7 0,0 0-3 15,0 0 4-15,0 0 1 0,0 0-3 0,0 0 0 16,0 0 2-16,0 0 4 0,0 0-12 0,0 0 2 16,0 0-4-16,0 0-1 0,0 0 9 15,0 0-1-15,0 0-1 0,0 0 3 0,0 0-4 16,0 0 6-16,0 0 0 0,0 0 0 0,0 0 5 16,0 0-3-16,0 10-5 0,0-10 4 0,0 11-2 15,0-2-4-15,0-1 2 0,0-8-4 0,0 9-4 16,-12-2 6-16,12-7-6 0,0 6-2 0,0-2-4 15,0-4-16-15,0 0-8 0,0 3-12 0,0 0-17 16,0-1-26-16,0-1-44 0,0 1-104 0,0 1-63 16,0-1 4-16,0 0 58 0</inkml:trace>
</inkml:ink>
</file>

<file path=ppt/ink/ink5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5:19.657"/>
    </inkml:context>
    <inkml:brush xml:id="br0">
      <inkml:brushProperty name="width" value="0.05833" units="cm"/>
      <inkml:brushProperty name="height" value="0.05833" units="cm"/>
      <inkml:brushProperty name="fitToCurve" value="1"/>
    </inkml:brush>
  </inkml:definitions>
  <inkml:trace contextRef="#ctx0" brushRef="#br0">12874 1368 1439 0,'0'-1'46'0,"0"0"18"15,0-2 20-15,0 3 16 0,0-2-30 0,0 2 9 16,0-4 7-16,0 2 6 0,0-1 3 0,0 1-10 15,0 0-4-15,0 0 0 0,0 2 2 0,0-3 7 16,0 3-4-16,0-1-8 0,0 1-10 0,0 0-12 16,0 0-13-16,0 0-11 0,0 0-9 15,0 0-11-15,0 0-4 0,0 0-3 0,0 0-1 0,0 0 2 16,0 0-1-16,0 0-4 0,0 0-3 16,0 0-6-16,0 0-1 0,0 0-1 0,0 0-1 15,0 0 5-15,0 0 3 0,0 10 7 0,0-2 10 16,0-1 7-16,11 2 7 0,-2-2 3 0,2 4-7 15,-1-1-9-15,-2 1-4 0,1-2-3 0,0 1-7 16,-1 1-1-16,1-2-1 0,-3-1-3 0,1 1 10 16,-1 0-6-16,-1-3 3 0,1 1-1 0,-1-1-4 15,1-2 7-15,-3 2-6 0,3-1 2 0,-5 1-1 16,5-1 2-16,-3 0 0 0,2-1 2 0,0 0 1 16,-1 1-3-16,4 0 10 0,-4 1-8 15,2-3 0-15,0 0 2 0,2 1-10 0,0-2 15 16,-1 1-1-16,1 0 0 0,1-3 2 0,-2 0-12 15,3 0 7-15,-3 0 3 0,2 0 2 0,-4 0 3 16,4 0 0-16,-1-10 6 0,-2 2 1 0,-2-2-1 16,-1 2-6-16,2-2-3 0,-4 1 0 0,2-4 3 15,-1 2 0-15,-2-1 3 0,0 0 10 0,0-1 14 16,0 0 7-16,3 0-5 0,-3 3-10 0,0-2-12 16,0 4-9-16,0 1-7 0,0 1 0 0,0-1-3 15,0 3-2-15,0 2 4 0,0 0-8 0,0 0-5 16,0 2 1-16,0 0-4 0,1 0-8 15,-1 0 10-15,0 0-7 0,0 0 7 0,2 0 9 16,-1 0 2-16,1 12-2 0,1-3 1 0,0 0-1 16,3 1-11-16,0 1 14 0,2 1-3 0,-1 0 0 15,1-1 4-15,-2 3-2 0,3-2 2 0,-1-1-6 16,-1 0 4-16,1-1-1 0,-2 1-5 0,0-2 8 16,-1-2-4-16,1-1 2 0,-3 1 1 0,1-6-1 15,-1 4 3-15,0-5-8 0,0 2 10 0,-1-2-3 16,1 0 9-16,0 0 12 0,2 0-2 0,-1 0 7 15,2 0 3-15,0 0-11 0,2 0 1 0,-1-13 5 16,3 4-9-16,-1 9 14 0,0-14-5 16,0 2-2-16,-2 1 5 0,0 1-4 0,0-3 4 0,-1 0-7 15,-1 1 1-15,-2 0 4 0,0-1 1 16,-2 3 14-16,1-2-24 0,-2 3-5 0,3 1-9 16,-3 2-15-16,0 1 14 0,0 1-3 0,0 2-10 15,0 0 8-15,0 0-1 0,0 2-15 0,0-2-9 16,0 1-35-16,0 1-27 0,0 0-29 0,0 0-38 15,0 0-53-15,0 0-57 0,0 0-45 0,0 0-44 16,0 0 27-16,0 0 8 0,0 0-70 0,0 0-113 16,0 0 47-16,0 0 76 0</inkml:trace>
  <inkml:trace contextRef="#ctx0" brushRef="#br0" timeOffset="1605.09">13603 1547 1639 0,'0'0'30'0,"0"0"8"0,0 0 10 15,11 0 8-15,-11 0-17 0,0 0 13 0,0 0 3 16,0 0 9-16,0 0-1 0,0 0-6 0,7 0-6 16,-7 0-1-16,0 7-10 0,0-7-4 0,0 6-7 15,0-6-8-15,0 4 2 0,0-4-3 16,0 4 6-16,0-1 2 0,0-2 6 0,0-1 7 16,0 2 4-16,0-1 7 0,0 1-2 0,0-1-9 15,0-1-3-15,0 0-3 0,0 0-2 0,0 0 7 16,0 0-3-16,0 0 4 0,0 0-6 0,0 0 1 15,0 0-4-15,0 0-11 0,0 0 3 0,0 0-9 16,0 0-3-16,0 0-2 0,0 0 1 0,0 0-10 16,0 0 1-16,0 0-3 0,0 0-3 0,0 0 7 15,0 0-3-15,0 0-1 0,0 0 5 0,0 0-7 16,0 0 3-16,0 0-1 0,0 0-4 0,0 0 9 16,-9 0-1-16,9 0 4 0,0 0-3 0,0 0 2 15,0 0 3-15,0 0 3 0,0 0-9 16,0 0-29-16,0 0-55 0,0 0-74 0,0 0-69 15,0 0-69-15,0 0-89 0,0 0-233 0,0 0 44 16,0-9 95-16</inkml:trace>
  <inkml:trace contextRef="#ctx0" brushRef="#br0" timeOffset="955.54">13561 1701 1313 0,'0'0'36'15,"0"0"21"-15,0 0 19 0,0 0 12 0,0 0-13 0,0 0-10 16,0 0 1-16,0 0 7 0,0 0-2 16,0 0 13-16,0 0-5 0,0 0 0 0,0 0-8 15,0 0-12-15,0 0-4 0,0 0-9 0,0 0 5 16,0 0-1-16,0 0 3 0,0 0-7 0,0 0-5 15,0 0-2-15,0 0-6 0,0 0 9 0,0 0-7 16,0 0 2-16,0 0 5 0,0 0-6 0,0 0 0 16,0 0-10-16,0 0-6 0,0 0-4 0,0 0 1 15,0 0-4-15,0 0-5 0,0 0 1 0,0 0-2 16,0 0 1-16,0 0 5 0,0 0 1 0,0 0 0 16,0 0 0-16,0 0 6 0,0 0-1 0,0 0 0 15,0 0 2-15,6-7-9 0,-6 7 2 16,0 0 2-16,4 0-2 0,-4 0 1 0,0 0-7 15,0 0-6-15,0 0-4 0,5 0-2 0,-5 0-4 16,1 0 3-16,-1 0-3 0,3 0 6 0,-3 0-3 16,3 0 2-16,-1 0 1 0,1 0-3 0,0 0 5 15,2 0 0-15,2 0-5 0,-1 0-4 0,0 0 2 16,0 0-7-16,0 0 8 0,0 0-5 0,1 7 2 16,-3-1 5-16,-1 0-4 0,0 0 4 0,2-1-1 15,-2 1 2-15,1 3 2 0,1 0 2 0,-4-1-3 16,2 1-2-16,0 1 6 0,1-1-1 15,-1 2 2-15,-2 0 3 0,2 0-3 0,-1 1 5 0,-2 0-7 16,1 0-1-16,1-2 8 0,-1 1-5 16,-1-1 8-16,0 0-6 0,0-1-11 0,0 0 7 15,0-2-3-15,0 1 7 0,0-2-2 0,0 1 2 16,0-3-4-16,-10 1 4 0,10 1 5 0,-11-3-10 16,3 3 9-16,1-4-2 0,1 2-2 0,0-1 8 15,0-1 1-15,-1-1-1 0,3-1 17 0,1 0 17 16,-2 0 7-16,4 0 10 0,-2 0-8 0,1 0-13 15,-1 0-6-15,3 0-11 0,0-12-4 0,0 3-16 16,0-1-9-16,0 1 1 0,0 0-9 0,0 0 10 16,0-1 4-16,9-1-5 0,-9 2 8 0,12 1-11 15,-2-3-5-15,-1 2 2 0,0 2-9 16,0 0-6-16,2 0-15 0,-2 2-34 0,-2 0-30 16,2 0-29-16,0 2-34 0,-2 0-27 0,-1 2-13 15,-2 1-18-15,-1-2-8 0,2 2-31 0,-2 0-94 16,-2 0-114-16,1-3 3 0,-2 3 89 0</inkml:trace>
  <inkml:trace contextRef="#ctx0" brushRef="#br0" timeOffset="-2656.82">12299 1849 2415 0,'0'5'14'0,"0"-1"24"16,0 0 17-16,0 0 26 0,0-1 16 16,0 1 5-16,0-1 7 0,0-2-4 0,0 2-7 15,0-1-11-15,-10-2-13 0,10 1-12 0,0-1-21 16,0 1-18-16,-7 1-9 0,7-2-19 0,0 2-2 15,0 0 0-15,0-2-3 0,0 0 5 0,0 1 0 16,0-1 2-16,0 3-2 0,0-3 8 0,0 0-6 16,0 0-2-16,0 0 5 0,0 0-9 0,14 0 7 15,-2 0 5-15,0 0 2 0,1 0 2 16,4 0-1-16,1 0-2 0,2 0-11 0,3 0-1 0,3 0-7 16,1-12-2-16,-1 1-2 0,0 11 4 15,1-12 7-15,-1 2-2 0,-2 2 5 0,-4 1-2 16,1 1 5-16,-4-1 2 0,0 1-2 0,-4-1 6 15,-2 1-1-15,-2-1-4 0,-1 1 10 0,-2 0-3 16,-2-1 0-16,-1 2 6 0,-3-3-1 0,0 1 7 16,0-1 1-16,0 2 5 0,0-1-6 0,0-2-14 15,-9 2-5-15,0 1 4 0,-3 0 22 0,3 1 31 16,0 1 18-16,-3 1-1 0,1 1-20 0,-1-1-32 16,-2 2-18-16,-3 1-7 0,-1 0-1 0,-3 0 4 15,-3 12-1-15,-1-12-2 0,-1 14-2 0,1 0-5 16,2 0 1-16,2-1-6 0,4 1-1 15,5-1 9-15,3-1-2 0,0 1 12 0,4-1-2 16,2 3 6-16,0 3 9 0,3 0-4 0,0 5 13 16,0-3-16-16,0 6-3 0,0-2-10 0,0 0-6 15,11-2 9-15,-2-3 4 0,0 0 8 0,0-6 0 16,1 1-5-16,3-4 0 0,-3-1-6 0,4-1 4 16,0-2 7-16,2-3-5 0,3-1 6 0,0-2-14 15,4 0-74-15,1 0-42 0,4 0-65 0,1-11-92 16,-1 1-25-16,1 0-55 0,2-1-124 0,-3 1-167 15,1-1 92-15</inkml:trace>
  <inkml:trace contextRef="#ctx0" brushRef="#br0" timeOffset="3262.27">13883 1331 1330 0,'0'0'20'0,"0"0"20"16,0 0 9-16,0 0 16 0,7 0-4 0,-7 8 3 15,0-8 18-15,0 0 11 0,0 0-1 0,0 0-2 16,0 0-11-16,0 0-11 0,0 0-2 0,0 0-4 16,0 0-1-16,0 4-2 0,0-4-3 0,0 0-7 15,0 0-9-15,0 0-4 0,0 0-1 0,0 0-3 16,0 0 8-16,0 0-1 0,0 0-2 0,0 0 4 16,0 0-9-16,0 0 9 0,0 0-2 0,0 0 4 15,0 0-1-15,0 0-4 0,0 0-6 16,0 0-8-16,0 0-7 0,0 0-10 0,0 0-3 15,0 0-3-15,0 0 3 0,0 0-3 0,0 0 0 16,0 0-3-16,0 0-2 0,0 0 7 0,0 0 2 16,9 0-6-16,0 0 6 0,0 0-10 0,1 0-4 15,-3 0 7-15,2 0-3 0,0 0-2 0,1 0 5 16,0 12 3-16,-1-12-6 0,-1 8 10 0,1 2-1 16,0-3-8-16,-1 2 6 0,1-1-3 0,0 2 2 15,0-1 3-15,-1 0-4 0,1 3-3 0,-3-1 5 16,-2 0-1-16,4-1 1 0,-3 1 3 0,-1-2-9 15,-2 1 3-15,1-2 1 0,-2 2 0 0,-1-1 7 16,0 0 0-16,0-1 2 0,0 3 1 16,0-5-6-16,-14 3-4 0,4 0-1 0,1 1 0 15,-3-3 0-15,1-1 6 0,-3 2-1 0,4 0-3 16,-1-2 2-16,-1-1-3 0,4 0 0 0,1-2 7 16,1 0 0-16,0-2-3 0,2 1 7 0,3-2-6 15,1 0 4-15,0 0-4 0,0 0 2 0,0 0-3 16,0 0-6-16,0 0 5 0,0 0-6 0,0-9-1 15,0 9 4-15,0-13 0 0,9 5-1 0,0-1 5 16,-1 1-4-16,-1-1 0 0,2-2 0 0,1 2-7 16,2-2 7-16,-2 0-7 0,4-1 1 15,-3 0-1-15,5-1-4 0,0-1 0 0,0-1 2 0,-1-1 4 16,2 2 5-16,0-1 4 0,-3 2-3 16,-1 0 5-16,1-1 2 0,-5 1-4 0,0 3 0 15,-1-3-3-15,-2 4-4 0,-2 0 20 0,-2 1 11 16,-2-1 14-16,0 1 11 0,0 1 0 0,0 0 4 15,0 1-8-15,-11-1-3 0,11 3-12 0,-10 0-7 16,0 2 7-16,10-2-20 0,-9 4-5 0,0 0-11 16,2 0-7-16,1 0 11 0,-2 0-11 0,0 0 7 15,2 12 2-15,-1-1 7 0,1 2 12 0,0 1 10 16,0 0-1-16,-1 1-8 0,1 1-2 0,2 1-13 16,-2 0-7-16,3 1 0 0,1-2 5 0,-1 1-1 15,3-1 2-15,0-1 3 0,0 0 1 0,0 0-2 16,0-3-4-16,12 0 4 0,-3-1-6 0,2 0 6 15,0-3-1-15,1-1-13 0,1 0-20 16,1-1-53-16,0-4-57 0,-1 0-80 0,4 2-77 16,0-4-72-16,-3 0-98 0,2 0-233 0,1 0 79 15,0 0 118-15</inkml:trace>
  <inkml:trace contextRef="#ctx0" brushRef="#br0" timeOffset="3600.98">14801 1495 2326 0,'-4'0'16'0,"2"0"7"16,-1 0 5-16,3 7 4 0,0-7-5 0,0 0 10 16,0 0 16-16,0 0 11 0,0 0-5 0,15 0-10 15,1 0-19-15,0 0-13 0,6 0-8 0,0 0-7 16,3 0-1-16,0 0-5 0,1 0 2 0,2 0 6 16,-1 0-3-16,0-9 5 0,-4 9 1 15,1-7-7-15,-2 7-9 0,-4-6-24 0,0-1-41 16,-4 4-45-16,-1-1-48 0,-2 0-47 0,-2 1-84 15,-4-1-208-15,-2 2-14 0,-2-2 71 16</inkml:trace>
  <inkml:trace contextRef="#ctx0" brushRef="#br0" timeOffset="3851.94">14991 1334 2341 0,'-10'0'24'0,"0"0"17"0,3 0 6 16,-2 0 30-16,3 9 9 0,1-9 18 16,-1 12 25-16,0-1-14 0,1-1-1 0,2 1-24 15,2 2-28-15,-1 2-12 0,2 1-8 0,0 2 6 16,0 0 0-16,0 1-2 0,0 2-22 0,14-1-15 16,-3 1-12-16,-1-1 7 0,-2 2-1 0,1-3 0 15,-1-1 2-15,-1-1-5 0,-1 0-9 0,-1-4-29 16,1 1-54-16,-2-4-79 0,1 1-89 0,-3-1-72 15,1-3-89-15,-3 0-236 0,0-3 46 0,0-2 102 16</inkml:trace>
</inkml:ink>
</file>

<file path=ppt/ink/ink5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6:10.349"/>
    </inkml:context>
    <inkml:brush xml:id="br0">
      <inkml:brushProperty name="width" value="0.05833" units="cm"/>
      <inkml:brushProperty name="height" value="0.05833" units="cm"/>
      <inkml:brushProperty name="fitToCurve" value="1"/>
    </inkml:brush>
  </inkml:definitions>
  <inkml:trace contextRef="#ctx0" brushRef="#br0">12652 6415 1745 0,'0'0'31'15,"0"-6"29"-15,0 6 24 0,-9-7 15 0,9 2-18 16,0-1-33-16,0 1 39 0,0-2 41 0,-6 3 32 16,6-2 39-16,0 1-31 0,0-1-36 0,0 3-16 15,0-1-21-15,0 2-15 0,0 0-4 0,0-1-20 16,0 3-14-16,0 0-15 0,0 0-18 15,0 0-12-15,0 0-9 0,0 0-6 0,0 0-4 16,0 0 1-16,0 0 3 0,0 0 6 0,0 13 3 16,0-6-3-16,0-1 6 0,0 3-5 0,0 0 12 15,14 1 9-15,3 4-6 0,-1 0 14 0,4 3-8 16,-2 2-3-16,5 1 3 0,1 0-7 0,-1-1 3 16,0 2-8-16,-3-4 3 0,-2 2-4 0,0-7-4 15,-1 1 6-15,-2-2-1 0,-3-2 2 0,-1-3 5 16,-2 0 1-16,0-3 9 0,-1 2 7 0,-2-5 26 15,0 0 35-15,-2 0 16 0,1 0 8 0,-1 0-12 16,-1 0-37-16,-1-11-15 0,3 2-4 0,-1-4 10 16,-1 2 4-16,2-4 13 0,-4 1 11 15,4-1 7-15,-2 1 18 0,-2-2 3 0,2 4-8 0,-3-2-23 16,2 3-20-16,-1 0-21 0,1 5-27 16,-2-2-8-16,0 4-10 0,1 1-12 0,-1 3 9 15,0-1-16-15,0 1-12 0,0 0-18 0,0 0-43 16,2 0-27-16,-2 0-7 0,0 8 19 0,0-8 36 15,0 13 36-15,0-5 20 0,0 4 7 0,0-1 2 16,0 3 15-16,0 0 2 0,12 0-2 0,0 1 5 16,-3 2-9-16,0-2 9 0,2-2 1 0,-2 1-4 15,-3-6 4-15,2-1-6 0,-2 0 8 0,-1-5 6 16,-1 2 4-16,-1-3 24 0,2-1 7 0,-1 0 18 16,1 0 8-16,-1 0-5 0,1-12 10 0,1 1 27 15,2 0 38-15,-2 1 43 0,-2-2 29 16,1 0-22-16,-1 1-40 0,-1 0-67 0,-1 1-46 15,-2-4-24-15,3 1-18 0,-3-2-3 0,1-4-138 16,4-1-19-16,0-5 1 0,2 1 14 0,1-1 135 16,1 2 0-16,0 0-42 0,0 1-56 0,2 2-44 15,-4 3-18-15,2 4 10 0,-3 2 5 0,-3 5-20 16,2 0-47-16,-2 0-48 0,2 3-38 0,-2 0-18 16,0 0 16-16,0 3 16 0,-3 0 24 0,3 0-56 15,-2 0-150-15,-1 0 58 0,0 13 59 0</inkml:trace>
  <inkml:trace contextRef="#ctx0" brushRef="#br0" timeOffset="1168.21">13512 6813 1570 0,'0'5'28'0,"0"-4"29"15,0 4 32-15,0-2 34 0,0 0 5 0,0-3 4 16,0 5 3-16,0-4-10 0,0-1-9 0,0 0-9 15,0 0-20-15,0 0-13 0,0 0-7 0,0 0-7 16,0 0-4-16,0 0-11 0,0 0-16 0,0 0-15 16,0-10-11-16,0 2 2 0,0-1 12 0,0-2 7 15,9 2 4-15,-9-4 6 0,5 2 8 0,2-1 0 16,-2-2 5-16,-1 2-10 0,1-1-21 0,-1 0-16 16,1 2-6-16,1 3-1 0,2-3-1 0,-2 2 3 15,0 2-3-15,0-1-6 0,0 4 0 16,0 1-5-16,2 1 1 0,-2 2-1 0,1 0-2 15,1 0 8-15,-2 0 1 0,2 11-5 0,-1 0 2 16,1 0 0-16,-2 0 4 0,3-1 13 0,0 6 14 16,0 1 2-16,0 4-5 0,-1 1-1 0,0 3-10 15,-2 4 2-15,0-1 1 0,-3 5 3 0,-2-4-1 16,-1 4-1-16,0-2 9 0,0-1-4 0,-13-5-2 16,2 3-3-16,-3-4-5 0,1-2 4 0,-1-1 2 15,-3-3 2-15,4-3 0 0,-3-3-1 0,1 2 0 16,0-5-2-16,1-3 3 0,2-1-1 15,0-1 2-15,1-4 0 0,-1 0-3 0,2 0 2 16,-3 0 1-16,4 0-4 0,0-13 4 0,2 2-4 16,1-3 0-16,1 2 1 0,5-3-1 0,0 0 1 15,0-4-6-15,0-2 2 0,17-1-5 0,1 0-5 16,0 0 1-16,2 0-3 0,3 3 1 0,1 0 0 16,2 3 5-16,1 1 5 0,-3 6-4 0,-1-2 7 15,0 7-7-15,-2-2-7 0,-1 4-21 0,-3-3-52 16,-4 5-55-16,0 0-59 0,-3 0-35 0,-2 0-3 15,-2 0 2-15,-3 0-6 0,0 0-45 0,-2 0-154 16,-1 0-35-16,0 0 66 0</inkml:trace>
  <inkml:trace contextRef="#ctx0" brushRef="#br0" timeOffset="1356.58">13700 6451 2169 0,'0'-8'-3'16,"8"4"-1"-16,-8-1 2 0,0 0-1 0,6 1 0 15,-6 2 3-15,8 1 0 0,-1-1-17 0,1 0-34 16,-1 2-59-16,2 0-81 0,-1 0-146 0,1 0-148 16,0 0 56-16</inkml:trace>
  <inkml:trace contextRef="#ctx0" brushRef="#br0" timeOffset="2188.36">13925 6442 1291 0,'0'0'19'0,"0"0"18"15,0 0 19-15,0 0 30 0,11 0 1 16,-2 0-9-16,3 0-6 0,-3 0-5 0,3 0-11 16,3 0-6-16,1 0-5 0,3 0-18 0,0 0-11 15,-1 0 2-15,3 0-3 0,-1 0 6 0,-2 0 13 16,0 0-4-16,0 10-7 0,-2 1-10 0,0 3-12 15,0-2 2-15,-3 1-2 0,-1 0-3 0,-1-1 0 16,-2 3-3-16,0-2 8 0,-3 1 0 0,-1-2 13 16,-2 3 2-16,-3-3-5 0,0-1 2 0,0 2-11 15,0 0 2-15,0-3-3 0,-12 3-3 0,1-3 2 16,0 1-4-16,-1-1-2 0,2-2 1 0,-2 1 0 16,2 0-1-16,0-5 7 0,2 0-1 15,2 0 6-15,2-2 5 0,4-1 0 0,0-1 19 16,-3 0 30-16,3 0 32 0,0 0 32 0,0 0-8 15,0 0-40-15,0 0-35 0,0-11-33 0,0 1-15 16,0-1 2-16,0 0-6 0,9-2-1 0,0-3 1 16,3-1 4-16,-1-2 7 0,2 0-5 0,1-2 5 15,3-1-15-15,-1 0-5 0,4-2 3 0,0-1 1 16,0 2 12-16,-2-4 3 0,2-2-2 0,-1-1-1 16,1 0 0-16,0 0 4 0,-4 1 34 0,0 1 20 15,-1 0 28-15,0 4 22 0,-4 0 13 0,-1 5 17 16,-4 2 16-16,-1 1-5 0,-5 6-17 15,0 1-21-15,0 1-31 0,0 3-6 0,0 1-23 0,0 4-24 16,0 0-20-16,0 0-14 0,-11 0-8 16,11 0 6-16,-10 0 8 0,1 0-2 0,-2 12 1 15,3-3-1-15,-2 4 2 0,1 1 8 0,-4 5-4 16,1 0-1-16,0 3 0 0,-2 0-8 0,5 1 10 16,0 2 0-16,0-2 0 0,3-1-2 0,3 1-3 15,1-1 2-15,2-2-11 0,0 3 15 0,0-4-1 16,0 1 1-16,10-2 5 0,-1 1-8 0,6-5-14 15,0 1-15-15,5-3-30 0,3 0-57 16,1-2-51-16,3-3-62 0,2-1-51 0,3-3-24 0,-2-3-37 16,1 0-77-16,-1 0-231 0,-3 0 81 0</inkml:trace>
  <inkml:trace contextRef="#ctx0" brushRef="#br0" timeOffset="3572.17">13954 6271 1579 0,'0'0'26'16,"0"0"17"-16,0 0 21 0,0 0 18 0,0 0-5 15,0 0 8-15,0 0-5 0,0 0-17 0,0 0-29 16,0 0-11-16,0 0 8 0,8 0 7 0,-1 0 26 16,2 0 6-16,2 15-25 0,1-4-3 0,5 4-16 15,1 2-15-15,5-2 0 0,1 5-5 0,3 0-3 16,2-2-5-16,2 3 1 0,-4-1 1 0,-3-2-2 15,1-2 6-15,-6 0-2 0,-2-1-19 16,-3-2-35-16,-5-3-39 0,-2 2-38 0,-1-2-31 0,-1-1-19 16,-5-1-51-16,0 0-108 0,0 3-104 15,0-4 49-15,0-1 87 0</inkml:trace>
  <inkml:trace contextRef="#ctx0" brushRef="#br0" timeOffset="4270.89">15280 6499 2169 0,'6'0'1'15,"-6"0"5"-15,6 0 6 0,0 0 16 0,0 0 11 16,5 0 11-16,1 0 6 0,5 0-14 0,2 0-4 16,6 0-11-16,5 0-10 0,2-8-2 0,4 1-11 15,2 7-3-15,0-8-1 0,2-1 0 16,1 4 1-16,0-1-1 0,-2 0 2 0,-2-1-6 16,-4 3-15-16,-1-1-21 0,-6 0-30 0,-3 1-30 15,-7 1-33-15,-2-1-52 0,-5 1-99 0,-3 0-183 16,-1 0-7-16,-2-1 72 0</inkml:trace>
  <inkml:trace contextRef="#ctx0" brushRef="#br0" timeOffset="4479.38">15617 6286 1869 0,'-8'-10'27'16,"1"2"39"-16,1 0 34 0,0 2 39 0,3 2 4 15,0-2-16-15,-1 3-38 0,0 0-44 0,2 3-39 16,1 0-20-16,-1 0 34 0,2 0 20 0,0 12 12 15,0 0 2-15,0 4-25 0,0 1 0 0,0 3 5 16,11 3-1-16,-3 3-7 0,-8 1-14 0,10 0-7 16,-1 1-9-16,2 3 3 0,-3-3 1 0,1-1-5 15,-3 0-7-15,0-2-43 0,0 0-56 0,-2-5-19 16,1 0-23-16,-2-1-21 0,2-1-64 0,-1-1-247 16,2-1-81-16,2-2 67 0</inkml:trace>
  <inkml:trace contextRef="#ctx0" brushRef="#br0" timeOffset="5051.21">16382 6185 2334 0,'9'-13'34'15,"-1"2"33"-15,-3 4 32 0,-1-2 30 0,1 5-1 16,-5 0-8-16,0 0-18 0,0 4-29 0,0 0-30 16,0 0 25-16,0 0 6 0,0 0 20 0,0 12 18 15,0 0-43-15,0 5-17 0,0 0-13 16,0 6-16-16,0 1 0 0,0 0-4 0,0 6-10 16,0 1-2-16,0 3-3 0,0-3-11 0,9 3 4 15,-9-5 1-15,6 3-2 0,-6-2 9 0,6-1-2 16,-3-1-1-16,-3-2-3 0,5 1 7 0,-2-7-5 15,-2 1 0-15,2-1 2 0,-1-4-1 0,-2-4 6 16,1 1-12-16,1-5 12 0,-1-2-2 0,-1-1 8 16,0-5 9-16,0 0-7 0,0 0 1 0,0 0-14 15,0 0 1-15,2-15-6 0,-2 0-3 0,3 0 9 16,-2-5-2-16,2 1 2 0,0-6-1 16,3-1-1-16,-1-1 2 0,4 1-5 0,2 1-1 15,-1-2-6-15,6 1-3 0,2 4 5 0,2 0 3 0,-1 3-2 16,6 1 2-16,-1 5-8 0,5-1 5 15,-2 5-3-15,-1 5 5 0,-2 0 4 0,0 4 7 16,-1 0-2-16,0 0 2 0,-3 13 8 0,-2 0-8 16,-3 3 11-16,-3 1 4 0,-1 4 4 0,-5-2 6 15,-1 5 7-15,-5-1-7 0,0 3-6 0,0-2-10 16,0 2-6-16,-14-4-5 0,0 0 14 0,1 2 6 16,-3-5 1-16,-2 1-1 0,-2-3-8 15,-1-2-7-15,-5 1-8 0,-1-2 4 0,-2-1-15 0,0-2-7 16,-1-3-21-16,0-1-22 0,-1-1-37 15,4-3-39-15,0-3-47 0,-1 0-55 0,2 0-59 16,4 0-71-16,-1-15-80 0,3 2-256 0,3-3 62 16,4-3 118-16</inkml:trace>
  <inkml:trace contextRef="#ctx0" brushRef="#br0" timeOffset="5375">17366 5844 2691 0,'20'-8'6'0,"1"2"14"0,-2 5 54 0,-3 1 59 16,-2 0 29-16,0 0 25 0,-1 0-43 0,1 14-56 15,0 1-35-15,-1 4-46 0,1-1-16 0,0 6 9 16,-1 2-4-16,0 3 28 0,-3 2 52 0,1 6-11 15,-1-1-2-15,0 4-21 0,-3 3 44 0,-2 4-3 16,-2 3 7-16,-3 1 2 0,0 0-90 0,0-2 3 16,-12 3 26-16,-2 2 10 0,0 0-3 0,-2-5-3 15,-1-1-30-15,-1-5-22 0,-1 1 4 0,0-7-2 16,0-1-46-16,-2-6-28 0,3-3 5 0,-2-2-39 16,-3-1-18-16,-5 3-99 0,-6 2-172 15,-4-3-130-15,-4-2-274 0,-4-3 76 0,-6 1 166 16</inkml:trace>
</inkml:ink>
</file>

<file path=ppt/ink/ink6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6:04.212"/>
    </inkml:context>
    <inkml:brush xml:id="br0">
      <inkml:brushProperty name="width" value="0.05833" units="cm"/>
      <inkml:brushProperty name="height" value="0.05833" units="cm"/>
      <inkml:brushProperty name="fitToCurve" value="1"/>
    </inkml:brush>
  </inkml:definitions>
  <inkml:trace contextRef="#ctx0" brushRef="#br0">8515 6463 1814 0,'-3'-8'19'0,"0"-4"27"15,0 3 23-15,3-3 18 0,0 2 8 0,0 0-10 16,0 2-1-16,0-1-5 0,0 1-18 0,0 0-18 16,0 0-24-16,6 4-7 0,-6-1 2 0,14 2 7 15,-5-2 12-15,0 5-4 0,2 0-11 0,3 0 0 16,-1 0 1-16,2 0 0 0,-1 13 2 15,3-1-4-15,0-2-13 0,-1 2 2 0,1 3 1 16,-3 1-1-16,1-3 4 0,-2 3-3 0,0 3 2 16,-6-1 0-16,4-1 2 0,-5 2 1 0,0-1-4 15,-3-1 4-15,0-1-8 0,-1-1-2 0,-2 1 3 16,0-4-4-16,0 1 6 0,0-1-4 0,0-1 8 16,0-1-1-16,0-3 1 0,-8 0 16 0,8-1-3 15,0-2 12-15,-9-2 3 0,1 0-5 0,8 1 4 16,-7-3-5-16,1 0 4 0,1 0-3 0,-1 0-5 15,0 0-3-15,-3 0-12 0,3-16 7 0,0 5-10 16,-2-3-2-16,2 0-1 0,0-2-6 0,-2 0 2 16,8-2 2-16,-3-3 3 0,3 0-3 15,0-2 5-15,0 3-4 0,0-1-8 0,0 0 3 16,14 3-5-16,-5-1-4 0,0 2 9 0,2 4-3 16,1 1-3-16,-1 1 6 0,-1-1-4 0,2 3-1 15,2 1 4-15,-2 2-3 0,-1 1-4 0,-1 1 2 16,1 1 1-16,-2 0-5 0,0 3 5 0,-3 0-2 15,2 0 1-15,-5 0 5 0,0 0 0 0,2 0-3 16,-2 0 3-16,-3 0 1 0,0 0-3 0,0 0 6 16,0 7-8-16,3-7 5 0,-3 0-1 0,0 0-25 15,0 6-36-15,0-6-42 0,0 0-44 0,3 0-28 16,-3 0-2-16,0 0-4 0,1 0-7 0,1 0-22 16,1 0-60-16,0 0-174 0,1 0-48 15,-1 0 71-15</inkml:trace>
  <inkml:trace contextRef="#ctx0" brushRef="#br0" timeOffset="761.66">9135 6321 1698 0,'3'-6'31'16,"-1"0"28"-16,-2 1 25 0,0-2 29 0,0 2-2 15,0 1 1-15,0-2 2 0,0 2-10 0,0-1-11 16,-9 0-12-16,9-1-15 0,-13 2-7 0,6 2-14 15,-2 0-6-15,0-2-17 0,1 4-4 0,0 0-8 16,1 0-7-16,-2 0 7 0,0 0-13 0,-2 15 10 16,3-1-4-16,-2-1 0 0,1 0 4 15,1 3-5-15,0-4-4 0,1 6 0 16,1-3 2-16,1 0-3 0,1 1 8 0,-1 2-5 0,5 1 2 16,-1-2 1-16,-1-1-5 0,2 1 6 0,0-2-3 15,0 2 3-15,0-2-1 0,0-3-3 0,0-1 6 16,0-3-5-16,0-1 6 0,0-3-2 0,0 1 4 15,0-5 0-15,0 0-3 0,0 0 8 0,0 0-11 16,11 0 1-16,-4-14-1 0,2 4-3 0,2-2 4 16,-2-3-1-16,3 1 1 0,-1-3 0 15,1-2 8-15,-1 3 18 0,-1-2 8 0,-1 0 14 0,-2 1 2 16,3 3-6-16,-4-1-6 0,3 2-10 0,-3 2-11 16,-1 0-10-16,1 5-2 0,-3 1-13 15,2 4-4-15,-2-2 5 0,0 3-6 0,1 0 13 16,1 0 7-16,1 0-7 0,1 12 5 0,3-2 0 15,-3 3-5-15,4 2 7 0,-1 2-2 0,3 2 0 16,-3 5 8-16,2-1-7 0,4 4 1 0,-6 0-10 16,1 1-5-16,-4 0 9 0,1 2 1 0,-5 0 7 15,-3 0-6-15,0 0-10 0,0 0 1 0,0 1 4 16,-11-3 3-16,-2 0-2 0,1-1-2 0,-2-4 0 16,0 1 4-16,1-5 1 0,-4 0-2 0,3-3-4 15,-1-1-2-15,0-2 9 0,0-4-1 0,3 1 6 16,-1-6-3-16,0 2 1 0,2-3 3 15,2-3 11-15,0 0 26 0,1 0 12 0,2 0 11 0,0-15-8 16,3 2-27-16,0 0-22 0,1-1-10 16,2 0 2-16,0-2 6 0,0 4-18 0,0-5-6 15,14-7-11-15,4 2-7 0,1-4 23 0,2 0-13 16,2 1-28-16,4-4-32 0,2 3-51 0,0 0-59 16,0 7-49-16,-4 2-60 0,0-1-55 0,-1 7-86 15,-1 0-226-15,0 1 88 0,-7 3 105 0</inkml:trace>
  <inkml:trace contextRef="#ctx0" brushRef="#br0" timeOffset="-575.64">8265 6238 48 0,'0'0'21'0,"0"0"53"0,0 0 59 16,0 0 59-16,0 0 23 0,0 0-18 0,0 7-44 16,0-7-30-16,0 0-16 0,0 0-16 0,0 0 5 15,0 0-7-15,0 0-12 0,0 0-8 0,0 0-17 16,0 0-15-16,0 0-16 0,0 0 1 0,0 0 9 16,-9 0-1-16,9 0 8 0,-11 0-5 15,2 0-6-15,1 0-1 0,2 0-5 0,0 0-10 16,-1 0 1-16,1 0 6 0,-5 0 4 0,2 0 12 15,-2 0-4-15,1 0-7 0,-4 0-8 0,-1 0-7 16,-2 0 0-16,2 0 0 0,-3 13 3 0,1-3 0 16,0 0-6-16,1-1-3 0,0 1-2 0,0-2-2 15,-1 3 7-15,5 2-2 0,-2 0 5 0,0 2-1 16,2-2-2-16,-1 5 8 0,2 0-3 0,-1 1-1 16,1 2 0-16,5 3-6 0,-1-3 0 0,0 3 9 15,4-2-6-15,3 0 0 0,0 1 2 0,0 1-11 16,0-5 6-16,0 1 0 0,11-3 1 0,-2-1 1 15,3-2 9-15,-1-1 1 0,3-4-2 0,-1-1 3 16,4-3-8-16,-2-2 0 0,5-3-2 16,0 0-2-16,-1 0-4 0,4 0 3 0,-3 0-1 15,1-14 6-15,0 1 1 0,-1 0 4 0,0 1 14 16,-3-2 11-16,-1-1 7 0,-2 1 2 0,-3-3 5 16,-1-2-2-16,-1 1 19 0,-3-1-8 0,2 0-8 15,-5 0-5-15,-1-3-18 0,-1 2 8 0,-1 0 4 16,0 0 7-16,0 3 1 0,0 0 1 0,0 3-8 15,0 0-16-15,-9 4-10 0,9 4-12 0,0-1-9 16,0 3-12-16,-11 3-7 0,11 1 0 0,0 0 0 16,0 0 14-16,0 0 9 0,0 0 1 15,0 14 2-15,0-3 2 0,16 0-5 0,-4-1 6 16,0 4-3-16,0 3-3 0,2-3 3 0,-1 4-6 16,1-2 6-16,0 3 0 0,1-2 0 0,-1-2-17 15,2 2-26-15,-2-3-25 0,0 2-36 0,-2-1-18 16,0-3-18-16,-1-1-23 0,1-1-21 0,-2-4-26 15,-2 1-37-15,1 0-79 0,0-3-150 0,-1 1 2 16,-1-3 80-16</inkml:trace>
  <inkml:trace contextRef="#ctx0" brushRef="#br0" timeOffset="1852.24">9654 6496 1147 0,'-4'-8'17'0,"-1"2"13"16,1 0 9-16,-2 0 23 0,-2-2-1 16,2 2 4-16,-3 1 16 0,0-1-3 0,0 0 7 15,0 1 12-15,0 0 1 0,-1 1 9 0,3-1 1 16,1 0-4-16,-2 2-5 0,2-1-20 0,3 1-14 16,0 0-36-16,1 2-22 0,1-2-11 0,1 3-14 15,0 0 20-15,0 0 13 0,0 0 6 0,12 0 15 16,3 11 0-16,-1 2-7 15,1-4 16-15,3 3-7 16,1 1-9-16,-1 3 0 0,-1 0-21 0,4 1-3 0,-4 2 6 0,-1-2-5 0,-1 1-5 0,-2 1 4 16,-3-4-8-16,-1 2 0 0,-1-3 8 0,-2-2-7 15,-3-1 0-15,0 2 5 0,-3-7-3 0,2 0 5 16,-2 0 1-16,0-1-6 0,0-4 5 16,0 3 1-16,0-3 5 0,0-1 18 0,0 0 27 15,0 0 29-15,0 0 9 0,0 0-9 0,0 0-38 16,0 0-25-16,0 0-19 0,0-14-6 0,-8 3 7 15,8-4-8-15,0 1 0 0,0-3 7 0,0 1-2 16,0-4-2-16,0 2 0 0,0-2-3 0,11 0-1 16,2 0 6-16,1 0-5 0,1 3 6 0,0 1-4 15,5 2-3-15,-2 2 3 0,0-1-6 0,1 3-3 16,-1 5 5-16,-1-1 2 0,1 5-1 0,-1 1 3 16,-2 0-6-16,0 0 3 0,0 11 1 0,-1 0 3 15,-1 0 2-15,0 1 1 0,-4 4-4 16,1-1 3-16,-1 1 6 0,-1 0-6 0,-3 1 4 15,1-1-1-15,0-2-3 0,-5 0 3 0,2 0 0 16,-3-1-1-16,0-2 3 0,0 0-4 0,0-5 2 16,0 3 5-16,0-7 0 0,0 2 2 0,0 1 4 15,0-4-3-15,0 0-1 0,0-1 2 0,-7 0-4 16,-2 0-5 0,9 0 2-16,-8-12-4 0,0 1-4 0,2-3 0 0,-1 1 3 15,1-1-2-15,0-4 2 0,1 0 0 0,1-2-2 0,2-2-1 0,0 0 3 16,2 1 3-16,0 4-11 0,0-2 5 15,0 5-3-15,0 1 2 0,13 2-3 0,-4 3-4 16,0 0 4-16,0 5-10 0,0 2 7 0,0 1 13 0,2 0 3 16,-1 0 10-16,1 0 3 0,0 9-1 15,1 2-6-15,-2 0-8 0,1-2 10 0,0 6-3 16,1-2 6-16,-1 1 10 0,-1 2-9 0,2-4-7 16,-3 3-5-16,1-1-8 0,-1-2 3 0,0-3 0 15,-2 2 0-15,1-2 3 0,-2-2-2 0,0-2 4 16,-1 1-4-16,1-2 2 0,-3-1-3 0,0-1 1 15,1-2 3-15,1 2 2 0,-2-2 0 16,2 0-1-16,-1 0 4 0,1 0-20 0,1 0-27 16,1 0-50-16,-1 0-66 0,3-12-50 0,-1 2-43 15,3 2-20-15,-2-3-13 0,1 3-35 0,-2-1-73 16,1 3-95-16,0-2 38 0,0 1 99 0</inkml:trace>
  <inkml:trace contextRef="#ctx0" brushRef="#br0" timeOffset="2260.61">10584 6417 1989 0,'8'-5'33'0,"-2"0"33"0,-3 0 30 0,0-1 34 16,-3 0 2-16,1-3 5 0,-1 3-5 0,0-3-2 16,0 1-7-16,0 1-10 0,0-2 3 0,0 0-17 15,-10 5-16-15,0-2-27 0,1 2-30 0,3 1-17 16,-3 2-13-16,-1 1 5 0,-1 0 16 16,0 0-8-16,-2 0 6 0,-1 15-14 0,2-3-14 0,1-3 7 15,1 1-12-15,0-2 10 0,3 2-6 16,2-1-2-16,4-2 6 0,-1 0 9 0,1 3 14 15,-1 4 4-15,2 3 0 0,-3 2-3 0,2 3-16 16,-1 1 3-16,1 1-3 0,-1-2-7 0,2-3 7 16,0-1 3-16,0-5 1 0,0-2 3 0,0-2 4 15,14-5-4-15,-5 0 6 0,1 0 1 0,3-3-6 16,-3-1 6-16,4 0-6 0,0 0-3 0,-1 0-1 16,5-12 3-16,1 1-1 0,0-3 5 0,1-3-3 15,-2 1-6-15,4-5 3 0,-4 1-3 0,-3 0 3 16,2-1 4-16,-7-1-3 0,3 2-2 0,-3 1 7 15,-2 3-9-15,-2 3 1 0,-2 0-3 16,1 7-9-16,-3 0-7 0,-1 5 4 0,1 1 0 16,-2 0 12-16,0 0 4 0,0 0-1 0,0 11 4 15,0-2-6-15,0 1-12 0,0 1-22 0,0 3-40 16,0-2-51-16,0 2-21 0,9-2-2 0,-9-1-5 16,10 1 2-16,-2 0-24 0,-8-1-59 0,11-2-74 15,-4 0-205-15,-1 2-34 0,-6-4 81 0</inkml:trace>
  <inkml:trace contextRef="#ctx0" brushRef="#br0" timeOffset="2692.58">10980 6491 1930 0,'0'-14'34'15,"14"0"24"-15,-3 3 24 0,1 2 28 0,0 0-23 16,-1 1-21-16,1 4-22 0,0-1-35 0,2 5 1 16,-2 0 56-16,3 0 39 0,0 0 16 0,2 0-6 15,1 12-43-15,3 1-42 0,2 0-5 0,0-2-3 16,4 3-9-16,-1 0 1 0,1 0-3 0,2 2 1 15,0 1-5-15,1-2-33 0,2 1-60 0,0 2-87 16,2-2-81-16,-1 1-51 0,0 0-106 16,-1 0-180-16,0 1 80 0</inkml:trace>
  <inkml:trace contextRef="#ctx0" brushRef="#br0" timeOffset="2528.11">11354 6217 2568 0,'14'-9'29'0,"-1"-2"22"0,-4 9 25 0,-4-2 28 16,-2 4-5-16,-3 0-7 0,0 0-24 0,0 0-29 15,0 0-28-15,0 0-17 0,0 0 1 0,0 12 4 16,0-4 8-16,-8 2-2 0,8-3-2 0,-9 4-2 16,9 0-6-16,-7-1 4 0,-2 3 3 0,2 1-1 15,-2 2 7-15,-3 0-2 0,2 6 4 0,-4-2 6 16,-1 3-3-16,-3 0 5 0,1 3-4 0,-3 0-4 16,2-2-11-16,0-2-48 0,-1 0-67 15,3-1-70-15,-3-5-64 0,3 1-24 0,-1-6 0 0,2-1-36 16,-2-2-111-16,2-4-63 0,-2-4 64 15</inkml:trace>
  <inkml:trace contextRef="#ctx0" brushRef="#br0" timeOffset="4100.03">10962 7527 1710 0,'0'0'14'0,"0"0"7"16,0 0 14-16,0 0 17 0,0 0 7 0,0 0 16 15,0 0 7-15,0 0 5 0,0 0 0 0,0 0 0 16,0 8 3-16,0-8 10 0,0 0 2 15,0 0 2-15,0 0 4 0,0 4-5 0,0-4 4 16,0 6-2-16,0-6-3 0,0 0-7 0,-9 0-10 16,9 0-11-16,0 0-14 0,0 0-9 0,0 0-14 15,0 0-4-15,0 0-12 0,0 0 0 0,0 0 0 16,0 0-8-16,0 0 3 0,0 0-5 0,0 0-1 16,0 0 6-16,0 0-1 0,0 0 3 0,0 0 0 15,0 0 2-15,0 0 6 0,0 0-3 0,0 0 10 16,0 0-7-16,0 0-9 0,0 0-6 0,0-6-14 15,0 0-6-15,0 0 9 0,0-2-6 16,0 0 5-16,9-3 5 0,2 1-12 16,-1-3 7-16,3 1-2 0,-1-2 2 0,0 3 3 0,1 0 1 15,0 2-3-15,0 0 0 0,-2 2 4 0,1 1-8 16,0 0 3-16,2 0-5 0,0 0-1 0,2-1 1 16,-1-2 3-16,2 5 1 0,-2-3 3 0,-1 6 2 15,0-4-12-15,-2 4 6 0,-3 1-7 0,0 0 5 16,-3 0 8-16,0 14-1 0,-1-3 2 0,1 2-9 15,-3 1-1-15,0 2-2 0,1-1 0 0,0 2-3 16,-1 0 3-16,0-3 5 0,-2 1-8 0,1-2 6 16,-2 0 0-16,0 0-2 0,0-3 11 0,0 4 12 15,0-2-2-15,0 0 0 0,0 1-13 0,0-1-4 16,0-1 2-16,-13 2 5 0,6-2 14 16,-2 2-4-16,-2 0-5 0,-3 4-4 0,-2-2-2 15,-1-2-8-15,0 0 9 0,-1 0 1 0,3-2-4 16,1-2-7-16,1-5-2 0,2 0 0 0,2-3-2 15,0 0 15-15,0-1 2 0,0 0-6 0,1 0 5 16,0 0 0-16,2 0-4 0,0 0 5 0,2 0 1 16,1 0-14-16,3-9-2 0,0 9 1 0,0-10-12 15,0 2 13 1,0-2 4-16,0 2-2 0,0-1 4 0,13-1 1 0,-1-1 2 0,-1-2-3 0,3 3-4 16,-2-1 0-16,2 1-8 0,-1 2 6 0,1-1 4 15,0 0-5-15,-2 3 5 0,1 0 4 16,-1-3-4-16,2 1-4 0,-3 2-15 0,-2 1-14 15,-1 0-14-15,-2 2-15 0,-2 2-14 0,-1-3-21 16,0 3-21-16,-1-1-20 0,-2 1-20 0,0 1-21 16,0 0-10-16,0 0-14 0,0 0-7 0,0 0-10 15,0 0-33-15,0 0-48 0,0 0-97 0,0 0-31 16,0 0 75-16,-9 0 104 0</inkml:trace>
  <inkml:trace contextRef="#ctx0" brushRef="#br0" timeOffset="4596.95">11062 7099 3048 0,'5'-4'34'0,"-2"1"27"0,-3-1 33 0,0 0 38 16,0 4-5-16,0 0-12 0,0 0-33 0,0 0-29 16,-11 0-27-16,2 0-10 0,9 0 4 0,-12 0-10 15,3 0 4-15,3 0-5 0,-2 9-12 0,2-9 2 16,0 6-1-16,0-6 2 0,1 5 3 0,-1-5 8 16,2 2 8-16,-1 2 7 0,1-4 24 0,2 2-4 15,-1-2-5-15,2 0 2 0,-1 0-11 16,2 0-3-16,0 0-1 0,0 0-2 0,0 0-13 15,0 0 5-15,0-9-13 0,0 9-5 0,0-11 4 16,11 11-16-16,-2-9-13 0,-2 2-33 0,0 1-47 16,0 2-45-16,2 0-59 0,0-2-64 0,4 3-49 15,0-1-44-15,1 2-37 0,0 2-160 0,2 0-68 16,-1 0 100-16</inkml:trace>
</inkml:ink>
</file>

<file path=ppt/ink/ink6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6:53.518"/>
    </inkml:context>
    <inkml:brush xml:id="br0">
      <inkml:brushProperty name="width" value="0.05833" units="cm"/>
      <inkml:brushProperty name="height" value="0.05833" units="cm"/>
      <inkml:brushProperty name="fitToCurve" value="1"/>
    </inkml:brush>
  </inkml:definitions>
  <inkml:trace contextRef="#ctx0" brushRef="#br0">183 230 1180 0,'0'0'16'0,"-10"-4"12"0,10 2 19 16,-12-2 11-16,1 4-16 0,3 0 4 0,8-3 3 15,-12 2-5-15,5 0 15 0,-1 1-6 0,2 0-8 16,0 0 0-16,1 0 0 0,-1 0 0 0,2 0 5 16,-1 0 3-16,1 0-1 0,-2 0 1 15,3 0-2-15,-2 0 1 0,0 0-5 0,1 0 1 16,-1 0-2-16,-1 0 4 0,2 0 5 0,-1 0-5 15,1 7 2-15,-1-7-11 0,0 0-5 0,2 6-1 16,-1-6-4-16,1 7-1 0,0-7 2 0,1 0 4 16,-1 0-1-16,3 0 6 0,-3 0-10 0,3 0-5 15,0 0-8-15,-1 0-9 0,1 0-2 0,0 0-6 16,0 2-5-16,0-2 0 0,0 0 1 0,0 0-6 16,0 0 0-16,0 0 1 0,0 0 3 0,0 0 1 15,0 0 2-15,0 0-4 0,0 0-2 0,0 0 8 16,0 0 1-16,0 0 4 0,0 4 2 15,9-1 1-15,0-3-7 0,-2 0 1 0,4 1 1 16,0 1-4-16,2 1 4 0,3-3 2 0,0 2-4 16,4-2 4-16,3 0-3 0,3 0-3 0,1 0-2 15,2 0 0-15,3 0 1 0,4 0 2 0,2 0 4 16,3 0-4-16,2 0 1 0,4 0-1 0,1 0 5 16,2 0 2-16,1 0-7 0,3-8 6 0,2 8-8 15,2-8-1-15,0 8 10 0,3-6-7 0,-2 1 1 16,3 0 3-16,0 0-6 0,1 1 0 0,0 0 4 15,0-3-2-15,2 1 3 0,0-1-6 0,4 0 3 16,-1-3-2-16,2 2-1 0,3-3 6 0,0-3-5 16,1 2 2-16,2 1-6 0,0-2-4 0,-2 2 5 15,-1-1-6-15,-4 3 7 0,-6 0 1 0,-5-1-7 16,-3 2 8-16,-8 2-1 0,-5 2-2 16,-7 0 6-16,-6-1-4 0,-5 4 3 0,-7-3 2 15,-3 2-2-15,-4 2 7 0,-3-1-6 0,-4 1 4 16,-2 0-1-16,-1 0-3 0,0 0 3 0,0 0-3 15,0 0 1-15,0-2 0 0,0 2-4 0,0 0 0 16,0-1 1-16,0-3-4 0,0 4 4 0,-7-1 1 16,7 1 0-16,-10-3 0 0,3 3-3 0,7 0 0 15,-6-3 1-15,1 1 2 0,5 2 2 16,0 0-1-16,-4 0 1 0,4 0-2 0,0 0-2 16,0 0 2-16,0 0-2 0,0 0-6 0,0 0-11 15,-3 0-15-15,3 0-16 0,0 0-9 0,0 0-4 16,0 0-2-16,0 0-2 0,0 0-7 0,0 0-27 15,0 0-37-15,0 0-46 0,0 0-56 0,0 0-97 16,-13 0-116-16,3 0 50 0,-2 0 80 0</inkml:trace>
</inkml:ink>
</file>

<file path=ppt/ink/ink6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6:57.586"/>
    </inkml:context>
    <inkml:brush xml:id="br0">
      <inkml:brushProperty name="width" value="0.05833" units="cm"/>
      <inkml:brushProperty name="height" value="0.05833" units="cm"/>
      <inkml:brushProperty name="fitToCurve" value="1"/>
    </inkml:brush>
  </inkml:definitions>
  <inkml:trace contextRef="#ctx0" brushRef="#br0">88 268 1125 0,'-10'-3'2'0,"2"-1"10"0,1 0 24 16,1 1 30-16,-1 1 14 0,0-3 8 0,2 3-6 16,1 1-24-16,2-3 1 0,-1 3-9 0,2-1-12 15,1 0 4-15,0 2-10 0,0 0 0 0,0 0 3 16,0 0-4-16,0-1 6 0,0 1 1 0,0 0 2 15,0-1-1-15,0 1 0 0,0 0-7 0,0 0-9 16,0 0-2-16,0 0-9 0,0 0 2 0,0 0-1 16,0 0-4-16,0 0-2 0,0 0-6 15,0 0-1-15,0 0 2 0,0 0 2 0,0 0 2 16,0 0 0-16,0 0 5 0,0 0 1 0,0 0 4 16,0 0 1-16,0 0 1 0,0 0 5 0,0 0 3 15,0 0 8-15,-8 0 4 0,8 0-4 0,0 0-1 16,0 7-9-16,0-7-4 0,-4 0-3 0,4 0-4 15,0 5 0-15,-5-5-1 0,3 0-4 0,-1 3 3 16,3-3-3-16,-1 0 4 0,-1 4 4 0,1-4-3 16,-1 0 8-16,2 0-7 0,0 0-2 0,0 0 2 15,0 0-2-15,0 0 2 0,0 0-3 0,0 0-5 16,0 0-2-16,0 0 1 0,0 0-2 16,0 0-3-16,14 0 5 0,3 0-5 0,2 0 2 15,1 0 6-15,8 0-5 0,5 0 0 0,3 0-1 16,8 0 0-16,5 0-5 0,6-8 1 0,7-2 4 15,6 1-4-15,8 1 5 0,6-4 0 0,5 4 0 16,7-1-2-16,3-5-2 0,5 5 3 0,3-1-1 16,0 1 4-16,1-2-1 0,0 1-4 15,0 0 1-15,1 1-4 0,-6 2-12 0,1 0-1 0,-2 1-8 16,-2-1-2-16,-4 1 7 0,-2 3 0 16,-2-3 3-16,-3 0 3 0,-7 0 5 0,2-2 4 15,-4 2-1-15,-6 0-2 0,-2-2 5 0,-4 3-5 16,-7 1-1-16,-7 0 4 0,-5 1-10 0,-8 2 2 15,-9 0 4-15,-5 1 4 0,-10 0 6 0,-4 0 3 16,-4 0-2-16,-7 0-2 0,0 0-4 0,0 0 0 16,0 0 1-16,0 0-2 0,-12 0 5 0,3 0-2 15,0 0-1-15,-2 0-4 0,-1 0-24 0,3 0-32 16,-2 0-43-16,-1 0-39 0,0-7-26 0,0 7-36 16,-2 0-69-16,0 0-148 0,1 0-18 15,-1 0 69-15</inkml:trace>
</inkml:ink>
</file>

<file path=ppt/ink/ink6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6:58.355"/>
    </inkml:context>
    <inkml:brush xml:id="br0">
      <inkml:brushProperty name="width" value="0.05833" units="cm"/>
      <inkml:brushProperty name="height" value="0.05833" units="cm"/>
      <inkml:brushProperty name="fitToCurve" value="1"/>
    </inkml:brush>
  </inkml:definitions>
  <inkml:trace contextRef="#ctx0" brushRef="#br0">276 324 879 0,'-10'0'9'0,"1"-11"23"0,-3 3 27 16,1 8 32-16,-1-8 23 0,-3 3-7 0,-2 0 9 15,2 2 19-15,-2-6 3 0,0 5-2 0,2-2-21 16,3 0-15-16,-2 0-5 0,1-2 22 0,0 3 12 16,4 2-16-16,0-2-15 0,3 1-19 15,-1 4-15-15,2-5-10 0,0 3-7 0,1 1-4 0,2 0-2 16,-1 1 1-16,2-5 3 0,-1 5-1 15,-1-2 1-15,0 1 1 0,2 1-2 0,-1-1-4 16,1 1-7-16,-1 0-6 0,2 0 0 0,-1 0-13 16,-1 0-1-16,1 0-7 0,1 0-5 0,0 0 4 15,-2 0-7-15,2 0 4 0,-1 0-3 0,1 0 4 16,-2 0-4-16,2 0-6 0,0 0-1 0,0 0-3 16,0 0 9-16,0 0 2 0,0 0 0 0,0 0-2 15,0 0-7-15,0 0 8 0,0 0-6 0,0 0 1 16,0 0 1-16,0 0-6 0,0 0 11 0,0 0-2 15,9 0 5-15,-9 0 2 0,9 0-4 0,0 0 2 16,4 0 4-16,2 0-4 0,1 0 0 16,9 0 2-16,4 0-6 0,9 0 8 0,7 0-2 15,10 0-1-15,9 0 1 0,8-13-7 0,12-1 0 16,7 0 1-16,9 0-4 0,5-1-36 0,1 2-19 16,8 2-8-16,-1 0-10 0,2-1 27 0,-1 3 14 15,2-1-3-15,-3 0-36 0,0 3-1 0,-1-3-10 16,-1 2 14-16,-3-1 45 0,-3 3 10 0,-7 0 16 15,-3-1 4-15,-7 4-1 0,-5 2 2 0,-7-3 0 16,-8 1-8-16,-5 3 0 0,-9 0-9 0,-8 0-8 16,-7 0-7-16,-8 0 3 0,-8 0 7 0,-8 0 6 15,-5 0 8-15,-4 0-2 0,-6 0-6 0,0 0-5 16,0 0-17-16,-15 0-22 0,2 0-24 16,-3 0-26-16,1 0-25 0,-3 0-13 0,-3 0-21 15,-2 0-38-15,-4 0-103 0,-1 0-85 0,-4 0 41 16,-1 0 68-16</inkml:trace>
</inkml:ink>
</file>

<file path=ppt/ink/ink6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7:01.324"/>
    </inkml:context>
    <inkml:brush xml:id="br0">
      <inkml:brushProperty name="width" value="0.05833" units="cm"/>
      <inkml:brushProperty name="height" value="0.05833" units="cm"/>
      <inkml:brushProperty name="fitToCurve" value="1"/>
    </inkml:brush>
  </inkml:definitions>
  <inkml:trace contextRef="#ctx0" brushRef="#br0">64 202 1694 0,'-6'-3'32'15,"2"3"10"-15,-1-4 12 0,1-1 0 0,1 2-30 16,-2 3-5-16,1-5 7 0,-1 5 31 0,-1-1 23 16,1-1 9-16,1 2-4 0,-1 0-21 0,-1 0-15 15,3 0-7-15,2 0-7 0,1 0-3 0,0 0-11 16,0 0-8-16,0 0-3 0,0 0-9 0,0 0 0 15,0 0 0-15,0 0-4 0,0 0-5 0,0 0 4 16,0 0-5-16,0 0 0 0,0 0 4 0,0 0-3 16,9 0 8-16,0 0 3 0,5 0 6 15,5 0 4-15,6 0-6 0,5 0-1 16,11 0-2-16,8 0 1 0,8 0 0 0,9 0 5 0,8 0-9 16,11 0 1-16,5 0 2 0,7 0-6 0,8 0 7 15,5 0-1-15,6-14-2 0,2 2-1 0,2 3 0 16,-3 9-4-16,2-10-1 0,-4 10 5 15,-2-8-1-15,-3 2 0 0,-2 6 4 0,-5-4-2 0,-1 4-4 16,-2-7 3-16,-2 5-3 0,-6 0-1 0,-5-3 3 16,-4 3-3-16,-5 0 5 0,-5 0-2 15,-8-1 0-15,-7 1 4 0,-5 1-6 0,-9 1 2 0,-6 0 1 16,-6-3-3-16,-8 1 4 0,-6 2 8 16,-4 0 26-16,-5 0 25 0,-3 0 14 0,-6 0 0 0,0 0-24 15,0 0-23-15,0 0-16 0,0 0-10 16,0 0-3-16,0 0-3 0,0 0 3 0,-10 0 1 15,2 0 1-15,0 0-1 0,1-11 0 0,1 11-2 16,-2-9 4-16,1 1-3 0,0 8 2 0,1-7 5 16,2 7-8-16,-1-4 5 0,4 4-4 0,-2 0 1 15,3 0 1-15,-3 0-1 0,3 0 4 0,0-3-6 16,0 3 2-16,0 0 2 0,0 0-6 0,0 0 4 16,0 0 0-16,0 0-1 0,0 0 4 0,0 0-3 15,0 0-2-15,0 0 1 0,0 0 3 0,0 0-2 16,0 0 0-16,0 0 1 0,0 0-1 0,0 0 3 15,0 0-1-15,0 0 0 0,0 0-2 16,0 0 0-16,0 0 4 0,0 0-4 0,0 0-2 16,0 0 4-16,0 0 0 0,0 0 3 0,0 0-1 15,0 0-4-15,0 0 5 0,0 0-3 0,0 0 2 16,0 0 6-16,0 0-3 0,0 0 9 0,0-9 2 16,-6 9-1-16,6 0-1 0,0 0-6 0,-5-9-2 15,5 9-2-15,0 0-6 0,0 0 2 0,-5 0-1 16,5 0-3-16,0 0 2 0,0 0 6 0,0 0-8 15,0 0 6-15,0-5-5 0,0 5-3 16,0 0 8-16,0 0-6 0,0 0 3 0,0 0-1 0,0 0-4 16,0 0 0-16,0 0 4 0,0 0-3 0,0 0 1 15,0 0 2-15,0 0-2 0,0 0-1 0,0 0 4 16,0 0-3-16,0 0 0 0,0 0 2 16,0 0-3-16,0 0 1 0,0 0-2 0,0 0 10 15,0 0-2-15,0 0-6 0,0 0 2 0,0 0-6 16,0 0 2-16,0 0 6 0,0 0 0 0,0 0-2 15,0 0 0-15,0 0-5 0,0 0 7 0,0 0-2 16,0 0 2-16,0 0 6 0,0 0-6 0,0 0 0 16,0 0-2-16,0 0 0 0,0 0-3 0,0 0 3 15,0 0 0-15,0 0-2 0,0 0 2 0,0 0 0 16,0 0-7-16,0 0 6 0,0 0 3 16,0 0 0-16,0 0 7 0,0 0-7 0,0 0-2 0,0 0 3 15,0 0-2-15,0 0-4 0,0 0 3 16,0 0-7-16,0 0 6 0,0 0 6 15,0 0-3-15,0 0 4 0,0 0-12 0,0 0 3 0,0 0 4 16,0 0-2-16,0 0 4 0,0 0-1 0,0 0-5 16,0 0 8-16,0 0 2 0,0 0-5 0,0 0 4 15,0 0-3-15,0 0 0 0,0 0 0 0,0 0 0 16,0 0-4-16,0 0 1 0,0 0-2 0,0 0 2 16,0 0 0-16,0 0-4 0,0 0 6 0,0 0-2 15,0 0-2-15,0 0 6 0,0 0-4 0,0 0 0 16,0 0-1-16,0 0-3 0,0 0 5 0,0 0-1 15,0 0 4-15,0 0-5 0,0-8-3 0,-9 8 2 16,9 0-2-16,0 0 0 0,0 0 9 16,0 0-7-16,0 0 2 0,0 0 5 0,0 0-8 15,0 0 4-15,0 0-1 0,0 0-2 0,0 0 2 16,0 0 2-16,0 0-3 0,0 0 1 0,0 0-2 16,0 0 2-16,0 0 0 0,0 0-2 0,0 0 6 15,0 0-5-15,0 0-2 0,0 0 1 0,0 0-2 16,0 0-2-16,0 0 6 0,0 0-2 0,0 0 7 15,0 0-1-15,0 0-6 0,0 0 6 0,0 0-9 16,0 0 4-16,0 0-1 0,0 0 3 0,0 0 0 16,0 0-1-16,0 0 5 0,0 0-7 0,0 0 1 15,0 0 0-15,0 0 0 0,0 0 5 0,0 0-1 16,0 0-2-16,0 0-1 0,0 0-6 16,0 0 1-16,0 0 5 0,0 0-1 0,0 0 1 15,0 0 4-15,0 0-9 0,0 0 4 0,0 0-1 16,0 0-1-16,0 0 2 0,0 0 2 0,0 0 5 15,0 0-8-15,0 0 9 0,0 0-7 0,0 0-1 16,0 0 6-16,0 0-5 0,0 0 2 0,0 0-2 16,0 0 0-16,0 0 2 0,0 0 0 0,0 0 2 15,0 0-5-15,0 0-3 0,0 0 4 0,0 0-4 16,0 0 4-16,0 0 2 0,0 0-6 0,0 0 4 16,0 0-1-16,0 0 5 0,0 0-3 15,0 0-1-15,0 0 2 0,0 0-13 0,0 0 11 16,0 0-1-16,0 0-1 0,0 0 11 0,0 0-12 15,0 0 3-15,0 0 2 0,0 0-4 16,0 0 4-16,0 0 0 0,0 0 2 0,0 0-2 0,0 0 2 16,0 0-4-16,0 0-1 0,0 0 2 0,0 0-3 15,0 0 7-15,0 0-2 0,0 0 7 0,0 0 30 16,0 0 3-16,0 0 3 0,0 0-6 0,0 0-21 16,0 0-8-16,0 0-3 0,0 0-1 0,0 0-10 15,0 0 8-15,0 0-6 0,0 0 1 0,0 0 4 16,0 0-9-16,0 0 3 0,0 0 4 15,0 0-6-15,0 0 4 0,0 0-1 0,0 0-8 0,0 0 12 16,0 0-6-16,0 0 0 0,0 0 9 16,0 0-11-16,0 0 1 0,0 0 4 0,0 0-1 15,0 0 0-15,0 0 2 0,0 0-3 0,0 0-4 16,0 0 5-16,0 0 5 0,0 0-1 0,0 0 3 16,0 0-6-16,0 0-7 0,0 0 5 0,0 0-1 15,0 0 3-15,0 0 6 0,0 0-4 0,0 0-5 16,0 0 4-16,0 0-6 0,0 0 6 0,0 0-1 15,0 0-3-15,0 0 8 0,0 0-4 0,0 0-2 16,0 0 3-16,0 0-9 0,0 0 4 0,0 0 3 16,0 0-1-16,0 0-1 0,0 0 2 0,0 0 0 15,0 0 2-15,0 0 0 0,0 0-4 16,0 0 2-16,0 0 1 0,0 0 0 0,0 0 2 16,0 0-3-16,0 0 0 0,0 0 1 0,0 0 4 15,0 0-1-15,0 0-5 0,0 0 8 0,0 0-9 16,0 0 2-16,0 0 2 0,0 0-4 0,0 0 7 15,0 0-6-15,0 0 1 0,0 0-3 16,0 0 2-16,0 0 4 0,0 0-2 16,0 0-1-16,0 0-5 0,0 0 3 0,0 0 0 0,0 0 4 0,0 0-3 15,0 0-1-15,0 0 0 0,0 0 2 0,0 0 0 16,0 0 1-16,0 0-2 0,0 0-2 0,0 0 7 16,0 0-3-16,0 0 1 0,0 0-3 15,0 0-3-15,0 0 3 0,0 0-2 0,0 0 6 16,0 0-3-16,0 0 1 0,0 0 4 0,0 0-4 15,0 0 2-15,0 0-7 0,0 0 6 0,0 0-6 16,0 0 7-16,0 0 3 0,0 0-8 0,0 0 4 16,0 0-6-16,0 0 2 0,0 0-2 0,0 0 4 15,0 0 0-15,0 0-2 0,0 0 6 0,0 0-1 16,0 0 3-16,0 0-4 0,0 0 3 0,0 0-2 16,0 0-4-16,0 0 0 0,0 0-4 0,0 0 4 15,0 0-2-15,0 0 10 0,0 0 0 0,0 0-7 16,0 0 7-16,0 0-1 0,0 0-3 0,0 0 5 15,0 0-5-15,0 0-1 0,0 0-1 16,0 0-1-16,0 0 0 0,0 0-4 0,0 0 5 16,0 0-5-16,0 0 8 0,0 0-3 0,0 0 4 15,0 0 1-15,0 0-10 0,0 0 6 0,0 0-5 16,0 0 1-16,0 0 1 0,0 0 2 0,0 0-2 16,0 0-1-16,0 0-4 0,0 0 4 0,0 0 3 15,0 0 0-15,0 0 4 0,0 0-7 0,0 0-2 16,0 0 1-16,0 0 3 0,0 0-2 0,0 0 5 15,0 0-5-15,0 0 3 0,0 0 3 0,0 0-2 16,0 0 3-16,0 0-3 0,0 0-4 16,0 0 5-16,0 0-5 0,0 0 4 0,0 0 4 0,0 0-9 15,0 0 5-15,0 0-2 0,0 0-3 0,0 0 8 16,0 0-4-16,0 0 5 0,0 0 2 16,0 0 4-16,0 0 3 0,0 0-5 0,0 0-4 15,0 0-9-15,0 0 6 0,0 0-8 0,0 0 9 16,0 0-1-16,0 0-6 0,0 0 8 0,0 0-5 15,0 0-1-15,0 0 0 0,0 0-1 0,0 0 0 16,0 0 6-16,0 0 2 0,0 0-6 0,0 0 2 16,0 0-2-16,0 0-1 0,0 0 2 0,0 0-2 15,0 0 2-15,0 0 6 0,0 0-4 0,0 0-1 16,0 0-3-16,0 0-6 0,0 0 9 16,0 0-1-16,0 0 0 0,0 0-1 0,0 0-4 0,0 0 10 15,0 0-7-15,0 0 6 0,0 0 0 16,0 0-6-16,0 0 8 0,0 0-9 0,0 0 2 15,0 0-5-15,0 0 5 0,0 0-3 0,-12 0 5 16,12 0 2-16,0 0 1 0,0 0 6 0,0 0-6 16,0 0 3-16,0 0-8 0,0 0 1 0,0 0 2 15,0 0-5-15,0 0 2 0,0 0 0 0,0 0 2 16,0 0-3-16,0 0 1 0,0 0-6 0,0 0 1 16,0 0 7-16,0 0 2 0,0 0-6 0,0 0 2 15,0 0 0-15,0 0-4 0,0 0 12 16,0 0-4-16,0 0-4 0,0 0-1 0,0 0 1 15,0 0-1-15,0 0 4 0,0 0-2 0,0 0 0 0,0 0-2 16,0 0 0-16,0 0 1 0,0 0-2 16,0 0 3-16,0 0 2 0,0 0-2 0,0 0-1 15,0 0-6-15,0 0 2 0,0 0 2 0,0 0 5 16,0 0 4-16,0 0-3 0,0 0 0 0,0 0-4 16,0 0 2-16,0 0-5 0,0 0 4 0,0 0-2 15,0 0-2-15,0 0 5 0,0 0-3 0,0 0 4 16,0 0-2-16,0 0-3 0,0 0 0 0,0 0 0 15,0 0 0-15,0 0 1 0,0 0 3 0,0 0-1 16,0 0-1-16,0 0 4 0,0 0 1 0,0 0-8 16,0 0 8-16,0 0-26 0,0 0-26 15,0-10-35-15,0 10-57 0,0 0-46 0,0 0-55 16,0 0-45-16,0 0-59 0,0 0-160 0,0 0-80 16,0 0 86-16</inkml:trace>
</inkml:ink>
</file>

<file path=ppt/ink/ink6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7:21.158"/>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12 521 2205 0,'0'0'19'0,"-3"-13"30"15,2 3 28-15,-1 0 26 0,1 2 8 0,-1 8 0 16,1-8-8-16,1 2-4 0,-2 6-16 0,2-5-20 16,0 5-13-16,0 0-17 0,0-4-11 0,0 4-10 15,0 0-8-15,0 0-6 0,0 0-5 16,0 0 1-16,0 0-6 0,0 0-4 0,0 0 3 15,0 0 1-15,0 0 0 0,0 0 3 0,12 0 0 16,0 0-5-16,2 14 6 0,0-1 3 0,1 1 0 16,3 0 2-16,2 5 6 0,1-1-6 0,2 1 2 15,0 6 3-15,0 0 2 0,1-4 6 0,0 3-4 16,2-2 1-16,-3-3-6 0,0 1 14 0,-1-5 56 16,1-2 40-16,1-4 23 0,2-4 1 0,5-5-51 15,4 0-41-15,6-20-14 0,7-6-17 0,10-8-5 16,9-6-3-16,9-8-11 0,4-6 6 15,10-4-3-15,2-2-15 0,2-2-30 0,1 2-44 16,-7 2-64-16,-5 6-59 0,-8 3-64 0,-10 5-76 16,-6 6-96-16,-9 5-232 0,-7 3 98 0</inkml:trace>
</inkml:ink>
</file>

<file path=ppt/ink/ink6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7:22.918"/>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49 117 3452 0,'-11'0'41'0,"1"0"50"0,0 0 33 15,3 0 15-15,1 0-21 0,3 0-26 0,0-10-16 0,0 10-1 16,3 0-16-16,0 0-27 0,0-8-17 16,16 8-14-16,3-11-8 0,5 5 11 0,5-3-8 15,6 2 9-15,6-1-6 0,3-1-10 0,3 3 12 16,-2-1-12-16,-1 2 9 0,-4 1 8 0,-4 1 0 15,-4 0-7-15,-4 0-9 0,-7 2-28 0,-3-1-35 16,-4-1-20-16,-5 3-41 0,-2-2-40 0,0 2-60 16,-3-2-97-16,-2 2-84 0,-2 0-171 0,0-5-188 15,0 3 127-15</inkml:trace>
</inkml:ink>
</file>

<file path=ppt/ink/ink6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7:22.129"/>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155 84 2144 0,'-6'0'29'0,"-1"-12"43"0,1 12 25 16,-4-11 36-16,3 2 12 0,-4 9 5 0,2-8 23 15,-2-1-8-15,2 3-15 0,-1 1-20 0,-2 0-24 16,4-1-10-16,0 4-8 0,1-2-15 16,-1 0-8-16,2 4-16 0,2 0-14 0,-1 0-10 0,3 0-19 15,-1 0 5-15,2 0-5 0,-1 0-9 16,-1 0-1-16,3 0-10 0,0 0 8 0,0 0 9 15,0 0-3-15,0 0 4 0,0 0-4 0,0 0-6 16,0 0 8-16,0 0-2 0,0 0-7 0,0 8 7 16,0-8-2-16,0 0 1 0,0 0 6 0,0 0-4 15,14 5 1-15,-3-5-3 0,-4 4 3 16,5-4 6-16,1 2 1 0,2 1-7 0,3-3 5 0,3 0-4 16,0 0-4-16,4 0 1 0,2 0-5 0,2 0-1 15,0 0-16-15,0 0-22 0,-2 0-48 0,-1-9-91 16,6 9-82-16,-8-9-86 0,0 9-82 0,-2 0-181 15,-4-7-88-15,0 7 116 0</inkml:trace>
</inkml:ink>
</file>

<file path=ppt/ink/ink6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7:22.524"/>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1074 91 2448 0,'-7'0'55'0,"0"0"58"0,0 0 59 0,-1 0 55 16,2 0-15-16,0 0-22 0,-2 0-33 0,4 0-35 15,-1 0-33-15,1 0-35 0,-1 0-20 0,4 0-25 16,-2 0-5-16,1 0-2 0,2 0-9 0,0 0 8 16,0 0 1-16,0 0 2 0,0 0 5 15,18 0-10-15,2 0-1 0,3 0 3 0,4 0-6 16,7 0 9-16,4 0-9 0,6 0-31 0,1 0-31 15,4-10-72-15,1 10-80 0,-1-9-67 0,-1 9-57 16,-2-7-39-16,-2 7-107 0,-3-8-165 0,-2 1 91 16</inkml:trace>
</inkml:ink>
</file>

<file path=ppt/ink/ink6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7:30.002"/>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118 343 2229 0,'-12'0'29'0,"-5"0"39"0,4 0 40 0,-4 0 40 16,5 0 3-16,1 0-12 0,1-11-15 0,0 11-19 16,4 0-17-16,3 0-16 0,-1 0-13 0,4 0-26 15,-3 0-11-15,3 0-12 0,0 0-22 0,0 0 3 16,0 0-10-16,0 0-4 0,0 0 9 0,0 0 2 15,0 0 10-15,0 0-3 0,0 0 0 0,0 0-4 16,0 0 3-16,10 0 4 0,-1 0 9 0,-1 0 4 16,7 7 5-16,-1-7 10 0,6 0 2 15,2 0 0-15,3 0-1 0,4 0-4 0,4 0-4 16,0 0-2-16,7 0-7 0,-1 0-1 0,4-8-1 16,7 8-1-16,2-14-7 0,4 4 6 0,8 1-9 15,1-2 5-15,8 0 1 0,3 2-8 0,3-3 10 16,3-1-7-16,1 4 6 0,2-2 4 0,-1 3-5 15,-2 1 3-15,-3-2-1 0,3 1-13 0,-6 2 8 16,0-2 0-16,0 2-1 0,-3 1 2 0,3-1-4 16,-1 0 0-16,4 0 5 0,2-1 5 0,1 0-6 15,0 1-2-15,0-1-6 0,0 1 4 0,-2 2-7 16,2-5-3-16,-3 5 5 0,0-1-14 16,-3 1 7-16,-3-1-2 0,-3 1-12 0,3 0 7 15,-3 2-12-15,-5-3 5 0,2 4 4 0,-3-4-1 16,-4 4 20-16,-2-4-7 0,-2 3 3 0,-1-2 4 15,-6 0-7-15,-1 1 5 0,-4-3 4 0,-4 3 0 16,-4-2 8-16,-5 3 4 0,-6-2-4 0,-3 0 4 16,-6 3-1-16,-5 0 9 0,-2-2 11 0,-3 3 1 15,-3 0 13-15,-1 0-1 0,-2 0 10 0,0 0 2 16,0 0-14-16,0-2-3 0,0 2-19 0,0 0-8 16,0 0-6-16,0 0 0 0,0-2-9 15,0 1 7-15,0 1-12 0,-6 0-34 0,6 0-42 16,-8-2-80-16,8 1-72 0,-4-2-65 0,-1 1-71 15,3 2-221-15,2 0-48 0,-4-1 97 0</inkml:trace>
</inkml:ink>
</file>

<file path=ppt/ink/ink7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7:34.425"/>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174 102 2236 0,'-23'-14'21'0,"0"4"24"0,-1 1 43 16,4 0 44-16,3-1 10 0,-1 1 16 16,1 3-13-16,4 6-12 0,4-7-15 0,0 1-20 15,6 6-15-15,3-5-22 0,-4 5-10 0,4 0-13 16,0 0-17-16,0 0-4 0,0 0-2 0,0 0 5 15,14 0 11-15,0 0-1 0,1 0-1 0,3 0-16 16,0 0-1-16,2 0-2 0,0 0-4 0,3 0 7 16,-2 0-14-16,0 0 1 0,2-8 4 0,0 8-8 15,0 0 5-15,-1-8-1 0,4 8 0 0,0 0 1 16,1 0 5-16,2 0-3 0,2 0-5 0,2 0 6 16,3 0-9-16,4 0-2 0,2 0 9 15,2 0-2-15,7 10 6 0,5-3 2 0,6 2 0 16,0-3-7-16,7 1-6 0,5 1 5 0,5-1-9 15,5-1 4-15,4 2 9 0,1-1-8 0,2 0 5 16,5-1 1-16,0 0-9 0,1 2 15 0,-1-1-10 16,-2-2-1-16,-3 2 6 0,-5-4-7 0,-4 2 1 15,-4-2 2-15,-5 1 1 0,-11-2-5 0,-7 1 4 16,-8-2-1-16,-8 1 10 0,-8 0 4 0,-9-1 16 16,-5-1 16-16,-8 0 0 0,-3 0 5 0,-6 0-15 15,0 0-9-15,0 0-15 0,0 0 0 0,0 0-9 16,0-9-1-16,-16 9-4 0,16-12 2 0,-17 4 3 15,3 8-1-15,14-9 3 0,-15 2-10 16,3 2 7-16,12 5-34 0,-9-6-33 0,3 2-69 16,6 4-99-16,-11-3-78 0,1 0-67 0,-1 3-38 15,0 0-140-15,-1 0-101 0,-2 0 102 0</inkml:trace>
</inkml:ink>
</file>

<file path=ppt/ink/ink7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7:40.689"/>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358 1565 2052 0,'6'6'19'15,"-2"-6"19"-15,-4 0 13 0,0 0 14 0,0 0-1 16,0 0-10-16,0 0-2 0,0 0-6 0,0 0-16 15,0 0-3-15,0 0-9 0,0 0-7 0,0 0 4 16,0 0-2-16,0 0-1 0,0 0 5 0,0 0 4 16,0 0-2-16,0 0 18 0,6 0 2 0,-6 0-7 15,8-11-1-15,-2 3-21 0,1-2-6 0,0 0 0 16,-3-3-7-16,5 1 5 0,-1-2-3 0,-2-1 5 16,3 2 10-16,-1-1 2 0,-1 0 4 0,1 4-10 15,-1-1 5-15,-1 1-15 0,1 3 0 0,-1-1 0 16,0 1-10-16,1 0 4 0,-1 1-4 0,2-1 4 15,0 3 4-15,1-2 0 0,-2 3-2 0,-1-2-4 16,3 3 3-16,-1 2-7 0,0 0 6 0,1 0-4 16,0 0-2-16,-2 0 12 0,4 16-4 15,-2-4 4-15,2 4 1 0,-1 2-5 16,1 3 1-16,-2 3 3 0,2 3 2 16,-2 0 2-16,-1 1-2 0,-4 2-6 0,1 0 3 0,-4 2 0 0,2-3 1 15,-3 1 9-15,0-3-9 0,0 0 1 0,0-4 1 16,-10 0 2-16,-3-2-2 0,3-2 2 0,-1 0 6 15,-1-3-4-15,0-1 13 0,-2-2 0 0,-1-2 2 16,-2-1 17-16,2-1 11 0,-2-1 27 16,2-2 19-16,2-2 14 0,0 0-1 0,3-4-10 0,1 0-9 15,3 0-6-15,-2 0 6 0,3 0-15 0,2-17-15 16,0 3-33-16,-1 3-17 0,1-3 0 16,1-1-17-16,2 0 21 0,0-1-21 0,0-1-10 15,0-3 18-15,14 2-12 0,-2 0 16 0,0-1 6 16,2 1-13-16,0-1-1 0,1 4 5 0,0-1-9 15,0 4-1-15,-1 0-15 0,-4 4-34 0,0-1-20 16,0 4-35-16,-2 2-37 0,-2 0-26 0,0 3-24 16,-5 0-15-16,2 0 1 0,-3 0-3 0,0 0 5 15,0 0-12-15,0 0-19 0,0 0-104 16,0 9-109-16,0-9 60 0,0 0 71 0</inkml:trace>
  <inkml:trace contextRef="#ctx0" brushRef="#br0" timeOffset="281.27">652 977 2221 0,'12'0'11'0,"-12"0"16"16,0-9-1-16,0 9-1 0,11-6-10 0,-11 6-19 15,0-8 2-15,11 3-2 0,-5 5-3 0,-6-6 4 16,9 0-17-16,-3 2-13 0,-6 4-32 0,7-2-42 16,-1 1-50-16,-6-2-86 0,0 3-145 0,0 0-68 15,0 0 53-15,0 0 102 0</inkml:trace>
  <inkml:trace contextRef="#ctx0" brushRef="#br0" timeOffset="885.33">1372 1273 1602 0,'5'-9'25'0,"-5"1"27"0,1-1 31 0,-1 1 26 0,0 1 0 16,2 0-5-16,-1 2-17 0,-1-2-9 15,0 2-15-15,0 3-9 0,0 0-11 0,0 0-13 16,0 0-17-16,0 2-16 0,0 0-6 0,-9 0 4 16,1 0 14-16,1 0 6 0,-5 16 21 0,1 0-1 15,-3 1-3-15,-5 4-1 0,0-1-18 0,0 6-1 16,-4 2-11-16,3 0 2 0,2 2-2 0,-2 1-4 15,3-3 6-15,4 0-3 0,1 1 7 0,3-5-7 16,2-1 4-16,1-2 1 0,3-3-11 0,3 1 6 16,0-5-3-16,0 0-13 0,0 0 0 0,16-4-21 15,2 0-26-15,-2-1-28 0,4-3-44 0,6-3-51 16,1 0-65-16,2-3-150 0,5 0-104 16,-2 0 71-16</inkml:trace>
  <inkml:trace contextRef="#ctx0" brushRef="#br0" timeOffset="1090.22">1220 1556 2023 0,'-7'0'33'0,"4"0"28"16,-1 0 22-16,4 0 9 0,0 0-40 15,0 0-26-15,0 0-21 0,0-8-8 0,14-1 1 16,1 3 1-16,4-1-1 0,0-1 3 0,4-3-1 15,7 2 0-15,1-1-9 0,4 0-39 0,1 0-36 16,2 2-41-16,2-2-58 0,-1 2-81 0,4-1-166 16,-4 1-37-16,1-1 68 0</inkml:trace>
  <inkml:trace contextRef="#ctx0" brushRef="#br0" timeOffset="2175.44">2207 1042 1499 0,'0'0'32'0,"0"-10"14"15,0 10 13-15,0-7 20 0,0 7-15 0,0-6 4 16,0 6 13-16,0-6 0 0,0 2 3 0,0 0 2 16,0 4-10-16,0 0-4 0,0-2-19 0,0 2-18 15,0 0-21-15,-9 0-15 0,-3 0 1 0,1 0-5 16,-2 0 4-16,2 0-4 0,-4 0 0 0,-2 0 3 15,0 0-2-15,2 10 6 0,-1-10-6 0,0 9 2 16,4 1 1-16,2-4-3 0,4-2 4 16,-1 4-1-16,4-3 4 0,3 1-4 0,0 1 5 0,0 0 0 15,0-1-4-15,0 3 3 0,0-2-2 0,0 1-1 16,14 1 2-16,-5-3-6 0,2 5 5 16,-2-4 0-16,2 1-5 0,-2 1 13 0,3 1-7 15,0-2 4-15,3 3 3 0,-3-2-6 0,2 2-2 16,3-2-2-16,-4-1 2 0,1 2-2 15,0-2 3-15,1 0 3 0,-4-1 12 0,-2 0 32 0,-3-3 39 16,-5 2 34-16,-1-2 24 0,0 0 11 0,0 1-6 16,0 0-16-16,-10-1-29 0,1 2-39 0,-2 1-33 15,0 0-17-15,2 1-18 0,0 2-1 0,1 2 0 16,8-1-4-16,-7 3 10 0,7 1-1 0,0-1-2 16,0 2 3-16,0 4-3 0,0 0-1 0,12 3 2 15,-3-1 1-15,2-1 2 0,1 3 3 16,-1-2-8-16,2-3 0 0,-1 1-1 0,-1-3-1 15,-2-1 6-15,-3 0-3 0,2-3-2 0,-2 3 2 16,-2-4-3-16,1 1 0 0,-1-2 4 0,0-1 0 16,-1-2 1-16,-3-3 3 0,3 1-6 0,-3-2-5 15,0-2 7-15,0 0-8 0,0 1 10 0,0-2-3 16,0-1-17-16,0 0-18 0,0 0-39 0,0 0-29 16,0 0-24-16,0 0-21 0,0 0 7 0,0 0 17 15,0 0 15-15,0 0-5 0,0 0-96 0,0 0-165 16,0 0-261-16,0-14 41 0,0-1 124 0</inkml:trace>
  <inkml:trace contextRef="#ctx0" brushRef="#br0" timeOffset="2459.9">2658 1196 2161 0,'2'-11'43'16,"-2"5"42"-16,0-4 53 0,0 3 63 0,0 0 11 15,0 1-2-15,0 0-20 0,0 1-40 0,0-1-49 16,0 6-34-16,0-1-39 0,0 1-29 0,0 0-6 16,0 0-10-16,0 0 1 0,0 0 2 0,0 0 2 15,0 8 3-15,0 2 4 0,0 0 5 0,0 0 3 16,0 4-3-16,0 0-1 0,0 5 4 0,0-1 1 16,14 2-7-16,-14 1 9 0,9 0-5 15,1-1-4-15,-4 0 10 0,2-2-5 0,-5 0-2 16,2 1-3-16,-1-1-38 0,1-2-48 0,1 1-51 15,-3-2-65-15,-3 1-36 0,3-1-21 0,0-1-32 16,1 0-48-16,-4-2-179 0,3-1-12 0,-3-2 87 16</inkml:trace>
  <inkml:trace contextRef="#ctx0" brushRef="#br0" timeOffset="2633.2">3070 1548 1948 0,'8'8'6'0,"-5"-8"2"0,0 9 13 0,-3-2 19 16,0-2 2-16,0-5 2 0,0 6-14 0,0 0-15 16,0-2-2-16,0 4 3 0,0 2 3 0,-14-1-4 15,3 3-7-15,-5 2-40 0,0 3-52 0,0-3-55 16,-9 3-88-16,3 0-154 0,-1-1-92 0,0-3 55 16</inkml:trace>
  <inkml:trace contextRef="#ctx0" brushRef="#br0" timeOffset="3110.14">3585 1184 2581 0,'0'-12'63'16,"0"0"58"-16,0 1 55 0,0 1 50 0,0 2-30 15,-11 0-28-15,11 0-34 0,0 2-47 0,0 2-35 16,-6-1-31-16,6 1-17 0,0 4-5 0,0-2-2 16,0 0 2-16,0 1-5 0,0 0 2 15,0 0 2-15,0-1 1 0,0 1 4 0,0 0-7 0,0 0 5 16,0-2-6-16,0 3 1 0,6 0 5 16,-6 0-8-16,8 0 9 0,-5-2-10 0,3 2 7 15,-3 0 0-15,7 0-2 0,0 0 1 0,0 0-9 16,4 0 7-16,3 0 2 0,1 0-7 0,3 11 7 15,-1 0 2-15,3 2-5 0,-4-3-2 0,-5 5 3 16,3 2-6-16,-5 0-1 0,-1 1 7 0,-5 4 3 16,-3-1 0-16,-3 3-3 0,0 2 2 0,0-1 1 15,-13 2 6-15,0 0-6 0,-1 0 6 16,0-1-7-16,5 0-6 0,-4-4 12 0,4-3 4 0,-2-4 8 16,2-2 7-16,9-5 15 0,-5-1-1 15,5 0-7-15,0-3 4 0,0-3-16 0,0-1 1 0,0 0 1 16,0 0-8-16,0 0 2 0,0 0-8 15,11 0 0-15,-11 0 6 0,8-12-5 0,4 12 1 16,-2-13-22-16,5 1-48 0,2 2-60 0,0-2-95 16,3-1-74-16,2 0-58 0,-2 0-30 0,0 0-16 15,0-3-104-15,1 1-98 0,-4 0 93 0</inkml:trace>
  <inkml:trace contextRef="#ctx0" brushRef="#br0" timeOffset="3252.18">4384 1405 1793 0,'0'18'39'0,"0"1"44"0,0 0 41 0,0 3 33 16,0 0-23-16,-11-3-25 0,-4 0-27 16,4-1-37-16,-3 2-10 0,-2 2-18 0,-1 0-17 15,-3 1-5-15,1 0-57 0,-1 2-61 0,-6 0-83 16,3-1-183-16,-4-2-206 0,1-4 61 0</inkml:trace>
  <inkml:trace contextRef="#ctx0" brushRef="#br0" timeOffset="3442.88">4816 1213 2078 0,'3'-9'-5'16,"-3"2"-1"-16,0 1-22 0,0-1-33 0,0 2-58 15,0 2-147-15,0-1-225 0,0 1 32 0</inkml:trace>
  <inkml:trace contextRef="#ctx0" brushRef="#br0" timeOffset="3619.55">5594 1069 2735 0,'0'0'8'0,"0"0"4"16,0-12 0-16,0-1 1 0,0 5-34 0,0-2-69 15,0 10-100-15,0-10-164 0,0 6-317 0,0-3 65 16</inkml:trace>
  <inkml:trace contextRef="#ctx0" brushRef="#br0" timeOffset="3800.98">6323 996 2894 0,'0'0'64'0,"0"0"54"0,0 0 48 16,0-11 18-16,0 2-57 0,0 9-47 0,0-9-56 16,0 9-25-16,0-9-59 0,0 9-86 0,0-7-85 15,0 7-101-15,0-2-56 0,0 2-107 0,0-6-187 16,11 2 108-16</inkml:trace>
  <inkml:trace contextRef="#ctx0" brushRef="#br0" timeOffset="4090.85">7158 772 3407 0,'0'0'74'0,"0"0"53"0,0-13 33 16,-13 13 21-16,13 0-68 0,0-11-49 0,-13 11-43 15,13 0-22-15,0 0-13 0,-7 0-2 0,7 0 6 16,0 0 1-16,0 0-1 0,0 13 1 0,0 2 8 16,0 5-7-16,0 2 6 0,0 4 1 0,10 2-7 15,3 3 13-15,-3 2 4 0,1-1-11 0,1-1 2 16,0-1-5-16,-3-1-3 0,0-3 5 0,-1-4 13 16,-2-4-8-16,0 1 8 0,-1-2 5 0,-2-5-17 15,0 0 8-15,0-5-16 0,-3 1-14 16,4-1-7-16,-2-2-23 0,-1-1-10 0,1-2-23 15,-1 2-29-15,-1 0-20 0,2-4-32 0,-2 0-34 16,1 0-27-16,-1 0-42 0,2 0-59 0,-2 0-359 16,0 0 42-16,2-12 87 0</inkml:trace>
  <inkml:trace contextRef="#ctx0" brushRef="#br0" timeOffset="4443.13">7655 693 2836 0,'0'-8'34'0,"0"0"18"16,-12 1 19-16,12 1 1 0,-11 6-42 15,2 0-22-15,9 0-18 0,-9 0 5 0,0 0 20 16,0 10 11-16,0 1 12 0,-1 2-7 0,1-1-7 16,-1 5-11-16,1-2-10 0,-1 2 7 0,0 0 3 15,1 3 7-15,1-4 8 0,-1 1-2 0,1-1-8 16,2-1 2-16,0-1-7 0,0-3-1 0,2 1 7 15,1 1 1-15,-2-3 12 0,2 0 6 0,0-2-5 16,0 1 7-16,3-3-14 0,-3 0-2 16,3-1 1-16,0-1-13 0,0-1 6 0,0 1-1 0,0-3-6 15,0-1 10-15,0 1-9 0,12 1 5 0,-4-2 14 16,1 0 11-16,-2 3 6 0,1 0-5 0,4-3-19 16,0 6-14-16,2-2-1 0,0-1-8 15,5 1 6-15,1-1-10 0,0 0-14 0,0-1-32 16,-4 1-68-16,4-2-89 0,-5-1-82 0,-1 0-77 15,-2 0-73-15,-1 0-248 0,-1 0-5 0,2 0 109 16</inkml:trace>
  <inkml:trace contextRef="#ctx0" brushRef="#br0" timeOffset="4880.14">8180 543 2715 0,'0'-24'56'0,"0"4"76"0,-15-1 77 16,1 0 52-16,1 0-20 0,-1 2-53 0,2 2-54 15,0 3-47-15,0 0-18 0,3 6-32 0,9 2-15 16,-10 0-9-16,10 5-19 0,0-1 3 0,0 2-22 16,0 0-6-16,0 0-10 0,0 0-2 0,0 0 17 15,0 0 8-15,0 0 14 0,0 0 6 0,16 0-2 16,-4 12 3-16,1-1-11 0,1 4 3 15,0 0 7-15,-1 0-7 0,-2 4 4 0,0-4-12 16,-2 3-3-16,-3-3 1 0,-6 2 4 0,0-2-2 0,0 2 1 16,0 1 6-16,0 3 1 0,0 4 1 15,0-1 5-15,0 6-10 0,-12-1 8 0,1 1 0 16,-1-2-2-16,1-2 9 0,-1 2-12 0,3-3 12 16,-2-3-7-16,4 1-5 0,7 0 10 0,0 2-9 15,-6-2 5-15,6 2 4 0,0-4 16 0,0 5 13 16,0 1 9-16,0-6 19 0,-5 4-12 0,5-2-10 15,-6 0 4-15,0 1-27 0,2-3-7 0,-1 1 0 16,0-2-11-16,-1-1 3 0,2-2 10 0,-2-2 4 16,1-2-7-16,-1 1-23 0,2-4-53 0,1 0-45 15,-2 1-85-15,-1 0-88 0,0 2-104 0,-3 1-124 16,-3-1-296-16,-1 0 70 0,-3 0 145 16</inkml:trace>
</inkml:ink>
</file>

<file path=ppt/ink/ink7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7:31.056"/>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-1 249 2082 0,'0'-7'32'0,"0"0"29"0,0 2 41 0,12-2 38 15,-3-2 8-15,-9-1 13 0,9 1-2 0,-2-2 1 16,-3-3 1-16,-4 4-4 0,5-1-18 0,-5 1-11 16,4 1-23-16,-4-1-20 0,0 4-3 15,0-2-16-15,0 2 2 0,0 0-14 0,0 3-12 16,0-3-4-16,0 4-12 0,0 1 5 0,0 1-7 16,0-4-6-16,0 4-14 0,0 0-8 0,0 0 1 15,0 0 5-15,0 0-4 0,0 0 1 0,0 0 3 16,0 0-6-16,0 0-4 0,0 0 9 0,0 0-15 15,0 0 7-15,0 0 8 0,0 0-11 0,0 0 5 16,0 0-13-16,0 0 9 0,0 0-3 0,0 10 2 16,0-4 15-16,0 2-6 0,0 1 0 0,0 0-4 15,0 6-7-15,0-1 19 0,0 6 1 0,0-1 0 16,11 4-3-16,-11-2-11 0,10-1-1 16,-10 0 3-16,8-3 2 0,-8-1-5 0,9-4 14 15,-9-2-9-15,5-2-1 0,-1-1 1 0,1-5-8 16,-2 2 22-16,1-3-10 0,4-1 18 0,1 0 23 15,2 0-1-15,2 0 6 0,4 0-3 0,6 0-11 16,1-14-8-16,4 2 6 0,5-4-2 0,5 3-14 16,1-4-1-16,2-4 6 0,2 0-2 0,-2 0 14 15,-2 0 21-15,-1-2 15 0,-4 5 0 16,-2 0-1-16,-5-1-10 0,-4-1-32 0,0 7 4 0,-4-2-8 16,-2 3-9-16,-3 1 17 0,-4 0-17 15,1 2 0-15,-5 3-4 0,-1 0 1 0,-5 3-10 16,0-1 0-16,0 1 0 0,0 1-45 0,0 0-6 15,0 2-56-15,0 0-35 0,0 0-16 0,0 0-11 16,0 0 12-16,0 0-15 0,0 0-23 0,0 0-71 16,0 0-59-16,0 0-42 0,0 0 0 0,0 0 29 15,0 0-23-15,-14 0-130 0,0 0-21 0,2 0 72 16</inkml:trace>
</inkml:ink>
</file>

<file path=ppt/ink/ink7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7:31.625"/>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596-2 2008 0,'0'0'36'0,"0"-4"34"0,0-2 29 16,0 3 41-16,0-1 2 0,0 0 14 0,0 2 10 15,0-3-2-15,0 0 1 0,0 4-15 0,0-1-17 16,0-1-20-16,0 1-19 0,0-2-29 0,0 4-6 16,0-5-10-16,0 5-9 0,0-4 9 0,0 2-16 15,0 0 8-15,0 0-9 0,0 2 1 0,0 0 7 16,0 0-3-16,0-2-1 0,0 2 1 0,0 0 7 15,0 0-17-15,0-3 13 0,0 1-12 0,0 1-8 16,0 0 4-16,0-1-11 0,0 2 8 0,0-2 4 16,0 0-16-16,0 1 8 0,0 1-19 15,0 0-1-15,0-2 7 0,0 2-7 0,0 0 9 16,0 0-16-16,0 0-1 0,0 0-6 0,0 0 9 16,0 0 4-16,0 0 4 0,0 0-2 0,0 0-16 15,0 0 6-15,0 0 2 0,0 0 5 0,0 0-6 16,0 7-4-16,0-7 2 0,0 9 3 0,0-9 2 15,0 8 8-15,0-4-12 0,0 7 6 0,0 0-3 16,0 2-5-16,0 2 21 0,0 0-2 0,0 2-1 16,0 5 0-16,12-2-9 0,-12 0-8 0,11-1 13 15,-2 0 11-15,-9-2-12 0,10-1 3 0,-2-2 6 16,0 0-18-16,-8-1 6 0,7-3 8 0,-1 0-7 16,-1 0 7-16,1-5 14 0,-1 0-14 0,-1-3 8 15,1 1 21-15,1-3 8 0,6 0 31 16,0 0-10-16,5 0-36 0,7 0-3 0,5-15-23 15,3 4 4-15,6 0 3 0,1-2-8 0,5 2 0 16,2-3-5-16,-1 3 7 0,-1 0 8 0,0 0-4 16,-3 0-10-16,-1 0 10 0,-5 1-7 0,-5 3-6 15,-4-1 23-15,-8 1-3 0,-1 2-4 0,-6 0 14 16,-2 2-11-16,-2-1-2 0,-4 1 10 0,0 1-5 16,-3 0-6-16,0 2-17 0,0-2-36 0,0 1-35 15,0 0-28-15,0 1-25 0,0 0-36 0,0 0-54 16,0 0-84-16,0 0-128 0,0 0-166 0,0 0-264 15,-13 0 109-15,-4 0 166 0</inkml:trace>
</inkml:ink>
</file>

<file path=ppt/ink/ink7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7:39.828"/>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-709 2563 1327 0,'0'-2'66'15,"0"-1"22"-15,0 1 12 0,0-1 3 0,0 0-60 0,0 1-13 16,0 0 5-16,0-2 6 0,0 1 14 16,0-3 0-16,0 2-11 0,0-3-3 0,0 4-15 0,0-2-8 15,0-1-4-15,0 3-7 0,0-1 0 16,0 1-3-16,0-2-1 0,0 2 3 0,0-1-3 0,9 0 0 15,-9 1-2-15,5-2-1 0,3 2-1 16,-4 0 2-16,-1-1 2 0,2 0-3 0,-1 0-1 16,2 1 4-16,1-3 0 0,2 1 3 0,0 1 1 15,0-2-7-15,3-1 4 0,0 1-6 0,0 1 8 16,2-1-2-16,-3-1-3 0,1 1 1 0,-2 2-3 16,-1-1 2-16,1-1-3 0,-3 1 8 0,-1 2-2 15,0-2-2-15,0 2-1 0,2-1-4 0,0 2-1 16,-1-1 2-16,1 2 4 0,1-2-8 0,0 3 3 15,0-2 1-15,-1 2-8 0,1 0 14 0,-2 0-3 16,1 0-4-16,0 0 8 0,-1 0-10 16,1 9 4-16,1-9 1 0,2 11 0 0,-1-5 2 15,2 3-5-15,0-1 3 0,1-1-1 0,-1 0-6 16,1 1 11-16,1 0-7 0,-2 2 7 0,2-2-1 16,-2 0-3-16,2 1 4 0,-2 0-5 0,-1-1 5 15,1 0-2-15,-3-2 2 0,0 0-4 0,0 1 5 16,-3-3-3-16,3-1 1 0,-4 0 8 0,2 0-5 15,-1-3 9-15,2 1 2 0,1-1-3 0,0 0 6 16,2 0-6-16,4 0-5 0,2-12-3 16,1 2-3-16,0 1 0 0,0-2 0 0,1 0 0 0,-1-2-2 15,-3 2 2-15,-1 1-2 0,-1 1-5 0,-2 0-2 16,-2 2 3-16,-1-1-1 0,1 2 5 0,-5 3 1 16,2-1-5-16,1 2-4 0,-3 2 6 15,2 0-5-15,0 0 4 0,-1 0-2 0,2 0-1 16,-1 0 1-16,2 9 4 0,-2-9 5 0,3 10-2 15,-1-1 1-15,1-2-3 0,2-1-2 0,-2 0 4 16,1-1-1-16,1-1 1 0,0 0 2 0,2 1 3 16,-2-2 3-16,1 2 12 0,0-2 11 15,0-2 7-15,2-1 11 0,0 0-7 0,-2 0-8 0,0 0-12 16,2 0-5-16,-1 0-6 0,1-12-9 16,-2 3 4-16,2 0-11 0,1 2-2 0,2-1 7 0,-2 1-9 15,0 0 7-15,0 0 3 0,0-2-4 16,1 2 1-16,-3 1-1 0,1 0-2 0,1 0-1 15,2 0 3-15,0 0 0 0,-2-1-4 0,3 2 6 16,0 1-5-16,-3 1-5 0,-1-1 8 0,-2 1-10 16,-1 2 6-16,-4 1 2 0,0 0-7 0,-4 0 4 15,-3 0 0-15,0 0 1 0,0 0 1 0,3 11 4 16,-3-11-7-16,0 12 6 0,3-2-2 16,0 2 2-16,0-3 2 0,-2 1-5 0,-1 0 3 0,3-1-2 15,2 1 1-15,-1-1 4 0,1-1-1 0,-1 0 0 16,1-2 1-16,3 0-3 0,1 0 4 0,-2-3 2 15,4 2 6-15,1-2 7 0,2-2 5 16,2 1-1-16,3-2-2 0,0 0-5 0,4 0-3 0,0 0-5 16,3 0-6-16,1-12 3 0,2 12-5 15,0-13-2-15,1 6 7 0,-1-2-6 0,-2 2 0 16,4-1 1-16,-1 1-5 0,1 1 4 0,-1-1-1 16,0 1 4-16,1 0-4 0,-1 1 1 0,0-1 0 15,1 4-2-15,-1-2 3 0,-1 1 1 0,-2 1-3 16,1-1-3-16,-5 2 3 0,-1 1-3 0,-3 0 6 15,-4 0-1-15,-2 0 0 0,0 0 0 0,-3 0-2 16,-2 0 4-16,-2 0-1 0,-3 0-1 0,1 0-2 16,2 0 2-16,-2 0-2 0,-1 6 3 0,3-6 1 15,-2 0-1-15,2 0 3 0,0 0-1 0,3 0 0 16,2 0 0-16,0 0 4 0,1 0-6 16,2 0 1-16,2 0 0 0,-2 0-6 0,4 0 6 15,0 0-2-15,1 0 0 0,-1 0-2 0,0 0 1 16,-1 0 3-16,-1 0 0 0,-2 0 2 0,1 0-7 15,-3 0 3-15,1 0-1 0,-6 0 2 0,2 0 3 16,-1 0-4-16,-4 0-1 0,7 0 1 0,-6 0 0 16,2 0-2-16,1 0 2 0,-2 0 0 0,1 0-2 15,1 0 2-15,-2 0 0 0,-3 0-2 0,3 0 5 16,-3 0-1-16,-1 0 0 0,-2 0-2 0,0 0 2 16,3 0-1-16,0 0 3 0,-3 0-1 15,0 0-5-15,0 0 2 0,0 0 2 0,0 0 0 16,0 0 0-16,0 0-4 0,0 0 0 0,0 0-2 15,0 0 2-15,0 0 8 0,0 0-4 0,0 0 1 16,0 0-3-16,0 0 0 0,0 0-2 0,0 0 0 16,0 0 4-16,0 0-2 0,0 0 0 0,0 0 5 15,0 0-3-15,0 0-5 0,0 0-17 0,0 0-40 16,0 0-55-16,0 0-59 0,0 0-70 0,0 0-205 16,0 0-113-16,-14 0 62 0</inkml:trace>
</inkml:ink>
</file>

<file path=ppt/ink/ink7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8:01.600"/>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26 302 1072 0,'0'0'36'0,"-3"0"6"0,2 0 8 0,-2 0 19 16,1 0 3-16,-1 0 20 0,1 0 16 15,-1 0-8-15,2 0-31 0,-2 0-13 0,1 0-16 16,1 0-4-16,-1-8 4 0,1 8-4 0,1 0 3 15,0 0-3-15,-2 0 1 0,2 0-3 0,-1 0-7 16,-1 0 6-16,2 0-8 0,0 0 0 0,0 0-2 16,0 0-6-16,0 0-6 0,0 0-3 0,0 0-3 15,0 0-5-15,0 0 5 0,0 0-1 0,0 0-2 16,0 0 1-16,0 0 3 0,0 0-7 0,0 0 6 16,0 0-4-16,0 0-8 0,0 0 8 0,0 0-4 15,0 0 5-15,0 0 3 0,0 0-5 16,0 0 0-16,0 0 0 0,0 0-7 0,0 0 5 15,0 0 1-15,0 0-2 0,0 0 8 0,0 0-5 16,0 0-2-16,0 0 5 0,0 0-8 0,0 0 4 16,0 0 5-16,0 0-7 0,0 0 2 0,0 0-1 15,0 0-1-15,0 0-1 0,0 0 0 0,0 0-4 16,0 0-9-16,0 0-2 0,0 0 1 0,0 0 0 16,0 0 7-16,0 0 1 0,0 0-1 0,0 0 2 15,0 0-6-15,0 0 13 0,9 6 5 0,0-6 2 16,4 0 5-16,2 0-8 0,5 0-3 0,4 0 1 15,6 0 1-15,4 0 4 0,7 0 0 0,6-11 1 16,3 2-2-16,8-4-7 0,1 0 2 16,3-1 0-16,5 0 1 0,3-3 1 0,-2 0 0 15,0-3-4-15,-1 0 3 0,-1 1 0 0,-4 0 0 16,-3 2 1-16,-3 1-1 0,-4 0-3 0,-2 3 5 16,-4 1-3-16,-7 1-1 0,-4 3 3 0,-5 4-4 15,-4-3 3-15,-6 5 4 0,-6-1-6 0,-4 2 3 16,-2-2-1-16,-4 3-1 0,-1-1 5 0,-1 1-3 15,-2 0-2-15,0 0-6 0,0 0 6 0,0 0 1 16,0 0-3-16,0 0 5 0,0 0-5 0,0 0-7 16,0 0 5-16,0 0 2 0,0 0-4 0,0 0 12 15,0 0-3-15,0 0-2 0,0 0 1 0,0 0-4 16,0 0 2-16,0 0-12 0,0 10-17 16,0-10-20-16,0 8-21 0,0-1-23 0,0-1-21 15,0 0-53-15,0 2-166 0,0 1-86 0,0 0 41 16</inkml:trace>
</inkml:ink>
</file>

<file path=ppt/ink/ink7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8:02.512"/>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341 133 1594 0,'-30'5'25'0,"0"-4"32"0,-4-1 26 0,4 3 25 16,-2-1 3-16,3-2-6 0,0 0-7 0,3 0-4 15,2 0-12-15,3 0-8 0,3 0-4 0,4 0-5 16,3 0-4-16,4 0-14 0,1 0-9 0,1 0-11 16,2 0-8-16,2 0-4 0,1 0-6 0,0 0-5 15,0 0-4-15,0 0 0 0,0 0 2 0,9 0-1 16,6 0 5-16,6 0-3 0,9 0-3 0,8 0 5 15,13 0-6-15,11-13-1 0,12 6 0 16,10-3 1-16,7 3 2 0,6 1 2 0,8-1 3 16,4 1-5-16,5 1 1 0,-3-1-2 0,-2 2 1 15,-2-3-1-15,-6 3 4 0,-9-2-5 0,-10 0 1 16,-16 0 5-16,-6 0-3 0,-15 1 4 0,-8 1 3 16,-10 0 2-16,-6 0 8 0,-6 2-1 0,-6-2-3 15,-2 1-2-15,-7 0-10 0,0 2-5 0,0-1-10 16,0 1-42-16,0-1-51 0,0 2-51 0,0-2-53 15,-16 1-51-15,1 1-116 0,-2 0-193 0,1 0 62 16</inkml:trace>
</inkml:ink>
</file>

<file path=ppt/ink/ink7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8:04.248"/>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126 256 2047 0,'-3'-24'18'16,"-3"1"7"-16,2 1 18 0,-2-1 45 0,-4 2 5 15,3 1 0-15,-2 5-9 0,-2-2-26 16,2 1-5-16,0 4 10 0,0 1 6 0,1 2 4 0,-1-2 4 15,3 3-9-15,0 1-16 0,1 0-27 0,1 6-29 16,1-4-9-16,1 3 0 0,2 0-2 0,0 2 0 16,0 0 2-16,0 0-2 0,0 0-3 0,0 0 3 15,0 13-2-15,12 2-2 0,-1 0 2 0,0 7 10 16,1 7 2-16,3 5 15 0,3 11 10 16,3 8 4-16,5 8 4 0,2 13-9 0,3 7-7 15,4 6-9-15,3 6 1 0,0 3 1 0,5-1 1 16,1 3 1-16,1 0-6 0,1-3 3 0,1 2 6 15,0-2-3-15,0-4 4 0,-1 0-7 0,-1-5-6 16,-1-2 8-16,-3-5-9 0,-3-2 1 0,0-4 6 16,-3-6-7-16,-3-3 6 0,-1-4 4 0,-1-2-1 15,-3-5 3-15,-1-7-6 0,-2 0-4 16,-2-5-2-16,-1-6-26 0,-3-2-18 0,-3-5-21 0,-1-2-25 16,-3-6 14-16,-2-4 26 0,-3-4 21 0,0-3 23 15,-6-4-43-15,0 0-44 0,0-5-53 16,0 0-47-16,-20 0-34 0,2 0-114 0,-5-19-144 15,0 2 26-15,-4-4 86 0</inkml:trace>
  <inkml:trace contextRef="#ctx0" brushRef="#br0" timeOffset="806.05">387 108 2254 0,'-27'-19'28'0,"-2"1"33"0,2-3 20 0,0 1 17 0,1 0-16 16,3 2 4-16,3 0-2 0,2 3-3 15,4 1-11-15,5 2-40 0,0-1-23 0,9 2-12 16,0-2-5-16,12-4 4 0,8 0 8 0,10-8 0 16,8-3-2-16,14-6-2 0,16-5-3 0,13-7 1 15,13-1-5-15,11-7 1 0,12-3-7 0,7-7-13 16,10-1 18-16,7-1-1 0,6-5 4 0,4-2 5 15,5-1-6-15,1 1 1 0,-1 0 4 0,1 5-1 16,-6-2 4-16,-2 5-6 0,-6 3 6 0,-9 5-1 16,-7 3-5-16,-8 7 8 0,-8 1-8 0,-10 5 8 15,-7 5-8-15,-12 1 6 0,-12 5 0 0,-9 4 6 16,-11 5 18-16,-10 4 37 0,-11 3 49 16,-7 3 36-16,-8 4 25 0,-5 1-26 0,-4 3-28 15,-5 2-46-15,0 1-41 0,0 0-21 0,0 0-22 16,0 0-1-16,0 0-5 0,0 0-2 0,0 10-2 15,0-10-7-15,0 9 7 0,0 0 0 0,0-1 10 16,0 8 4-16,0-3 6 0,10 11 3 0,7 4-5 16,3 6 2-16,4 11-1 0,6 9 5 0,4 11 9 15,7 11 7-15,3 13 3 0,6 9-7 0,3 10-4 16,5 7-4-16,1 2-9 0,5 4 7 0,3-2-5 16,1 0 10-16,2-5-5 0,1-5-4 15,-2-3 18-15,0-7-8 0,0-3 0 0,-5-3-2 16,-1-5-12-16,-5-3-2 0,-5-4 12 0,-1-7 3 15,-5-6-12-15,-5-6 6 0,-4-8-5 0,-6-8-4 16,-3-5 4-16,-5-8 1 0,-5-7 4 0,-6-5 3 16,-4-5 18-16,-2-6 26 0,-4 0 18 0,-3-6 19 15,0 0-16-15,0-4-31 0,0 2-18 0,-16 0-16 16,-2-2-4-16,-2 5-5 0,-4-4 7 0,-6 2-17 16,-7 2 10-16,-4 3 8 0,-6-1-2 0,-7 4 11 15,-10 2-11-15,-11 5 0 0,-8 4-9 0,-13 3-3 16,-10 7 11-16,-13 7-5 0,-11 6 5 0,-13 3 5 15,-13 7-10-15,-7 6 6 0,-9 2 7 16,-4 4 8-16,-3-1 6 0,-2 3 4 0,2 1-6 0,3-4-6 16,6-3 7-16,9 1 10 0,9-7-4 15,9-3-9-15,13-4-6 0,10-4-12 0,12-6 6 16,14-4 1-16,10-4 6 0,14-2-14 0,11-6-2 16,9-5 6-16,9-2-6 0,9-3 1 0,6-3-2 15,7-2-1-15,5-3-1 0,6-2 2 0,2-2-6 16,2 2-5-16,2-4-10 0,2 0-6 0,0 0-4 15,0 0 2-15,0 0-6 0,0 0-11 0,0 0-31 16,0 0-44-16,0 0-51 0,0 0-59 0,0 0-46 16,0-10-37-16,0 10-38 0,6-6-32 0,-6 6 8 15,8 0-136-15,-4-5 57 0,1 5 113 0</inkml:trace>
</inkml:ink>
</file>

<file path=ppt/ink/ink7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8:06.961"/>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0 0 1457 0,'0'0'41'0,"0"0"6"0,0 0-3 0,0 0-1 15,0 0-44-15,0 0-9 0,0 0 6 0,0 0 1 16,12 0-13-16,-12 0-28 0,12 0-23 0,-3 0-8 16,2 0-31-16,1 0-126 0,-1 0-106 0,-1 8 9 15</inkml:trace>
</inkml:ink>
</file>

<file path=ppt/ink/ink7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8:07.152"/>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58 0 2059 0,'0'28'24'16,"-11"-8"21"-16,11-3 25 0,-14-4 24 0,5-2-12 15,0-7-14-15,9 3-25 0,-9-5-29 0,9 3-13 16,-6-2-8-16,6-1-6 0,0-1 4 0,0 2-15 15,0 0-34-15,0-1-33 0,0 0-40 0,0 1-41 16,0 0-35-16,0 2-104 0,11 0-160 16,-1 0 44-16,-1 0 73 0</inkml:trace>
</inkml:ink>
</file>

<file path=ppt/ink/ink8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8:05.547"/>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229 1790 2106 0,'-38'0'11'0,"3"0"27"0,2 0 50 0,4 0 38 15,5 0 18-15,0 0-6 0,5 0-52 0,6 0-43 16,4 0-33-16,6 0-22 0,0 0 1 0,3-9 1 16,0-1 6-16,15 1 0 0,3-6 2 0,5-3 4 15,7-4-3-15,11-7 2 0,12-6 0 0,13-7-3 16,8-9 4-16,14-4 0 0,17-9 4 0,10-5-8 15,17-7-2-15,13-6-5 0,16-2-6 16,12-3 1-16,9 0-13 0,11 0-12 0,4 2-12 16,5 3 1-16,3 4 3 0,-6 3 3 0,-3 3 10 15,-11 8 0-15,-8 1 2 0,-12 6 17 0,-10 8-3 16,-18 3 9-16,-14 4 6 0,-14 7 5 0,-13 5 0 16,-17 5 2-16,-14 6 31 0,-15 6 43 0,-15 2 2 15,-9 4-1-15,-14 1-35 0,-12 6-43 0,-12 0 1 16,-8 0 2-16,-10 0-1 0,-5 11-4 0,-9 0 0 15,-3 2-1-15,-6 5 2 0,-2-4-4 0,-1 4-8 16,0 1-30-16,1 1-30 0,2 1-37 0,0 1-36 16,2 0-36-16,4 0-40 0,0 1-96 0,0-2-165 15,2 6 43-15,-1-2 73 0</inkml:trace>
</inkml:ink>
</file>

<file path=ppt/ink/ink8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8:06.032"/>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152 1375 1935 0,'-28'17'22'16,"4"-4"24"-16,1-3 36 0,5-3 33 0,3-1 11 16,1-1-15-16,2-3-30 0,5 1-33 0,2-2-37 15,2 0-11-15,0 1-8 0,3-2-4 0,0 1-1 16,0 0-2-16,0 1 2 0,0 0 5 0,0-2 14 16,0 1 22-16,14 2 36 0,2-3 38 0,3 2 13 15,3-2 10-15,9 0-19 0,8 0-21 0,11-19-13 16,13-2-21-16,12-9-14 0,18-5-21 15,15-9-6-15,16-8-12 0,13-8-3 0,15-6 13 0,9-4-7 16,9-5 3-16,5-2 10 0,2-1-9 16,1-1-3-16,-2 2 1 0,-4 1-15 0,-7-2-11 15,-8 4 9-15,-11 9-9 0,-13 5-6 0,-11 3 12 16,-17 8 7-16,-16 6 3 0,-13 8 15 0,-15 3 10 16,-11 10-8-16,-17 3 5 0,-8 3-9 0,-12 4-10 15,-7 3-1-15,-6 0-2 0,0 3-2 0,-16 1-3 16,-4 1 4-16,-1 4 0 0,-5 0 4 0,-3 0-3 15,-1 0-38-15,-4 0-43 0,1 14-57 0,-4-2-59 16,4 1-36-16,-3 3-33 0,-2 1-81 0,-3 2-214 16,0 0 46-16,-6 5 78 0</inkml:trace>
</inkml:ink>
</file>

<file path=ppt/ink/ink8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8:06.384"/>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158 1495 2904 0,'-38'30'-1'0,"3"-4"1"16,6-7 2-16,5-5 2 0,6-6 6 0,3-5 6 16,6 0-4-16,4-2-5 0,5-1-9 0,0 0 0 15,0 0 24-15,0 0 41 0,15 0 28 16,3-13 13-16,10-3-12 0,10-5-32 0,12-5-19 15,15-9-20-15,19-6 1 0,17-11-5 0,21-8-3 16,19-8-6-16,16-5-13 0,17-7 2 0,16-3 1 16,12-5 5-16,11 2 3 0,5-1-6 0,1 0-5 15,-3 4-15-15,-5-1-14 0,-8 7-13 0,-13 5-15 16,-15 5-8-16,-19 6-13 0,-19 8-6 0,-23 9 15 16,-20 3 21-16,-21 13 16 0,-20 1-12 0,-18 9-45 15,-20 3-21-15,-15 6-22 0,-15 4 0 0,-17 5 19 16,-12 0-11-16,-12 0-6 0,-9 19-19 0,-11 3-52 15,-6-1-147-15,-5 5-82 0,-3-2 35 16,1 3 81-16</inkml:trace>
</inkml:ink>
</file>

<file path=ppt/ink/ink8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8:07.360"/>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 0 1747 0,'2'17'17'16,"-2"-2"19"-16,0-4 15 0,0-1 32 0,0-3 13 16,0-2-12-16,0-1 43 0,0-1 8 0,0-2 3 15,0-1 8-15,0 2-43 0,0-2-39 0,0 0-29 16,0 0-17-16,0 2-15 0,0-2-3 0,0 0-7 16,0 0 0-16,0 0-24 0,0 0-54 0,0 0-50 15,0 0-68-15,0 0-44 0,15 0-48 0,-1 12-219 16,3-4 2-16,-4-8 71 0</inkml:trace>
  <inkml:trace contextRef="#ctx0" brushRef="#br0" timeOffset="160.3">406 423 2308 0,'5'24'-2'0,"-5"-4"-2"0,0-5 0 0,0-1-4 15,0-3 5-15,0-1 35 0,-11-3 20 0,11 3 1 16,-12-3-5-16,12 1-29 0,-7-2-24 0,7 1-12 15,-8 1-30-15,8-1-65 0,-6 2-67 0,6-1-81 16,0-1-217-16,0 3-35 0,0 2 70 0</inkml:trace>
  <inkml:trace contextRef="#ctx0" brushRef="#br0" timeOffset="317.95">375 845 2267 0,'0'0'-55'0,"0"0"-45"0,24 0-69 0,-24 0-60 0,0 0-7 0</inkml:trace>
  <inkml:trace contextRef="#ctx0" brushRef="#br0" timeOffset="261.95">422 843 2436 0</inkml:trace>
  <inkml:trace contextRef="#ctx0" brushRef="#br0" timeOffset="2225.46">508 966 1523 0,'-6'-9'24'15,"-1"3"26"-15,2-3 27 0,0 3 19 0,4 1 0 16,-2 1 2-16,1-2-4 0,-1 2 6 0,3 1 1 16,-1-1-14-16,1 2-13 0,-3-1-19 0,3 1-22 15,0 0-18-15,0 1-13 0,0 0-6 0,0 1-8 16,0 0 3-16,0 0 1 0,0 0-5 0,0 0 7 15,0 0 1-15,0 0 3 0,10 12 7 0,1-1-5 16,-2 1-4-16,5-1-2 0,-2 1 3 16,3 2 7-16,0 2 4 0,1 0 0 0,-3 3-5 0,1 1 4 15,-2 0 1-15,-1 1-3 0,-2-2 2 0,-2-1-5 16,-1-1 1-16,-1-2 5 0,-2 0-4 16,-1-2 6-16,1-2-10 0,-3 0 1 0,0-3 14 15,0-1 6-15,0-1 44 0,0-2 38 0,0-1 27 16,0-2 17-16,0-1-20 0,0 0-35 0,0 0-35 15,0 0-35-15,0 0-14 0,0 0 6 0,-13-10 2 16,4 10 13-16,0-11-10 0,3 3-12 0,-1-3-1 16,0-3-9-16,3 0 4 15,-1-2 2 1,5-1-11-16,0-3-4 0,0-1 0 0,0-4-9 0,0 3 10 0,12 0 6 0,1-1 1 0,0 2-3 0,1 0 0 16,1 4-7-16,0 2 10 0,1 2-2 0,-1 1 3 15,1 2 2-15,0 2-8 0,0 1 6 16,-1 3-6-16,1 4 6 0,0 0-4 0,-2 0 1 15,3 0 5-15,-1 0-4 0,1 8 3 0,1 3-1 16,1-2 0-16,-4-1 7 0,3 2 0 0,-3 0 5 16,0 1-4-16,1-2-2 0,-3 1 1 0,-1-2-5 15,1 0 6-15,-1 2-4 0,-3-4-37 0,-2 1-53 16,1-1-68-16,0-2-57 0,-2 1-38 0,-2 1-30 16,1-1-59-16,-4 2-252 0,-1-1 60 0,0 2 87 15</inkml:trace>
</inkml:ink>
</file>

<file path=ppt/ink/ink8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3:58:22.465"/>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0 217 1578 0,'3'-9'9'0,"-1"9"-5"0,-1-11 4 0,2 11 2 16,-1-9 8-16,-1 3 12 0,2-1 8 15,-1 1 17-15,1-1 1 0,0 0-2 0,0-1-10 16,0-1-18-16,0 5-22 0,-1-1-5 0,1 2-6 16,-2 1 2-16,1 1-6 0,-1 1 1 0,-1 0 9 15,2 0-5-15,-2 0 8 0,1 0 0 0,2 14-4 16,0-4 8-16,3 1 0 0,-1 2-2 15,4 1 1-15,-1 2-9 0,1 3 4 0,-2 1-3 0,5 1 2 16,-4 2 3-16,0-3-1 0,1 5 4 0,-2-4-10 16,2-1 4-16,-4-3-7 0,1 0 1 0,0-3 6 15,-1-3 12-15,-1-3 25 0,1-2 19 0,-2-1 41 16,1-5 14-16,-1 0-5 0,4 0-14 16,-3 0-39-16,5-20-28 0,2-4-6 0,3-2-6 0,4-2 4 15,3-2-4-15,0-5-2 0,4-1-3 16,-4 3-1-16,2-1 5 0,-4 2-3 0,1 3 14 15,-5 4 1-15,-3 3 3 0,-1 2-2 0,-3 5-15 16,-2 3-3-16,-3 1-2 0,0 4-8 0,-2 3 4 16,1-1-14-16,-2 5-27 0,0-1-36 0,0 1-46 15,0 0-24-15,0 0 12 0,0 0 34 0,0 0 23 16,0 15 2-16,-11-2-35 0,4 1-38 16,-1 1-40-16,0 3-47 0,1-1-65 0,-2 1-30 0,0-1 51 15,-2 0 83-15</inkml:trace>
  <inkml:trace contextRef="#ctx0" brushRef="#br0" timeOffset="306.6">278 179 1350 0,'-1'-10'18'0,"1"4"10"0,0 6 11 0,0-8 20 16,0 0-4-16,0 6 4 0,0-5-2 0,0 6-12 16,0-6-19-16,0 4-14 0,0 2-8 0,0-1-13 15,0 2 5-15,0 0 0 0,0 0 7 0,0 0 10 16,0 0 9-16,0 0 14 0,9 10-6 0,-2-10 10 15,-1 13 7-15,0 0-10 0,2-4-2 0,0 1-9 16,1-1-13-16,-2 0 11 0,2 0 0 16,2-1-2-16,-2 1 2 0,2 1-10 0,-1 0 4 15,1 0-3-15,1-1-3 0,-1 2-9 0,1 0-2 16,-1-2 0-16,-1-1-2 0,2-2 3 0,-2 0-3 16,0-3 1-16,2 1 2 0,-1-2 0 0,-2-2 6 15,2 0-1-15,-1 0 6 0,1 0-2 0,6-13-5 16,2-2 3-16,9-2-26 0,4-3-70 0,4-1-40 15,7-3-44-15,2-3-71 0,5 3-63 0,0 1-31 16,2 6-46-16,0 2 76 0,-1 0 136 0</inkml:trace>
</inkml:ink>
</file>

<file path=ppt/ink/ink8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0:19.507"/>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0 373 2263 0,'0'0'15'0,"0"-12"26"0,0 12 20 16,0-13 31-16,0 6 15 0,0 7 4 0,0-12 4 15,0 5-15-15,0-1-19 0,0 8-24 0,0-6-24 16,0 6-16-16,0-6-18 0,10 6-4 0,-10 0-1 16,0 0-4-16,0 0 4 0,0 0 1 0,0 0 1 15,0 0 5-15,0 9 1 0,0-1-3 0,0 1 6 16,13 0-7-16,-13 2 2 0,12 3-2 0,-1 2-2 15,0-1 6-15,-2 2 0 0,0 0 9 0,0 1-12 16,0 0 2-16,-1 0-2 0,1-4-9 0,-2 1 5 16,1 0 2-16,0-4-2 0,-1-2 9 0,-2-3 57 15,2 0 80-15,-1-4 57 0,4-2 20 16,2 0-33-16,3 0-74 0,6-19-48 0,8-4-33 16,4-5-9-16,11-5-15 0,8-4-11 0,6-4 9 15,6-4-14-15,2 0-11 0,3-2-18 0,-2 1-31 16,-1 4-72-16,-3 2-80 0,-6 5-108 0,-7 5-86 15,-9 7-63-15,-6 7-221 0,-6 7 52 0,-6 9 116 16</inkml:trace>
</inkml:ink>
</file>

<file path=ppt/ink/ink8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0:20.714"/>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316 49 1598 0,'-18'0'27'15,"-1"0"28"-15,1 0 34 0,2 0 32 0,0 0 11 16,6 0-5-16,-4 0-1 0,2 0-11 0,3 0-14 16,0 0 1-16,3 0-17 0,-2 0 1 0,2 0-4 15,0 0-5-15,3 0-5 0,-2 0-17 0,4 0-3 16,-2 0-15-16,0 0-11 0,1 0-5 0,2 8-13 16,0-8-3-16,0 0-3 0,-3 0-4 0,3 0-7 15,0 0-5-15,0 7 7 0,0-7 0 0,0 0 7 16,12 6 6-16,-1-3-2 0,3 2 5 0,4-1-4 15,6 0-3-15,2 1-3 0,7-1-1 0,1-2 6 16,5 1 0-16,1-3 2 0,2 0-1 0,-1 0-8 16,2 0 1-16,-1 0 7 0,-2-11-4 15,-1 0 4-15,-2 11-6 0,-7-11 6 0,-1 1 9 16,-6 4 2-16,-7 6 16 0,-5-9-8 0,-2 3-11 16,-9 1-6-16,0-2-7 0,0 2-11 0,-18-1-3 15,-3 2-1-15,-8 1-2 0,-5 1 11 0,-2-1 2 16,-11 3 2-16,-2 0 0 0,-2 0-4 0,-1 0 4 15,0 12 11-15,-1-2-13 0,2-2 9 0,2 1 1 16,2 0-5-16,6-1 9 0,4 1-12 0,3-2-2 16,6 2-1-16,5-6-12 0,10-3-5 0,2 6-11 15,5-2 3-15,6-1 14 0,0-1 8 0,0 2 17 16,11 1-8-16,2 3-2 0,4-4 4 0,4 2-6 16,4-1 6-16,5 0-1 0,2-3 3 15,3-2-8-15,1 0 4 16,1 0 1-16,-1 0-5 0,-4 0 5 0,-3 0 1 0,-6 0 5 0,-4-10 2 15,-6 10 9-15,-3 0-2 0,-4-7 16 0,-3 7 6 16,-3 0 6-16,0 0 6 0,0 0-26 0,0 0-8 16,0 0-11-16,0 0-13 0,0 0 1 0,-9 0 4 15,9 0-4-15,-10 0-9 0,10-8-42 0,-8 8-62 16,8 0-75-16,-5-10-82 0,5 10-56 0,0 0-85 16,0-7-148-16,0 7 5 0,0 0 100 15</inkml:trace>
  <inkml:trace contextRef="#ctx0" brushRef="#br0" timeOffset="952.73">2096 46 2005 0,'-12'0'28'0,"1"0"13"16,-3 0 40-16,2 0 47 0,2 0 20 0,-4 0 20 16,-1 0-5-16,1 0-7 0,0 0-9 15,1 0 1-15,1-6 2 0,-2 6-25 0,3-6-21 0,-1 0-17 16,2 6-35-16,-3-5-16 0,6 1 0 15,1 4-20-15,-3-2 4 0,1-2 4 0,5 3-12 16,-3-1 4-16,4 1-6 0,-1 1-6 0,3-2-12 16,0 1 1-16,0-1-1 0,0 2-2 0,0 0-9 15,0 0 4-15,0 0 10 0,11 0 0 0,-2 0 6 16,2 0 3-16,1 0-16 0,5 0 11 16,4 0 15-16,5 0-20 0,4 0 13 0,5 0-10 0,1 0-1 15,7 0 9-15,-4 0-2 0,2 0 3 16,2 0-7-16,-1 0-7 0,-2 0-3 0,-4 0-2 15,1 0 3-15,-4 0 8 0,1 0-17 0,1 0 8 16,-2 0-2-16,-6 0 1 0,5 0 9 0,-1 6-8 16,-6-6 3-16,3 0-1 0,1 0 15 0,-7 7 3 15,-5-7-6-15,0 0 5 0,-4 0-6 0,-6 0 2 16,-1 4 3-16,-2-4-3 0,-4 0 1 0,0 0-5 16,0 0 3-16,0 0-6 0,-13 0-9 0,-1 0-8 15,-3 0 4-15,-3 0-9 0,-5 0 17 0,-3 0 3 16,-7 0 7-16,-1 0 11 0,-4 0-10 0,-2 10 7 15,1-10-11-15,-2 9-4 0,1 0-4 0,-4-3 8 16,5 3 2-16,-1-3-1 0,5 0 2 0,4 0-5 16,1 1-8-16,6-3 10 0,8 1-3 0,1-1-2 15,8-2 5-15,3 2-15 0,6-3-1 16,0 2 11-16,0 0-8 0,0-1 5 0,12 2 16 16,2 2-12-16,6-1 12 0,2 0 4 0,9 0-15 15,2-3 1-15,13 0 3 0,-1 0-2 0,8-2 12 16,4 0 2-16,-1 0-7 0,6-12 5 0,-1 12-10 15,-5-15-2-15,0 4-5 0,-1 1-1 0,-5 10 9 16,-7-10 6-16,-7 2 10 0,-6 2-3 0,-7 6 12 16,-9-9-14-16,-5 6 1 0,-9-2-5 0,0 1-14 15,-14 2 10-15,-5 0-4 0,-4 0 6 0,-9-2-11 16,-2 4 7-16,-10 0-2 0,-1 0 2 0,-4 0 1 16,-1 0-8-16,-3 10-1 0,4-10-2 15,2 11 3-15,5-1 4 0,2-2 3 0,4-1-8 16,5-1 5-16,9-6-2 0,5 7-7 0,3-3 3 15,5 0-16-15,6-1-20 0,3-1 2 0,0-2-24 16,0 0 0-16,0 4-30 0,9 0-77 0,5-3-54 16,0 0-67-16,2 1-61 0,4-2-207 0,6 0-65 15,3 0 83-15</inkml:trace>
  <inkml:trace contextRef="#ctx0" brushRef="#br0" timeOffset="6228.39">529 2059 1880 0,'0'0'14'0,"0"2"5"0,0-2 12 0,-11 0 8 15,11 3-8-15,-9-3 0 0,9 2-11 0,-8 0-6 16,8-2-4-16,-4 4-10 0,4-4-2 16,0 4 0-16,-5-3-3 0,5 1 6 0,0 1 2 0,0 0-2 15,0-1 6-15,0-1 4 0,0 5 5 0,0-4 14 16,14 3 3-16,-5-2 8 0,0 0 3 16,2-1-9-16,-1 2-6 0,1-2-7 0,1 1 4 15,0-2 2-15,2-1 4 0,0 0 0 0,2 0-1 16,1 0 0-16,0 0-4 0,1-15-2 0,0 5-2 15,2-2 3-15,0-2 12 0,-1 1 7 0,1-2 10 16,0 0 11-16,-2 0-5 0,-1-2 5 0,-1-2-11 16,0-1-19-16,-4-5-6 0,0 0-1 0,-4-3-2 15,-2-2-2-15,-3-5-3 0,-2-2-10 0,-1-2-8 16,0-4-3-16,0 0 2 0,-14-3-1 0,1-1-2 16,-1 0 7-16,-3-2-11 0,1 3 1 15,1-1 4-15,-2 1-3 0,0 2 3 0,0 4 2 16,1-3 1-16,1 4-1 0,1 6 2 0,0 1-7 15,1 3 5-15,2 3 9 0,2 2 0 0,0 3 7 16,1 2 2-16,2 3-6 0,-2 3-2 0,2 0 1 16,0 2-14-16,0 3 6 0,0-2 0 0,-1 3-9 15,0 2 6-15,0-2-11 0,-2 3 5 0,-2 0-5 16,-1 0 3-16,-2-1-1 0,1 5-2 0,-7 0 2 16,-3 0 0-16,-3 0 1 0,-1 14-6 0,-3-2 9 15,-2 3-8-15,0-2 10 0,-2 5 4 0,-1 0 0 16,4 3 6-16,-3-2-16 0,2 5-1 15,5-2-5-15,-2 6 3 0,2-3 9 0,-1 8-6 0,1-1 5 16,3 2-3-16,1 4 5 0,-1-1-3 16,2 3 2-16,0 2 0 0,3-2-4 0,4 3 5 15,2-3-4-15,0 2-4 0,6 0-3 0,2-1 8 16,2 0-9-16,3-2 3 0,0 2 0 0,0-4 2 16,14-1 9-16,-2-1-7 0,3-2 5 0,0 0-7 15,7-4 0-15,-3-1 9 0,4 1-2 0,3-5-1 16,0-1 8-16,1-4 12 0,4-2 13 0,0-2 8 15,0-4-3-15,4-2-9 0,1-2-11 0,2-3-7 16,0-4 1-16,3 0-1 0,-3 0-6 0,2 0 3 16,1-15-12-16,-3 0-47 0,0 2-70 15,-1-3-78-15,1-1-82 0,0 0-53 0,0-1-78 16,5 0-219-16,-4-2 67 0,4 0 94 0</inkml:trace>
</inkml:ink>
</file>

<file path=ppt/ink/ink8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0:27.663"/>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3842 1150 1714 0,'0'-28'20'16,"-10"-1"20"-16,1 4 25 0,9 1 17 0,-8 0 1 16,8 3-5-16,-12-3-19 0,4 3-8 0,-4 1-13 15,2 0-11-15,-1 3 13 0,-1-2 10 0,-5 1-2 16,-3 5 2-16,4 1-20 0,-4 1-22 0,0 4-8 15,-3 1 2-15,1 6 9 0,-6 0 13 0,5 0 13 16,-5 13 5-16,-6 1 10 0,4 7-4 0,-7 2-3 16,1 5-6-16,2 4-14 0,-4 2-10 15,-1 8 0-15,1 2 2 0,0 5-1 0,2 0 5 0,-1 6-10 16,4 0 0-16,-1 4-7 0,5 1-5 16,5-1 2-16,4 1-4 0,1 0 0 0,7-2 5 15,4 0-2-15,8-2 0 0,0-2 0 0,0-2 2 16,14-5 0-16,2-2 9 0,4-1 15 0,3-6-4 15,7-3 15-15,2-3 9 0,5-6-2 0,-1-2 7 16,8-6-2-16,-1-6 3 0,5-5 17 0,-1-7 0 16,6 0 6-16,-1 0-12 0,7-17-1 0,-3-5 16 15,1-6-8-15,2-2 20 0,-6-3-23 0,6-4-20 16,-6-8 4-16,-2-3-24 0,-6-5 0 0,2-8 0 16,-4 0-5-16,-7-7-14 0,-4-2-2 15,-5-6-5-15,-4 0-5 0,-6 1 6 0,-6 3 0 16,-11 2-6-16,0 3-14 0,0 4 5 0,-14 8-15 15,-6 7-5-15,0 3-27 0,-4 8-38 0,-5 4-46 16,2 5-80-16,-2 7-58 0,-1 3-66 0,1 5-39 16,4 8-46-16,4 5-213 0,6 0 79 0,3 0 95 15</inkml:trace>
</inkml:ink>
</file>

<file path=ppt/ink/ink8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0:28.576"/>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6307 1202 2642 0,'0'2'21'0,"0"-1"31"0,0-1 27 16,-12 0 42-16,12 0 14 0,0 0 18 0,-11 0 6 15,4 0-19-15,7-11-4 0,-11 11-43 0,2 0-29 16,0-7-12-16,4 7-34 0,1 0-2 0,-1-6 0 16,-1 6-14-16,5 0 6 0,1 0-14 0,0 0 9 15,0 0 1-15,0 0-4 0,0 0 6 0,0 0-14 16,0 0 3-16,0 0 0 0,0 0-4 15,0 0 11-15,0 0 1 0,0 0-10 0,0 0 7 0,0 0-6 16,0 0 0-16,0 0 10 0,0 0 6 16,0 0-13-16,0 0 6 0,0 0-7 0,0 0 1 15,0 0 7-15,0 0-11 0,0 0 9 0,0 0-1 16,0 0 0-16,0 0 0 0,0 0 6 0,0 0-19 16,0 0 11-16,0 0-5 0,0 0-4 0,0 0 11 15,0 0-4-15,0 0 13 0,0 0-16 0,0 0 11 16,0 0-7-16,0 0-8 0,0 0 20 0,0 0-6 15,0 0 3-15,0 0-5 0,0 0-4 0,0 0-6 16,0 0 10-16,0 0-1 0,0 0 3 0,0 0-1 16,0 0-8-16,0 0 6 0,0 0-5 0,0 0 8 15,0 0-6-15,0 0 4 0,0 0 0 0,0 0-5 16,0 0 3-16,0 0-2 0,0 0 4 16,0 0-6-16,0 0 2 0,0 0-1 0,0 0 5 15,0 0 3-15,0 0 1 0,0 0-1 0,0 0-10 16,0 0 9-16,0 0 2 0,0 0-7 0,0 0 5 15,0 0-7-15,0 0-1 0,0 0 3 0,0 0 3 16,0 0-2-16,0 0-4 0,0 0 3 0,0 0-23 16,0 0-12-16,0 0-19 0,0 0-39 0,0 0-22 15,0 0-38-15,0 0-49 0,0 0-35 0,0 0-25 16,0 0-26-16,0 0-36 0,0 0-229 0,0 0-16 16,-14 0 79-16</inkml:trace>
</inkml:ink>
</file>

<file path=ppt/ink/ink8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0:33.527"/>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154 251 1755 0,'-18'0'25'0,"0"0"24"0,1 0 20 0,1 0 21 16,0 0 4-16,0 0 1 0,2 0-6 0,3 0-3 15,2 0-14-15,2 0-12 0,2-10-2 16,2 10-8-16,0 0 0 0,1 0-7 0,2-6-4 16,0 6-4-16,0 0-8 0,0 0-2 0,0 0-5 15,0 0 0-15,0 0 8 0,0 0 13 0,10 0 1 16,-10 0 15-16,0 0 4 0,9 0 0 0,-9 0 7 15,7 0-10-15,-2 0 0 0,1 0-6 0,0 0 6 16,-3 6-4-16,0-6-10 0,2 7 3 16,-1-7-9-16,-1 3-5 0,2-3 10 0,-1 0-11 0,-2 3-10 15,1-3 2-15,-2 0-18 0,2 0 4 0,-1 0-3 16,1 0 2-16,0 0 6 0,-1 0-15 0,-1 0 2 16,4 0-4-16,-2 3 0 0,1-3 9 15,-1 0-4-15,3 0 1 0,0 0-4 0,2 0-1 16,-2 0-1-16,3 0-1 0,0 0 3 0,3 0 0 15,-1 0 2-15,0 0 7 0,1 0-12 0,-3 0 5 16,0 0 11-16,2 0-17 0,-2 0 15 0,-2 0-10 16,0 0-16-16,0 0 15 0,-1 0-8 0,2-9 10 15,-2 9 3-15,1 0-5 0,-2 0 5 0,1 0-10 16,-1-5 8-16,-1 5-1 0,2-3-7 0,-3 3 4 16,2 0-11-16,-1-5 15 0,1 5 0 0,1 0 0 15,3 0 12-15,3 0-19 0,2 0 13 0,6-2 4 16,3 2-10-16,5-2 2 0,4-2-7 15,6 0-3-15,3 1 11 0,3-1-1 0,3 2-4 16,3-5-1-16,-1 3-10 0,4-3 7 0,2 4 7 16,6-2-1-16,1 0 1 0,3-1-6 0,7-3 1 15,2 3-4-15,6-1-2 0,3 1 7 0,5-3-4 16,1 0-13-16,2 1 6 0,2 2-13 0,0-1 1 16,-1 0 1-16,-1 1 2 0,-1 0-3 0,-3 1 5 15,-4 1 13-15,-2-1-8 0,-7 1 9 0,-3 0-2 16,-4 1 7-16,-6 0 5 0,-6 0-6 0,-5 2 2 15,-8 0-6-15,-2-1-2 0,-7 0 10 0,-4 2-8 16,-5-1 8-16,-2 1 5 0,-6-1-7 0,-5 1-1 16,-2 0-5-16,-1 0-3 0,-5 0 13 0,-2 0 3 15,1 0-1-15,-2 0 7 0,0 0-12 16,0 0-4-16,0 0 13 0,0 0-20 0,0 0 6 16,0 0 3-16,0 0-5 0,0 0 9 0,0 0-8 15,0 0-12-15,0 0-28 0,0 0-30 0,0 0-50 16,0 0-50-16,-9 0-37 0,1 0-25 0,0-11 6 15,-1 11 26-15,-1-11 21 0,-4 2 14 0,-3 3-19 16,-3 6-36-16,-2-6-95 0,-3 3-91 0,-2 3 21 16,-3-6 73-16</inkml:trace>
</inkml:ink>
</file>

<file path=ppt/ink/ink9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0:35.655"/>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46 1 2134 0,'-14'0'19'0,"1"0"15"16,3 0 17-16,4 0 25 0,2 0 11 0,1 0 18 15,0 0 23-15,0 0 3 0,3 0-4 16,-3 0-20-16,3 0-29 0,0 0-20 0,0 0-24 15,0 0-6-15,0 0-6 0,0 0-9 0,0 0 3 16,0 0-11-16,0 0 7 0,0 0 4 0,0 0-11 16,0 0 10-16,0 0-18 0,9 0 0 0,-9 0 2 15,7 0-3-15,-1 0 17 0,0 7 27 0,2-7 25 16,4 6 23-16,3-6-1 0,8 4-15 0,5 0-19 16,6-2-33-16,9 3-4 0,6-2-18 0,5-1-3 15,5 3 7-15,5-2-9 0,0 0 6 0,4 2-1 16,5-3 2-16,5 5 0 0,4-3-2 0,1 0 3 15,8 2-2-15,7 0 9 0,3-2-2 0,6 0-5 16,0-3 5-16,6 4-10 0,-1-4 3 0,4 2 1 16,-1-1-2-16,1-1 3 0,-4 1 2 0,-1 0 3 15,-5 0-6-15,-6-2 4 0,-6 4-5 16,-8-1 5-16,-8-1-12 0,-8-1-3 0,-9 0 16 16,-8 2-7-16,-9-2 15 0,-7 2 1 0,-10-3 16 15,-7 0 27-15,-7 0 17 0,-5 0 18 0,-8 0-20 16,0 0-14-16,0 0-12 0,0 0-19 0,0 0-1 15,0 0-9-15,0 0-14 0,0 0-2 0,0-9 1 16,-9 9 0-16,9-9-3 0,-9 9 0 0,0-4-8 16,1-1-1-16,2 1 6 0,-2-1 4 15,2 4-12-15,2-2-17 0,-2-1-10 0,1 4-7 0,-1 0-18 16,3-1 5-16,0 1-23 0,2 0-9 0,-2 0-18 16,-1 0-26-16,3 0-5 0,-2 0-44 15,1 0-11-15,-2 0-19 0,-1 0-19 0,-1 0 4 0,-1 0-7 16,-1 0-17-16,-3 0-121 0,-1 0-123 15,-1 0 48-15,-4 0 75 0</inkml:trace>
</inkml:ink>
</file>

<file path=ppt/ink/ink9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0:35.700"/>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200-1 978 0,'0'0'67'0,"0"0"8"0,0 0 13 0,0 0 4 16,0 0-70-16,0 0-1 0,0 0 8 0,0 0 14 16,0 0 14-16,0 0 4 0,-7 0-4 0,7 0-7 15,-6 0-2-15,6 0 3 0,-6 0-7 0,3 0-5 16,1 0-3-16,-1 0-12 0,3 0-11 0,-1 0 0 15,1 0-3-15,-3 0 0 0,1 0 7 0,2 0 0 16,-2 0-2-16,1 0-1 0,-1 0-7 0,-1 0-6 16,0 0-2-16,0 0 2 0,2 0 2 0,-2 0 7 15,-2 0 4-15,2 0 5 0,0 0 5 0,-1 0 18 16,-2 0 5-16,1 0 1 0,0 0 1 0,-1 0-15 16,0 0-3-16,-1 0-2 0,2 0-3 15,1 0 4-15,-1 0 3 0,-1 0-5 0,3 0-2 16,-2 0-4-16,4 0-7 0,-4 0 2 0,2 0 3 15,-1 0-6-15,1 0-2 0,0 0 0 0,-2 0-4 16,2 0 2-16,-3 0 10 0,3 0 9 0,-3 0 13 16,1 0 17-16,2 0-2 0,-1 0 6 0,1 0-7 15,0 8-3-15,0-8-2 0,1 4-14 0,1-4-9 16,-3 5-17-16,4-2 1 0,-1-3-13 0,1 0 12 16,0 3-4-16,0-3-4 0,0 0 8 0,0 0-11 15,0 0 5-15,0 0-11 0,0 0 9 16,0 0-3-16,0 0-3 0,0 0 7 0,0 0-5 0,0 0-2 15,0 0 2-15,0 0 4 0,0 0 19 16,9 0 31-16,-9 9 18 0,8-9 10 0,-1 7-14 16,1-1-9-16,1 0-9 0,2-1-7 0,-1-4 2 15,4 4-7-15,0-1 7 0,2 1-14 0,4-3 5 16,1 0-5-16,1-2-23 0,3 2 19 0,3 0-1 16,1 0-9-16,4-2 11 0,2 0-28 0,4 0 2 15,2 0-9-15,3 0-3 0,0 0 28 0,4 0-22 16,0 0 9-16,5 0 11 0,0 0-14 0,5 0 0 15,0 0 2-15,3 0-9 0,2 0 1 0,1 9 7 16,1-9-9-16,-1 9 6 0,3 2-2 0,-5-3 5 16,2 1 4-16,0-3 0 0,0 0-2 0,-2 4-8 15,2-4 5-15,0-2-3 0,-1 1-2 16,1 1 15-16,1-3-3 0,1-1-8 0,-1 2-3 16,-1-3-2-16,0 2 1 0,-2 0 12 0,-1-3-4 15,-4 0-7-15,-4 0 8 0,-2 0-10 0,-6 0 15 16,-2 0-8-16,-5 0-3 0,-2 0 7 0,-7 0-8 15,-2 0-2-15,-4 0 4 0,-3 0-8 0,-3 0 4 16,-4-11 13-16,-2 11-1 0,-2 0-8 0,-1-7 6 16,-4 7-1-16,1 0-17 0,-1 0 13 0,-1 0 3 15,0 0-12-15,-3-5 21 0,2 5-5 0,-1 0-16 16,1 0 8-16,-1-4-4 0,1 4 5 0,-2-2 7 16,0-2-1-16,1 4-5 0,1 0-4 0,-2 0 2 15,0 0 0-15,0 0 3 0,0 0 2 16,0 0-3-16,0 0 1 0,0 0-8 0,0 0 1 15,0 0 14-15,0 0-13 0,0 0 3 0,0 0 2 16,0 0-10-16,0 0 18 0,0 0-2 0,0 0 3 16,0 0-11-16,0 0-5 0,-11 0-4 0,5 0-36 15,6 0-48-15,-10 0-96 0,-1 0-86 0,0 0-85 16,-5-9-55-16,-3 9-63 0,-3-11-221 0,-6 11 94 16,-2-8 110-16</inkml:trace>
</inkml:ink>
</file>

<file path=ppt/ink/ink9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0:37.276"/>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711 277 2623 0,'-47'10'20'0,"3"-2"4"0,3-8 18 0,4 0 49 16,7 0 31-16,-1 0 42 0,7 0 19 0,3 0-46 15,6 0-30-15,1 0-48 0,6 0-28 0,2 0 0 16,5 0-8-16,-2 0 26 0,3 0-18 0,0 0 11 16,0 0-12-16,0 0-12 0,0 0 26 0,0 0-13 15,13 0 5-15,1 0-6 0,0 0-8 0,5 0-5 16,9 0-6-16,5 0-7 0,11 0 4 16,12 0-3-16,11-10 8 0,14 10-6 0,8-12-10 15,12 12 2-15,9-8-2 0,9 8 6 0,5 0 3 16,9-7-3-16,6 7 1 0,9 0-6 0,4 0-4 15,5 0 9-15,1 0-7 0,-1 0 8 0,-2 0 0 16,-6 9 1-16,-10-9-3 0,-10 10-1 0,-12-10 7 16,-9 8-12-16,-12-3 7 0,-11-5-11 0,-12 5 3 15,-11-5 16-15,-9 0-11 0,-10 0 26 0,-13 0 11 16,-6 0 22-16,-7 0 55 0,-5 0 20 16,-4 0 11-16,-8 0 6 0,0 0-13 0,0 0-5 15,0 0 3-15,0 0 3 0,0 0-12 0,0 0-16 16,0-8-30-16,0 8-25 0,-9 0-28 0,9-3-15 15,-8 3-1-15,8-5-28 0,0 5 12 0,-4 0-3 16,4 0 4-16,-5-2 6 0,3 2-10 0,2-2 7 16,0 2 4-16,-3 0-11 0,3-2 17 0,0 2-9 15,0-2-10-15,0 2 14 0,-1-3-8 0,-1 3 0 16,1-1 4-16,1 1-1 0,-2 0-4 0,2 0 7 16,-3 0-5-16,2 0 1 0,1 0 2 0,-3-2-1 15,3 2 5-15,-2-1 7 0,2 1-8 0,-1 0-4 16,1-3-8-16,0 3-7 0,-2 0-1 15,1 0 11-15,1 0-6 0,0 0 11 0,0 0 0 16,0 0-22-16,0 0-4 0,0 0-32 0,0 0 8 16,0 0 20-16,0 0 13 0,0 0 22 0,0 0-6 15,0 0-17-15,0 0 22 0,0 0-4 0,0 0 12 16,0 0 6-16,0 0-30 0,0 0 15 0,0 0-15 16,0 0 3-16,0 0 16 0,0 0-11 0,0 0-1 15,0 0 0-15,0 0-8 0,0 0 4 0,0 0 9 16,0 0 0-16,0 0-4 0,0 0 0 0,0 0 4 15,0 0 0-15,0 0 5 0,0 0-5 0,0 0-5 16,0 0 9-16,0 0-8 0,0 0 4 16,0 0-5-16,0 0-4 0,0 0-9 0,0 0-7 15,0 0-8-15,0 0-17 0,0 0 10 0,0 0-17 16,0 0-12-16,0 0-24 0,0 0-11 0,0 0 25 16,0 0 16-16,0 0 33 0,0 0 17 0,0 0-4 15,0 0 4-15,0 0-3 0,0 0-5 0,0 0-10 16,0 0 14-16,0 0-11 0,0 0 16 0,0 0 0 15,0 0-7-15,0 0 4 0,0 0-8 0,0 0 15 16,0 0 8-16,0 0-4 0,0 0 4 0,0 0-4 16,0 0-5-16,0 0 11 0,0 0-3 0,0 0-6 15,0 0 8-15,0 0-5 0,0 0 6 0,0 0 0 16,0 0-2-16,0 0 3 0,0 0-5 0,0 0 9 16,0 0-14-16,0 0 11 0,0 0-7 15,0 0 4-15,0 0 6 0,0 0-5 0,0 0-1 16,0 0-5-16,0 0 7 0,0 0-10 0,0 0 9 15,0 0 2-15,0 0-10 0,0 0 15 0,0 0-9 16,0 0 0-16,0 0-7 0,0 0 16 0,0 0-6 16,0 0-10-16,0 0 14 0,0 0-12 0,0 0 10 15,0 0-4-15,0 0-6 0,0 0-4 0,0 0 6 16,0 0 13-16,0 0-5 0,0 0-2 0,0 0 0 16,0 0-13-16,0 0 17 0,0 0-11 0,0 0-3 15,0 0 20-15,0 0-11 0,0 0 7 0,0 0-8 16,0 0-5-16,0 0-1 0,0 0 7 15,0 0 0-15,0 0 6 0,0 0-5 0,0 0-16 16,0 0 16-16,0 0-20 0,0 0 23 0,0 0-3 16,-8 0-3-16,8 0 8 0,0 0-9 0,-4 0 1 15,4 0 10-15,0 0-8 0,0 0-4 0,0 0 10 16,-5 0-12-16,5 0 1 0,0 0 4 0,0 0-1 16,0 0 4-16,0 0-4 0,0 0 4 0,0 0-5 15,0 0-5-15,0 0 13 0,0 0-15 0,0 0 8 16,0 0 7-16,0 0-16 15,0 0 9-15,0 0 6 0,0 0-10 0,0 0 7 0,0 0-12 0,0 0 13 16,0 0-4-16,0 0 14 0,0 0 2 0,0 0-30 16,0 0 14-16,0 0-11 0,0 0 11 15,0 0 11-15,0 0-8 0,0 0 4 0,0 0-7 16,0 0-6-16,0 0 11 0,0 0 2 0,0 0 0 16,0 0 0-16,0 0-8 0,0 0-12 0,0 0 12 15,0 0 0-15,0 0-6 0,0 0 17 0,0 0-6 16,0 0-10-16,0 0 11 0,0 0-1 0,0 0-16 15,0 0 26-15,0 0-18 0,0 0 4 0,0 0-1 16,0 0-16-16,0 0 24 0,0 0-17 0,0 0-3 16,0 0 9-16,0 0 0 0,0 0 2 15,0 0 6-15,0 0 7 0,0 0-18 0,0 0 14 0,0 0-11 16,0 0 8-16,0 0-1 0,0 0-9 0,0 0 8 16,0 0-10-16,0 0 5 0,0 0 0 15,0 0 5-15,0 0 1 0,0 0-2 0,0 0-2 16,0 0 6-16,0 0-11 0,0 0 1 0,0 0 5 15,0 0-12-15,0 0 7 0,0 0 9 0,0 0-11 16,0 0 12-16,0 0 3 0,0 0-9 0,0 0 5 16,0 0-6-16,0 0 2 0,0 0 4 0,0 0-5 15,0 0 1-15,0 0-4 0,0 0-2 0,0 0 10 16,0 0 12-16,0 0-5 0,0 0-7 0,0 0-5 16,0 0-9-16,0 0 1 0,0 0-15 15,0 0-8-15,0 0-16 0,0 0-15 0,0 0 1 0,0 0-8 16,0 0-26-16,0 0-18 0,0 0-53 15,0 0-58-15,0 0-47 0,0 0-52 0,0 0-13 0,0 0-21 16,0 0-24-16,0 0-155 0,0 0 5 16,-17 0 95-16</inkml:trace>
</inkml:ink>
</file>

<file path=ppt/ink/ink9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1:19.888"/>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71 712 1654 0,'-9'-12'12'0,"-2"-1"8"0,1 0 27 16,1-2 26-16,0 4 8 0,-1-2 11 0,4 2-5 16,2 2-22-16,1-1-19 0,3 1-17 0,0 3-24 15,0-3-6-15,0 2-3 0,13 1 3 0,1 0 6 16,3 1 10-16,1 1 6 0,6-1-1 15,4 0 0-15,4-1 9 0,6 3 1 0,6-2 2 16,6 1-6-16,6-3-11 0,6 3-3 0,8-2-6 16,6-1 5-16,8 0-4 0,7-1-4 0,6 1 0 15,5 1 0-15,4-1-3 0,0 1 6 0,4 0 0 16,-4-1-7-16,-1 3 5 0,-2-1-5 0,-3-1 1 16,2 1 1-16,-2 4-1 0,2-6 1 0,-3 1 0 15,1 0 1-15,-3 0-4 0,2 0 0 0,-4 0-2 16,-3-1 6-16,-1 0-4 0,-5 1 7 0,-1 1 2 15,-1-3-10-15,-1 4 5 0,-1-4-4 0,0 0-1 16,2 0 4-16,-1 1 1 0,1-1 1 16,-1-1-2-16,3 1 4 0,-3-1 1 0,-1 1-4 15,2-2-1-15,-2 2-5 0,1 2-1 0,-4 0 2 16,2-1 4-16,-1 0 4 0,-2 3-6 0,-1-3 3 16,-1 1-8-16,-2 2 5 0,-1-3 0 0,-1 3 0 15,-1-4 8-15,-3 3-9 0,-2-1 4 0,-3-1 0 16,-2 0-3-16,-2-1 0 0,-2-2 1 0,0 3-1 15,-1 1 1-15,-1-3 0 0,1 3-2 16,-1-3-2-16,0 2 5 0,-1 0 3 0,1 1-1 0,0-2-1 16,-1 3-4-16,4-2 0 0,-2 2-3 0,4-1 4 15,-3 0-1-15,6-1 1 0,-3 3 0 0,3-1-2 16,-4 0 3-16,2 1-1 0,-4 1 3 0,4-1 0 16,-3 1-1-16,-2 0 0 0,-1 2 1 15,-2-3 1-15,-2 4-4 0,-1-3 0 0,-1 3 0 0,-3 0-5 16,-4 0 7-16,-2 0-2 0,-2 0 1 15,-5 0 1-15,2 0-6 0,-2 0 5 0,-4 0-5 16,3 0 6-16,0 0-1 0,0 10-6 0,1-4 2 16,7-6-5-16,-2 9 8 0,0-1-1 0,3-2 0 15,1 3 4-15,1-2-2 0,-1 1 0 0,1-1 5 16,-2 3-1-16,1-4-5 0,1 1 2 0,-4 0-3 16,1-3-3-16,-1 5 5 0,1-4-1 0,1 3 3 15,1-4-2-15,-2 3 0 0,2-3-1 16,-2 2 1-16,2-3 2 0,1 2-5 0,-2-2 5 15,-2 1-4-15,4 1-2 0,-7-3 8 0,1 3-5 16,-1-4-1-16,-5 2 3 0,-3-1 0 0,0 0 4 0,-2-2 1 16,-7 0 3-16,1 0-7 0,-6 0 3 15,-2 0-3-15,-1 0-4 0,-2 0 6 0,-3 0-5 16,1-10 3-16,-1 10 2 0,2-10-6 0,-2 10 1 16,-3 0-2-16,3-4-1 0,-6 4 6 0,3 0-2 15,-1-4 2-15,1 4 2 0,0-4-3 0,-3 4 1 16,3 0-2-16,-3 0-3 0,3 0-4 0,0-3 4 15,0 3-4-15,2-2 5 0,4-2 6 0,-2 3-8 16,2 0 7-16,2-1-2 0,1-2-8 0,5 1 7 16,-4 1-4-16,-3 1-3 0,3 0 10 0,-5-2-3 15,1 1 3-15,-3 2 15 0,-1 0 4 0,-2 0 6 16,-3 0-6-16,0 0-15 0,0 0-10 16,0 0-5-16,0 0 0 0,0 0 1 0,0 0 6 15,0 0-5-15,0 9 1 0,0-9 5 0,0 14-8 16,0-3 2-16,-8 1 5 0,8 3-7 0,0-3 3 15,-9 6 2-15,9 3 2 0,0 3-2 0,0 4 2 16,0 2 5-16,0 4-9 0,0 0 4 0,0 3-4 16,0 2 2-16,0-2 4 0,0 3 1 0,0 2 7 15,0-4-8-15,0 4 5 0,9 1-1 0,-9 0 3 16,0 1 2-16,8-2-8 0,-8 3 6 16,0-1-8-16,6-1 2 0,-6-2 2 0,3 1 0 15,0-2-2-15,-2-1 4 0,-1 0-2 0,2-2-4 16,-1-3 0-16,2-1 0 0,-3 1 4 0,0-3 0 15,0-2 6-15,0-4-8 0,0-2-3 0,0-1 0 16,0-4-3-16,0-4 6 0,0 2 0 0,0-4 4 16,0-3 0-16,0 0-1 0,0-2-1 0,0-3-1 15,0 0 5-15,0 0-2 0,0-4 1 0,0 0 11 16,0 0 11-16,0 0 7 0,0 0 23 0,0 0-7 16,0 0-1-16,0 0 11 0,0 0-3 0,-10 0 0 15,10 0-16-15,-12 0-13 0,-2 0-19 0,0 0-4 16,-5 0 1-16,-4 0-3 0,-6-8-3 15,-1 8-2-15,-7 0 0 0,4-4-3 0,-4 4 7 16,1-7-6-16,-1 2 5 0,5 0-2 0,-1 2 0 16,0-4 5-16,-2 3-10 0,4 0 10 0,-2-3-5 15,-1 2 1-15,-3-1 4 0,-1 2-12 0,-2 0 8 16,4 0-5-16,-4 2 0 0,1-1 5 0,2 1 1 16,-5 2 6-16,2 0-9 0,-2-2 0 0,-1 2-2 15,-1-2-6-15,2 2 15 0,-4-3-2 0,2 1-3 16,-2 2-2-16,-4 0-2 0,0 0-7 0,-1 0 8 15,-1 0-1-15,-1 0 3 0,1 0 6 0,-4 0-9 16,1 0 8-16,-1 0-4 0,0 0-1 0,0 0 4 16,-1 0-2-16,-2 0-4 0,3 0 2 0,-3 0-1 15,6 0 0-15,-4 0-1 0,4 0 2 16,3 0 4-16,0 0-7 0,0 0 7 0,4 0-6 16,-1 0-1-16,2 0 5 0,-1 0-3 0,1 0 3 15,1 0-2-15,0 0 0 0,1 0 2 0,2 0 0 16,3 0-7-16,2 0 4 0,2 0 0 0,2 0-4 15,2-4 12-15,3 4-6 0,-2-6-8 0,1 6 8 16,1 0-9-16,-2 0 6 0,-1 0 0 0,1 0 1 16,0 0-3-16,-3 0 6 0,0 0 1 0,-4 0 2 15,2 0-2-15,-2 0-2 0,-3 0-5 0,-1 0-6 16,-1 0 6-16,-3 6 1 0,-3-6 3 0,0 0 0 16,-2 4 2-16,1-4-4 0,-2 5 2 0,1-5-4 15,0 2 7-15,4-2-3 0,-2 2 3 16,3 2 2-16,3-1-10 15,0-3 3-15,4 3-2 0,2 0 5 0,0-1 2 0,5 2-1 0,0 1-3 16,2-1-4-16,1 0 1 0,-2 1 1 0,-3-3 6 16,2 3-4-16,-5 1 0 0,0-3 0 0,-3 0 3 15,0 1-3-15,-3 1-2 0,-3-1-1 0,-2 0-1 16,2-1 3-16,-1 3 5 0,-5-1-3 0,0 0-2 16,1 0 7-16,-1 1-6 0,-3-1 1 0,1 2 3 15,-1-1-7-15,0 2 5 0,-2 0-1 0,5 0-1 16,-2-4-1-16,2 4-5 0,0-3 2 0,1 1-2 15,2 0 6-15,3-1 2 0,0-1-3 16,0 2 4-16,3 0-3 0,-1-1-4 0,1 0 6 16,0 0-3-16,-2-1-1 0,2 1 6 0,-3-2-7 15,0 2 4-15,0-1 2 0,-3 3-3 0,-3-3-2 16,-2 1-1-16,-1 2 2 0,-3-1-1 0,-3 0 2 16,-4 0-3-16,0 1-1 0,-3 1 4 0,-1 0 0 15,2 2-3-15,3-2 0 0,0 1 0 0,2-1-2 16,4 1 4-16,5 0 6 0,2-2-6 0,5 2 3 15,3-3-1-15,1-1-4 0,4 0 3 0,4 0 2 16,2 1-2-16,-1-3 1 0,3 1-2 0,-3 0-1 16,5-2 3-16,-1 0-2 0,-3-2-1 15,2 5 6-15,-1-4-5 0,1 1 2 0,-3-1 5 16,1-1-9-16,-2 0 8 0,-3 0-1 0,3 0-8 16,-4 0 8-16,2 0 7 0,-1 0 2 0,2-11 14 15,-1 2-9-15,4 9-11 0,1-10-4 0,0 2-6 16,4 0 10-16,-3 0 0 0,4 2-1 0,0 0 0 15,-1-1 27-15,1 2 11 0,0-3-1 16,-1-1-7-16,1 1-32 0,1 0-12 0,1-2-1 0,0 1 9 16,0 1-1-16,0-2 5 0,1 2 3 0,1 0-8 15,1 1 2-15,2-1-1 0,0 2-2 0,3 1 2 16,2 0 2-16,2 2-3 0,-1-2 1 0,3 3-5 16,-1-1 1-16,2 1-2 0,1-1 13 15,1 1 1-15,-1 1-7 0,1-3 5 0,2 4-27 16,0-3-20-16,0 2-64 0,2 0-90 0,-1 0-62 15,2 1-30-15,0 0-3 0,0 0-43 0,0 0-236 16,12 0 38-16,1 0 67 0</inkml:trace>
  <inkml:trace contextRef="#ctx0" brushRef="#br0" timeOffset="-2131.52">-47 285 928 0,'-2'0'81'0,"1"0"31"0,-1 0 14 15,2 0 23-15,-1-6-63 0,1 6-20 0,-3-5-3 16,1 0-19-16,-1 4-7 0,0-4 9 0,0 3-9 16,0 0 4-16,0-2-12 0,0 1-11 0,0 0-7 15,-2 0-1-15,2 1 2 0,0 0-8 0,-1-1 7 16,1-1-5-16,-2 4-1 0,4-1 1 0,-3 0 6 16,3 0 3-16,-2 0 10 0,1 1 11 0,1 0 0 15,-1 0 8-15,2 0 2 0,0-3-3 0,0 3-5 16,-1 0-10-16,1 0-12 0,0 0-9 15,-2-1-8-15,1 1 1 0,1 0-6 0,-2 0 3 0,2 0 0 16,0 0 1-16,0 0 4 0,-3 0-7 16,3 0 1-16,0 0-9 0,0 0 3 0,0 0 0 15,0 0 3-15,0 11 6 0,0-4-2 0,0 2-1 16,0 5 1-16,0 3-4 0,0 5 2 0,0 5 1 16,0 10 1-16,0 5 4 0,0 7 13 0,0 9 6 15,0 7-5-15,0 5 2 0,0 6-11 0,0 5-7 16,9 5 4-16,0 3 7 0,-1 3 1 0,1-1 1 15,0-1-2-15,2-2-13 0,-2-2 0 0,2-8 9 16,-1-4-3-16,-2-9 5 0,-1-5-3 0,0-6-7 16,-4-8 8-16,1-6-5 0,-1-5-3 0,-1-5 6 15,-2-5-1-15,0-4 5 0,0-4 19 0,0-2 17 16,0-4 10-16,0-2 22 0,-12-5-10 16,12 3-14-16,-11-6-17 0,2 1-23 0,0-1-5 15,0-1-2-15,-1 0-2 0,1 0 2 0,-1 0-16 16,-2 0-43-16,1-12-48 0,-1 0-59 0,1 4-52 15,-1-4-70-15,3 1-185 0,-2 0-52 0,2-2 64 16</inkml:trace>
</inkml:ink>
</file>

<file path=ppt/ink/ink9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1:20.907"/>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2 1105 1840 0,'0'5'41'0,"0"-4"25"16,0-1 22-16,-3 3 31 0,3 1-1 16,0-4 27-16,0 0 34 0,0 0 22 0,0 0-13 15,0 0-24-15,0 0-26 0,0 0-29 0,0-13-15 16,0 7-20-16,0-5-37 0,0 2-22 0,0-4-18 15,12-4-9-15,8-3 9 0,6-5-2 0,10-4 14 16,8-8 1-16,12-6-3 0,10-2 5 0,8-6-10 16,7 0 5-16,5-3-5 0,4-1-5 0,4 0-6 15,-1-3 5-15,-1 2 7 0,1-1 1 0,-4 4 6 16,-3 3-4-16,-7 2-5 0,-7 3-7 0,-8 4 14 16,-5 8-13-16,-11 4 6 0,-7 2 5 0,-7 5-4 15,-8 3 8-15,-6 2-2 0,-5 8 1 16,-4 0-9-16,-4 4-8 0,-1 0-19 0,-6 4-41 15,0 1-45-15,0 0-65 0,0 0-47 0,0 0-45 16,0 0-35-16,0 0-25 0,-9 0-71 0,9 0-158 16,0 8 58-16,-10-8 95 0</inkml:trace>
  <inkml:trace contextRef="#ctx0" brushRef="#br0" timeOffset="1158.08">3286-514 2693 0,'-7'-19'34'0,"-3"6"50"0,7-2 39 0,3 2 23 16,0-2-31-16,-6 3-46 0,6-2-48 0,0 5-22 15,0 0-11-15,0 0-4 0,13 3 8 0,0 0-7 16,0 0 10-16,7 3-3 0,0 0 4 0,5 3 8 16,3 0-9-16,1 0 4 0,4 0-8 0,-3 0 1 15,2 14 7-15,-1 3-9 0,-2-1 6 0,-2-4-3 16,-1 6-3-16,-2-1 9 0,-1 2 1 0,-3 1-8 16,-4-1 5-16,-1 1 1 0,-1-3 1 15,-3 2 2-15,-2 1 1 0,-2-3-5 0,-4-2-1 0,4 1 8 16,-4-4-3-16,0-1 2 0,-2 0 2 15,-1-4 0-15,0-1 2 0,0-1 8 0,0-1 7 16,0-4 8-16,0 3 16 0,0-3-1 0,0 0-12 16,0 0-6-16,-14 0-24 0,1 0-2 0,-4-16 4 15,0 5 0-15,1-2 12 0,-7-2 13 0,3-3 16 16,-3 1 10-16,7-5 8 0,-4-1-21 0,6-2-21 16,5 2-10-16,-1-5-10 0,7 2-4 0,3-4 4 15,0 2-8-15,13-2-2 0,1-1 8 0,4 0 2 16,2 1-7-16,4-1 3 0,2 4-2 15,1 2 3-15,5 0 5 0,-1 3-5 0,2 1-1 16,-4 2-4-16,4 4 5 0,-4 1 3 0,1 1-18 16,-1 4-40-16,-1 3-54 0,-3 0-61 0,0 1-58 15,1 4-33-15,1 1-24 0,-4 0-11 0,2 0-15 16,-2 0-147-16,0 9-62 0,-3 2 71 0</inkml:trace>
  <inkml:trace contextRef="#ctx0" brushRef="#br0" timeOffset="1560.57">4317-604 2128 0,'0'6'32'0,"0"1"34"16,0-3 25-16,0 3 27 0,0-5-12 0,0-2-14 15,0 0 0-15,9 0-7 0,-9 0-6 0,12 0-8 16,-4 0-18-16,4 0-14 0,-2-12-10 0,7 1-2 16,0-3-3-16,2 1 10 0,4-3-3 15,0-1 0-15,4-2 17 0,2 1 7 0,-4-1 5 16,-3-1-7-16,1-1-13 0,-3 0-22 0,0 0 0 15,-4-2 26-15,1-1 0 0,-3 3 13 0,-5-4 7 16,3 0-14-16,-4 2 4 0,-1 1 8 0,-2 4 5 16,-4-1-5-16,2 7-8 0,-3-1-19 15,0 4-24-15,0 3-12 0,0 3-8 0,0 0-1 0,0 3-7 16,0 0 4-16,-13 0-1 0,-1 16 5 0,-6 2 1 16,-6 0 7-16,-3 11-5 0,-5 1-4 15,-4 5 6-15,-2 1-11 0,2 5 11 0,3 0 2 16,5-4-9-16,1 0 0 0,11-2 0 0,3-3-3 15,5 1 6-15,3-4 4 0,7-3-1 0,0 1-3 16,0-8 5-16,0 2-1 0,10-3 3 0,3-1 7 16,0-3 2-16,4-2-1 0,9-1-1 0,1-5 0 15,5-4-7-15,11-2 5 0,4 0-3 0,4 0-20 16,5-12-38-16,2-2-87 0,1-1-101 0,1 1-83 16,-6-4-72-16,1 3-93 0,-6-3-242 0,-4-3 92 15,-4 1 113-15</inkml:trace>
  <inkml:trace contextRef="#ctx0" brushRef="#br0" timeOffset="2118.49">5618-1162 2721 0,'0'-43'37'0,"0"0"65"16,0 2 45-16,0-4 51 0,0 8 16 15,0-4-24-15,0 7-30 0,0 3-12 0,0 7-51 0,0 0-39 16,-9 7-22-16,9 4-48 0,0 5-9 0,-7 3-4 16,7 5-1-16,0 0-3 0,0 0 12 0,0 13 3 15,0 5 3-15,0 3 10 0,0 7 1 0,0 7 2 16,0 5 10-16,0 6 4 0,0 8 7 16,0 2-5-16,9 2-2 0,-9 1-12 0,12 1-7 15,0-6-1-15,-1-3-5 0,1-5 11 0,-2-9-9 16,1-1-6-16,-2-11 6 0,0-5 6 0,-4-4 2 15,1-6 9-15,-2-4 5 0,-4-1 2 0,0-5 0 16,0 0 8-16,0 0-14 0,0 0-12 0,0 0 10 16,0-16-9-16,0 3 2 0,0-4 4 0,-15-2-19 15,0-1 0-15,3-3 4 0,-2-1-8 0,-3 1 19 16,1 0-3-16,-4 4-7 0,0 3 7 0,-2 0-13 16,0 7 4-16,-2 2-4 0,-3 7 7 15,2 0-1-15,-4 0 3 0,4 19 4 0,-3 5-3 16,-1 2 4-16,-1 4-6 0,4 3 0 0,0 6 8 15,-1 2 0-15,4 2-4 0,2 1 1 0,3-1-9 16,1-1-4-16,3-5 10 0,5-2 1 0,5-5-3 16,1-4 3-16,3-5-3 0,0-7 7 0,0-2-3 15,0-1 9-15,0-2-3 0,13-6 6 0,4-3 12 16,0 0-6-16,6 0 7 0,7-14-10 0,8-1-7 16,6-2-4-16,5-5-1 0,4-2-1 0,3-4-1 15,0-2-1-15,-3 0 1 0,0-1 0 16,-7-1 4-16,-2 2 1 0,-1 2-19 0,-5-2-11 15,-5 3-36-15,-3 4-45 0,-2 1-72 0,-4 1-118 16,-3 0-68-16,-3 1-78 0,-4 1-139 0,-5 1-102 16,-1 0 99-16</inkml:trace>
  <inkml:trace contextRef="#ctx0" brushRef="#br0" timeOffset="2333.96">6039-1026 2692 0,'15'9'34'15,"-3"-9"30"-15,-3 5 19 0,-4-1 1 0,-1 0-29 16,-4-2-34-16,0 0-13 0,2 4 3 0,1 1 15 16,-1-1 8-16,2 3 20 0,-1 3 20 0,3 5-14 15,2 2-9-15,1 3-24 0,0 2-24 0,2 1 0 16,1 4 1-16,-2-1 3 0,1-3-6 16,-2-1-20-16,0-3-29 0,-4-1-43 0,2-3-27 15,-4-1-28-15,1-4-15 0,-1 0-5 0,-3-4-9 16,0 0-9-16,0-3-75 0,0-5-336 0,0 0 42 15</inkml:trace>
  <inkml:trace contextRef="#ctx0" brushRef="#br0" timeOffset="643.54">2692-331 3165 0,'19'-22'30'0,"-2"4"54"15,-9-1 59-15,-2 2 31 0,-6 3-13 0,0-1-41 16,0 4-70-16,0 3-36 0,0 3-26 0,0 5-24 16,0 0 21-16,0 0-8 0,0 0 11 0,0 14 11 15,0 1-8-15,0 6 12 0,0 3 4 0,0 4-3 16,0 5 0-16,0 6-6 0,0 2-6 0,0 3 7 15,0-1-7-15,0 4 10 0,0-2 4 0,0 0-3 16,0-4 1-16,0-1-2 0,0-6-4 0,0-2-4 16,6-8 7-16,-6-1-2 0,6-5 6 0,-6-5 0 15,0-4 0-15,5-2 15 0,-2-2 12 0,-3-2 38 16,0-3 40-16,0 0 22 0,0 0 43 16,0 0 12-16,0 0-35 0,0-13-43 0,0 2-58 15,0-3-57-15,0-7 9 0,0-5-4 0,0-3-3 16,0-4 3-16,-8-10-15 0,8-6 4 0,-9-4-7 15,9-2 1-15,-9-4-1 0,4-1-8 0,-1 1 3 16,3-2 13-16,-5 1-3 0,5 1 18 0,-3 3 0 16,3 4-3-16,-1 2 6 0,-2 4-12 0,6 6 12 15,-3 3-13-15,3 4-3 0,0 5 7 16,0 5-14-16,0 0-3 0,0 6 7 0,0 4-16 0,0 3-1 16,0 0 7-16,0 3-30 0,0 3-16 0,0 1-7 15,6 2-5-15,-6 1 28 0,10 0 24 16,-1 0 15-16,2 0-4 0,3 0-3 15,2 9 4-15,4 1-2 0,3 1 9 0,3-3-1 0,0 7 4 16,1 1-2-16,2 0-1 0,-2 5 5 0,2 0-2 16,-2 0 1-16,-1 3-1 0,-3 0-8 0,1 0-11 15,-6-4 11-15,-1-1-6 0,-3 0 6 0,-4 0 7 16,0-5-10-16,-3-2 4 0,-1 1 3 0,-3-3 3 16,0-4-2-16,0 4 7 0,-3-5 5 15,0 1-2-15,0-2 5 0,0-1 9 0,0 4-9 0,-16-1 1 16,-4 2-1-16,-3 2-7 0,-9 1-3 15,-4 0 4-15,-8 0-8 0,-2 3-8 0,-4-6-39 16,-2 1-46-16,2-3-47 0,0 0-55 0,5-3-33 16,2 1-25-16,1 0-23 0,4-3-25 0,3 3-42 15,4-2-198-15,2 2-9 0,5-3 88 0</inkml:trace>
  <inkml:trace contextRef="#ctx0" brushRef="#br0" timeOffset="2485.59">6170-1488 2659 0,'21'-22'10'0,"-6"3"9"0,-3-3 6 16,-1 5-1-16,-2-2-15 0,-5 1-8 0,2 3-35 15,-2 5-75-15,0-1-54 0,4 4-72 0,1 0-83 16,0 6-172-16,2 1-30 0,2 0 70 0</inkml:trace>
  <inkml:trace contextRef="#ctx0" brushRef="#br0" timeOffset="2850.39">7012-1082 2608 0,'3'0'48'0,"-1"-12"38"0,-2-7 41 0,0 1 44 15,0 2-24-15,0-3-19 0,0-2-19 0,0 2-35 16,0 1-21-16,0-1-17 0,0 1-18 0,-9 2-2 16,9 4 2-16,0-4 0 0,-9 5-4 0,9 1-1 15,-8 2-8-15,8 1 1 0,-4 1-5 0,-1 3-1 16,5 0-3-16,-3 0-8 0,-2 3 3 0,4 0-7 15,-2 0 3-15,-2 0 4 0,-5 0-3 0,-4 14 3 16,-3-2 3-16,-5 2 1 0,-6 4-3 0,-1 3-4 16,-4 4 3-16,-2 6 10 0,2 3 3 15,-1 0 10-15,2 5-10 0,5-1-8 0,0 8-3 0,1-2-2 16,1 3 4-16,7 0-12 0,3 0 0 16,3 2-6-16,6-4-8 0,6-2-37 0,0-4 4 15,0-3-15-15,17-2-2 0,1-5 42 0,8-5-18 16,4-4-26-16,5-6-35 0,6-3-63 0,8-6-68 15,4-5-80-15,6 0-248 0,5 0-25 0,-1-18 90 16</inkml:trace>
  <inkml:trace contextRef="#ctx0" brushRef="#br0" timeOffset="3413.96">7624-1551 3312 0,'3'-15'67'15,"2"0"39"-15,-2 2 23 0,2 0 0 0,-4 4-67 16,2-2-46-16,-1 8-33 0,-1 0-1 0,-1 3-1 16,3 0 6-16,0 0 8 0,5 18 6 0,-2 0-9 15,5 5 0-15,1 5 2 0,1 4 0 0,3 10 11 16,-1 7 1-16,0 6 16 0,-1 7-5 16,-2 4-2-16,-2 4-1 0,1-1-9 0,-2 2-2 0,-1-6 0 15,1-2 1-15,-3-8-12 0,2-3 9 16,-1-9 5-16,1-5-7 0,-2-5 8 0,1-6-10 0,-2-5-4 15,-1-5 8-15,0-2-7 0,-1-4 15 16,0-2 3-16,-3-7 0 0,0-2 8 0,0 0-16 16,0 0-9-16,0 0-14 0,0-13-29 0,-16-3-14 15,3-5-5-15,-5-3 1 0,-5-4 27 0,-2-2 12 16,-2-6 17-16,-3 0 11 0,1-2 5 0,0 2 16 16,3-1 0-16,5 4 10 0,4 1 7 0,5 4 1 15,5 2-14-15,7 3-20 0,0 2-7 0,0 1-14 16,15 2 11-16,4 2 2 0,7-1-3 0,5-1-1 15,7 5 0-15,6-1 9 0,4 3 4 0,4 0-3 16,0 4 1-16,1-1-3 0,-2 3-9 0,-4 3 13 16,-1 0 5-16,-5 2-10 0,-6 0 0 15,-5 0-7-15,-2 12-7 0,-3-1 6 0,-3 1 8 16,-4 3-3-16,-1 0 15 0,-4 4-3 0,-1 3 0 16,1 6-4-16,-3 4-9 0,-2 3 10 0,1 4-6 15,-5 1 5-15,1 5-3 0,-3 0-5 0,1 0 5 16,-3-1-2-16,0-5-2 0,0-3-5 0,0-1 5 15,0-5 5-15,0-2 0 0,0-7 9 0,0-4-12 16,-10 1 4-16,10-8-2 0,0 2-2 0,0-4 10 16,0-4 0-16,-7 0 6 0,7-4-1 0,0 0 4 15,0 0-7-15,0 0-57 0,0 0-158 0,-5 0-177 16,5-17-203-16,-6-2-322 0,-1-2 147 0,-1-5 169 16</inkml:trace>
  <inkml:trace contextRef="#ctx0" brushRef="#br0" timeOffset="3581.6">8510-1621 3010 0,'17'-26'53'0,"-4"0"82"15,-4-1 64-15,-3 0 38 0,0 0-26 0,-2 3-75 16,-1-1-59-16,-3 5-45 0,0 0-28 0,1 4-10 16,-1 7-25-16,2 0-56 0,-2 4-107 0,0 3-127 15,0 2-30-15,0 0 7 0,1 0 37 0,1 16 48 16,-1-2-96-16,1 4-236 0,-2 3 71 0</inkml:trace>
  <inkml:trace contextRef="#ctx0" brushRef="#br0" timeOffset="3929.81">9316-1232 3611 0,'0'0'37'0,"0"0"25"0,0 0 14 15,0 0 11-15,0 0-41 0,0 0-30 0,0 0-21 16,0 0-17-16,0 0 9 0,0 0-3 0,0 0 11 16,0 0 4-16,0 20 17 0,-10 0 11 0,-3 6-11 15,3 7-4-15,-4 6-44 16,4 6-5-16,-3 0-2 0,4 0-8 0,0 1 8 0,9-4 5 16,0-4 2-16,0-5 18 0,0-6 9 0,0-6 1 15,0-6 9-15,0-4 5 0,14-5 15 0,0-3 7 16,-2-3-7-16,3 0-5 0,2 0-2 0,4-14-15 15,5-4 4-15,-1-2 5 0,6-3-14 0,-2-5 11 16,1-5-4-16,-1 1-10 0,-2-4 4 0,-4-2-17 16,-6-3 1-16,-4 2-4 0,-5 1-13 0,-3-1-9 15,-5 2-30-15,0 3-27 0,0-1-41 0,-16 5-34 16,-2 1-31-16,0 5-37 0,-2 4-25 0,-1 4-44 16,-2 3-64-16,0 4-193 0,1 4 60 15,0 2 97-15</inkml:trace>
  <inkml:trace contextRef="#ctx0" brushRef="#br0" timeOffset="4482.59">9464-1186 2331 0,'7'0'36'0,"-1"0"36"16,-3 0 43-16,2 0 27 0,1 0-25 0,-2-10-29 16,6-1-37-16,-3 11-28 0,2-13-11 0,2 7-2 15,3 6-5-15,1-7-3 0,3 7-1 16,-1 0-3-16,2 0-4 0,0 0 4 0,3 0 11 0,0 0 1 15,-3 12 2-15,1 0 4 0,0 3-7 16,-2 2-3-16,2 4-1 0,-3 0-3 0,-1 2 0 16,-2 3-2-16,0 2 4 0,-1 2-2 0,-2 3-3 15,-2-1 4-15,0 2-2 0,0 0-3 0,-1 0 1 16,-2-1 4-16,-1-4-1 0,-1 1 0 0,1-6 1 16,-2 1 2-16,-2-5 0 0,1-4 4 0,-1-3 4 15,1-2 6-15,-2-4 36 0,0-2 54 0,0-1 39 16,0-3 36-16,0-1-1 0,0 0-20 0,0 0-9 15,0 0-22-15,0 0-24 0,0-11-41 0,0 2-31 16,0-4-20-16,0-4-24 0,0-2 16 0,0-5-14 16,0-4-7-16,0-7 8 0,0-2-17 0,9-1 7 15,-3-4 5-15,2 0 8 0,2 3 8 0,1 0-7 16,1 4-1-16,3 1-7 0,2 3-2 16,4 1 8-16,2 1-1 0,4 3-7 0,2 3 5 15,0 1 0-15,3 3-6 0,0 4 6 0,1-1 0 16,-3 7-1-16,-1 3 2 0,-1 3-6 0,-2 1-1 15,-5 2-5-15,0 0 8 0,-4 0 2 0,-1 16-3 16,-2-1 6-16,0 5-2 0,2 4-1 0,-3 2-6 16,-1 3 20-16,-2 2-9 0,0 4 12 0,-3 4 7 15,-1 2-15-15,-1 2 5 0,-5 0-4 0,0 2-1 16,0 2-3-16,0-2 6 0,0 0-1 0,0-2 0 16,0-3-1-16,0-4-1 0,0-6-3 0,0-2 2 15,0-2 5-15,0-5-2 0,0-3 1 16,0-2-16-16,0-2-40 0,0-3-47 0,0-3-95 15,0 1-95-15,0-3-78 0,0 1-67 0,0 0-72 16,0-1-271-16,12-1 111 0</inkml:trace>
  <inkml:trace contextRef="#ctx0" brushRef="#br0" timeOffset="4631.54">11247-367 3821 0,'9'14'46'0,"-5"-8"37"0,-1-6 23 0,-1 0 5 15,-2 0-43-15,0 0-42 0,0 0-24 0,0 0-14 16,0 0-35-16,0 0-64 0,0 0-93 0,0 0-121 0,0 0-99 16,0 13-153-16,0 0-283 0,0-2 130 15</inkml:trace>
</inkml:ink>
</file>

<file path=ppt/ink/ink9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1:43.061"/>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4752 732 153 0,'0'0'8'0,"0"0"12"0,0 0 13 0,0 0 13 16,0 0 1-16,0 0 0 0,0 0-5 0,0 0 0 15,0 0 6-15,0 0 10 0,0 0-1 0,0 0-5 16,0 0-6-16,0 0-17 0,0 0 2 0,0 0-10 16,0 0-12-16,0 0 0 0,0 0-5 0,0 0-4 15,0 0 4-15,0-11-4 0,0 11-8 0,0 0 3 16,0 0 5-16,0 0-4 0,0 0 4 0,0 0 9 15,0 0-9-15,0 0 9 0,0 0-5 16,0 0-4-16,0 0 0 0,0 0-13 0,0 0 12 0,0 0-7 16,0 0 4-16,0 0 12 0,0 0-12 15,0 0 4-15,0 0 9 0,0 0-9 0,0 0 4 16,0 0 5-16,0 0-18 0,0 0 5 0,0 0 4 16,0 0 4-16,0 0 0 0,0 0-4 0,0 0 0 15,0 0-12-15,0 0 8 0,0 0 4 0,0 0-9 16,0 0 9-16,0 0-1 0,0 0 2 0,0 0 7 15,0 0-8-15,0 0 0 0,0 0 4 0,0 0-8 16,0 0 8-16,0 0-3 0,0 0-6 16,0 0 1-16,0 0 4 0,0 0 0 0,0 0 4 0,0 0 5 15,0 0-14-15,0 0 5 0,0 0-8 0,0 0 3 16,0 0 5-16,0 0-4 0,0 0-9 16,0 0-9-16,0 0-3 0,0 0-1 0,0 0 1 15,0 0-15-15,0 0-9 0,0 0-6 0,0 0 8 16,0 0 13-16,0 0 9 0,0 0 6 0,0 0 1 15,0 0 3-15,0 0-1 0,0 0 0 0,0 0 0 16,0 0 6-16,0 0 8 0,0 0 2 0,0 0 3 16,0 0-3-16,0 0-7 0,0 0-5 0,0 0-10 15,0 0-23-15,0 0-13 0,0 0-4 0,0 0 10 16,0 0 20-16</inkml:trace>
</inkml:ink>
</file>

<file path=ppt/ink/ink9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0:41.297"/>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2419-820 1779 0,'0'0'15'16,"0"0"18"-16,0 0 12 0,0 0 17 0,0 0-5 15,0 0 3-15,0 0 4 0,0 0 7 0,0 0-1 16,0-8-8-16,0 8-4 0,0 0-20 0,-6 0-5 16,6 0-5-16,-6 0-12 0,6 0 8 0,-5 0 1 15,5 0-6-15,0 0 5 0,-3 0-3 16,0 0 5-16,3 0-3 0,0 0-1 0,-3 0-9 15,3 0-8-15,0 0 6 0,0 0-3 0,0 0 5 16,0 0 2-16,0 0-4 0,0 0 0 0,0 0 2 16,0 0 7-16,0 0-3 0,0 0 4 0,0 0-3 15,0 0-7-15,0 0 15 0,0 0 5 0,0 0-1 16,0 0 12-16,0 0-1 0,0 0 1 0,0 0 7 16,0 0-10-16,0 0 3 0,0 0-7 15,0 0-4-15,0 0-7 0,0 0 0 0,0 0-12 0,0 0 1 16,0 0 2-16,0 0-15 0,0 0 7 0,0 0-3 15,0 0-4-15,0 0-1 0,0 0-8 16,0 0-2-16,0 0-29 0,0 0-50 0,0 0-79 16,0 0-97-16,0 0-83 0,0 0-17 0,0 0-154 15,0 0-45-15,0 0 109 0</inkml:trace>
  <inkml:trace contextRef="#ctx0" brushRef="#br0" timeOffset="67702.92">22 139 2274 0,'5'0'21'0,"-2"0"17"16,-3 0 13-16,0 0 14 0,0 0 2 0,0 0 10 16,0 0 12-16,0 0 9 0,0 0-12 0,0 0-25 15,0 0-21-15,0 0-22 0,0 0-11 0,0 0-7 16,0 0-9-16,0 0-2 0,0 0-6 0,0 0 1 16,0 0-1-16,0 0 0 0,0 0 3 0,0 0 2 15,0 6 2-15,0 0 8 0,0 0 0 0,0 4 0 16,0-1 0-16,0 7-1 0,0-1 1 0,0 5 2 15,0 1 3-15,0-1-3 0,0 3-1 0,0-3-1 16,0 2-2-16,0-2 2 0,0-2 0 0,9-1 2 16,-9-3 0-16,0-3 2 0,0-1 0 0,0-1 5 15,0-3 16-15,0-3 34 0,0 0 37 0,0-3 41 16,0 0 35-16,0 0 5 0,0 0-4 16,0 0-27-16,0 0-27 0,0 0-38 0,0 0-28 15,0-11-21-15,0-2-23 0,0 1-2 0,0-3 0 16,0-3-7-16,0-1 8 0,0-4-11 0,0 0-2 15,0-2 10-15,0 0-7 0,0 2 8 0,0 1 0 16,-9 2-4-16,9 1 1 0,0 6-2 0,0 1 0 16,0 3-2-16,-6 3-4 0,6 3 5 0,0 1-13 15,0 2 6-15,0 0-9 0,-5 0 2 0,5 0 2 16,-4 0 3-16,4 10 6 0,0-1-4 0,0 0 10 16,0 2-5-16,0 5 3 0,0-1 0 0,0 4 2 15,0 2-4-15,0 3 2 0,0 0 0 16,0 2 1-16,0 1 7 0,0 0-11 0,0-1 8 15,0-1-8-15,0-1-4 0,0 0 13 0,0-3 2 16,0-3-5-16,0-2 6 0,0-2-3 0,0-5-6 16,0 0 12-16,0-4 14 0,0-3 39 0,0-2 32 15,0 0 60-15,0 0 57 0,0 0-22 0,0 0-35 16,0-16-63-16,0 2-76 0,0-4-25 16,0-2 0-16,0-6 4 0,0-6-8 0,-10-3 16 0,10-4-7 15,0-3-5-15,0-1 12 0,0 1-12 0,0 1 4 16,0 2-3-16,0 5 3 0,0 5 0 0,0 3-3 15,0 5-1-15,0 4-4 0,0 5 0 16,0 4 1-16,0 1-12 0,0 6-15 0,0 1-9 0,0 0-24 16,0 0 5-16,0 0 9 0,0 0 15 15,0 15 29-15,0-2 10 0,0 4 7 0,0 2-8 16,0 5 1-16,14 3 2 0,-5 3-1 0,-1 1 6 16,1 6-4-16,-1-2 1 0,-1 0-5 0,-1-2-2 15,3 1 6-15,-6-2 0 0,2-2-12 0,1-4 8 16,-3-3 9-16,2 1 0 0,-2-6 13 0,0-3-5 15,0-2-9-15,-3-2-2 0,1-4 6 0,-1-2 2 16,0-4 10-16,0 1 25 0,0-2 11 0,0 0 30 16,0 0 25-16,0 0 11 0,0 0 27 0,0 0-20 15,0 0-23-15,0 0-23 0,0-11-44 16,0 3-24-16,0 1-13 0,0-2-59 0,0-1-30 16,0-1-45-16,0 0-55 0,0-2-14 0,0-1-29 15,0 1 9-15,0 1 8 0,0 0-16 0,0 2-58 16,0 2-84-16,0 2-84 0,0 1-84 0,0 1-160 15,0 4 33-15,0 0 134 0</inkml:trace>
  <inkml:trace contextRef="#ctx0" brushRef="#br0" timeOffset="68297.06">-266 735 2108 0,'0'-10'47'0,"0"4"48"15,0-1 41-15,0 2 51 0,0 0-1 0,0 0 5 16,-9-2 0-16,9 1-14 0,-10 0-22 0,10 1-26 15,-7 1-37-15,7-2-11 0,-6 4-12 16,6-3-16-16,0 3-4 0,0 0-25 0,-5 2-2 16,5 0-7-16,0 0-9 0,0 0 6 0,0 0-17 15,0 0 7-15,0 0 0 0,0 0-1 0,0 0 5 16,0 0-12-16,0 0 3 0,0 0-2 0,0 0-1 16,0 7 9-16,0-7-9 0,0 0-5 0,0 8 7 15,0-2-3-15,0-1 4 16,0 1 3-16,0-1 3 0,11-1-1 0,-4 4 2 0,6-1 8 0,-3 0-16 15,4 3 3-15,-4 2-4 0,4 0-2 0,0 2 4 16,1 5-3-16,0-2 11 0,-1 1-6 0,1 1-2 16,0-1 4-16,-3-4-5 0,2 2 3 0,-5-4 3 15,0 1 9-15,-1-7 12 0,-1 1 22 16,-3-3 18-16,-1-1 24 0,-2-3 15 0,1 0 20 16,-1 0 11-16,1 0 2 0,-1 0 21 0,-1 0-22 15,3 0 17-15,-3 0-23 0,3 0-10 0,-1-10-8 16,2 1-50-16,2-3-14 0,8-5-30 0,4-5 3 15,5-6-3-15,6-6-2 0,1-8 0 0,7-3-15 16,1-6 9-16,3-1-8 0,-2 0-5 0,-1-1 0 16,0 4-10-16,-3 4-9 0,-3 4-17 0,-5 6-37 15,-2 5-35-15,-6 6-52 0,-2 6-57 0,-6 4-28 16,-2 5-17-16,-6 3-19 0,0 2-69 0,-2 1-50 16,1 3 23-16,-1 0 2 0,-1 13 4 15,0 4-276-15,3 3 4 0,-3 3 87 0</inkml:trace>
</inkml:ink>
</file>

<file path=ppt/ink/ink9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2:56.061"/>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0 270 2349 0,'6'-8'19'0,"-6"8"10"16,0-12 17-16,0 6 23 0,0 1 4 0,0 5 21 15,0-7 4-15,0 2 1 0,0-1-12 0,0 3-23 16,0-1-16-16,0 2-20 0,0-1-14 0,0 1-8 15,0-1 1-15,0 1-4 0,0 1 8 0,0-1 18 16,0 1 3-16,0 1 15 0,0-1 6 0,0 1-9 16,0 0-6-16,0-2-16 0,0 2-12 0,0 0-12 15,0 0-8-15,0 0 0 0,0 0-2 0,0 0-1 16,0 0 0-16,0 0 0 0,0 0 2 0,0 8 4 16,0-8 0-16,0 6 2 0,0-6-3 15,0 7-1-15,0 2 3 0,11-2 7 0,1 1 4 16,-3 1 0-16,3 0-1 0,0 3-8 0,2 1 0 15,-1 1-3-15,1 3 6 0,1-3 4 0,0 3-2 16,1-1 2-16,-1 2-5 0,-2-6-3 0,1 3 6 16,3 0 3-16,-5-3-5 0,0-2 2 0,0-1 15 15,-1-3 34-15,0-2 38 0,-4 1 28 0,2-3 7 16,-3-2-14-16,2 0-1 0,3 0-15 0,-1 0-18 16,5-16-12-16,4-3-31 0,5 0-13 0,3-3-3 15,2-3-6-15,3-4 0 0,0-1-2 0,0-2 2 16,-2-1-12-16,-1 1 2 0,-5 1 8 15,-1 3-17-15,-2 1 9 0,-1 3-3 0,-6 0-6 0,-1 6 13 16,-3 3-20-16,-3 3-28 0,-1 2-28 16,-1 2-62-16,-2 2-70 0,0 1-95 0,-3 3-95 15,3 1-38-15,-3 1 25 0,1 0 9 0,-1 0-127 16,3 0 31-16,-1 0 64 0</inkml:trace>
  <inkml:trace contextRef="#ctx0" brushRef="#br0" timeOffset="337.61">518 207 2029 0,'-5'0'37'16,"1"0"26"-16,2 0 28 0,2-12 21 0,0 12-3 15,0-9 27-15,0 2 28 0,0-1 20 0,0 2 8 16,0-1-25-16,0 0-26 0,0 3-18 16,0-1-21-16,0 2-16 0,8-2-21 0,-8 2-21 15,7 3-21-15,-7 0-21 0,0 0-7 0,0 0-9 16,0 0-5-16,0 0 6 0,0 0 1 0,0 0-2 15,0 0 7-15,0 9 1 0,0 0 0 0,0 2 6 16,11 0-2-16,-1 2 4 0,3 0 6 0,-3 3-2 16,2 3 5-16,2-2-1 0,0 2-18 0,1-1 12 15,0-1 1-15,0-2 22 0,-1-1 49 0,1-4 28 16,5-2 20-16,-2-4-3 0,3-4-30 0,2 0-27 16,5 0-22-16,-1-12-13 0,5-2-3 15,0 0-11-15,1-6-2 0,0 0-2 0,-2-4-7 0,-2 3 3 16,0-3-18-16,-2 0-42 0,-3 3-37 15,-1 0-45-15,-3 1-59 0,-5 1-75 0,2 1-116 16,-4 3-103-16,-1 0-133 0,1 1-199 0,-1 0 152 16</inkml:trace>
</inkml:ink>
</file>

<file path=ppt/ink/ink9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2:46.975"/>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4284 152 1674 0,'-51'0'21'0,"2"0"22"0,0 0 24 0,2 0 28 15,3 0 21-15,0 0 23 0,2 0 17 0,1 0 15 16,3 0-3-16,3 0-7 0,4 0-21 0,6 0-10 15,2-9-23-15,6 9-20 0,2 0 2 0,3-8-20 16,4 8-9-16,2 0-8 0,0 0-23 16,4 0-7-16,1 0-1 0,1 0-6 0,0 0 1 15,0 0 5-15,0 0-10 0,0 0 4 0,0 0-3 16,0 0-5-16,0 0 4 0,0 0-5 0,0 0 7 16,0 0-3-16,0 0-6 0,0 0 1 0,0 0 4 15,0 0-4-15,0 0 13 0,9 0-3 0,0 0 2 16,0 0 7-16,5 0 1 0,4 0-6 0,8 0-9 15,6 0-15-15,7 0-3 0,7-9 5 0,6 9 5 16,10 0 4-16,9 0 0 0,10 0 0 0,8 0-11 16,12 0 9-16,6 0-4 0,15 0-3 0,7 0-6 15,9 0-10-15,3 0-11 0,4 0-10 0,1 0 0 16,-1 0 2-16,-3 0-12 0,-7 0-18 16,-6 0 10-16,-9 0 4 0,-8 0 24 0,-12 0 30 15,-10 0 3-15,-11 0-2 0,-11 0 2 0,-12 0 1 16,-8 0 9-16,-12 0 7 0,-9 0 8 0,-8-9 6 15,-10 9-8-15,-9-12-8 0,0 3-11 16,0 1-3-16,-22-2-8 0,-2 0 2 0,-3 0 12 0,-5 1-13 16,-2-1 2-16,-7 1-2 0,-3 1-3 0,-6 0 0 15,-7 0 6-15,-6 4-6 0,-8-1-7 0,-10 2 6 16,-7 3-16-16,-6 0-11 0,-6 0-4 0,-6 0 8 16,-4 0 11-16,-2 0 14 0,0 11 9 15,-2-2-15-15,-2 0 2 0,-1-2 3 0,0 2-4 0,-3-1 15 16,2 0 7-16,1-2-2 0,2 1 1 0,2-2-10 15,5 1-1-15,5 1 2 0,4-3 11 16,11 1 9-16,5-1 8 0,5 2 13 0,7-2-1 16,6-1-4-16,7 0-3 0,5-1-2 0,6-1 1 15,9 1 2-15,4-2 0 0,4 3-9 0,7-3 3 16,5 0-4-16,4 0-12 0,5 0 0 0,2 0-8 16,2 1-6-16,0-1 3 0,4 0 0 0,-1 0-4 15,2 0 2-15,0 0-4 0,0 0 1 0,0 0 5 16,0 0-5-16,0 0 8 0,0 0-5 0,0 0 1 15,0 0 9-15,0 0-9 0,10 0 13 16,-1 0-10-16,0 0 5 0,1 0 2 16,3 0-10-16,0 0 7 0,2 0-10 0,1 0 6 0,0-8-2 15,4 8-2-15,0-7 0 0,3 7-1 0,2-6-8 16,6-1 7-16,7 7 4 0,7-4-3 0,10 0 5 16,12-1-7-16,13 4 6 0,11-3-1 0,16 3-1 15,14-4 3-15,13 1-9 0,9 2 4 0,10 0 0 16,3 2-6-16,4 0 1 0,1 0-7 0,-8 0-2 15,-5 0 1-15,-10 0-11 0,-11 13-1 0,-13-4 4 16,-11-9-2-16,-14 10 6 0,-15-2 2 0,-13-8 7 16,-13 8 5-16,-10-3 10 0,-10-5 0 0,-10 3 25 15,-8-3 10-15,-3 0-1 0,-7 0 9 0,0 0-18 16,0 0 6-16,0 0-7 0,-13 0 1 16,4 0-13-16,0 0-15 0,-4 0 2 0,-1-10-7 15,0 1 4-15,-1 1 2 0,-2 8-2 0,2-7-8 16,-2-2 0-16,2 9-4 0,2-7 5 0,0 5 2 15,6-2 10-15,-1 4-10 0,4 0-1 0,1-3 5 16,0 0-12-16,3 3 24 0,0-2-14 0,0 1-2 16,0 1 3-16,0 0-16 0,0 0 10 0,0 0 9 15,0 0-8-15,0 0 13 0,0 0-6 0,0 0-7 16,0 0 15-16,0 0-15 0,0 0 2 16,0 0-3-16,0 0-10 0,0 0 6 15,0 0 8-15,0 0 6 0,0 0 6 0,0 0-15 0,0 0 0 0,0 0-6 16,0 0-10-16,0 0 15 0,0 0-5 0,0 0 3 15,0 0 5-15,0 0-4 0,0 0 1 16,0 0-6-16,0 0-1 0,0 0-5 0,0 0-6 16,0 0 6-16,0 0-11 0,0 0 6 0,0 0 9 15,0 0-7-15,0 0 13 0,0 0-18 0,0 0-12 16,0 0 2-16,0 0 0 0,0 0 24 16,0 0 13-16,0 0-2 0,0 0-3 0,0 0-1 0,0 0-2 15,0 0 8-15,0 0 2 0,0 0 2 0,0 0-4 16,0 0-7-16,0 0 0 0,0 0 4 15,0 0 3-15,0 0 8 0,0 0-7 0,0 0-8 16,0 0 4-16,0 0-4 0,0 0 6 0,0 0 2 16,0 0-5-16,0 0 9 0,0 0-10 0,0 0-1 15,0 0 5-15,0 0-9 0,0 0 4 0,-8 0 9 16,8 0-8-16,0 0 8 0,0 0 1 0,0 0-27 16,0 0-1-16,0 0-17 0,0 0-3 0,0 0 0 15,0 0 1-15,0 0 5 0,0 0-3 0,0 0 10 16,0 0 6-16,0 0 0 0,0 0 4 0,0 0 2 15,0 0-5-15,0 0-26 0,0 0-50 0,0 0-2 16,0 0-7-16,0 0 22 0,0 0 22 0,0 0-28 16,0 0-28-16,0 0-29 0,0 0-15 0,0 0 36 15,0 0 37-15,0 0 25 0,0 0 10 0,0 11-32 16,0 0-27-16,0-2-17 0,0 0-6 16,0 1-31-16,11-1-131 0,-11 0-56 0,7-3 31 15,-7 0 63-15</inkml:trace>
</inkml:ink>
</file>

<file path=ppt/ink/ink9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3:01.948"/>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114 257 1938 0,'-6'0'20'16,"0"0"18"-16,0 0 27 0,0 0 23 16,1 0 16-16,0-11 13 0,1 11 5 0,1 0 6 15,0 0-14-15,0 0-7 0,3 0-15 0,-2 0-21 16,2 0-8-16,0 0-18 0,0 0-7 0,0 0 6 15,0 0-13-15,0 0 2 0,0 0 2 0,0 0 3 16,0 0 7-16,0 0 6 0,0 0-3 0,0 0-12 16,0 0 5-16,0 0-17 0,0 0 3 0,0 0-4 15,0 0-6-15,0 0 5 0,0 0-6 0,0 0-2 16,0 0-11-16,0 0-2 0,0 0 0 0,0 0-11 16,0 0 5-16,14-7 3 0,0 7-4 0,1-9 12 15,8 1-7-15,4-1-1 0,9 1 1 0,7-3-7 16,4 2 6-16,6-1-6 0,3 0 9 15,4 0 2-15,0 1-10 0,-1 1 14 0,-1 2-15 16,0 3 16-16,3-3 0 0,-2-1-10 0,-1 2 8 16,-2-1-9-16,-2 2 9 0,1-2-4 0,-3 1-3 15,-1 1-2-15,-4-3 2 0,-1 5 6 0,-5-3-2 16,-3 1 0-16,-2 2-3 0,-7 0-4 0,-3-1-2 16,-6 0 8-16,-3 3 2 0,-4-2 4 0,-5 1 0 15,-2 1-1-15,-5 0-5 0,1 0-1 0,-1-2 5 16,-1 0-11-16,0 1 7 0,0 1-3 15,0-1-3-15,0-1 7 0,0 2-4 0,0-2-1 0,-10 1-2 16,10-1-2-16,-8 2 4 0,8-1-4 0,0 1-4 16,-6 0-13-16,6 0-6 0,-4 0-4 15,1 0-4-15,-2-2-1 0,0 2-10 0,1 0-18 16,-1 0-14-16,-2 0-18 0,1 0-18 0,-2 0-4 16,-3 0-3-16,2 0-4 0,-3 0 2 0,0 0-3 15,-5 0-2-15,1 0 0 0,-3 0 9 0,-2 8-1 16,-2-8 10-16,-4 6 11 0,-2-6 4 0,-1 5 10 15,-4-5 14-15,-4 4 23 0,-1 0 86 0,-2 0-32 16,-3-1-32-16,-3 1 18 0,-5 2-20 0,-1-1 63 16,0 0 64-16,-2 1-13 0,-2 0-42 0,-1 0-9 15,-1 0-14-15,1 0 24 0,2 0 55 0,1-4 51 16,2 0-9-16,4 0 25 0,4-2-18 16,4 0-14-16,4 0 21 0,7 0-8 0,4 0 6 15,5 0 22-15,3-11 3 0,4 11-16 0,3 0-36 16,2 0-44-16,2 0-22 0,2 0-16 0,2 0-7 15,1 0-6-15,1 0-8 0,1 0-13 0,0 0 3 16,0 0-9-16,0 0-3 0,0 0 6 0,0 0-11 16,0 0 0-16,0 0 17 0,14 0-13 0,1 0 8 15,6 0 8-15,8 0-3 0,9 0-2 16,9-9-3-16,11 9-4 0,7-11-12 0,8 2 9 0,6 9-1 16,4-9 1-16,4 1 4 0,-1 2-5 15,4 0 3-15,1-1-5 0,2 1 7 0,3 0-6 0,-1-2 1 16,-1 0 0-16,-1 2-1 0,-6 3 4 15,-4-1-10-15,-8 0-4 0,-13 2-4 0,-8 0-1 16,-11 2 8-16,-10 0 10 0,-7-2-2 0,-8 2 4 16,-8 0 2-16,-10-2-2 0,0 1 1 0,0 0-3 15,-19 1-11-15,-3-2 1 0,-7 2-4 0,-6-2 7 16,-8 2 8-16,-5 0-1 0,-6 0 6 0,-3 0-6 16,-2 0-1-16,-4 0-3 0,-1 10-2 0,1-10 6 15,-3 12-4-15,3-3 3 0,0 1 16 0,4-4 20 16,6 2 13-16,4-5-4 0,7 3-8 0,7-6-25 15,6 4-4-15,8-2-6 0,7-2-6 16,3 2 5-16,4-2-5 0,2 1 4 0,2-1 1 0,3 2 5 16,0 0-15-16,0-2 9 0,0 0-7 15,0 0-4-15,0 0 9 0,0 0 0 0,0 0-3 16,0 0-3-16,9 0 9 0,-9 0-3 0,11 1 3 16,0 0-3-16,2-1 1 0,3 3-2 0,5-3 6 15,6 0 8-15,5 0-2 0,8 0 4 0,5 0-2 16,7 0 2-16,5 0-10 0,4-12-6 0,1 12 4 15,-1-12-9-15,-2 3 8 0,-2 9 6 0,-9-8-8 16,-2 8 3-16,-7-10 1 0,-7 10-2 0,-5 0 2 16,-8 0-3-16,-3 0 5 0,-3-3-12 0,-7 3 8 15,-2 0 3-15,-4 0-7 0,0 0 14 16,3 0-11-16,-3 0 2 0,0 0 4 0,0 0-3 0,0 0 8 16,0 0 0-16,0 0-4 0,0 0 5 15,0 0 2-15,0 0-3 0,0 0 10 0,0 0-1 16,0 0-12-16,0 0 11 0,0 0-5 0,0 0-5 15,0 0 7-15,0 0-1 0,0 0-13 0,0 0 2 16,0 0 4-16,0 0-18 0,0 0 11 0,0 0 2 16,0 0-10-16,0 0 12 0,0 0-3 0,0 0-4 15,0 0 5-15,0 0-1 0,0 0-1 0,0 0 0 16,0 0 0-16,0 0 0 0,0 0 1 0,0 0 3 16,0 0 2-16,0 0-5 0,0 0-3 0,0 0-2 15,0 0 7-15,0 0 2 0,0 0 3 16,0 0-11-16,0 0-2 0,0 0 3 0,0 0-2 15,0 0 6-15,0 0-3 0,0 0-2 0,0 0 1 16,0 0 4-16,0 0-4 0,0 0-1 0,0 0 7 16,0 0-4-16,0 0-1 0,0 0 5 0,0 0-9 15,0 0 0-15,0 0 3 0,0 0-1 0,0 0 4 16,0 0-5-16,0 0 4 0,0 0-6 0,0 0 8 16,0 0 3-16,0 0-5 0,0 0 1 0,0 0-1 15,0 0 0-15,0 0-6 0,0 0 13 0,0 0-11 16,0 0-3-16,0 0 15 0,0 0-14 0,0 0-1 15,0 0 5-15,0 0-1 0,0 0 3 0,0 0-1 16,0 0 2-16,0 0-6 0,0 0-9 16,0 0 6-16,0 0 1 0,0 0 1 0,0 0 8 15,0 0 2-15,0 0-15 0,0 0 10 0,0 0-14 16,0 0 2-16,0 0 12 0,0 0-10 0,0 0 12 16,0 0 1-16,0 0-1 0,0 0-3 0,0 0 5 15,0 0-7-15,0 0 2 0,0 0 8 0,0 0-6 16,0 0 4-16,0 0 1 0,0 0-9 0,0 0 4 15,0 0 1-15,0 0-2 0,0 0 4 0,0 0-2 16,0 0-10-16,0 0 12 0,0 0-3 0,0 0-1 16,0 0 7-16,0 0-12 0,0 0 9 0,0 0-2 15,0 0 7-15,0 0-1 0,0 0-6 0,0 0-3 16,0 0 0-16,0 0 2 0,0 0 0 16,0 0 5-16,0 0-2 0,0 0-11 0,0 0 7 15,0 0 3-15,0 0-14 0,0 0 11 0,0 0 1 16,0 0-4-16,0 0 4 0,0 0 2 0,0 0-2 15,0 0-2-15,0 0 7 0,0 0 0 0,0 0-7 16,0 0 3-16,0 0 1 0,0 0-3 0,0 0-1 16,0 0 0-16,0 0 4 0,0 0-10 0,0 0 12 15,0 0 2-15,0 0-10 0,0 0 13 0,0 0-13 16,0 0 4-16,0 0 0 0,0 0-1 0,0 0 3 16,0 0-4-16,0 0 2 0,0 0-1 15,0 0 2-15,0 0-10 0,0 0 12 0,0 0 0 16,0 0-4-16,0 0 6 0,0 0-8 0,0 0-3 15,0 0 8-15,0 0-6 0,0 0-3 0,0 0-9 16,0 0-11-16,0 0 8 0,0 0 3 0,0 0 7 16,0 0 14-16,0 0-10 15,0 0 2-15,0 0 5 0,0 0-6 0,0 0 11 0,0 0-7 16,0 0 2-16,0 0-4 0,0 0-3 0,0 0 10 0,0 0-6 16,0 0 5-16,0 0-4 0,0 0-5 0,0 0-2 15,0 0 8-15,0 0 1 0,0 0 6 0,0 0-3 16,0 0-4-16,0 0 2 0,0 0 0 0,0 0 3 15,0 0-8-15,0 0-4 0,0 0 0 16,0 0 8-16,0 0-3 0,0 0-5 0,0 0 6 16,0 0-1-16,0 0 2 0,0 0 8 0,0 0-10 15,0 0-2-15,0 0-3 0,0 0 9 0,0 0-5 16,0 0 3-16,0 0 7 0,0 0-8 0,0 0-3 16,0 0 11-16,0 0-19 0,0 0 10 0,0 0 4 15,0 0-16-15,0 0 24 0,0 0-7 16,0 0-7-16,0 0 13 0,0 0-10 0,0 0 0 0,0 0 1 15,0 0 1-15,0 0-2 0,0 0-2 0,0 0-1 16,0 0 0-16,0 0-1 0,0 0-2 0,0 0 10 16,0 0-5-16,0 0-1 0,0 0 9 0,0 0-3 15,0 0 0-15,0 0-3 0,0 0-4 0,0 0 0 16,0 0 1-16,0 0 5 0,0 0-1 16,0 0-4-16,0 0-1 0,0 0 0 0,0 0-3 15,0 0 8-15,0 0-5 0,0 0 1 0,0 0 0 16,0 0 0-16,0 0 2 0,0 0 5 0,0 0 0 15,0 0-3-15,0 0-5 0,0 0 5 0,0 0-3 16,0 0 6-16,0 0 3 0,0 0-14 0,0 0 8 16,0 0-5-16,0 0 2 0,0 0 1 0,0 0 6 15,0 0 1-15,0 0-2 0,0 0-2 16,0 0-1-16,0 0-7 0,0 0 1 16,0 0 5-16,0 0-5 0,0 0 5 0,0 0 0 0,0 0-6 0,0 0 4 15,0 0-2-15,0 0 4 0,0 0-4 16,0 0 3-16,0 0 5 0,0 0-7 0,0 0 8 15,0 0-9-15,0 0-1 0,0 0 4 0,0 0 3 16,0 0-3-16,0 0 5 0,0 0 1 0,0 0-13 16,0 0 12-16,0 0-12 0,0 0 5 0,0 0 3 15,0 0-5-15,0 0 8 0,0 0 0 0,0 0-3 16,0 0 1-16,0 0-3 0,0 0-5 0,0 0 6 16,0 0-1-16,0 0 1 0,0 0 3 0,0 0-4 15,0 0 9-15,0 0-6 0,0 0-4 0,0 0 5 16,0 0-5-16,0 0-7 0,0 0 8 0,0 0 1 15,0 0-3-15,0 0 3 0,0 0-1 0,0 0 1 16,0 0-6-16,0 0 11 0,0 0-8 16,0 0-3-16,0 0 10 0,0 0-3 0,0 0 2 15,0 0-2-15,0 0 3 0,0 0-5 0,0 0 1 16,0 0 0-16,0 0-6 0,0 0 5 0,0 0 1 16,0 0 5-16,0 0-5 0,0 0-2 0,0 0 0 15,0 0 2-15,0 0-1 0,0 0-2 0,0 0 5 16,0 0-2-16,0 0 4 0,0 0 0 0,0 0-7 15,0 0 3-15,0 0 0 0,0 0 4 16,0 0-1-16,0 0-8 0,0 0 7 16,0 0-8-16,0 0 3 0,0 0 5 0,0 0-7 0,0 0 11 0,0 0-5 15,0 0-4-15,0 0 3 0,0 0-9 16,0 0 10-16,0 0 4 0,0 0 6 0,0 0-3 16,0 0-6-16,0 0-1 0,0 0-12 0,0 0 10 15,0 0-4-15,0 0-1 0,0 0 7 0,0 0-1 16,0 0 2-16,0 0 3 0,0 0-6 0,0 0 0 15,0 0-2-15,0 0 0 0,0 0 0 0,0 0 9 16,0 0-2-16,0 0-1 0,0 0-2 0,0 0-9 16,0 0 7-16,0 0-4 0,0 0 8 0,0 0-3 15,0 0-1-15,0 0 2 0,0 0-5 0,0 0 2 16,0 0-1-16,0 0 1 0,0 0 2 16,0 0 9-16,0 0-3 0,0 0-5 0,0 0 0 15,0 0-2-15,0 0 0 0,0 0-4 0,0 0 3 0,0 0 2 16,0 0-4-16,0 0 11 0,0 0-5 15,0 0-8-15,0 0 6 0,0 0 0 0,0 0-2 16,0 0 3-16,0 0 0 0,0 0-4 0,0 0 9 16,0 0-3-16,0 0-7 0,0 0 6 0,0 0-8 15,0 0 0-15,0 0 9 0,0 0-9 0,0 0 4 16,0 0 5-16,0 0 3 0,0 0 2 0,0 0-5 16,0 0-3-16,0 0 0 0,0 0 2 0,0 0-13 15,0 0 3-15,0 0 3 0,0 0 1 0,0 0 19 16,0 0-5-16,0 0-9 0,0 0-5 0,0 0-1 15,0 0 4-15,0 0 2 0,0 0-4 16,0 0 3-16,0 0 3 0,0 0-3 0,0 0 8 0,0 0-3 16,0 0-1-16,0 0-4 0,0 0 7 15,0 0-11-15,0 0-4 0,0 0 11 0,0 0-8 16,0 0 9-16,0 0 3 0,0 0-9 0,0 0-4 16,0 0 5-16,0 0-1 0,0 0 1 0,0 0 7 15,0 0-6-15,0 0 0 0,0 0 3 0,0 0-2 16,0 0 4-16,0 0-3 0,0 0-5 0,0 0 1 15,0 0 0-15,0 0-2 0,0 0 1 0,0 0 4 16,0 0-1-16,0 0-4 0,0 0 10 0,0 0-6 16,0 0-1-16,0 0-4 0,0 0 7 0,0 0-5 15,0 0-1-15,0 0 7 0,0 0-10 16,0 0 4-16,0 0 5 0,0 0-4 16,0 0-1-16,0 0 7 0,0 0 2 0,0 0-5 0,0 0 2 15,0 0-3-15,0 0-3 0,0 0 14 0,0 0-17 16,0 0 3-16,0 0 4 0,0 0-7 0,0 0 13 15,0 0-10-15,0 0-5 0,0 0 8 0,0 0-2 16,0 0 6-16,0 0-4 0,0 0 3 0,0 0-4 16,0 0-6-16,0 0 9 0,0 0-5 0,0 0 5 15,0 0 8-15,0 0-12 0,0 0-5 0,0 0 7 16,0 0-7-16,0 0 8 0,0 0-1 0,0 0-3 16,0 0 4-16,0 0 4 0,0 0 1 15,0 0-4-15,0 0 0 0,0 0 0 0,0 0-5 16,0 0 1-16,0 0-1 0,0 0-4 0,0 0 7 15,0 0-1-15,0 0 4 0,0 0 4 0,0 0-4 16,0 0 6-16,0 0-15 0,0 0 2 16,0 0 8-16,0 0-5 0,0 0 5 0,0 0-48 0,0 0-35 15,0 0-72-15,0 0-111 0,0 0-87 0,0 0-92 16,0 0-81-16,0 0-91 0,0 0-39 0,0 0 124 16</inkml:trace>
</inkml:ink>
</file>

<file path=ppt/ink/ink10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2:45.107"/>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2744 124 1939 0,'0'0'27'0,"-10"0"26"0,10 0 31 16,-8 0 34-16,8-9 0 0,-5 9 4 0,1 0 2 15,4 0-11-15,-5 0-2 0,2 0-14 0,0 0-17 16,2 0-5-16,1 0-13 0,-3 0-8 0,1 0-9 16,1 0-15-16,1 0-6 0,0 0-12 0,0 0-6 15,0 0-5-15,0 0-5 0,0 0 2 0,0 0 2 16,0 0 0-16,12 0 2 0,1 0 3 0,6 0-7 15,2 0 2-15,3 0 0 0,10 0 1 0,4 0 2 16,6 0 0-16,6 0-1 0,4 0-6 0,6 0 7 16,4 0 3-16,4 0-2 0,6 0 1 0,2 0-1 15,3 0-5-15,3 8 4 0,3-8-6 0,6 9-2 16,0-1 6-16,4-2-9 0,5 0 13 16,-1 1-3-16,1-1-9 0,2-1 2 0,-2 2-17 15,-3-2-18-15,0-2-9 0,-3 1-9 0,-4 0-6 16,-7-1 11-16,-1-1 14 0,-6 2 9 0,-4-4 18 15,-7 0 8-15,-6 0 0 0,-7 0 6 0,-2 0-6 16,-9 0 6-16,-4 0 0 0,-9-10 2 0,-3 10 1 16,-4 0 1-16,-6-10-2 0,-3 10 0 0,-3 0 4 15,-4-6-6-15,0 6 2 0,-4-6-8 0,-1 6-10 16,0-5-1-16,0 1-16 0,0 2-11 16,0 0-22-16,-14-3-28 0,4 4-23 0,10-4-36 15,-20 2-35-15,3 1-52 0,2 1-107 0,-3-2-175 0,-3 1 41 16,-2-1 82-16</inkml:trace>
</inkml:ink>
</file>

<file path=ppt/ink/ink10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2:45.587"/>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3580 233 2157 0,'-19'0'10'0,"1"0"18"0,-2 0 20 16,5-9 30-16,0 9 16 0,1 0 12 0,2 0-6 15,2 0-19-15,0 0-23 0,3 0-27 0,4 0-10 16,0 0-10-16,3 0-6 0,0 0-3 0,0 0-2 16,0 0-1-16,0 6 2 0,0-2 3 0,0 2 1 15,10-1 14-15,-1 0 12 0,4-3 3 0,0 3 3 16,2-4 7-16,8 3 28 0,5-3 17 15,8-1 8-15,10 0-27 0,10 0-38 0,8 0-22 0,13 0-14 16,13-12 13-16,10 12-2 0,8-12-2 0,10 1-3 16,7 2-7-16,4 1 3 0,4 2 0 0,6-2 0 15,0 0-1-15,3 1-7 0,-3 0-1 0,3-2-6 16,-4 4 6-16,-8 1 1 0,-4-1-2 16,-9 4 4-16,-10-2 1 0,-10 1 0 0,-11 2 2 15,-11 0 4-15,-11 0-5 0,-13 0 5 0,-7 0 4 16,-10 0 9-16,-8 0 16 0,-7 0 15 0,-8 0 9 15,-4 0-10-15,-3 0-11 0,-4 0-18 0,0 0-15 16,0 0 1-16,-13-8-3 0,1 8-4 0,-1-9 7 16,-1 0-8-16,-3 9 7 0,0-6 2 0,-1 1-9 15,0 5-12-15,0-5-39 0,0 5-32 0,-1 0-72 16,0-5-46-16,-3 5-39 0,-3 0-49 0,-3 0-28 16,-4 0-132-16,-4 0-84 0,-7 0 64 0,-5 0 107 15</inkml:trace>
</inkml:ink>
</file>

<file path=ppt/ink/ink10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3:10.325"/>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79 317 1616 0,'-3'-4'28'0,"-2"3"10"15,3-3 11-15,-1 3 6 0,-1-4-12 0,1 1 7 16,-2 1 11-16,-1-2 4 0,2 0-7 0,-2 0 0 16,0 0-15-16,-1 0-3 0,3 1 2 15,-2-2-13-15,1 3 6 0,2-1-1 0,0-1-6 16,0 3-1-16,3-1-4 0,-1 1-1 0,1-1 1 16,0 0 1-16,0 1 1 0,0 1 2 0,0-2-3 15,0 1-2-15,0 0-3 0,0 1-5 0,0-3 1 16,0 3-4-16,0-2-2 0,0 0 4 0,0 2 1 15,0 1 0-15,0-2-16 0,0 1 0 0,0 1-11 16,0 0-2-16,0 0 18 0,0 0-9 0,0 0 5 16,7 0 5-16,-7 0-12 0,8 0 2 0,-8 0 3 15,9 0-2-15,-1 0 7 0,-2 10-6 0,0-10 8 16,-2 8-5-16,5-2-5 0,-4-6 6 0,2 8-7 16,0-3 5-16,-1-1 5 0,-2 0-2 0,2 0-2 15,0-2 1-15,-3-1-1 0,0 4 5 16,2-5 1-16,0 0 4 0,-1 1-4 0,-1 1 0 0,-1-2 0 15,1 0 0-15,-2 0 1 0,2 0-3 16,-1 0 2-16,1 0-5 0,-2 0 2 0,2 0 4 16,0 0-8-16,0 0 8 0,0 1 0 0,-1 1-8 15,1-2 6-15,-1 2-5 0,-1-2-1 0,2 0 5 16,-3 0 1-16,3 0-1 0,-3 0-2 0,2 0 0 16,-1 1 1-16,1 1-1 0,-2-2 1 0,1 0 2 15,-1 1-3-15,0-1-1 0,0 0 1 0,0 0-2 16,0 0 1-16,0 2 2 0,0-2-3 0,0 1-1 15,0 2-4-15,0-2 0 0,0 1 5 16,0 0 1-16,2 1 1 0,-2-1-1 0,1 1-4 16,1-2 5-16,-2 2 0 0,3-2-1 0,0 1 5 15,0 0 0-15,-2-1 9 0,2 0 11 0,0 2 18 16,1-3 6-16,-1 0 2 0,1 0-2 0,-1 0-8 16,3 0 7-16,-1 0 11 0,4 0 6 0,-5 0 9 15,6 0-11-15,-3 0 4 0,4 0-5 0,-2 0-10 16,2 0 4-16,-2-13-14 0,3 5 3 0,-2 8 2 15,3-12-5-15,0 3 0 0,-1-2-17 0,2 0-6 16,0-3-12-16,2 1-6 0,1-5-1 0,0-2 0 16,1 0 1-16,-1-2-8 0,-1 4 12 0,0 1-8 15,-1-2 1-15,-3 6 6 0,-1-2-6 0,-2 4 7 16,-2 2-6-16,1 3 3 0,-2 0-5 16,0-3-3-16,-1 2 0 0,-1 4 6 0,-1-1-1 15,0 1 5-15,-3 3 4 0,3-2-4 0,-3 1-11 16,0 1 6-16,0 0-2 0,0 0-4 0,0 0-4 15,0 0-12-15,0 0-14 0,0 0-18 16,0 0-12-16,0 0-23 0,0 0-19 16,0 0-30-16,0 0-6 0,0 0-24 0,0 0-20 0,0 0 9 0,0 0-8 15,0 0 2-15,0 0 0 0,-9 11-21 16,0-1-35-16,1 0-67 16,-1-1-48-16,0 0-9 0,2 2 75 0,-4-3 117 0</inkml:trace>
</inkml:ink>
</file>

<file path=ppt/ink/ink10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3:10.701"/>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-2 149 1686 0,'0'0'26'0,"0"-8"10"16,0 8 22-16,0 0 11 0,0-7-5 0,0 7 8 15,0-9 5-15,0 3 12 0,0 1-7 0,0 0 5 16,8-3-9-16,-8 4 0 0,0-3 6 0,6 1-2 16,-6 2 0-16,4-1-4 0,1 0-7 0,-5 0-9 15,2 2-4-15,1 1-12 0,-3 0-3 0,1-1-10 16,1 2-15-16,-2 1-9 0,0 0-14 0,0 0-2 15,0 0-5-15,0 0-4 0,0 0 6 0,0 0-1 16,0 10 3-16,0-10 6 0,0 11-2 16,0-2 6-16,10 4-3 0,-1-3-9 0,-1 2 1 15,0-1-4-15,1 2 4 0,-3-1 16 0,3-1 28 16,0 2 26-16,-1-2 33 0,2-2 19 0,2-1-3 16,-1 2-5-16,6-3-19 0,-2-1-10 0,3-3 1 15,2-3-10-15,1 0-11 0,5 0-11 0,1 0-17 16,4-16-22-16,0-2 8 0,3-2-11 0,2-1-1 15,1 0 12-15,-4 1-11 0,-1 0 3 0,-2 1-11 16,-2 1 3-16,-5 3-3 0,-4 3-1 0,-5 4 12 16,-3 2-12-16,-2 0-11 0,-2 1-5 0,-4 2-47 15,0 2-45-15,-1-1-60 0,-1 0-93 16,1 1-62-16,-2 1-62 0,0 0-35 0,3 0-70 16,-1 0-122-16,1 0 114 0</inkml:trace>
</inkml:ink>
</file>

<file path=ppt/ink/ink10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3:06.045"/>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50 149 2159 0,'0'0'-6'0,"0"0"-3"0,-11-8 6 16,4 1-5-16,7 7 8 0,-12-6 14 0,4 2-6 16,1-1-3-16,7 2 7 0,-5-1-20 15,5 2-1-15,0-1 6 0,0 0-5 0,0 1 5 16,0 0 3-16,11-1 4 0,-1 0-8 0,2-2 8 15,4 3 1-15,2-5-6 0,0 3 5 0,3-5-2 16,-2-1-3-16,0 1 3 0,1 1-5 0,0 1 2 16,-5-1-2-16,-1 2 3 0,-5 1 5 0,-2 3 11 15,-4-1 9-15,0 3 6 0,-3 0 3 0,0 0-4 16,0 0-10-16,0 0-9 0,0 0-6 0,-10 0-10 16,-1 0 1-16,2 0 11 0,-2 10 10 0,1-10 11 15,-2 9 6-15,1-2-10 0,-1 0-15 0,3-1-7 16,-2 2-5-16,2-1-1 0,-2 1 4 0,4-1 0 15,-2 0-1-15,3-3 2 0,-1 2-8 16,6-4-5-16,-2 0-4 0,3-2-9 0,0 0-3 16,0 0 2-16,0 0 3 0,0 0 6 0,0 0 9 15,0 0 13-15,11 0-3 0,-1 0 3 0,1-11-4 16,2 11-4-16,3-10 3 0,0-1-1 0,3 1 5 16,-3 1-7-16,4 0 4 0,0 0 2 0,-3 2-3 15,-2-1 3-15,-2 0 5 0,-5 3-1 0,1 3-2 16,-4 2 0-16,-5 0-4 0,0 0-7 0,0 0 3 15,0 0-3-15,-19 0 2 0,3 0 2 0,1 12-6 16,-2-2 11-16,-3-2 7 0,0 1 4 0,4 0 7 16,-3 0-14-16,1 1-4 0,1-1 1 0,5-2-3 15,-1 1 9-15,4-3-8 0,1 0 0 16,2-2-4-16,3-3-2 0,3 0 2 0,0 0-4 16,0 0 4-16,0 0-2 0,0 0 0 0,0 0 2 15,0 0 3-15,0 0 4 0,9 0-1 0,-9 0 3 16,8 0-3-16,1 0 7 0,-5-8 5 0,2 8 13 15,0-7 15-15,2 1 13 0,-4 6 21 0,0-5 19 16,0 5 8-16,-4-4 2 0,0 1-9 0,0 3-21 16,0 0-7-16,0 0-18 0,0 0-15 15,0 0-4-15,0 0-11 0,0 0-8 0,0 0 0 0,0 0-9 16,0 0-3-16,0 0-4 0,0 0-5 0,0 0 5 16,0 0 0-16,0 0 2 0,0 0 0 15,0 0-5-15,0 0 2 0,0 0 3 0,0 0 4 0,0 0 5 16,0 0-7-16,0 0-2 0,0 0-1 15,0 0 0-15,0 0 5 0,0 0-2 0,0 0-3 16,0 0 5-16,0 0-4 0,0 0 2 0,0 0 3 16,0 0-12-16,0 0 7 0,0 0 0 0,0 0 1 15,0 0-1-15,0 0 0 0,0 0 3 0,0 0-3 16,0 0 4-16,0 0-6 0,0 0-5 0,0 0 3 16,0 0 0-16,0 0 5 0,0 0 3 0,0 0 2 15,0 0-4-15,0 0-2 0,0 0-6 0,0 0 2 16,0 0 10-16,0 0-5 0,0 0 6 0,0 0 1 15,0 0-12-15,0 0 5 0,0 0 2 0,0 0-9 16,0 0 10-16,0 0 4 0,0 0 1 0,0 0 10 16,0 0-5-16,0 0-4 0,0 0-3 15,0 0-1-15,0 0-4 0,0 0 4 0,0 0 2 16,0 0-7-16,0 0 4 0,0 0-6 0,0 0-1 16,0 0 1-16,0 0 6 0,0 0-3 0,0 0 0 15,0 0-1-15,0 0-4 0,0 0 7 0,0 0-3 16,0 0-1-16,0 0-3 0,0 0-2 0,0 0 3 15,0 0 4-15,0 0 1 0,0 0-5 0,0 0 5 16,0 0-10-16,0 0 8 0,0 0-4 0,0 0-2 16,0 0 10-16,0 0-7 0,0 0 2 0,0 0 0 15,0 0 0-15,0 0-4 0,0 0 8 16,0 0-6-16,0 0 8 0,0 0-2 16,0 0 1-16,0 0 2 0,0 0-9 0,0 0 2 0,0 0-2 15,0 0 2-15,0 0-2 0,0 0 2 0,0 0 2 16,0 0-8-16,0 0 2 0,0 0 4 0,0 0 1 15,0 0 1-15,0 0 2 0,0 0-4 0,0 0-7 16,0 0 13-16,0 0-5 0,0 0 2 0,0 0 2 16,0 0-7-16,0 0 7 0,0 0-6 0,0 0 4 15,0 0-1-15,0 0 1 0,0 0 10 16,0 0 7-16,0 0 12 0,0 0-6 16,0 0-3-16,0 0-6 0,0 0-13 0,0 0-1 0,0 0 2 0,0 0-3 15,0 0 3-15,0 0-3 0,0 0-2 16,0 0-3-16,0 0 4 0,0 0 5 0,0 0-5 0,0 0 1 15,0 0 0-15,0 0-9 0,0 0 14 16,0 0-2-16,0 0-1 0,0 0-2 0,0 0-4 16,0 0 1-16,0 0 0 0,0 0 7 0,0 0-2 15,0 0 3-15,0 0 2 0,0 0-9 0,0 0-4 16,0 0 8-16,0 0-10 0,0 0 13 0,0 0-3 16,0 0-5-16,0 0 12 0,0 0-6 0,0 0 9 15,0 0-13-15,0 0 1 0,0 0 7 0,0 0-1 16,0 0-1-16,0 0-6 0,0 0 2 0,0 0-9 15,0 0 19-15,0 0-4 0,0 0-5 0,0 0 5 16,0 0-14-16,0 0 9 0,0 0 2 16,0 0-7-16,0 0 5 0,0 0-3 0,0 0-4 15,0 0 5-15,0 0 1 0,0 0 4 0,0 0-2 16,0 0-1-16,0 0 4 0,0 0-8 0,0 0-7 16,0 0 13-16,0 0-10 0,0 0-7 0,0 0 11 15,0 0-5-15,0 0 10 0,0 0-2 0,0 0 0 16,0 0 2-16,0 0-11 0,0 0 8 0,0 0 1 15,0 0-14-15,0 0 9 0,0 0 2 0,0 0-3 16,0 0 8-16,0 0-5 0,0 0 1 0,0 0-2 16,0 0 0-16,0 0-1 0,0 0 4 0,0 0 1 15,0 0-1-15,0 0-2 0,0 0-1 16,0 0 5-16,0 0-6 0,0 0 3 0,0 0-7 0,0 0 3 16,0 0-1-16,0 0 0 0,0 0 8 15,0 0-3-15,0 0 3 0,0 0 3 0,0 0-7 16,0 0-2-16,0 0 2 0,0 0-5 0,0 0 9 15,0 0-10-15,0 0 10 0,0 0-1 0,0 0-6 16,0 0 11-16,0 0-12 0,0 0 1 0,0 0-1 16,0 0 0-16,0 0 2 0,0 0-2 0,0 0 6 15,0 0-2-15,0 0 0 0,0 0 4 16,0 0 2-16,0 0 0 0,0 0-8 0,0 0 2 16,0 0-4-16,0 0 3 0,0 0 1 0,0 0-1 0,0 0-1 15,0 0 4-15,0 0 1 0,0 0-1 16,0 0-1-16,0 0-3 0,0 0 4 0,0 0-2 0,0 0-4 15,0 0 1-15,0 0-1 0,0 0 4 16,0 0 0-16,0 0-2 0,0 0 4 0,0 0-7 16,0 0 8-16,0 0-6 0,0 0-3 0,0 0 10 15,0 0-8-15,0 0 6 0,0 0 2 0,0 0-4 16,0 0 2-16,0 0-1 0,0 0-8 0,0 0 9 16,0 0 1-16,0 0 4 0,0 0 2 0,0 0-15 15,0 0 6-15,0 0-4 0,0 0 4 0,0 0 7 16,0 0-7-16,0 0-1 0,0 0-4 0,0 0-1 15,0 0 5-15,0 0 4 0,0 0-5 16,0 0 2-16,0 0 2 0,0 0-6 0,0 0 8 16,0 0-5-16,0 0 1 0,0 0 2 0,0 0 2 15,0 0 4-15,0 0-11 0,0 0 4 0,0 0-1 16,0 0-10-16,0 0 9 0,0 0-4 0,0 0 5 16,0 0 5-16,0 0-8 0,0 0 5 0,0 0 0 15,0 0-5-15,0 0 8 0,0 0-3 0,0 0-9 16,0 0 12-16,0 0-5 0,0 0 4 0,0 0-5 15,0 0-6-15,0 0 3 0,0 0 0 0,0 0 9 16,0 0-3-16,0 0 6 0,0 0-8 0,0 0 0 16,0 0 1-16,0 0-4 0,0 0 3 0,0 0-5 15,0 0 3-15,0 0 6 0,0 0-2 0,0 0 2 16,0 0 0-16,0 0-11 0,0 0 4 0,0 0 5 16,0 0-3-16,0 0 2 0,0 0-2 15,0 0 0-15,0 0-2 0,0 0 7 0,0 0-7 16,0 0 1-16,0 0 1 0,0 0-3 0,0 0 10 15,0 0-1-15,0 0-1 0,0 0 0 0,0 0-1 16,0 0-10-16,0 0 9 0,0 0-4 0,0 0-1 16,0 0-1-16,0 0 2 0,0 0 2 15,0 0 3-15,0 0 0 0,0 0-1 0,0 0-6 0,0 0-2 16,0 0 4-16,0 0 7 0,0 0-3 16,0 0-4-16,0 0 4 0,0 0-15 0,0 0 11 0,0 0 4 15,0 0-3-15,0 0 11 0,0 0-7 16,0 0-1-16,0 0-2 0,0 0-1 0,0 0 1 15,0 0-2-15,0 0 2 0,0 0-6 0,0 0 3 16,0 0 5-16,0 0 4 0,0 0-6 0,0 0-1 16,0 0-1-16,0 0 2 0,0 0 6 0,0 0-7 15,0 0 3-15,0 0-6 0,0 0 4 0,0 0 3 16,0 0-3-16,0 0 7 0,0 0-7 0,0 0-1 16,0 0 1-16,0 0-2 0,0 0 0 0,0 0 4 15,0 0-6-15,0 0-2 0,0 0 6 0,0 0-3 16,0 0 5-16,0 0 1 0,0 0-6 15,0 0 4-15,0 0 1 0,0 0 0 0,0 0 3 0,0 0-3 16,0 0-5-16,0 0 3 0,0 0-8 16,0 0 9-16,0 0-2 0,0 0 1 0,0 0 2 15,0 0 3-15,0 0-6 0,0 0-5 0,0 0 11 16,0 0-7-16,0 0 13 0,0 0-11 0,0 0-10 16,0 0 8-16,0 0 0 0,0 0 8 0,0 0 3 15,0 0-9-15,0 0-5 0,0 0 4 0,0 0-3 16,0 0 4-16,0 0-5 0,0 0 4 0,0 0 3 15,0 0-1-15,0 0-2 0,0 0 6 0,0 0-9 16,0 0 6-16,0 0 1 0,0 0-5 0,0 0 4 16,0 0-11-16,0 0 8 15,0 0-7-15,0 0 9 0,0 0-3 0,0 0 6 0,0 0-7 0,0 0-1 16,0 0 8-16,0 0-11 0,0 0 9 16,0 0-9-16,0 0 7 0,0 0 0 15,0 0 2-15,0 0 2 0,0 0-6 0,0 0 2 0,0 0 0 16,0 0 0-16,0 0 0 0,0 0-2 0,0 0-3 15,0 0 5-15,0 0-11 0,0 0 11 0,0 0 5 16,0 0-12-16,0 0 19 0,0 0-13 0,0 0 1 16,0 0 11-16,0 0-16 0,0 0 8 0,0 0-7 15,0 0 1-15,0 0 10 0,0 0-6 0,0 0 4 16,0 0-1-16,0 0-6 0,0 0 18 0,0 0 13 16,0 0-9-16,0 0 14 0,0 0-11 15,0 0-11-15,0 0 6 0,0 0-8 0,0 0 7 0,0 0-7 16,0 0 6-16,0 0-3 0,0 0-10 15,0 0 5-15,0 0-4 0,0 0 1 0,0 0 0 16,0 0-1-16,0 0-3 0,0 0 0 0,0 0 1 16,0 0-2-16,0 0-6 0,0 0 11 0,0 0-8 15,0 0 3-15,0 0 2 0,0 0-5 0,0 0-3 16,0 0 2-16,0 0 8 0,0 0-9 0,0 0 6 16,0 0-5-16,0 0-1 0,0 0 7 0,0 0 1 15,0 0 3-15,0 0-11 0,0 0 8 0,0 0 2 16,0 0-15-16,0 0 15 0,0 0-5 0,0 0-3 15,0 0 3-15,0 0 7 0,0 0-24 16,0 0-27-16,0 0-27 0,0 0-92 0,0 0-75 16,0 0-96-16,0 0-83 0,0 0-84 0,0 0-120 15,0 0 2-15,0 0 120 0</inkml:trace>
  <inkml:trace contextRef="#ctx0" brushRef="#br0" timeOffset="7048.38">1517 199 1866 0,'0'-10'3'0,"0"3"22"0,0 0 4 0,0 1 18 0,0-1 4 15,-12 5-3-15,1-2 9 0,11 1-12 16,-10-1 3-16,2 2-18 0,8 0-10 0,-9 0-11 15,3 0-11-15,6-3 8 0,-6 5-3 0,3-2 0 16,3 0 6-16,0 2-13 0,0 0 8 0,0-2 12 16,0 2 1-16,0 0 7 0,0-2-10 0,0 1-5 15,0 1-1-15,0-2-1 0,0 2 5 0,0 0-4 16,0 0-2-16,0 0-3 0,0 0-4 0,0 0 2 16,0 0-1-16,0 0-3 0,0 0-3 0,0 0-6 15,0 0-2-15,0 0-1 0,0 0 2 16,0 0 11-16,0 0-2 0,0 0 7 0,0 0 1 15,0 14-6-15,0-4 0 0,0 1 0 0,0-1-4 16,0 0 2-16,6-1 0 0,2 1 0 0,-8 0 0 16,6-1 2-16,-3-3 0 0,1-1 2 0,-2 1 4 15,1-1-5-15,-2-3 8 0,2 3-7 0,0-3 1 16,0 0 2-16,-3 0-1 0,3-1 6 0,-1-1 6 16,1 1 7-16,0-1 7 0,0 4-3 0,-1-4 5 15,1 0 1-15,3 0 8 0,-2 0 6 0,1 0 1 16,2 0 2-16,-1 0-5 0,2 0 3 0,-2 0-2 15,2 0 1-15,1 0 3 0,-2 0-1 16,1 0 2-16,1 0 2 0,0 0-7 0,0 0-2 16,0-10-10-16,1 2-21 0,-1 8 0 0,0-12-8 15,1 1 3-15,0 3 1 0,0-1-3 0,-1 1-5 16,-1 1-4-16,1-2-5 0,-1 4-34 0,-2 0-41 16,-3 0-85-16,-2 2-96 0,2-3-91 0,-3 3-249 15,0 0-25-15,0-1 107 0</inkml:trace>
  <inkml:trace contextRef="#ctx0" brushRef="#br0" timeOffset="7386.45">1739 46 2375 0,'3'0'-5'0,"-3"-3"-2"15,1 2-1-15,1 1-7 0,-2 0-1 0,0 0 2 16,0 0-2-16,0 0 5 0,0 10 4 0,0-10-4 16,0 13 2-16,0 0 9 0,0-2 9 0,0 4 3 15,0-1 11-15,0 4 16 0,0-1 10 0,8 6 15 16,-8-2 2-16,9 0-16 0,-9 3-17 0,6-3-7 16,1-2-6-16,-2-1 14 0,-1-2 9 0,1-4-1 15,1-1 9-15,-1-4-7 0,-1 0 5 16,4-3 6-16,-4 0-5 15,2-4 1-15,2 0-9 0,-2 0-13 0,5 0-9 0,1 0-9 0,0-13-6 16,2 2 1-16,1 1-10 0,0-1-40 0,3-2-48 16,-3 2-59-16,2 1-52 0,0-3-34 0,-3 3-36 15,-1 0-60-15,1 2-157 0,-2 1-24 0,-1 0 84 16</inkml:trace>
</inkml:ink>
</file>

<file path=ppt/ink/ink10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3:24.705"/>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4 46 1477 0,'0'-6'13'0,"0"0"-2"0,0 3 1 0,0-2 2 15,0 2-5-15,0 2 22 0,0-2 11 16,0 1 11-16,0-1 1 0,0 2-6 0,-5-4-8 16,5 3-6-16,0 1-10 0,0-1-9 0,0 1-3 15,0-2 1-15,0 3-1 0,0 0 7 0,0 0 5 16,0 0-4-16,0 0 6 0,0 0-6 0,0 0-5 16,0 0-2-16,0 0-2 0,0 0-2 0,0 0 0 15,0 0 5-15,0 0-1 0,0 0 11 0,5 0 14 16,-5 0 2-16,9 0 4 0,-5 9-4 0,3 0 6 15,0 0 8-15,-1 5-2 0,2-1-8 0,-1 3-19 16,1 3-14-16,0 1 1 0,1 4 1 16,-2-3-3-16,4 1-5 0,-4 1-1 0,3-3-1 15,-1 0 9-15,0-5 5 0,0 1 3 0,0-2 26 16,-1-3 6-16,2-3 10 0,1-1 3 0,0-3-2 16,-2-4-4-16,1 0 8 0,2 0-4 0,1 0-17 15,-1-11-3-15,1-1-13 0,3-4-9 0,-1-1-6 16,1-2-8-16,1-3-3 0,-2 0 8 0,1 1 5 15,-4 3-5-15,-2 1 3 0,-1 2-6 0,1 4-8 16,-4 5 7-16,-5-1-8 0,2 7 4 0,0 0-6 16,-3 0 3-16,0 0-20 0,0 0-26 0,0 0-34 15,0 0-57-15,0 0-25 0,0 0-38 0,0 0-19 16,0 0-18-16,0 0-39 0,0 0-11 0,0 0-123 16,0 0-59-16,0 0 90 0</inkml:trace>
  <inkml:trace contextRef="#ctx0" brushRef="#br0" timeOffset="311.74">368 166 2123 0,'0'-6'9'0,"0"6"4"0,0 0 14 16,0 0 14-16,0-9 2 0,-9 9 2 0,9 0-20 15,0 0-6-15,-7 0-14 0,7 0-6 0,0 0 10 16,0 0-5-16,0 0 12 0,0 0 5 0,0 10 2 16,0-1-1-16,0 1-4 0,0-2 1 0,0 2 1 15,12 1 7-15,-2 0 5 0,-1-2-9 0,4 0 1 16,-3 1-1-16,2-1-1 0,1-3 11 0,-1 0 7 16,1-1-4-16,1 0-7 0,1-4-4 0,2-1-13 15,0 0-1-15,-1 0-4 0,4 0-5 0,0-14-2 16,-4 5-3-16,1-4 1 0,-3 0-28 0,0 2-45 15,-4-2-64-15,-1 4-66 0,-1-1-84 16,-5 3-195-16,0 1-89 0,-3 6 70 0</inkml:trace>
  <inkml:trace contextRef="#ctx0" brushRef="#br0" timeOffset="3471.45">1635-255 1993 0,'0'-11'13'0,"0"0"3"16,0 3 7-16,0-1 14 0,0 3 4 0,0-1 11 16,-12 0-4-16,12 3-13 0,0-2-21 0,-9 2-13 15,9 1-6-15,0 1 2 0,0 0 2 0,0 2-2 16,0 0-1-16,0 0-3 0,0 0 3 0,0 0-1 16,0 0 5-16,0 0 4 0,0 0-5 0,0 0 3 15,0 0-4-15,9 0-1 0,-3 0 1 0,0 11-3 16,-2-4 7-16,1-7-4 0,0 8 2 0,-4 1 2 15,4-3 0-15,-2 0-3 0,1 1 1 0,-1 2 0 16,0-3-3-16,0 1 3 0,0-1-2 16,2 1 1-16,-2-2-2 0,0 0 3 0,-2-4-2 15,3 3-2-15,-1-3 5 0,0 2-3 0,-3-3 4 16,3 0-1-16,-2 0 0 0,2 0 6 0,0 0 1 16,0 0 5-16,-1 0 9 0,1 0 13 0,0 0 13 15,0 0 13-15,4 0-9 0,3-13-10 0,0 13-15 16,2-11-17-16,2 3 0 0,1 1-4 0,-1 1-4 15,0-1 1-15,1 3 0 0,-3-1-6 0,-3 1 2 16,0 2 3-16,0 0-6 0,-3-2-17 0,2-1-27 16,-2 4-46-16,-1-2-49 0,-1 1-67 15,-1-1-104-15,0 1-166 0,-1 2-16 0,-1 0 85 0</inkml:trace>
  <inkml:trace contextRef="#ctx0" brushRef="#br0" timeOffset="3883.72">1772-198 1968 0,'6'-5'17'0,"-6"-1"6"0,0 3 11 15,0 1 1-15,0 0-16 0,0 2 1 16,0 0-8-16,0 0-1 0,0 0-7 0,0 0-6 16,0 0-3-16,0 0-4 0,0 0-1 0,0 0 2 15,0 0 4-15,0 0-1 0,7 0 9 0,-7 0-1 16,0 0 3-16,9 9 15 0,-3 0-2 0,-1 1 0 16,1-1 3-16,2 1 0 0,1 4 11 0,1-1 7 15,1-1-4-15,-2 4-15 0,2-3-6 0,-1 0 1 16,-1 2 12-16,-1-2 9 0,1-1 1 0,-1-3-8 15,-1 1-5-15,-1-3 12 0,4 1 14 0,-3-6 2 16,4-1-3-16,-2-1-8 0,3 0-16 0,2 0-4 16,1 0-12-16,2-12-7 0,2-4 1 15,0 5-6-15,0-2 0 0,0-1-3 0,-1-2-23 16,-2 3-32-16,-3 2-40 0,-4-2-58 0,0 7-58 16,-5 0-47-16,-4-1-117 0,0 3-141 0,0 4 54 15,0 0 82-15</inkml:trace>
  <inkml:trace contextRef="#ctx0" brushRef="#br0" timeOffset="4763.69">1137 741 1694 0,'0'-9'17'0,"0"-1"7"0,0-1 19 0,0 0 23 16,0-2 14-16,0 5 24 0,0-4 3 0,0 4-9 15,0 2-18-15,0-1-22 0,0 3-21 0,0 1-16 16,0 0-14-16,0 3-11 0,0 0-2 0,0 0 1 16,0 0 6-16,0 0 12 0,0 13 2 15,0 1 0-15,0 2-2 0,0-1-13 0,12-1-5 16,-5 4 1-16,-7-3-3 0,11 0 6 0,-2-2-1 16,-1 0 0-16,-2-2 6 0,-2-2 2 0,1-5 7 15,0 4 6-15,1-2 2 0,0-3 4 0,-2 0 4 16,2-3 15-16,-1 1 16 15,1 2 29-15,0-3 42 0,0 0 16 0,2 0 5 0,1 0-24 0,1 0-37 16,3-16-43-16,2 4-25 0,3-2-9 0,0-1-18 16,2 2 7-16,-2-6-3 0,0 6-1 0,-1-4-2 15,-2 2-18-15,-4 2-34 0,0-1-39 0,-4 3-37 16,-2 2-29-16,-2 1 4 0,-2 0-13 16,-1 1-5-16,0 2 3 0,0-1-4 0,0 3 13 15,0 1 6-15,-10 1 14 0,10 1 15 0,-11 0 11 16,2 0 28-16,0 0 30 0,1 0 15 0,2 0 22 15,-1 10 16-15,0-10 5 0,1 7 12 0,2-7 12 16,1 7 4-16,-2-7-1 0,2 8 13 0,-1-3 10 16,-1-1 12-16,1 3 20 0,0-1 2 0,1 1-7 15,-1 3-6-15,-1 1-16 0,2 2-13 0,2 3-8 16,-2-2 6-16,3 0 19 0,0 0 8 16,0 1 6-16,0-2-10 0,0-1-18 0,10 0 4 0,-10 0 2 15,11-4 14-15,-2 1 6 0,0 1-3 16,2-3 9-16,-2 0 5 0,3-4 1 0,-1 2-9 0,2-2-5 15,1-2-20-15,1-1-5 0,-1 0-5 16,0 0-8-16,-1 0 6 0,1-12 8 0,3-2 45 16,-1-1-8-16,3 0-4 0,-1-3-17 0,3 1-52 15,-1-2-3-15,-2 1-6 0,0 1-3 0,-3 5-12 16,-2-2-35-16,-4 2-47 0,-3 1-53 0,-2 0-75 16,1 1-62-16,-1 3-70 0,-1-1-118 0,1 5-143 15,-1-1 64-15,-3 4 117 0</inkml:trace>
</inkml:ink>
</file>

<file path=ppt/ink/ink10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4:31.575"/>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0 498 1990 0,'0'-10'33'0,"0"1"28"16,6 0 27-16,-6 3 26 0,0 0-14 0,0-1-12 16,0 0-5-16,6 1-8 0,-1 1-8 0,-1 1-1 15,1-2-14-15,-2 4-16 0,2-2-10 0,-2 1-17 16,0 1-11-16,0 1 0 0,1-4-1 0,-1 5 1 15,0 0 6-15,2 0-4 0,-2 0 5 0,1 0-5 16,-1 0 7-16,1 0 0 0,2 0-7 0,0 10 10 16,0-10-12-16,1 12 2 0,1-4 2 0,1 3-2 15,2 0 3-15,-1 0-3 0,1-1 3 0,-2 3-4 16,3-1 6-16,-1 0-1 0,1 1-1 16,-1 0 1-16,-1-3-4 0,2 4 0 0,1-3 8 15,-1-1 12-15,0-1 28 0,-2 0 21 0,3-1 16 16,-3-4 35-16,4 3 8 0,-2-3 20 0,2-2 2 15,1-2-32-15,5 0-29 0,2 0-35 0,7-21-24 16,5-3-13-16,5-9-16 0,5 1 9 0,6-10-9 16,2-3-1-16,3-1 4 0,1-2-14 0,-1-2-5 15,-5 4-32-15,-3 2-59 0,-6 2-92 0,-3 8-100 16,-6 4-100-16,-2 2-47 0,-4 4-104 0,0 2-143 16,-2 3 127-16</inkml:trace>
</inkml:ink>
</file>

<file path=ppt/ink/ink10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4:34.754"/>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0 257 2081 0,'0'-6'38'0,"0"-1"43"0,0-2 39 0,0 1 36 16,0 3-6-16,0-1-10 0,0 0-16 15,0 1-12-15,0 0-22 0,0 3-19 0,0-1-13 0,0 2-29 16,0 1-10-16,0 0-22 0,0 0-8 16,0 0-3-16,0 0-5 0,0 0 5 0,0 0-2 15,0 0 8-15,0 0 2 0,0 10-1 0,0-2 4 16,0 2 1-16,7 1 6 0,1 1 3 0,1 2-8 15,0 4 5-15,3-3-10 0,-1 2 3 0,1 0 6 16,2-1-5-16,-1 1 16 0,1-2 18 0,3-2 25 16,0-1 23-16,1-1 17 0,3-4 6 0,3-3-5 15,1-4-7-15,5 0-28 0,3 0-13 0,8-11-13 16,5-6-19-16,6-2 0 0,7-3-13 0,2-3-3 16,4-2 3-16,0-1 1 0,-1 0 12 15,0 1 9-15,-10 0 1 0,-3 0 16 0,-9 4-8 0,-5-1-11 16,-6 5-2-16,-6-1-7 0,-6 3-10 15,-2 3 0-15,-3 0-8 0,-5 5-10 0,-1 1 11 16,-4 3 6-16,-1-1-1 0,0 4 4 0,-3-1-9 16,0 2-7-16,0 1 8 0,0 0-2 0,0 0-5 15,0 0 5-15,0 0-9 0,0 0 2 0,0 0 1 16,0 0-18-16,0 0 2 0,0 0-7 0,0 0 1 16,0 0 13-16,0 0-5 0,0 0 6 0,0 0 1 15,0 0-9-15,0 0 8 0,0 0-8 16,0 0 11-16,0 0 3 0,0 0-4 0,0 0 7 15,0 0-6-15,0 0 6 0,0 0-11 0,0 0-10 16,0 0-6-16,0 0-10 0,0 0 18 0,0 0 6 16,0 0 15-16,0 0 8 0,0 0-8 0,0 0 8 15,0 0-3-15,0 0 0 0,0 0 9 0,0 0-15 16,0 0 8-16,0 0-5 0,0 0 1 0,0 0 8 16,0 0-6-16,0 0 2 0,0 0-4 0,0 0 5 15,0 0-1-15,0 0 10 0,0 0-17 0,0 0 4 16,0 0 4-16,0 0-4 0,0 0 16 0,0 0-7 15,0 0-10-15,0 0-8 0,0 0 8 0,0 0 6 16,0 0 4-16,0 0 0 0,0 0-7 0,0 0-10 16,0 0 12-16,0 0-6 0,0 0-4 0,0 0 16 15,0 0-15-15,0 0 15 0,0 0 3 16,0 0-18-16,0 0 6 0,0 0 2 0,0 0-10 16,0 0 2-16,0 0 11 0,0 0-8 0,0 0 12 15,0 0 2-15,0 0-9 0,0 0 0 0,0 0-6 16,0 0-1-16,0 0 2 0,0 0-7 0,0 0 8 15,0 0 5-15,0 0 0 0,0 0-1 0,0 0-1 16,0 0 2-16,0 0-2 0,0 0 4 0,0 0-4 16,0 0-7-16,0 0 4 0,0 0 4 0,0 0 1 15,0 0 6-15,0 0 3 0,0 0-9 0,0 0 0 16,0 0 8-16,0 0-19 0,0 0 6 16,0 0 4-16,0 0-9 0,0 0 4 0,0 0 3 15,0 0-3-15,0 0 3 0,0 0 5 0,0 0-1 16,0 0 4-16,0 0-8 0,0 0-5 0,0 0 2 15,0 0 3-15,0 0 0 0,0 0 9 0,0 0-11 16,0 0 3-16,0 0-4 0,0 0-3 0,0 0 15 16,0 0-16-16,0 0 7 0,0 0 6 0,0 0-11 15,0 0 15-15,0 0-1 0,0 0-3 0,0 0 5 16,0 0-16-16,0 0 9 0,0 0 1 0,0 0-2 16,0 0 7-16,0 0-1 0,0 0-9 15,0 0-1-15,0 0 2 0,0 0-9 0,0 0 6 16,0 0 0-16,0 0-1 0,0 0 8 0,0 0-6 15,0 0 5-15,0 0-1 0,0 0-3 0,0 0 1 16,0 0-5-16,0 0 2 0,0 0 2 0,0 0 5 16,0 0-2-16,0 0-3 0,0 0-5 0,0 0 2 15,0 0 7-15,0 0-6 0,0 0 3 0,0 0-1 16,0 0-2-16,0 0 2 0,0 0 5 0,0 0-3 16,0 0-4-16,0 0-1 0,0 0 0 0,0 0 5 15,0 0 4-15,0 0 1 0,0 0-9 0,0 0-8 16,0 0-1-16,0 0 9 0,0 0 6 0,0 0 5 15,0 0 2-15,0 0-10 0,0 0 2 0,0 0-4 16,0 0-1-16,0 0 2 0,0 0-7 0,0 0 6 16,0 0 0-16,0 0-3 0,0 0 10 15,0 0-2-15,0 0-4 0,0 0-3 0,0 0 1 16,0 0-3-16,0 0 2 0,0 0 10 0,0 0-17 16,0 0 12-16,0 0-2 0,0 0 8 0,0 0 5 15,0 0-13-15,0 0 6 0,0 0-18 0,0 0 3 16,0 0 10-16,0 0-5 0,0 0 13 0,0 0 1 15,0 0-10-15,0 0 5 0,0 0-12 0,0 0 10 16,0 0-9-16,0 0 1 0,0 0 10 0,0 0-10 16,0 0 10-16,0 0-8 0,0 0 1 0,0 0-3 15,0 0 4-15,0 0 1 0,0 0-5 0,-10 0 3 16,10 0-1-16,0 0 1 0,0 0-2 0,0 0 8 16,0 0-4-16,0 0-3 0,0 0 12 15,0 0-4-15,0 0-6 0,0 0 9 0,0 0-19 16,0 0 11-16,0 0 1 0,0 0-10 0,0 0 24 15,0 0-18-15,0 0-3 0,0 0 12 0,0 0-12 16,0 0 4-16,0 0 8 0,0 0-8 0,0 0 2 16,0 0-1-16,0 0-1 0,0 0 4 0,0 0-5 15,0 7 8-15,0-7-2 0,0 0-6 0,0 0 5 16,0 0-7-16,0 0-1 0,0 0-2 0,0 0 13 16,0 0 0-16,0 0-2 0,0 0-3 0,0 0-2 15,0 0-1-15,0 0 3 0,0 0 10 0,0 0-17 16,0 0 11-16,0 0-7 0,0 0 1 15,0 0 4-15,0 0-7 0,0 0 8 0,0 0-4 16,0 0 2-16,0 0-5 0,0 0 1 0,0 0 4 16,0 0 0-16,0 0 10 0,0 0-6 0,0 0-5 15,0 0-2-15,0 0-9 0,0 0 5 0,0 0 2 16,0 0-1-16,0 0 0 0,0 0-10 0,0 0-7 16,0 0-17-16,0 0-13 0,0 0-27 0,0 0-37 15,0 0-25-15,0 0-35 0,0 0-35 0,0 0-23 16,0 0-25-16,0 0-28 0,0 0-61 0,0 0-97 15,0 0-53-15,0 0 79 0,0 0 131 0</inkml:trace>
</inkml:ink>
</file>

<file path=ppt/ink/ink10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4:48.896"/>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0 196 3009 0,'12'0'45'0,"-3"-9"24"0,-5 9 23 15,-4 0 21-15,0 0-21 0,0 0-19 0,0 0-23 16,0 0-25-16,0 0-22 0,0 0-8 0,0 0 0 16,19 0 5-16,5-16-7 0,12 16 3 0,13-12 1 15,15 1 6-15,13-2 2 0,20 4 5 16,14 0-8-16,15 0-1 0,16 2-5 0,11 7-3 15,9-7 9-15,8 2-10 0,5 5 13 0,3-6-10 16,-2 3 3-16,-4 0 0 0,-4 1-6 0,-7-1 10 16,-7 0-5-16,-10 2 4 0,-11-3 6 0,-8 1-2 15,-11 1-3-15,-14 2-10 0,-12-2 5 0,-13 2 0 16,-15-3 12-16,-11 2 42 0,-11 1 8 16,-12-4 13-16,-10 3-3 0,-8-4-28 0,-8 2-16 0,0-1-14 15,0-1-1-15,-17 0-2 0,-1 0-5 16,-2 0 4-16,-1 1-7 0,-3-1-13 0,0 1-20 15,-2 2-67-15,0 2-79 0,0-2-115 0,2 2-107 16,3 0-98-16,1 0-290 0,3 0 118 0,5 0 131 16</inkml:trace>
</inkml:ink>
</file>

<file path=ppt/ink/ink10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4:49.705"/>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537 130 2077 0,'-39'-4'27'0,"1"0"27"15,-2-2 18-15,-1 4 45 0,3-2 27 0,0 3 23 16,2-2 34-16,1 1-17 0,3 1-26 0,2 1-34 16,2 0-15-16,3 0-11 0,0 0-10 0,4 0 0 15,3 0-12-15,3 0-14 0,1 0-13 0,2 0-24 16,4 0-21-16,4 0-3 0,4 0-10 0,0 0 16 15,0 0-9-15,13 7-3 0,9-7 17 0,8 0-13 16,16 6 6-16,16-6 4 0,18 0-11 0,22 0 1 16,20 0 0-16,16 0 3 0,17 0-2 0,10-12-3 15,11 12 3-15,5-11-4 0,3 11 6 16,-2-10 9-16,-6 3-6 0,-6 0-11 0,-7 1 3 16,-11 0-6-16,-16 0 12 0,-13 1 8 0,-15 1-8 15,-18-1 9-15,-14 1 23 0,-15 2 38 0,-16-2 35 16,-13 1 53-16,-9 1 14 0,-10 2 0 0,-6-2 5 15,-7 2-40-15,0-3-37 0,0 2-36 0,0 0-39 16,0 0-33-16,0 1-4 0,-16-4-10 0,0 1 5 16,2 1 14-16,0 0-10 0,-2 0-9 0,-1 1-61 15,2 0-61-15,-2 1-56 0,2 0-25 0,1 0-6 16,0 0-43-16,1 0-95 0,-1 0-111 16,2 11-133-16,0-11-268 0,0 12 155 0</inkml:trace>
</inkml:ink>
</file>

<file path=ppt/ink/ink1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5:39.948"/>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7794 837 2144 0,'3'-36'6'0,"0"-1"24"0,-3 0 28 0,0 1 35 15,0 1 20-15,0-2-6 0,0 0-3 0,-12 1-17 16,1 0 14-16,1 0-2 0,-3 1-19 0,0 1-8 15,-1 0-27-15,-3 1 0 0,-2 3-5 0,0-1-12 16,-2 1-16-16,-5 1-13 0,-4 2-1 0,1 1-6 16,-7 2 2-16,-7 1-3 0,-4 5 4 15,-8-1 8-15,-4 2 2 0,-8 4 0 0,-6 2-6 0,-6 2-1 16,-7 1 0-16,-5 3-1 0,-5 2 2 16,-4 0 2-16,-5 3 1 0,-1 0-3 0,-7 0-1 15,-2 0 4-15,-3 0-6 0,-1 0-2 0,-1 9 8 16,2-9-3-16,-1 10 0 0,4 1 4 0,-1-2-5 15,4-1-1-15,1 2 5 0,0 2 3 0,0-2-4 16,-1 4-1-16,-2-1 2 0,-1 0-3 0,-4 2 2 16,1 0-3-16,1 2 5 0,0-1-3 0,3 1-4 15,2 0-1-15,1 2-2 0,3-2 4 0,-1 3 3 16,2 0 4-16,2 1-2 0,1 2 4 0,2-1-2 16,2 1 2-16,2 0-5 0,4-2 0 0,5 0-3 15,1 2 5-15,1-4 0 0,2 1-4 16,1-2 7-16,-2 1-5 0,-1-1-6 0,-1 0 4 15,0 0-4-15,-3 1 0 0,1 0 5 0,-1 1-3 16,2-1 6-16,1 3-8 0,1-2 1 0,2 1 0 16,5 1-1-16,-1 1 1 0,2 1 8 0,5 0-7 15,-1 1-2-15,4 3 7 0,1-1-12 0,2 0 7 16,4 1 0-16,0 1-2 0,5-2 9 0,1 0-8 16,5 1-2-16,3-1 0 0,6-1-4 15,4 1 2-15,2-3-6 0,5 0 3 0,4-3-8 0,5 3 10 16,1-3 11-16,2 2-6 0,4 0 8 15,0 2-10-15,4 4 3 0,-3-1 0 0,1 4 0 16,0 1-3-16,0 2 4 0,1 0 1 0,-2 3 1 16,2 1 10-16,0 2-4 0,-1 0-5 0,0 2-1 15,0-2-1-15,1 4-6 0,2-1 5 0,-5-3 2 16,3 4-6-16,1 1 9 0,2-1 4 0,-1-2-3 16,1 3 4-16,2-5-9 0,2 1-4 0,1 2 4 15,1-4 2-15,2 0-3 0,3-1-1 0,0-3 2 16,0 1-4-16,0-4 11 0,14 2 24 0,-2-5 12 15,3 2 14-15,2-2 4 0,6-2-13 0,1 0 2 16,3 3-7-16,10-4 8 0,4-1 6 0,6-3-2 16,7-1 4-16,10-4-18 0,6-1 3 15,7-1-2-15,12-7-11 0,3 1 3 0,8-6-17 16,8-4-19-16,3 0 10 0,9 0-1 0,5 0-3 16,7 0 5-16,3-16-8 0,6 3-7 0,5 0 13 15,3-1-3-15,-2 5 0 0,2-3 7 0,-3 1-11 16,-2 1 3-16,-6-2-2 0,-1 4 4 0,-7 1-8 15,0-6 0-15,-3 4 5 0,-5-1-3 0,-4-3 10 16,-1-1 2-16,0 0-4 0,0-5 0 0,-2-1-5 16,4-2 7-16,2-5 3 0,2-2-8 0,3-4 3 15,2-1-1-15,3-5-4 0,1-2 5 0,1-4 3 16,1-1-9-16,0-1 3 0,-4-1-1 0,2 0-4 16,-6 1-3-16,2 6 0 0,-7-2 4 0,-4 4 2 15,-4 3 5-15,-4 1-3 0,-4 3-6 16,-3 1 4-16,-5 3 1 0,-3 0-4 0,-1 4 2 15,-7-1 1-15,-1 0-5 0,-4 6 5 0,-4-3 9 16,-4 3-11-16,-11 2 2 0,2-2-3 0,-12 1-2 16,-2 1 0-16,-3-2 12 0,-8-1 4 0,1-2-6 15,-7-1 7-15,2-2-13 0,-7-3-1 0,1 0 1 16,-7-6 1-16,0 1-1 0,-3-5-1 0,-5-4 4 16,-2-1 8-16,-1-4 6 0,-2-1-8 0,-3-4 7 15,-2-1-11-15,-4-4 0 0,0 0 22 0,0 1-6 16,0 0 0-16,0 1 6 0,0 0-11 15,-13 1 2-15,-1 2-1 0,2 2 1 0,-2 3 3 0,1 2-10 16,-1 3 3-16,-3 1-14 0,2 3-1 16,-5 1-1-16,1 1 3 0,-3 3-12 0,0 0-27 15,-1 1-38-15,0 4-38 0,-4 1-79 0,4 4-111 16,-3 1-99-16,0 8-108 0,2 0-234 0,1 6 16 16,-3 8 144-16</inkml:trace>
  <inkml:trace contextRef="#ctx0" brushRef="#br0" timeOffset="177686.63">7319 592 1704 0,'-3'-14'15'0,"3"1"18"0,-7-2 18 0,3 2 19 15,1-1-7-15,0 1 0 0,-5 2-6 0,2-3-2 16,3 3 8-16,-3 1-2 0,2 1-1 0,0-2-11 15,-2 2-18-15,-1-2-10 0,2 3 5 16,1-1 11-16,-5 1 6 0,1-1 3 0,-1 1 5 16,1 1 2-16,-4 0 4 0,2 1-13 0,-4-3-22 15,-1 2-22-15,-2 3-11 0,-7-1 4 0,2 2 2 16,-5 0-2-16,0 1 3 0,-2 2 4 0,-2 0 2 16,3 0-1-16,-6 0 3 0,2 0-1 0,2 13 4 15,0-4 8-15,1-9-1 0,1 11 4 0,3-3-4 16,2-2-3-16,-2 0-5 0,4 2-6 0,3-4-9 15,1 4 0-15,1-2 1 0,0 2 1 0,3 0 3 16,-4 3-1-16,3 2-3 0,2 3 3 0,-1-2 1 16,-4 7 4-16,3 1 3 0,-1 3-2 0,1 4 0 15,-1 1 0-15,1 5-1 0,1 4 5 0,1 3-6 16,-1 1 3-16,4 4 3 0,-4 3-3 16,4 2 10-16,-2 4-1 0,2 0 0 0,-2 5 2 0,2 3-5 15,0 1-3-15,1 2-2 0,2 0-1 16,-1-3-2-16,1 1 4 0,1-2-2 0,2-3-3 15,2-4 7-15,-1-2-6 0,2-6 0 0,0-1 6 16,0-2-8-16,0-4 5 0,11-3-3 0,-1-3 0 16,-1 1 5-16,1-4 0 0,0-2-2 0,-2-2-1 15,4-5 3-15,-3-1-7 0,5 0 12 0,-1-3 3 16,4-2-3-16,0-1 8 0,2-2-8 0,10 0-4 16,-1-8 6-16,7-2 3 0,6-4-6 0,7 0 1 15,2-13-6-15,7-3-7 0,5-4 8 0,6-3-3 16,2-5 0-16,3-3 6 0,-3-2 22 15,-2-1 36-15,-1-4 28 0,-2-3 30 0,-6-4 7 16,-2-2-21-16,-7-5-21 0,-5-4-24 0,-1-4-21 16,-4-8-7-16,-4-5 8 0,-4-3-9 0,-4-6 10 15,-6-5-10-15,-5-1-24 0,-5 0 4 0,-4-1-8 16,-8 0 5-16,0 6-3 0,-14 4-8 0,-3 3-16 16,-5 8 0-16,-7 5 8 0,-2 7 4 0,-5 3 0 15,-4 10-2-15,-2 4-14 0,-2 10-28 0,-2 2-34 16,-2 7-72-16,-2 6-86 0,-1 7-75 0,3 7-64 15,1 0-30-15,-2 11-139 0,4 6-99 0,4 4 103 16</inkml:trace>
</inkml:ink>
</file>

<file path=ppt/ink/ink1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5:34.692"/>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1108-289 1916 0,'0'-8'21'0,"0"2"14"16,0 3 18-16,0-2 33 0,0 5 9 0,0 0 11 16,0-1-4-16,0 1-29 0,0 0-31 0,-9 0-30 15,9 0-17-15,-9 0-15 0,1 0 0 0,2 14 0 16,-1-1 6-16,-2 7 17 0,-1-1 0 16,0 9 9-16,-4 2 5 0,4 3-7 0,-1 4 2 15,0 1-4-15,4 2-7 0,1-1-1 0,3 1 0 16,3 0 0-16,0-1 2 0,0 1 1 0,0-3 1 15,9-1 0-15,1-3 1 0,1 0 4 0,1-5-3 16,0 2 3-16,0-6-3 0,1-5-4 0,0 1 5 16,2-3 1-16,1-3 8 0,0-4-8 0,1-1-35 15,3-6-35-15,1-3-52 0,2 0-60 0,1 0-64 16,2 0-217-16,1-19-89 0,1-1 64 0</inkml:trace>
  <inkml:trace contextRef="#ctx0" brushRef="#br0" timeOffset="596.79">1357-75 2471 0,'0'-10'23'0,"0"1"15"0,0 0 6 0,0 2-14 15,0 4-31-15,0-1-20 0,0 4-11 0,0 0 10 16,0 0 12-16,0 0 5 0,0 0 7 0,9 14 0 16,2-1-5-16,0 0 3 0,2-1 0 0,1 4 3 15,1-1 1-15,2 2-5 0,-2 0 0 0,0 0 0 16,0 0-4-16,-2-3 10 0,0 2-1 0,-2-1 0 16,-2-2 11-16,0-3-15 0,-1 0 4 0,-2-1 3 15,0-4-6-15,-3-1 13 0,1 1 18 0,-2-3 30 16,1 0 49-16,-1-2 47 0,-1 0 18 0,1 0-29 15,-2 0-60-15,0-13-45 0,1 0-40 0,1-1 1 16,1-3 6-16,-3-3-13 0,3-5 3 16,1-1-8-16,-1 3 9 0,0-5 3 0,2 0-1 0,-2 2-2 15,-2 2-6-15,4 3 1 0,-2 4-1 16,-1 1 3-16,-1 5-2 0,1 2-8 0,-1 5-5 16,1-1-3-16,-1 4 3 0,1 1 4 0,1 0 8 15,0 0 0-15,3 0 3 0,0 12-1 0,1 0-1 16,3 1 2-16,-1-1-2 0,3 3 1 0,0 1 2 15,-1 1 7-15,1-2-5 0,1 4 1 0,1-2-2 16,-2-1 2-16,-1-2-7 0,0 0 8 0,-1-1-10 16,-1-5-2-16,-3 3 14 0,0-4 0 0,-1-2 15 15,0-4 23-15,-2 0 29 0,-2-1 33 0,1 0 34 16,-1 0-2-16,1 0-11 0,-2 0-41 0,1 0-41 16,2-13-24-16,-1-1-14 0,2-1 0 15,1 0-1-15,1-4 3 0,0-3-10 0,0 1 6 16,-1-1 6-16,-1-2-9 0,1 2-5 0,-2 1-10 15,-3 1-15-15,1 0-34 0,-1 3-28 0,0 0-56 16,0 5-72-16,3-2-40 0,-3 3-50 0,0 2-26 16,0 3-41-16,0-1-181 0,0 1-42 0,0 5 88 15</inkml:trace>
  <inkml:trace contextRef="#ctx0" brushRef="#br0" timeOffset="1068.6">2068-241 2064 0,'3'-14'20'0,"-1"14"7"16,1-10 0-16,0 10 1 0,-2 0-21 0,2-9-3 15,0 9 1-15,0-4 4 0,2 4 1 0,1 0-2 16,0-7 8-16,3 7 1 0,2 0 1 0,-1 0 3 16,1 0-5-16,3 0-1 0,-4 0 7 0,2 0 0 15,-1 11-8-15,0-1 2 0,-2 1-9 0,1-1-1 16,-2 1 1-16,1 1-6 0,0-1 7 0,-1 2-8 15,-1 0 7-15,0 2 1 0,-3 0-11 0,2 0 8 16,-3 0 3-16,0 1-1 0,-3 1 9 16,0 0-6-16,0 1 2 0,0 1-5 0,-12-1 1 0,12-1 2 15,-14 0-6-15,2-3 0 0,0 0-1 16,0-3 3-16,3-2-2 0,0-1 10 0,3-4 4 16,0-1 1-16,1-1 9 0,5-2-1 0,-5 0-9 15,2 0-5-15,3-16-11 0,0 1-4 0,0-1 2 16,0-7 1-16,0 0 2 0,0-3 5 0,13-7 14 15,-1 1 4-15,1-6 4 0,3-2 4 0,-1 3 3 16,3-3 7-16,0 1 4 0,0 2 3 0,2 1 5 16,-2 2 0-16,1 6 10 0,-6 5-2 0,1 5-13 15,-3 2-16-15,-2 6-18 0,-5 4-13 0,2 1-7 16,-3 5-2-16,-3 0 0 0,0 0 1 0,0 0-5 16,0 0 13-16,3 13 0 0,-3 1 0 0,2 0 6 15,1 0-6-15,2 2-1 0,-1 5-19 16,1 0-42-16,1 5-56 0,-2-5-63 0,1 6-50 15,-1-1-29-15,1 1-31 0,0-3-95 0,-1 2-203 16,4-6 68-16</inkml:trace>
  <inkml:trace contextRef="#ctx0" brushRef="#br0" timeOffset="1292.02">2792-264 2357 0,'-4'0'-6'16,"4"7"-5"-16,0-7 0 0,0 0 28 0,0 0 28 15,12 0 16-15,2 0 6 0,1 0-32 0,6 0-23 16,2-12-6-16,6 1 0 0,3-3-3 0,1 2 5 16,2-2-6-16,5 0-14 0,-3 0-34 0,3 0-40 15,-4 2-58-15,-2-1-46 0,-2 1-31 0,-5-1-133 16,-4 2-150-16,-5-2 56 0</inkml:trace>
  <inkml:trace contextRef="#ctx0" brushRef="#br0" timeOffset="1479.8">3002-579 2497 0,'0'0'-2'0,"0"0"-7"0,0 0-12 15,0 0 10-15,0 0 15 0,0 9 19 0,0 0 30 16,0 0 2-16,0 0-8 0,0 3-4 0,15 2-18 15,-1 3-12-15,0 2 3 0,1 2-7 0,1 3-1 16,1 0 3-16,3 3-1 0,0 1-10 0,-2 0-58 16,5 4-67-16,-1 0-85 0,1-2-103 0,-2 0-236 15,-1 0-16-15,-2-2 75 0</inkml:trace>
  <inkml:trace contextRef="#ctx0" brushRef="#br0" timeOffset="1946.77">3565-645 3203 0,'0'-20'57'0,"0"5"46"0,0 3 34 16,0 3 15-16,0 3-54 0,0 0-62 0,0 2-28 16,0 2-30-16,0 2-1 0,0 0 10 0,0 0 0 15,0 0 14-15,0 11-5 0,0-1 1 0,0 4-2 16,14 5 4-16,0 1 11 0,-1 1-8 15,1 5-5-15,0 2 2 0,-1 0-10 0,0 0 16 16,-3 3 3-16,1-3-9 0,-2 0 3 0,-4-3 0 16,1 0 1-16,-2-5 8 0,1-2-7 0,-4-2 0 15,-1-4 0-15,2-4-1 0,-2-2 16 0,0-1-1 16,0-5 4-16,0 0-3 0,0 0-5 0,0 0-8 16,0 0 1-16,0-11-3 0,0-1-12 0,0-2 10 15,0 1-10-15,0-3-1 0,0-2 7 0,0-3-3 16,0 1 0-16,0-1-2 0,10 1 0 0,1-1-4 15,1 0 3-15,2 0 4 0,1 2 2 0,2 2-1 16,-1 2 5-16,3 0-9 0,-4 5 7 16,2 3-9-16,-2 2-4 0,-2 3 10 0,0 2-3 0,-3 0 5 15,-1 0-1-15,0 13 5 0,-1-1-7 16,-2 2 9-16,-1 1 3 0,-1 2 6 0,-4 2-1 16,0 2-2-16,0 1-6 0,0 3-2 0,-13-1 8 15,-1 0-4-15,-3 1 3 0,0-2-9 0,-1 0 2 16,-2 0 7-16,-2-4-11 0,0-2-10 0,0 0-63 15,-3-5-89-15,1 1-106 0,0-4-102 0,-1-5-110 16,1-4-325-16,3 0 119 0</inkml:trace>
  <inkml:trace contextRef="#ctx0" brushRef="#br0" timeOffset="2203.82">3722-1179 2968 0,'23'-5'6'0,"-1"4"45"16,1-4 40-16,0 3 22 0,0 2 18 0,0 0-22 15,4 0-8-15,6 0-9 0,4 13-15 0,2-1-12 16,2 5-30-16,2 1-11 0,-1 4-11 16,1 3-12-16,-1 6-3 0,-1 6 6 0,-3 4 6 0,-1 5 4 15,-1 7 0-15,-4 3-4 0,-3 8-8 0,-6 4-1 16,-5 4 2-16,-6-1-2 0,-12 3-32 15,0-1-55-15,0-4-106 0,-26 1-95 0,-3-6-64 16,-5-3-56-16,-6-3-61 0,-1-6-231 0,-3-5 99 0</inkml:trace>
  <inkml:trace contextRef="#ctx0" brushRef="#br0" timeOffset="-626.41">0 11 1942 0,'0'-2'9'0,"0"1"9"0,0 0 1 0,0-1 3 0,0 2-12 15,0 0-13-15,0 0-4 0,0 0-7 0,4 0 9 16,-1 0 11-16,-1 0 6 0,1 12 9 16,1-4-2-16,-1 2-9 0,3 2 9 0,-1 2 0 15,1 1 2-15,0 2-4 0,0 2-10 0,2 1-7 16,-2 0 3-16,1 2 9 0,-1-3 1 0,1 0 6 15,-1-2-7-15,0-1 1 0,0-4 6 0,-2 0 16 16,1-4 21-16,-1-1 16 0,-2-3 4 0,1 1 5 16,-1-5 0-16,-2 0-2 0,1 0 10 0,1 0 3 15,-2 0 14-15,1 0 9 0,-1 0-18 0,3 0-21 16,-3-12-29-16,3 0-25 0,0-1-2 0,2 0 0 16,1-2-5-16,0-1-4 0,0-1-4 0,2-1-5 15,-1-1-6-15,1 5-1 0,-1-2 2 0,1-1-2 16,0 2-2-16,-2 1 7 0,3 2-4 15,-2-1-2-15,1 1 9 0,0 2-11 0,-2 0 1 16,0 3 3-16,0 0-8 0,1 3 1 0,-2 0 0 16,1 1-3-16,2 3 5 0,1 0 1 0,-2 0 0 15,5 0 3-15,1 11-4 0,0 1 5 0,2 0 7 16,-1 1-5-16,1 3 8 0,0 2 0 0,1 2-9 16,-1 1 2-16,-2 3 2 0,1 3-4 0,-2 1-1 15,-1-1 4-15,0 3 2 0,-2-1-2 0,0 5 6 16,-2-1 0-16,-2-2-1 0,0 0-3 15,-4 0 9-15,-1-5-4 0,0 2-3 0,0-4 3 0,0 0-4 16,-14-4 8-16,2 1-8 0,2-3 5 16,-3-2-5-16,0 3-1 0,-1-5 8 0,-1 0-7 15,0-1 7-15,0-6-2 0,1-1 7 0,0 1 2 16,1-3 3-16,2-4 25 0,0 0 6 0,1 0 7 16,4 0-7-16,-2 0-28 0,3-12-9 0,1 0-18 15,-1-1 2-15,4-1-3 0,1-1-3 0,0-5 11 16,0-4-10-16,0 3 4 0,13-6-6 0,1 2 17 15,1-3 2-15,0 2-9 0,2-1 6 0,-2 4-22 16,1-1-13-16,-3 2-30 0,1 3-44 0,-2 4-46 16,-3-2-46-16,0 6-33 0,0 0-21 15,1 4 2-15,-1-1 20 0,1 2-7 0,-1 1-41 0,2 3-191 16,0 2-12-16,-2 0 78 0</inkml:trace>
  <inkml:trace contextRef="#ctx0" brushRef="#br0" timeOffset="2812.77">4888-812 3167 0,'-12'0'19'0,"-2"0"46"0,1 0 50 15,-1 0 34-15,3 0 2 0,-1-13-44 16,5 13-55-16,-2 0-29 0,4-8-28 0,2 8-2 15,3 0-1-15,0 0 1 0,0 0 2 0,0 0 3 16,18 0 4-16,5 0-5 0,3 0 15 0,7 0-13 16,8 0 5-16,8-12 3 0,9 12-15 0,4-12 15 15,3 1-8-15,2 2 9 0,0 9 5 0,-2-10-8 16,-6 0 3-16,-4 4-16 0,-6 0 1 0,-7 6 2 16,-5-5 0-16,-12 5 5 0,-5 0-5 0,-3 0-1 15,-7 0 12-15,-2 0-6 0,-8 0-2 16,0 0 2-16,0 0-8 0,0 0 0 0,0 0 18 15,-11 13-4-15,1 5 12 0,-7 1 0 0,-3 7-8 16,-7 4 5-16,-2 5-14 0,-3 4 4 0,-1 3-8 16,-1 0 6-16,0 3 0 0,0-3-2 0,7 0 6 15,-2 0-8-15,3-5 5 0,0 0-7 0,5-6-5 16,0 0-1-16,3-3 5 0,1-2 7 0,3-3 4 16,2-4 6-16,4-1-8 0,-2-4-4 0,4-1 1 15,-2-3-5-15,4-1-24 0,1-2-43 0,-1-3-64 16,3-2-92-16,1 0-82 0,-3-2-58 0,3 0-53 15,0 0-219-15,0 0-10 0,0 0 105 0</inkml:trace>
  <inkml:trace contextRef="#ctx0" brushRef="#br0" timeOffset="3564.9">5417 11 2283 0,'-8'0'26'15,"2"0"29"-15,-2 5 46 0,4-5 51 0,-1 1 31 16,1-1 23-16,1 0-15 0,-3 0-22 0,1 0-27 15,4 0-39-15,1 0-18 0,0 0-28 0,0 0-23 16,0 0-16-16,0 0-10 0,0 0-5 0,12-12 0 16,-2 1-1-16,6-1 3 0,5-4 0 0,5 1-14 15,7-7 14-15,5-1-4 0,6-1-5 16,5-3 13-16,1 0-14 16,3 3 3-16,-6 0 1 0,-1 3-4 0,-7 1 9 0,-2 1-6 0,-6 2 0 15,-6 3-7-15,-2 5-5 0,-7-1-39 0,-2 1-40 16,-5 5-76-16,-1-1-84 0,-4 1-54 0,1-1-52 15,-2 4-52-15,0-3-221 0,-2 3 33 0,-1-1 100 16</inkml:trace>
  <inkml:trace contextRef="#ctx0" brushRef="#br0" timeOffset="4115.7">6254-170 2609 0,'13'0'15'0,"4"0"32"15,1 0 29-15,6 0 23 0,2-17-11 0,8 0-34 16,2 1-26-16,7-3-23 0,2 0 2 0,8-1 0 16,1-2-3-16,2 0-24 0,0 1-56 0,3-1-67 15,-3 0-90-15,4 4-92 0,-1-2-249 0,-3 0-43 16,-3 1 91-16</inkml:trace>
  <inkml:trace contextRef="#ctx0" brushRef="#br0" timeOffset="3963.88">6231-752 2701 0,'9'-16'15'0,"2"-2"26"0,-2 0 24 16,1 0 36-16,1 0 16 0,1-1 7 0,-1-1 12 15,1 1-21-15,5 1-20 0,-1-1-14 0,-2 1-22 16,3-1-1-16,-2 4 6 0,-2 0-12 0,1 2-6 15,-2 4-2-15,-1 1-12 0,-2 0-6 0,-1 3-4 16,-2 0-16-16,-3 4-12 0,0 1 3 0,1 0-8 16,-4 0 1-16,0 0 5 0,0 0-1 15,3 14 6-15,-3 3 4 0,3 1-4 0,3 4 1 16,5 3 5-16,-3 6 0 0,1 3 6 0,1 6-6 16,0 1-9-16,0 0 2 0,2 0 6 0,-7 1-6 15,4-1 12-15,-3-2-8 0,-1-2-12 0,1 0 22 16,0-3-8-16,-3-3 0 0,0-3-4 0,0-2-30 15,1-5-42-15,-1-1-46 0,1-5-73 0,-1-1-61 16,-3-2-46-16,0-2-49 0,0-1-17 0,0-1-178 16,0-2-100-16,-13-1 99 0</inkml:trace>
</inkml:ink>
</file>

<file path=ppt/ink/ink1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5:58.293"/>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-1 134 1609 0,'0'5'0'0,"0"-1"40"0,0 0 38 16,0 1 32-16,0-3 3 0,0 3-29 0,0-2-4 15,0-1 1-15,0 2 22 0,0-3 11 0,0 1-16 16,0 1-11-16,0-2-10 0,0 2-2 0,0-2 17 15,0-1 6-15,0 0 3 0,0 0-6 16,0 0-18-16,0 0-11 0,0 0-9 0,0 0-6 16,0 0-8-16,0 0-23 0,0 0-6 0,0 0-10 15,0 0-11-15,0 0-1 0,0 0 4 0,0 0 2 16,0 0 6-16,13 0 11 0,4 0-10 0,6 0 0 16,6 0-5-16,10 0 1 0,13 0 0 0,10 0-1 15,12 0-50-15,11 0-8 0,10 0 2 0,6 0 3 16,4 0 31-16,3 0 14 0,0 0-3 0,-2 0-1 15,-1 0 20-15,-3-10-5 0,-5 0 10 0,-5 2 17 16,-4-2 0-16,-1-1 8 0,-5-2 6 16,-8 2-6-16,-4 1 16 0,-6 0 4 0,-8-1 3 15,-4 1 8-15,-8-1-2 0,-8 1 8 0,-8 1 1 16,-4 3-1-16,-6 0-3 0,-4 0-8 0,-6 1-14 16,-2 0-12-16,-2 4-15 0,-2-1-12 0,-2-1 3 15,0 1-1-15,0-1 0 0,0 2-3 0,0 0-4 16,0 0 1-16,0-2-7 0,0 2-4 0,0 0-1 15,0-1-8-15,0 2 8 0,0 0 7 0,0 0-4 16,0 0 5-16,0 0 3 0,0 0-9 0,0 0 6 16,0 0 0-16,0 0-10 0,0 0 8 0,0 0-1 15,0 0-3-15,0 0 4 0,0 0 0 0,0 0-6 16,0 0 7-16,0 0 0 0,0 0-2 0,0 0 5 16,0 0-7-16,0 0 2 0,0 0 1 0,0 0-3 15,0 0 5-15,0 0-4 0,0 0 0 16,0 0-4-16,0 0-3 0,0 0-9 0,0 0-3 15,0 0-9-15,0 0-9 0,0 0-19 0,0 0-28 16,0 0-45-16,0 0-102 0,0 0-111 0,0 0-45 16,0 0-11-16,0 0-12 0,0 0-151 0,0 0-6 15,0 10 70-15</inkml:trace>
  <inkml:trace contextRef="#ctx0" brushRef="#br0" timeOffset="157504.87">343 68 1217 0,'0'0'7'0,"0"0"8"0,0-8 6 0,0 8 8 0,0-8 10 15,0 8 5-15,0-3 0 0,0-2 8 0,0 5-12 16,0-4-5-16,0 2-1 0,0-1-9 15,0 0 4-15,0 2-2 0,0-3-10 0,0 4-2 16,0-3-14-16,0 3-1 0,0-1 4 0,0-1-4 16,0 1 2-16,0-1-2 0,0 1 0 0,0 1 1 15,0 0-2-15,0 0 3 0,0 0-5 0,0 0-1 16,0 0-1-16,0 0-3 0,0 0-2 0,0 0-4 16,0 0-6-16,0 0-9 0,0 0-5 0,0 0 3 15,0 0 5-15,0 0 4 0,0 0-10 0,0 0-2 16,0 0-3-16,0 0 0 0,0 7 18 15,0-7 5-15,0 7 7 0,0-7 6 0,0 0 1 0,0 4 0 16,0-4 0-16,0 0 3 0,0 0 0 0,-15 0 3 16,15 0-2-16,0 0-2 0,0 0 10 15,0 0 4-15,0 0 24 0,-12 0 11 0,12 0 2 16,0 0 6-16,-9 0-15 0,9 0 7 0,-8 0 0 16,8-8-4-16,-7 8 7 0,7-9-6 0,-6 3 1 15,1 1 10-15,5 1 2 0,-3-1 12 0,0 0 2 16,0 0-4-16,0 1-3 0,3-2-6 0,-3 1 7 15,1-1 1-15,-1 3 15 0,0-2-4 0,0 4-16 16,2-4-17-16,-1 4-26 0,1-2-15 0,1 1-6 16,-3 2-2-16,3 0-1 0,0 0 1 0,0 0 0 15,0 0-4-15,0 0 0 0,0 0 0 0,0 0 0 16,0 0 2-16,0 0 0 0,0 0-3 16,0 0-2-16,0 0 3 0,0 0 0 0,0 0 2 15,0 0 3-15,0 0-3 0,0 0 0 0,0 0 1 16,9 0 0-16,-9 0-1 0,10 0 6 0,-2 0-3 15,-1 0-1-15,0 9 1 0,0-9-5 0,-1 5 5 16,3-5 2-16,-4 6-5 0,4-3 4 0,-1 2-1 16,-2-1-3-16,3 1 7 0,1-3-1 0,-2 2-1 15,4 0-1-15,-1 1 1 0,2-1-1 0,1-1-2 16,0 2 5-16,-1-3-7 0,1 2 1 0,3-1 4 16,-2 0-5-16,-1-2 3 0,-2 2-1 0,-3-1-3 15,2 0 5-15,-4-2-1 0,2 1 1 0,-4 2-2 16,2-3-1-16,0 3 3 0,-1-1-1 15,0-2 3-15,0 3-1 0,1-2-3 16,1 1-4-16,0 1 3 0,1-2-4 0,0 1 3 0,0 0 0 16,0 3 0-16,0-4 6 0,-1 2 2 0,2 0 6 15,1 2-1-15,4 0-1 0,2 0-5 0,1 0-1 16,5 1-6-16,3-2 1 0,-1-1 5 0,4 1-4 16,0-2 6-16,0-2-3 0,0 0-4 0,0 0 3 15,1 0-2-15,-3 1 0 0,4-1 1 0,-1 2-2 16,1-2 4-16,-4 0-4 0,2 0 0 15,-2 0 2-15,-3 0-3 0,1 0 8 0,-2 0-1 0,-4 0-1 16,-1 0 0-16,-1 0-4 0,0 0-1 16,-3 0 2-16,-1 0 0 0,1-9 5 0,0 9-1 15,-2-7-1-15,-2 7 2 0,1-6-4 0,-2 1-4 16,0 0 3-16,0 1 2 0,2 0-5 0,-2 2 9 16,0-1-8-16,-1-1 6 0,1-1-1 15,-2 1-4-15,1 2 3 0,0-2-8 0,-2 0 4 0,1-1 2 16,1 2 2-16,3-2 1 0,2-1-3 0,-1 1 0 15,5-5 2-15,1 0-3 0,5 0 3 0,0-1 0 16,0-3-6-16,2 2 4 0,-3 1-2 0,0-2 2 16,1 4 0-16,-3-1 2 0,-2 0 1 0,-1 0-2 15,-2 0 5-15,2-1-5 0,-3-1 1 0,1 1-1 16,-2-2 4-16,1 2 0 0,-3-3 7 16,-1 1 13-16,2-1 4 0,-1 0 4 0,0 0-9 15,-2 1-7-15,0-2-6 0,-1 1-3 0,1 1 0 16,-2 0-9-16,1-1-1 0,-2 1 1 0,0-2-2 15,2 0 8-15,-2-2-2 0,1 1-4 0,1-3 0 16,-1 4-3-16,1-2 2 0,0 0 4 0,-1 0-1 16,1-2-1-16,-2 2 2 0,0-1-3 0,0-2-1 15,0 1 1-15,-1-1-1 0,-1-1 5 0,1-1 0 16,-1 1-3-16,-1-2 1 0,-1 2-3 0,-2 2 2 16,0-4 3-16,0 4-5 0,0 0 0 0,0 0 1 15,0 1 0-15,-14 0-1 0,5 0 1 0,9 0 2 16,-12 1-1-16,0 2 0 0,3-2-4 15,0 2 2-15,-5 2-4 0,0-1 6 0,-2 2 2 0,-1-1-2 16,-1 2 1-16,-4 0-1 0,0 1-3 16,-1 0-1-16,0 0 0 0,2 2 5 0,-4-1-5 15,1 0 3-15,1 0 1 0,1 1-7 0,-3 1 6 16,-1-3-2-16,2 1 4 0,-3 2 2 0,-1 1-3 16,1-2-2-16,0 2-1 0,-2 1 1 0,2 0 5 15,-1 1-3-15,2 0-1 0,-1 0-2 0,1 2-1 16,-1-1 6-16,3 2-4 0,-2-1 2 0,2 2 3 15,-4-1-3-15,1 1 3 0,3-2-3 0,-4 1-3 16,2-3 1-16,1 4 0 0,-3-3 0 16,2 3 1-16,1-3 2 0,-1 2 1 0,-2 1-1 15,4-1 1-15,-3 1-5 0,3 0 0 0,-2 0 2 16,0-3 0-16,-1 3 4 0,-2 0-1 0,1-2-4 16,-2 2-1-16,0-2 0 0,-1 0 3 0,1 1-2 15,-5-2 5-15,3 0-3 0,-1 3-4 0,1-2 1 16,0 0 0-16,0 1 3 0,3 0 0 0,2 1 1 15,2 0-1-15,0 0-1 0,3 0-1 0,1 0 3 16,3 0-1-16,-2 0-1 0,-1 0 1 0,3 0-3 16,-2 0-2-16,-1 0 3 0,1 0-1 0,-3 9-2 15,3-9 5-15,-1 6 1 0,-2-2-2 16,4 1 5-16,-4 1-6 0,0 1 1 0,0-3 1 0,2 2-5 16,-2-1 7-16,-1 0-5 0,1 1 6 15,-1-2-5-15,1 0 1 0,2-1 5 0,-2 3-5 16,2-3 3-16,0 0-2 0,1 2-3 0,2-1-2 15,-1-1 5-15,4 0-4 0,0 0 1 0,1 1 3 16,2-2-5-16,-2 2 3 0,5-2-3 16,0 1 1-16,0-1 1 0,3 0-1 0,-2 1-1 0,2-1 0 15,3-1-3-15,-1 3 1 0,1-3 0 0,0 2-2 16,-2-1 0-16,2 1-3 0,0 2 2 0,0-2-2 16,-2 3 4-16,2 0-1 0,0 0 4 0,0 3 5 15,0 4-3-15,-1 0 10 0,1 2-8 16,-3 3 6-16,-2 5 5 0,-1 2-1 0,-2 2 1 15,-2 2-8-15,-3-1-1 0,-2 1 18 0,0 2 31 16,-2 1 9-16,1-4 4 0,-1 4-13 0,2-3-22 16,-1 1-1-16,1-1-6 0,1 0-3 0,1 2 2 15,-1-1 2-15,2 0 4 0,0 0 1 0,-1-1-12 16,3-2-6-16,1-3-1 0,3 4-8 0,-2-4 1 16,3-2 13-16,2 2 8 0,3-5 13 15,-1 2 7-15,2-1-15 0,-1 2-8 0,2-3-4 0,1 2-1 16,0-1 3-16,0 2-3 0,0-3-7 15,15 1 5-15,0 1-3 0,2 1 3 0,1 0-1 16,5-2-9-16,-1 3 1 0,6-2-2 0,-1 1-4 16,-1 0 6-16,0-2-1 0,-2-1-2 0,0-1 5 15,-2-1-2-15,-3-4-2 0,0 4 4 0,-1-5-2 16,3 2-5-16,2-2 7 0,1 3-5 0,2-4 3 16,3 2-1-16,0-1-2 0,3-1 2 0,-2-4 11 15,-3 0 32-15,4-1-8 0,-1-3 8 0,-1 1-13 16,3-4-30-16,4 0 1 0,-2 0-9 0,1 0 2 15,-2 0 6-15,-3 0 7 0,-2 0-1 0,-4 0-11 16,-4 0-59-16,-2-10-112 0,2 10-87 0,4-10-91 16,0 3-41-16,1 1 22 0,2 0-72 0,-1 0-127 15,-2 1 85-15,-4 3 89 0</inkml:trace>
</inkml:ink>
</file>

<file path=ppt/ink/ink1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4:39.307"/>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324 553 2370 0,'0'0'26'0,"0"0"25"16,0-13 24-16,0 13 25 0,0-11-5 0,0 11-4 15,-13-9-5-15,13 9-13 0,0 0-18 0,0 0-16 16,0 0-29-16,0 0-17 0,0 0-9 0,0 0-8 15,0 0 12-15,0 0 3 0,0 0 5 0,13 0 6 16,0 0 0-16,5 0 2 0,7 0-2 0,4 0 2 16,6-13-1-16,4 13-3 0,7-13 3 0,4 5-6 15,4-2 5-15,6 3 0 0,5-4 2 0,5 0-4 16,7 0 1-16,7-1-2 0,7-4-2 16,5 4 10-16,7-1-10 0,6-3 3 0,2 2 1 0,3 0-8 15,1-1 3-15,-1 4 2 0,0-2-3 16,0 0 4-16,-3 2 1 0,-3-1 0 0,3 1 3 15,-2-3-2-15,0 2-1 0,2 1-1 0,-3-3 3 16,1 2 5-16,-1-1-4 0,0 0 0 0,-3 0-5 16,0 0-1-16,-1 0-3 0,1 4 9 0,-2-2-2 15,2 1-5-15,-5 1 9 0,-1 1-12 0,0 3 6 16,-5 1 2-16,-3 0 1 0,-6-1 0 0,-3 0 1 16,-4 1-4-16,-4 2-1 0,-4-2 5 0,-3 2-8 15,-2 0 9-15,-3 1-4 0,1-2 1 16,-3 3 2-16,1 0-5 0,-2 0 2 0,1 0-3 15,-3 0 5-15,-1 0-1 0,-1 0-1 0,0 0 5 16,-2 0-7-16,-3 0 4 0,2 0 0 0,-2 0-9 16,-2 0 2-16,3 0 2 0,-1 0 5 0,1 0 2 15,2 0 1-15,-1 0-8 0,0 0-2 0,1 0 3 16,-3 0 4-16,0 0-5 0,0 0 6 0,-1 0-6 16,-2 0-1-16,2 0 9 0,-4 0-6 0,4 0 1 15,-1 0 5-15,1 0-3 0,-1 0-5 0,0 0 2 16,-1 10-5-16,-2-10-1 0,-1 0 4 0,-4 0 1 15,1 8 2-15,-5-8 5 0,-1 10-5 0,-3-10 0 16,-3 0 2-16,-5 6-6 0,-1-6 11 16,0 4-1-16,-11-4-2 0,0 3 2 0,-3-3-6 0,-1 0 1 15,-4 0-3-15,1 0 0 0,-2 0 4 16,0 0-6-16,-3 5 6 0,0-5-5 0,3 0-1 16,0 0 7-16,0 0-7 0,5 0 8 0,-5 0-7 15,3 0-2-15,0 0 3 0,1 1-1 0,1 1 3 16,1-2 2-16,-1 0-3 0,1 0 1 0,0 2 2 15,2-2 3-15,-4 0-1 0,2 0-1 0,2 0-3 16,1 0-5-16,0 0 4 0,0 0 2 0,4 0 4 16,-3 0-6-16,4 0 3 0,0 0-6 0,2 0-4 15,3 0 6-15,2 0-5 0,0 0 8 0,2 0 3 16,3 0 0-16,0 0-2 0,1 0-1 0,-1 0-1 16,-2 0 4-16,-4 0-1 0,1 0-2 15,-1 0-3-15,-6 0-5 0,-2 0 9 0,2 0-2 16,-7 0 2-16,3 0-2 0,-3 0-2 0,1 0 2 15,-1 0-4-15,3 7 6 0,-3-7-2 0,2 0-5 16,2 0 7-16,1 0 0 0,2 6-2 0,0-6 0 16,-1 4-5-16,1-2 1 0,3 1 4 0,-4-1-3 15,1-1 8-15,-2 0-5 0,-1 1-2 0,0-2 2 16,-1 3 2-16,1-3-3 0,-2 0 1 0,2 0 3 16,-5 0-5-16,2 0-1 0,-1 0 3 0,-1 0-2 15,-1 0 4-15,4 0 2 0,-4 0-4 16,4 0 1-16,-5 0-5 0,6 0 0 0,-3 0 3 15,1 0 3-15,1 0 5 0,-4 0-6 0,1 0 1 16,0 0 0-16,-5 0 1 0,-1 0 3 0,0 0-3 16,0 0 2-16,1 0-3 0,-4 0 0 0,0 0 0 15,0 0 2-15,0 0-3 0,0 0 3 0,0 0 14 16,0 0 4-16,0 0 11 0,0 0 7 0,0 0 5 16,0 0-6-16,0 0-1 0,0 0-19 0,0 0-17 15,0 0-3-15,0 0-15 0,0 0 8 0,0 0-4 16,0 0-3-16,0 0 3 0,0 0-6 0,0 0 5 15,0 0 1-15,0 0 4 0,0 10 9 0,0-3-5 16,0 1 4-16,0 4-1 0,0 4-4 16,0 4 12-16,0 4-7 0,0-1 2 0,0 4 0 15,0 2-5-15,0 0 4 0,7 0-3 0,2 1 2 16,-9-5-8-16,9 0 6 0,2 2 3 0,-3-4-4 16,1 5 8-16,-3-4 0 0,1 4-1 0,-1-3 2 15,4-2-5-15,-6 3-1 0,2-2 2 0,0-1-2 16,-4-1 3-16,1-1-6 0,-2-3 0 0,1 1 4 15,-2-3-4-15,0-1 7 0,0 0 0 0,0-4 1 16,0 2 3-16,0-7-5 0,0 0-5 0,0 5 2 16,0-6 5-16,0-1-4 0,0 1 8 0,0-1 0 15,0 0-12-15,-8-2 7 0,8 2-4 0,-9-2 1 16,9 1 4-16,-4-1-2 0,4-1 0 0,-5 4-7 16,4-4 1-16,-3 3 6 0,1 0-4 0,3-1 6 15,-3-2-3-15,3 6-8 0,0-3 10 16,-4 1-2-16,2-1 0 0,-1 0 2 0,2 0-1 15,-2 1-5-15,3 1 6 0,-3-3 0 0,-2 3-3 16,2-1 0-16,2-1-3 0,-2 3 4 0,3-3-5 16,-2 2 1-16,2 1-4 0,-3-1-1 0,3 0 3 15,0 2 1-15,0-2 5 0,-3 4-1 0,3-1 2 16,0 2-4-16,-3-1-1 0,3 1-2 0,-2 2 2 16,1-2 3-16,-1 1 0 0,2 2 2 0,0-3-2 15,-1-2 3-15,-1-1-1 0,2-2-1 16,0-1-2-16,-3-3 1 0,0 2 2 0,3-3-1 15,-3-1 6-15,0 0-3 0,0 0 2 0,3 0-2 16,-3 0-6-16,2 0 4 0,-2 0-2 0,-4 2 4 16,1-2-1-16,-1 0-2 0,-2 1-3 0,-2 1 0 15,-4-2 6-15,0 0-1 0,-1 1 2 0,-2-1-6 16,-3 3-2-16,1-2-1 0,-3-1 3 0,-1 2 0 16,-2 1 0-16,-1-3 3 0,-6 4-5 0,-2-2 7 15,1 0-7-15,-5 2-4 0,-5-1 7 0,-2 0-3 16,1 1 2-16,-4 1 4 0,-1 1 1 0,0 2 0 15,-3-4-7-15,-4 4-1 0,1-1-1 16,0 2-4-16,-2-1 11 0,2 1-1 0,1-2 2 16,-1 1-4-16,2 1 1 0,-1-1 0 0,5 1-7 15,-2 1 13-15,2-1-3 0,3-3 2 0,-3 1 0 16,3 0-1-16,0-1-1 0,0 1-2 0,0-3 2 16,-2 1 5-16,2-1 3 0,0 1-2 0,-2-3 12 15,1 1-14-15,-3 0 1 0,3-3 2 0,-5 0-17 16,4 0 7-16,-1 0 2 0,-2 0-2 0,-1 0 5 15,2 0-3-15,-1 0 1 0,-1 0-6 0,1 0 6 16,1-8-1-16,0 8-1 0,1-10 6 0,0 10-7 16,0-6 2-16,3 6 0 0,0-6 3 0,-2 3-3 15,4 3 2-15,-2-3-1 0,0 3-3 0,4-3-2 16,-1 3-6-16,1-2 7 0,1 2-7 0,-2 0 10 16,3 0 0-16,0 0-3 0,-2 0 5 15,1 0-4-15,-1 0 8 0,1 0-10 0,2 0 2 16,-1 0-4-16,0 0-1 0,2 0 3 0,-1 0 1 15,2 6 8-15,2-6-10 0,-2 0 5 0,0 9-5 16,2-9 0-16,-4 2-4 0,1 3 4 0,-4-3 8 16,-1 2-1-16,-3-2 8 0,-2 3-7 0,-1-4 3 15,0 4-9-15,0-5 5 0,0 3 6 0,1 0-11 16,2-3 4-16,0 2-7 0,2 1 0 0,1-2 7 16,-5 2 4-16,2 1 0 0,-3-1-8 0,-2 1 3 15,-3 0 9-15,2 1 10 0,-1 0 5 0,-4-2-3 16,2 5-11-16,-4-3-6 0,1 1-2 15,1 0-2-15,1-1-1 0,-4 2 3 0,2-3-12 16,0 0 3-16,1 2 9 0,0-3-12 0,2 1 19 16,0-1-10-16,1 1-7 0,0 0 5 0,2 0-4 15,2-1 9-15,1 1-3 0,1 0 2 0,-1-1-4 16,3 2-4-16,0 1 1 0,1-3 1 0,-3 2-3 16,4-1 0-16,-1 1 11 0,-1 1-9 0,2-1 6 15,1 1 4-15,-2-2-11 0,1 0 3 0,1 2 1 16,1-1-3-16,2 0 4 0,0-1 3 0,1 2-6 15,4-1 7-15,0-2-3 16,2 3-1-16,2-2 2 0,0-2-1 0,2 2-4 0,1 0 10 16,2-1-4-16,3 0 0 0,-4 0 12 0,2 0 6 15,4-1 7-15,0 1 9 0,1-2 1 0,1 3-4 16,2-2 6-16,1-2-9 0,2 3-8 0,3-3-5 16,3 0 1-16,0 0-3 0,1 0 6 0,2 0 0 15,3 0-1-15,-1 0 2 0,1 0-1 0,1 0-5 16,1 0-6-16,-1 0-2 0,0 0-4 0,2 0 8 15,0 0-4-15,0 0 4 0,0 0 1 0,0 0-11 16,-1 0 9-16,-1 0-6 0,1 0-8 0,-2-7 7 16,-2 7-4-16,-1 0-7 0,-1 0 7 0,-2-6-3 15,-1 6-7-15,0-3 7 0,-1 3-1 0,-1-5-3 16,-2 5 3-16,2-1 7 0,2-1-1 16,-1 2 2-16,0-2-2 0,1 1-3 0,2-1-2 0,0 1 6 15,-1 0 1-15,2 1-5 0,1 0 5 16,-3-2-13-16,1 2 5 0,-1 0 4 0,1-2-8 15,-1 2 16-15,2 0-12 0,-1 0 0 0,2 0 5 16,-2 0-8-16,2 0 4 0,2 0 8 0,-1 0-6 16,2 0 2-16,2 0 5 0,-2 0-4 0,0 0 5 15,3 0 4-15,-4 0-2 0,4 0 9 0,-1 0 3 16,-1 0-2-16,1 0 8 0,1 0-15 0,-3 0-9 16,0 0 12-16,0 0-3 0,-2 0-1 0,2 0 3 15,-3 0-6-15,2 0-16 0,-1 0 9 0,-1 0 1 16,1 0-10-16,1 0 16 0,-2 0-3 0,0 0-6 15,1 0 2-15,2 0-2 0,0 0-8 16,-1 0 11-16,0 0 0 0,1 0 6 16,0 0-9-16,2 0 7 0,-2 0 2 0,1 0-8 0,1 0 21 15,1 0 8-15,-2 0-6 0,2 0 14 0,-1 0 0 16,-1 0-15-16,1 0-5 0,-1 0-14 0,-1 0-5 16,2 0-3-16,1 0 0 0,-3 0 10 0,3 0-6 15,0 0-5-15,0 0 11 0,0 0-6 0,0 0 6 16,0 0-3-16,0 0-8 0,0 0 4 0,0 0 0 15,0 0 8-15,0 0-12 0,0 0 4 0,0 0-3 16,0 0-6-16,0 0 24 0,0 0-23 0,0 0-45 16,0 0-48-16,0 0-58 0,0 0-54 15,0 0-104-15,0 0-141 0,0 0-191 0,0 0-324 16,9 0 149-16</inkml:trace>
  <inkml:trace contextRef="#ctx0" brushRef="#br0" timeOffset="-2631.92">0 112 1671 0,'8'-11'16'15,"1"0"16"-15,-2-1 8 0,-1 5 19 0,2-4-4 16,-2 2-3-16,2-1 16 0,-4 1 0 0,1 2 3 16,1-1 1-16,-2 1-7 0,-1 3-8 0,1-1-3 15,-1 5-9-15,-3-1-7 0,1 1-12 0,-1 0-10 16,0 0-7-16,0 0-13 0,0 0-1 16,0 0-10-16,0 0 0 0,0 0 6 0,0 8-3 15,0 1 12-15,0-3 12 0,0 3-3 0,0 4 15 16,0 2 1-16,0 3-6 0,9 6 14 0,-1 5-10 15,-1 4 1-15,1 2 9 0,0 5-5 0,-2 10-1 16,3 1-9-16,0 2-14 0,0 4-3 0,2 4 3 16,-1-2 4-16,2 5-4 0,-1 0 3 0,0-2-2 15,1-1-3-15,-3 1 12 0,-3-6-11 0,0 0 3 16,-6-3-1-16,0-6-7 0,0-3 3 0,0-3 4 16,0-7 0-16,-12-4-3 0,12-2 1 0,-12-6-1 15,12-9 0-15,-9-2 5 0,9-1 6 0,0-5-1 16,0-3 9-16,0-2 20 0,0 0-7 15,0 0 2-15,0 0-5 0,0 0-23 0,0 0 5 16,0 0-11-16,0-9-30 0,0 9-33 0,0-11-51 16,0 3-43-16,-11-1-37 0,11-2-41 0,-11 2-85 15,11-3-219-15,-7-2-1 0,7 0 76 0</inkml:trace>
  <inkml:trace contextRef="#ctx0" brushRef="#br0" timeOffset="-160756.13">5565-61 1358 0,'9'0'35'0,"-3"0"12"0,-6 0 21 16,6 0 6-16,-2 0-27 0,-4 0 4 0,6 0 2 15,-1 0 20-15,-2-9 8 0,0 9 5 0,0-11-6 16,2 2-8-16,-2 1 3 0,-2 0 0 0,2-1-2 16,-1 2 9-16,1 0 11 0,0-3 8 0,0 3 6 15,-2-2-7-15,2-1-15 0,1 0-4 0,0 1 14 16,-1-1 2-16,0 2 4 0,0 0-7 15,0 2-30-15,-1 1-15 0,-1 4-23 0,-1 0-15 16,0-2-10-16,0 3-11 0,0 0 0 0,0 0 0 16,0 0 0-16,0 0 2 0,0 11 10 0,0 2-7 15,-9 0 8-15,9 2 6 0,-6 3-14 0,6 3 10 16,-8-1-7-16,8 6-1 0,-4 6-1 0,4-3 7 16,0 5 0-16,0 0-4 0,0-1 3 0,0-1-10 15,0-1 7-15,14-1-3 0,-5-6 1 0,0-1 8 16,1-6-6-16,3-3 26 0,-3-1 52 0,4-4 37 15,6-4 20-15,5-5-12 0,10 0-50 16,9-14-38-16,14-5-23 0,12-3 3 0,14-9-2 0,11-3 3 16,7-7 0-16,9-3-4 0,-2-5 8 15,2-5-16-15,0-2 10 0,-6-2-3 0,-7-2-8 16,-3 1 12-16,-10 0-5 0,-9 3 19 0,-8 3 19 16,-10 6 8-16,-10 6 22 0,-8 5-7 0,-7 7-5 15,-10 5-15-15,-9 7-24 0,-4 2-9 0,-1 4-27 16,-9 5-5-16,0 2-18 0,0 1-31 0,0 3-30 15,6 0-44-15,-6 0-48 0,0 0 12 0,0 11-15 16,0 0-14-16,-18 2-23 0,-3 5-73 0,-2 4-30 16,-7-1-8-16,-4 4 5 0,2 4-62 0,-4 3-123 15,1-4 54-15,3 1 81 0</inkml:trace>
</inkml:ink>
</file>

<file path=ppt/ink/ink1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5:40.428"/>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0 61 3509 0,'9'-11'4'0,"-4"-1"11"0,-2 2 10 0,-3 0 6 15,0 2 7-15,0 2-6 0,0 2-16 0,0 1-14 16,0 3-12-16,0 0-4 0,0 0 0 0,0 0 14 16,0 0-4-16,0 13-2 0,0 1 12 0,10 0-4 15,3 2 4-15,-6 3 2 0,5 1-4 0,2 4-9 16,0 1 7-16,-2 1-5 0,2 2 4 15,-1 1 4-15,-1-1-3 0,-1-3 0 0,3 1 4 16,-5-4-2-16,0-2 1 0,-2-1 2 0,0-6-10 16,0-3 13-16,-1-1 9 0,3-4 18 0,-1-1 22 15,-2-2-5-15,5-2-5 0,5 0-15 0,3 0-20 16,2 0-7-16,8-12 2 0,4-4-10 0,4 3 7 16,5-2-1-16,1-2-5 0,7 0 7 15,-5-3-5-15,5 2 0 0,-1-1-1 0,-2 0-7 0,2 2 1 16,-8 1-1-16,-5 1 3 0,1 2 9 15,-12 0-9-15,-2 6 2 0,-6 0-17 0,-3 2-10 16,-5 3-19-16,-6-1-26 0,1-1-46 0,-4 3-61 16,0 1-60-16,0 0-28 0,0 0-19 0,0 0-32 15,0 0-108-15,-20 12-219 0,2-3 76 0</inkml:trace>
</inkml:ink>
</file>

<file path=ppt/ink/ink1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8:17.803"/>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1016 1765 1951 0,'9'0'14'16,"0"0"5"-16,-2 0 5 0,1 0 13 0,-2 0 13 16,-1 0 18-16,-1-12 19 0,2 12 8 0,-1-9-8 15,1-1-4-15,-1 3-9 0,-1-2-2 0,1 3-9 16,1-1-6-16,1 2-6 0,-1 0-11 0,2-1-4 16,-2 3-9-16,2 0-8 0,1 0-8 0,0 0 1 15,0 2-1-15,-1-2 1 0,1 1 5 0,-2-2-9 16,2 2 1-16,2-1 4 0,1 3 0 15,-1-3-2-15,5 0 2 0,3 1-5 0,0 2-3 16,6-2 8-16,1-1-5 0,2 2 6 0,4 1-7 16,3 0 2-16,3-3 0 0,3 1-8 0,5-1 5 15,1 2-4-15,3-3 1 0,5 1 2 0,1 0 2 16,3 0-7-16,3 1 11 0,2 0-8 0,1 2-4 16,4 0 6-16,1 0-5 0,6 0 10 0,-1 0 6 15,4 0-3-15,2 0-8 0,2 0 1 0,3 0-6 16,2 0 1-16,-2 0 2 0,5 0-1 0,-1 0-3 15,-2 7 3-15,2-7 2 0,2 0-4 0,1 6 8 16,-4-6-4-16,6 5-2 0,-1-5 2 0,3 0-2 16,0 0-2-16,-1 0 3 0,0 0-1 0,-1 0-4 15,-2 0 8-15,3 0-7 0,-4 9 2 16,-1-9-2-16,-1 10 0 0,0-2 5 0,-2-8-6 16,-2 9 6-16,-1-9-3 0,-1 4-4 0,-2-4 6 15,-3 6-4-15,3-6-3 0,-5 0 4 0,-1 3-2 16,0-1 7-16,-2 1-3 0,-1-3 0 0,0 0 4 15,-6 1-7-15,1-1 1 0,-1 0 3 0,-4 0-3 16,-1 0 1-16,-6 0 0 0,-3 0-3 0,-4 0-1 16,-5 0 1-16,-5 2 4 0,-5-2-3 0,-8 2 5 15,-4-2 1-15,-5 0-1 0,-3 0 12 0,-5 0 8 16,-3 0 10-16,-5 0 11 0,2 0-2 0,-3 0-1 16,0 0-6-16,0 0-11 0,0 0 5 0,0 0-3 15,0 0-11-15,0 0-2 0,0 0-3 0,0 0-15 16,0 0 11-16,0 0 4 0,0 0-5 15,0-10 4-15,0 10 1 0,0 0-2 0,0 0 1 16,0-6 2-16,0 6-6 0,0-6 2 0,0 6-5 16,0-4-6-16,0-1 1 0,0 4-3 0,0-1 2 15,0-1 7-15,0 0 1 0,0-2-2 0,0 3-8 16,0-2-3-16,6-3-1 0,4 5 3 16,0-5 0-16,1 0 7 0,3 0 2 0,4 1-6 15,-2-4 7-15,7 3-8 0,0-1-4 0,1-1-1 0,-1 0-3 16,1 1-2-16,-1 1 6 0,0 0 4 15,0-1-5-15,0 1 8 0,-4 1 3 0,3 0 0 0,-3-1 6 16,-1 3-4-16,-1 0-10 0,0 1 4 16,-3 2-3-16,1-2-3 0,-5 1-3 0,4 1 0 15,-2-1-3-15,-1 2 5 0,2-1 10 0,0 1-5 16,-3-3 3-16,2 2-2 0,2 0-2 0,-3 1-1 16,1 0 5-16,-5-2 1 0,4 1-8 0,-5 1 11 15,3 0-5-15,-1 0 1 0,-2 0 4 0,-3 0-7 16,2 0 5-16,-2 0 16 0,0 0 23 0,-3-1 23 15,0 1 14-15,0-1 5 0,0 1-4 0,0 0-13 16,0 0-1-16,0-1-4 0,0-2-9 0,0 3 0 16,0-1-10-16,0 0-9 0,0-1 1 15,0 1-4-15,0 1-2 0,0-1 17 0,0 0-1 16,0-2 28-16,0 3 20 0,0 0 13 0,0-1 40 16,0-1 16-16,0-1 18 0,0 1-28 0,0-3-49 15,0-2-43-15,0-1-50 0,0-4-4 0,0-4 6 16,0-4 2-16,0-4 5 0,0-3-7 0,9-2-6 15,-9-5-8-15,0-5 4 0,0 2 0 0,0-5 8 16,0 0 9-16,0-1 30 0,0 1 32 0,0 4-11 16,0-1-1-16,-9 4 21 0,9 2 19 0,-11 5 31 15,3 1-12-15,2 5-199 0,-3-6-228 0,3-2-19 16,-1-2 7-16,-3-3 155 0,0 0 172 0,-1-5-1 16,-1 0 3-16,3 1-18 0,-5 3 9 0,5 3-9 15,-2 5-7-15,4 2 16 0,-2 2-4 0,3 3-4 16,-2 1 5-16,2 1-9 0,-2-1-4 15,2 1 12-15,-1 0 4 0,1 1-8 0,-3-1 8 16,4 1-12-16,-3 0 0 16,1 2 8-16,4 1 5 0,-2 2-12 0,-1-1 7 0,3 1 1 0,0 5-11 15,0-1 11-15,2 1-8 0,-1 2 4 0,2 1 7 16,-3 1-11-16,3 2 11 0,0-1-7 16,0 2-7-16,0 1 18 0,0 0-14 0,0-3-5 0,0 1 4 15,0 1 4-15,0 1 0 0,0 0 7 0,0-1-3 16,-2 1 0-16,2 0-4 0,0 0-7 15,0-1 7-15,-3 0-4 0,3-1 0 0,0 2 4 0,0 0 0 16,0-1-7-16,-3 1 7 0,3 0 0 16,0 0-16-16,0-1 13 0,-3 1-5 0,3 0-12 15,-3-1 20-15,3-1-11 0,-1 2-1 0,-2-2 20 16,-3 2-16-16,0 0-4 0,0 0-8 0,-5 0-4 16,2 0 8-16,-2 0-11 0,-6 0 13 0,1 12-14 15,-4-3-11-15,-3-2 2 0,0 2-30 0,-2 0-6 16,-6-1 10-16,-2 2 7 0,-7-2 29 0,-2 0 22 15,-5-2-2-15,-2 0 12 0,-4-3-2 0,0-3-8 16,-6 0-6-16,-1 0 4 0,-2 0-3 0,1 0 6 16,-1-13 10-16,0 1-6 0,3 1 6 0,-1 1 0 15,1-1-11-15,1 2 5 0,4 1-4 0,-2 0-6 16,-4 0 14-16,7 1-12 0,-9 0 6 16,1 1 7-16,2 2-10 0,-6-1 8 0,-2 0-6 15,5-1-5-15,-1 5 4 0,1-4 5 0,3 3 0 16,3-1 1-16,2 2-7 0,1-1 4 0,3 1 3 15,2 1-5-15,-3-2 6 0,6 2-10 0,1 0 1 16,-2 0 10-16,7 0-5 0,-4 0 6 0,7 0-8 16,-4 0 0-16,1 0 2 0,5 0-3 0,-2 0 1 15,0 0 11-15,-1 9-6 0,-2-9 4 0,2 8 2 16,-2-8-11-16,2 11 1 0,-2-6-3 0,2-5-1 16,2 4 6-16,2 2 5 0,3-6-3 0,-4 3-2 15,8 1-5-15,-4-2 5 0,1 0 3 16,-1 1 1-16,4-2-2 0,-3 0 2 0,2 1-5 0,-1-1 4 15,6-1-3-15,-4 0-7 0,2 0 2 16,2 0 3-16,1 0 6 0,0 0-1 0,1 0 2 16,-1 0 0-16,-2 0-11 0,0 0 3 0,-1 0 3 15,3 0-3-15,-4 0 10 0,3 0-9 0,-4 0-9 16,1 0 9-16,3 0-6 0,-1 0 2 0,-1 8 16 16,-2-8-13-16,0 4-2 0,0-4 13 0,2 4-10 15,-2-4 7-15,3 3 1 0,-1 0-8 0,-2-3-1 16,3 0 6-16,-1 0-1 0,1 0 7 15,0 0-7-15,-5 0-4 0,0 0 8 0,2 0-12 0,-2 0 4 16,0 0 7-16,-1 0-14 0,2 0 9 16,-5 0 3-16,5 0-9 0,-5 0 2 0,0 0 0 15,-1 0 1-15,1 0 0 0,-2 0 6 0,2 0-4 16,2 0 0-16,-5 0-3 0,3 0 1 0,-3 0 0 16,3 11-3-16,-1-4 3 0,0-7 1 0,-1 6 4 15,1-1 1-15,-1 1 3 0,4-6-5 0,0 5-1 16,-1 0 5-16,-1-1-5 0,3-2 11 0,-1 2-12 15,1-2 0-15,0 1 7 0,2-1-14 0,-2-1 12 16,2 1-1-16,1-2-7 0,0 1 8 0,0-1-4 16,-1 2-6-16,3-2 6 0,-2 0-6 0,3 0 4 15,-3 0 7-15,4 0-11 0,0 0 12 0,4 0-1 16,3 0-7-16,1 0 5 0,4 0-5 16,0 0 9-16,3 0-4 0,-1 0 1 0,2 0-1 15,-1 0-6-15,1 0 8 0,-1 0 1 0,3 0-4 16,-1 0-2-16,1 0 0 0,1 0-3 0,0 0 3 15,1 0 1-15,-1 0-7 0,0-8 4 0,0 8-2 16,0 0 1-16,0 0 6 0,-2 0 0 0,1 0-10 16,-2 0 5-16,0 0-1 0,-3 0-1 0,-2 0 9 15,-4 0-6-15,-3 0-7 0,-4 0 4 0,0 0 1 16,-6 0-6-16,-1 0 5 0,-1 0 2 0,1 0-8 16,2 0 5-16,-2 0-2 0,2 0-18 0,-1 0 3 15,7 0-6-15,1 0 5 0,1 8 16 0,2-8-6 16,3 4 12-16,4-4 2 0,-3 0-4 15,4 4 3-15,3-4 3 0,0 0-6 0,3 0-2 16,-1 0 10-16,2 0-8 0,-1 0 4 0,1 0 10 16,1 0-11-16,-1 0 1 0,2 0 8 0,-1 0-8 15,-1 0 8-15,1 0-3 0,1 0-2 0,0 0 4 16,0 0-2-16,0 0 3 0,-2-8-8 0,1 8-1 16,-1-6-5-16,1 6 3 0,-5-5 2 0,1 0-8 15,-1 1 8-15,-2-2-4 0,-1-1 6 0,-1 4 0 16,1-5-2-16,-2 4 6 0,2-1-14 15,0 1 11-15,0-2 3 0,1 2-4 0,0 1 4 0,1 1-9 16,-1 0-4-16,1-1 2 0,1 1 5 16,0 0-5-16,-1 1 11 0,0-2-9 0,2 0-10 15,-1 2 15-15,3-1-11 0,-1 0 7 0,1 1 6 16,0 0-13-16,0 1 1 0,3 0 1 0,-2 0-2 16,1 0 7-16,1 0-11 0,-2 0-12 0,2 0-11 15,0 0-2-15,0 0 12 0,0 0 4 0,0 0 15 16,0 0 5-16,0 0-7 0,0 0 12 0,0 0-11 15,0 0 1-15,0 0 4 0,-11 0 0 0,2 7 10 16,0-7-8-16,-1 6 7 0,-1-6-6 0,0 6-3 16,1-1 5-16,-3-1-7 0,0 0 5 0,2-3 4 15,-3 2-5-15,2-3 7 0,-1 2-7 0,-3 1-4 16,1-3 9-16,-1 3-10 0,-1-2 6 0,-1 1-2 16,-2 0 1-16,0-2 6 0,-1 2-2 15,0 1 1-15,-1-2-1 0,4 0-2 0,0 2-3 16,3-3 4-16,1 0-7 0,0 0 9 0,5 0-2 15,2 0-7-15,1 0 6 0,1 0 0 0,1 0-2 16,0 0 10-16,3 0-5 0,-1 0-3 0,1 0-1 16,-1 0 2-16,2 0-3 0,-3 0 4 15,3 0 6-15,0 0-6 0,0 0 9 0,0 0 2 16,0 0-6-16,0 0 0 0,0 0-5 0,0 0-5 0,0 0 0 16,0 0 2-16,0 0 9 0,0 0 0 0,0 0-5 15,0 0-4-15,0 0-16 0,0 0 3 0,0 0 5 16,0 0 2-16,0 0 5 0,0 0-4 15,0 0-3-15,0 0 5 0,0 0-4 0,0 0-6 16,0 0 6-16,0 0-2 0,0 0 4 0,0 0 0 16,0 10 2-16,0-3-3 0,0 1 1 0,9 3 6 15,-9 1-11-15,0 5 14 0,11 1-9 0,-11 1 8 16,0 8-3-16,8-3-7 0,-8 3 12 0,0-1-9 16,0 4 12-16,0 1-15 0,0-1-1 0,0 3 2 15,0 1 0-15,0 2 8 0,0 1-4 0,0 2 0 16,0 1 0-16,0-2-2 0,0 7 7 0,0 2 15 15,0-1-2-15,0 0 7 0,-8-1-4 16,8 2-18-16,-9-1 5 0,1-2-3 0,2-4-9 0,2 0 0 16,-1-2-3-16,-1-1 8 0,0 0 3 15,0 1 1-15,1-2-2 0,1 0-6 0,-2 1-2 16,1-3 8-16,-1-2 0 0,5 2 0 0,-2-3 6 16,0 4-6-16,0-2-2 0,0-2 1 0,3 2 0 15,-2-2-6-15,2-2 0 0,0-2 4 0,0-4 2 16,0-1 4-16,0-5-2 0,0-1-2 0,0-2 1 15,0 0-4-15,0-1 5 0,0-3-5 0,0 5 3 16,0-3 3-16,0-2 0 0,0-2 7 0,0 3-8 16,0-2 0-16,0-1-2 0,0-1-4 0,0-5 1 15,0 2 3-15,0-1 3 0,0 0-6 0,0-3 2 16,0 1-2-16,0 1 1 0,0-2 3 16,0 0-1-16,0 0 3 0,0 0 0 0,0 0-6 15,0 0 1-15,0 0 2 0,0 0-3 0,0 0 6 16,0 0-4-16,0 0 0 0,0 0 1 0,0 0-3 15,0 0 7-15,0 0-5 0,0 0 2 0,0 0 1 16,0 0-4-16,0 0-6 0,0 0 3 0,0 7 5 16,0-7-3-16,0 0 6 0,9 5-1 0,-9-5-5 15,0 6 8-15,9-4-8 0,-9-2-2 0,6 4-2 16,-6-2 4-16,8 1 14 0,-2-1-1 0,2 0 1 16,-1 4-3-16,5-2-4 0,3 3-2 0,7-1 10 15,2 3-4-15,8-2-3 0,3 0-2 16,4 1 0-16,4-1 0 0,1-4 1 0,3 4 2 15,0-4 0-15,0-3-2 0,0 0-1 0,0 0 6 16,0 0-9-16,-3 0 4 0,-3 0 10 0,-1 0-9 16,1-11-28-16,-5 11-59 0,1-11-109 0,-1 5-155 15,-2 6-142-15,2-9-148 0,-1 2-263 0,2 7 161 16</inkml:trace>
</inkml:ink>
</file>

<file path=ppt/ink/ink1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5:12.257"/>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1002 1207 1906 0,'-3'0'19'0,"0"0"17"15,-1 0 18-15,-1 0 16 0,1 0-6 0,2-9-1 16,-1 9-11-16,3 0-8 0,0 0-8 0,0-4-7 16,0 4-2-16,0 0-1 0,0-6-2 0,0 6-3 15,0-4-3-15,0 1-4 0,0 3 3 0,9-2-5 16,-9 1 3-16,8 1 4 0,-2 0-2 0,0-1 4 16,-6 1-3-16,8 0-6 0,-4 0-7 0,2 0 2 15,-1 0-2-15,1 0 0 0,0 0 3 0,2 0 2 16,-1 0 14-16,2 0 16 0,2 0 11 0,1 0-2 15,3 0-14-15,2 0-14 0,0 0-15 0,2 6-6 16,0-6 0-16,0 0-6 0,1 0 6 16,1 5-1-16,1-5-1 0,-3 0 4 0,1 4-2 15,0-4 14-15,1 0 3 0,2 0 6 0,0 0 2 16,4 0-14-16,0 0-3 0,4 0-6 0,-1-15-5 16,5 2 6-16,0 5-1 0,-3-4 3 0,3 1 2 15,0 1 2-15,-2-3-2 0,1 0 4 0,0 0-8 16,3-3 0-16,-1-2 5 0,2 0-9 0,-4 0 7 15,-1-2-7-15,-1 0 2 0,-5-2 13 0,1-2 26 16,-6 0 22-16,-2 1 17 0,-3 0 19 0,-2 0-10 16,0 2-13-16,-4 0-20 0,-3 2-32 0,1 1-14 15,-5-2-9-15,-1-1-6 0,-1 0 4 0,1-2 6 16,-2-1 3-16,-1 1 0 0,0-1 2 0,0 3-5 16,0-1-1-16,0 5 6 0,0 1 15 0,0 1 15 15,0 3 5-15,-10 3 3 0,-2-4-22 16,12 3-2-16,-11 0-21 0,2-2-30 0,-2-1-25 15,1-2-17-15,-1-1 12 0,-3-1 17 0,-1-3 31 16,-6 0 9-16,0 0 4 0,-5-2 18 0,-2 2-8 16,1 2-3-16,0-1-2 0,-2 2-18 0,0-2 7 15,0 2-8-15,0 1-1 0,0-1 8 0,-2 0-4 16,-1-1 6-16,-5 3-6 0,-1-2 1 0,-3 3 2 16,-1 0 2-16,-4 1 6 0,2 2-5 15,-3 1 5-15,1 2-5 0,-1 2-4 16,0 2 4-16,2 2-8 0,-2 0 15 0,3 2 34 0,1 0 19 15,4 0 17-15,5 0-8 0,2 0-35 0,5 0-26 16,3 11-7-16,1-1-10 0,2-4-2 0,-1 3 5 16,-3 3-3-16,-4 1 3 0,-3 4 6 0,-3 4-2 15,-2 1-2-15,-1 1 2 0,0 5-5 0,-1 1 11 16,1 3-3-16,2 1 2 0,-2 2 0 0,1 2-4 16,1 2 5-16,-2 3-3 0,1 1 6 0,-1-2 1 15,2 3-7-15,-1-3 0 0,9-2-4 0,-1-1 0 16,3-5-1-16,3 4 1 0,2-5 7 0,4-2-10 15,2 1 11-15,1-1-4 0,2 1-3 0,0 1 5 16,1-2-7-16,4 0 3 0,1-2 0 16,0-1-5-16,6-1 6 0,0-3 4 0,0 2 7 15,0 0 20-15,10-2 6 0,4 3 5 0,-2-1-3 16,8 4-4-16,0-2-7 0,7 2-10 0,2-2-3 16,4 0-10-16,2-2 9 0,2 0 2 0,4-2 3 15,0-3 3-15,3-3-14 0,1 1 3 0,1-5 2 16,4-2-2-16,0-1-8 0,-1-3 6 0,1-4-8 15,3-3 0-15,-2 0 12 0,3 0 0 0,-1 0 9 16,3-14 5-16,0 1 4 0,2-3 3 0,3-3-9 16,2-2-3-16,1-1-7 0,-2-1-13 0,1-1 5 15,-4 2-3-15,-3 1-2 0,-1 1-1 0,-8 1-1 16,-6 3-1-16,-8 2 4 0,-1 1-1 0,-8 2 2 16,-2 1-1-16,-4 0-6 0,-3 2-8 0,-1 1-31 15,-2 1-22-15,-1-1-48 0,1 1-59 16,-2 1-70-16,1 0-69 0,0 0-29 0,-1 3-8 15,1-1-39-15,3 3-239 0,-1 0 26 0,1 0 81 16</inkml:trace>
</inkml:ink>
</file>

<file path=ppt/ink/ink1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5:04.602"/>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-1682 887 2510 0,'0'0'3'0,"0"-14"7"16,0 5-1-16,0 0 5 0,0 9-6 0,0-10-7 15,0 3 0-15,-9 7-4 0,9-8 5 0,-7 8-1 16,7-7-5-16,0 3-18 0,0 1-22 0,0 1-30 16,0-1-20-16,0 2-17 0,0-1-25 0,0 0-22 15,0-1-51-15,0 2-184 0,0-2-67 0,0-1 52 16</inkml:trace>
  <inkml:trace contextRef="#ctx0" brushRef="#br0" timeOffset="671.98">-1692 168 1976 0,'0'2'-3'0,"0"3"0"0,0-3-6 0,0-1-1 15,0 0 3-15,0 3 3 0,0-4 1 0,0 1 5 0,7-1-2 16,-7 2-7-16,9-1-9 0,-1-1-15 15,-8 2-21-15,8-1-23 0,-4 1-34 0,1-2-54 16,1 2-91-16,0-2-114 0,-3 0 10 0,-2 0 66 16</inkml:trace>
  <inkml:trace contextRef="#ctx0" brushRef="#br0" timeOffset="-4430.87">110 0 1507 0,'-9'0'39'0,"9"0"28"0,-9 0 11 16,9 0 9-16,-9 0-12 0,3 0 1 0,-2 0 13 16,2 0 14-16,2 0-8 0,-1 0-14 0,1 0-13 15,-1 0-5-15,0 0-14 0,2 0 7 0,2 8-10 16,1-2-5-16,-3-6-2 0,3 7-16 0,-2-5-7 15,2 3-12-15,0-2-4 0,0 0-10 0,0-1 6 16,0 1 6-16,0-2 8 0,0 4 35 0,0-1 7 16,16-1-3-16,-3 1-6 0,4 0-27 15,3 0-6-15,5 1-1 0,4-3-2 0,2 1 1 16,1-2-1-16,3 0-15 0,-4-1 6 0,1 0 2 16,0 0-2-16,-4 0 6 0,-3 0-3 0,-3 0-2 15,-3 0-1-15,0-9 9 0,-6 9 10 0,-4-10-8 16,0 10 14-16,-1 0 0 0,-5-6-15 0,-3 6 5 15,0-6-13-15,0 1-11 0,0 2 3 0,-12 0-5 16,-3-1 3-16,-5 0 5 0,0 1 3 0,-4 2-3 16,-3 0 4-16,-4 1-2 0,-2 0 1 0,-1 0 4 15,1 0-2-15,1 0-3 0,-1 11 1 0,4-3-1 16,-1 1 1-16,4-1 3 0,3-1-1 0,0-7-4 16,6 10-3-16,4-5-5 0,2 1 0 15,4-6 0-15,2 3 5 0,5 0 7 0,0-3-2 16,0 2 9-16,0-1 1 0,9 1-1 0,5-1 7 15,-1 1-7-15,4 0-2 0,6-1 0 0,1 1-6 16,4-2 8-16,0 0-5 0,4 0 4 0,3 0-1 16,-3 0-7-16,-2-11 2 0,1 11-4 0,-4-12 2 15,-6 4 8-15,-1 8 2 0,-3-9 4 0,-5 9 26 16,-4-8 7-16,-2 8 7 0,-6-5-12 0,0 5-31 16,0 0-15-16,0-4-4 0,-20 4-3 15,2 0 7-15,-4 0 3 0,0 0-2 0,-4 0 3 0,-1 0-6 16,-2 10 3-16,0 1-2 0,0-2 8 15,2 1 4-15,-1 0-6 0,4 3 9 0,1-2-6 0,3-1-2 16,4 1 0-16,1 2-9 0,4-4-4 16,2 2 12-16,4-3 3 0,5-1 2 0,0-1 5 15,0 1-1-15,12-3-5 0,2 0 4 0,1 1 9 16,4-5-7-16,3 0-4 0,1 0-2 0,1 0-8 16,4 0 1-16,-1-13 11 0,0 0-3 0,-1 2 5 15,-1 1-6-15,-3-1-8 0,-2 2 12 0,-2-1 5 16,-4 2 21-16,0 1 34 0,-5 1 27 0,-3 0 8 15,-2 4-6-15,-2-4-28 0,-2 3-39 16,0 0-16-16,0 1-14 0,0-1-4 0,-15 1 3 16,-1 1-3-16,1 1 2 0,-1 0 3 0,-4 0-9 15,2 0-3-15,-2 0 4 0,-1 9 1 0,-1-9 2 16,1 11 9-16,3-2-6 0,0 1-5 0,1-1 4 16,3-2-1-16,4-1-3 0,1-1 0 0,4 0 4 15,0 0-4-15,5-1 12 0,0 1 3 0,0-1-4 16,0 0 12-16,19-1-18 0,-3-2-2 0,3 1 9 15,0-2-9-15,6 0 4 0,-1 0 5 0,2 0-5 16,-2 0-5-16,-1 0 10 0,0-14 4 0,-2 5-3 16,-4 0 3-16,-4 9 0 0,-4-11-1 0,0 4 17 15,-4 7 14-15,0 0 2 0,-5 0-5 0,0-5-12 16,0 5-10-16,0 0-15 0,-11 0-3 16,-1 0-5-16,0 0-2 0,-2 0 14 0,-3 0-7 0,-1 0 3 15,0 8 6-15,-2-8-10 0,-1 10 10 16,1 1-10-16,3-4 3 0,1 4-1 0,2-5 5 15,0 3-2-15,2-2-5 0,3 0 5 0,3-2-10 16,1-3 11-16,2 2-9 0,3-2 2 0,0-1 5 16,0 4-1-16,0-1 11 0,14 0-6 0,0-2-3 15,-1 2 7-15,1-3-11 0,0-1 12 0,2 0-2 16,1 0-6-16,-3 0 11 0,3 0-12 0,-2 0 0 16,-2-10 4-16,0 10-8 0,-3 0 5 15,2-10 11-15,-3 10-7 0,-3-7 13 0,-1 7 9 0,0-6-5 16,-5 1 9-16,0 5 2 0,0-3-18 15,0-2-2-15,0 3-2 0,0-2-12 0,-11 2 5 16,11 1-11-16,-14 1 3 0,2-2-6 0,2 2 12 16,-4 0 9-16,2 0-18 0,0 0 12 0,-1 0-10 15,0 11-4-15,1-11 18 0,-1 0-9 0,3 9-2 16,-2-9-5-16,3 0 7 0,-1 0-5 0,1 0 8 16,2 0 5-16,1 0-13 0,1 0 5 0,1 8-3 15,-1-8 3-15,2 0-2 16,1 0 3-16,1 0 3 0,-1 0-2 0,2 0-1 0,0 0-2 0,0 0-1 15,0 0 3-15,0 0 4 0,0 0-3 0,0 0-2 16,0 0 2-16,0 0-1 0,0 0-1 0,0 0 7 16,0 0-12-16,0 0 7 0,0 0 3 15,0 0-11-15,0 0 12 0,0 0-4 0,0 0 10 16,0 0 1-16,0 0-11 0,0 0 1 0,0 0-5 16,0 0 1-16,0 0 7 0,0 0 2 0,0 0-4 15,0 0 7-15,0 0-8 0,0 0-6 0,0 0 6 16,8 0-2-16,-8 0 7 0,0 0-5 0,0 0-4 15,0 0-6-15,0 0-2 0,0 0 9 0,0 0 0 16,0 0-1-16,0 0 5 0,5 0 4 0,-5 0-10 16,0 0 1-16,0 0 5 0,0 0-11 0,0 0 17 15,3 0-8-15,-3 0 2 0,0 0-3 0,0 0-2 16,0 0-4-16,0 0 2 0,0 0 8 0,0 0-4 16,0 0 20-16,0 0-27 0,0 0-1 15,0 0 4-15,0 0-4 0,0 0 15 0,0 0-1 16,0 0-5-16,0 0-3 0,0 0-2 0,0 0-3 15,0 0 14-15,0 0-7 0,0 0 1 0,0 0 4 16,0 0-10-16,0 0 4 0,0 0 4 0,0 0-7 16,0 0 2-16,0 0 2 0,0 0-6 0,0 0 10 15,0 0-7-15,0 0 4 0,0 0 0 0,0 0-1 16,0 0 1-16,0 0-3 0,0 0 2 0,0 0-3 16,0 0 6-16,0 0-7 0,0 0 1 0,0 0 4 15,0 0-1-15,0 0 3 0,0 0-2 16,0 0-2-16,0 0-3 0,0 0 11 0,0 0-4 0,0 0-6 15,0 0 3-15,0 0-5 0,0 0 6 16,0 0 3-16,0 0 0 0,0 0 2 0,0 0-10 16,0 0 0-16,0 0 7 0,0 0-13 0,0 0 11 15,0 0 1-15,0 0-10 0,0 0 11 0,0 0-3 16,0 0 1-16,0 0 6 0,0 0 2 0,0 0-12 16,0 0-1-16,0 0-4 0,0 0-4 0,0 0 20 15,0 0 0-15,0 0-5 0,0 0 2 0,0 0-9 16,0 0 2-16,0 0-1 0,0 0 2 0,0 0 1 15,0 0-5-15,0 0 14 0,0 0-9 0,0 0-1 16,0 0 2-16,0 0-12 0,0 0 13 16,0 0 6-16,0 0-4 0,0 0 3 0,0 0-7 0,0 0 1 15,0 0-3-15,0 0 4 0,0 0-1 16,0 0-1-16,0 0-3 0,0 0 2 0,0 0-2 16,0 0-3-16,0 0 8 0,0 0-4 0,0 0-1 15,0 0 7-15,0 0 3 0,0 0-7 0,0 0 2 16,0 0-4-16,0 0-2 0,0 0 3 0,0 0-2 15,0 0-9-15,0 0-9 0,0 0-18 0,0 0-38 16,0 0-47-16,0 0-76 0,0 0-72 0,0 0-58 16,0 0-37-16,0 0-48 0,0 0-165 0,0 0-14 15,0 0 94-15</inkml:trace>
  <inkml:trace contextRef="#ctx0" brushRef="#br0" timeOffset="11486.81">529 125 2875 0,'0'0'21'0,"0"0"27"0,0 0 25 15,0 0 30-15,0 0 20 0,0 0 12 0,0-9 6 16,0 9-9-16,0 0-26 0,0 0-23 16,0 0-31-16,0 0-9 0,0 0-16 0,0 0-5 0,0 0 5 15,0 0-13-15,0 0 3 0,0 0-6 16,0 0 0-16,0 0 6 0,0 0 5 0,0 0 2 15,0 0-7-15,0 0-5 0,0 0-3 0,0 0-12 16,0 0 4-16,0 0 2 0,0 0-7 0,0 0 10 16,0 0-5-16,0 0-3 0,0 0 3 0,0 0-2 15,0 0-6-15,0 0 12 0,0 0-4 0,0 0-9 16,0 0 8-16,0 0-5 0,0 0 1 0,0 0 12 16,0 0-4-16,0 0-6 0,0 0 7 0,0 0-7 15,0 0 0-15,0 0 10 0,0 0-14 0,0 0 0 16,0 0 7-16,0 0-11 0,0 0 12 15,0 0-2-15,0 0 5 0,0 0 0 0,0 0-8 0,0 0 11 16,0 0-5-16,0 0 1 0,0 0 9 16,0 0-6-16,0 0-4 0,0 0 5 0,0 0-8 15,0 0 7-15,0 0-3 0,0 0-6 0,0 0 9 16,0 0-8-16,0 0 9 0,0 0-1 0,0 0-8 16,0 0 0-16,0 0-3 0,0 0 4 0,0 0 3 15,0 0 1-15,0 0 0 0,0 0-10 0,0 0 3 16,0 0 2-16,0 0-3 0,0 0 12 0,0 0-3 15,0 0 1-15,0 0-4 0,0 0-13 0,0 0-9 16,0 0-16-16,0 0-4 0,0 0-10 0,0 0-2 16,0 0-2-16,0 0-17 0,0 0-13 15,0 0-33-15,0 0-43 0,0 0-43 0,0 0-41 16,0 0-19-16,0 0 15 0,0 0 26 0,0 0 16 16,0 0-20-16,0 0-138 0,0 0-153 0,-13 0 51 15,4 13 83-15</inkml:trace>
</inkml:ink>
</file>

<file path=ppt/ink/ink1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5:57.353"/>
    </inkml:context>
    <inkml:brush xml:id="br0">
      <inkml:brushProperty name="width" value="0.05833" units="cm"/>
      <inkml:brushProperty name="height" value="0.05833" units="cm"/>
      <inkml:brushProperty name="color" value="#ED1C24"/>
      <inkml:brushProperty name="fitToCurve" value="1"/>
    </inkml:brush>
    <inkml:brush xml:id="br1">
      <inkml:brushProperty name="width" value="0.05833" units="cm"/>
      <inkml:brushProperty name="height" value="0.05833" units="cm"/>
      <inkml:brushProperty name="fitToCurve" value="1"/>
    </inkml:brush>
  </inkml:definitions>
  <inkml:trace contextRef="#ctx0" brushRef="#br0">887 4183 2044 0,'6'-7'25'0,"-6"-1"17"0,8-3 10 0,-8 2 16 16,0 1-13-16,0 2-14 0,0 0-3 0,0-3-10 16,0 1-3-16,0 2 7 0,0 1 4 0,16-2 5 15,0-3-1-15,-3 3-8 0,2 0 0 0,2 0-9 16,1-3-1-16,2 3 1 0,3-2 0 0,0 1-4 15,3-2 1-15,1 1-1 0,2 0-8 0,4 0 0 16,-1 0-7-16,4 0-4 0,1 2 0 0,1-1 1 16,3-1-3-16,3 4 1 0,-2 0-1 0,4 1-1 15,1-1 1-15,0 3 2 0,2 1-2 0,1 0-1 16,-2 1 3-16,3 0-2 0,-3 0 2 16,1 0-2-16,-4 0 4 0,1 0-2 0,-4 0 9 15,4 0-7-15,0 0 2 0,1 9-3 0,0-9-8 16,1 0 15-16,4 0-9 0,1 0 8 0,3 0-1 15,2 0-1-15,0 0 0 0,2 0-5 0,4 0 2 16,2-13-3-16,0 2 1 0,3 1 0 0,2 2 0 16,-1-1 1-16,-2 1-1 0,-1 2 0 0,0 1 2 15,-3-1-3-15,-4 0 1 0,-2 0 0 0,-3 1-4 16,-2-1 0-16,-4 3 4 0,-5-2-3 0,-2 2 6 16,-5-2 1-16,-2 3-1 0,-2 0-19 15,-1-1-1-15,1 1 3 0,4-1-5 0,1 0 25 16,1-1-4-16,5-1-4 0,2 3 3 0,2-4-1 15,-1 1-5-15,-1 3 2 0,1-2-1 0,-3-1 6 16,-1 4-1-16,-1-2 3 0,-1 3 0 0,-4-4-9 16,-2 3 6-16,-2-1-2 0,0 1-3 0,-2 1 7 15,-2-5-3-15,-7 4 0 0,0 0 4 0,-3 0-6 16,-2 1 7-16,-5 0 2 0,-3 0-6 0,-1 0-17 16,-3 0-38-16,-4 0-55 0,2 0-62 0,-1 0-60 15,-2 0-97-15,0 0-200 0,1 0 4 16,1 0 80-16</inkml:trace>
  <inkml:trace contextRef="#ctx0" brushRef="#br0" timeOffset="146548.96">4910 2618 1709 0,'0'0'21'0,"0"0"8"16,0 0 10-16,0 0 9 0,0-2-10 0,0 2 1 15,0 0 1-15,0-3 3 0,0 2-2 0,11 1 0 16,-2-1 6-16,3 0-3 0,2 1-2 0,1 0 17 16,2 0-2-16,-1 0-13 0,1 0 14 0,1 0-5 15,-1 15 0-15,1 0 4 0,-1 3-21 16,-2-3-27-16,0 6-17 0,-1-1-9 0,-2 6 1 15,-3-1 11-15,0 3 67 0,0 3 39 0,-3 6 71 16,-1 0 37-16,0 8-55 0,-4 2-29 0,-1 5-77 16,0 5-48-16,0 0-11 0,0 0-3 0,0-3-2 15,0 1 4-15,0-2-2 0,0-6 105 0,-12 0 4 16,3-1 0-16,0 4 8 0,-2-2-110 0,0-3 8 16,1 0 1-16,-2 3-4 0,1 2 4 0,-1-4-6 15,1-4 1-15,4-3-1 0,-1-1 3 0,0-6-2 16,2-2 7-16,2-9-4 0,-1-1 2 0,2-3 3 15,2-2 3-15,-2-2 4 0,-2 1-7 16,1-2 4-16,0-1-11 0,1 0 5 0,-1 0 1 0,1-2 0 16,-2-4 3-16,4 1-7 0,-2 0 9 15,1-2-7-15,-1-1 0 0,0 0 0 0,2-2-2 16,-1 0-4-16,2 1 8 0,-1-2 2 0,-1 0-5 16,1 0 9-16,1 0-10 0,-3 0 1 0,3 0 6 15,0 0-1-15,-2 0-5 0,2 0 5 0,0 0-2 16,-2 0-5-16,2 0 7 0,0 0-5 0,0 0 2 15,-1 0-2-15,1 0 2 0,0 0 6 0,-2 0-3 16,2 0 1-16,0 0-6 0,0 0-9 0,0 0 2 16,0 0 13-16,0 0-10 0,0 0 3 0,0 0 0 15,0 0-8-15,0 0 9 0,0 0 2 0,0 0-2 16,0 0 4-16,0 0-3 0,0 0-3 16,0 0-4-16,0 0 3 0,0 0 3 0,0 0 0 15,0 0 4-15,0 0-4 0,0 0 1 16,0 0-2-16,0 0-7 0,0 0-9 0,0 0-33 15,0 0-45-15,0 0-52 0,0 0-75 0,0 0-56 0,0 0-47 16,0 0-51-16,10 0-57 0,-10 0-66 0,0 0-63 16,0 0 110-16</inkml:trace>
  <inkml:trace contextRef="#ctx0" brushRef="#br1" timeOffset="-102759.72">-7694 4534 1405 0,'17'5'-5'0,"0"-2"-4"0,1 3 6 15,2-3 14-15,3 3 21 0,1-3 14 0,3 0 7 16,7 0-9-16,0-1 2 0,3-2 11 0,4 0 4 16,5 0 1-16,-1 0-5 0,4 0-8 0,1-16-3 15,1 3 3-15,4 0-9 0,3-2-1 16,0-2 2-16,-1-4 0 0,1-1 8 0,0 0 0 0,-2-2-9 15,0-1 1-15,-1-1-9 0,-4-2-9 0,-1-1 9 16,1-1-10-16,-4 3-5 0,-2-3 3 16,1 1-13-16,-5-1 2 0,0 7 8 0,-2 0-6 15,1 1-3-15,-4 7-7 0,-2 4-2 0,-1 3-5 16,-1 5 2-16,-3 3 4 0,-2 0-6 0,-3 12 8 16,1 4 8-16,-3 4 4 0,-2 4 9 0,-2 2-5 15,2 5-8-15,0-1-2 0,0 2-9 0,2 1 5 16,1 3 1-16,2-2-1 0,2-1 0 0,5-2 0 15,0-5-1-15,4-1 4 0,4-5 6 0,2-9-5 16,4-11 3-16,5 0-9 0,2 0 1 0,7-25 1 16,0-6-3-16,6-6 12 0,1-5-9 0,-2-6 0 15,2-1 4-15,-2-2-11 0,-3-1 4 16,-1 2-1-16,-6 2-2 0,-5 7-1 0,-5 2 1 16,-5 7 6-16,-4 6-6 0,-5 5 4 0,-4 6-3 15,-6 6-4-15,2 1 3 0,-2 8-2 0,-1 0 4 16,0 0-4-16,1 12 6 0,3 1-3 0,1 1 6 15,4 4 3-15,1 1-8 0,6 2 10 0,2 1-6 16,3 1 0-16,6 1 3 0,4-3-4 0,5 0 0 16,3-5 4-16,6-1-2 0,5-6 3 0,5-9 0 15,5 0-6-15,2 0 0 0,5-16-3 0,2 1 0 16,2-2 0-16,-1-3 1 0,-5 1 2 0,-5 0 2 16,-1 2-2-16,-12 2-4 0,-1 2 1 15,-12 1-5-15,-2 4 6 0,-7 4 4 0,-2 4-6 0,-2 0 2 16,0 0-4-16,0 0 2 0,1 0 5 15,7 0-1-15,1 12 2 0,0-1-3 0,7-3-1 16,5-1 1-16,0 1-1 0,6-8 0 0,4 7 4 16,5-7-4-16,4 0-1 0,7 0-4 0,1 0-4 15,4 0-7-15,6 0 2 0,3 0-6 0,1 0-2 16,5-11 8-16,-2 11 1 0,3 0 3 0,-1 0 9 16,-8 0 4-16,2 0-2 0,-6 0 1 0,-4 0-1 15,-4 0-3-15,-10 12 0 0,-2-1 3 0,-8-2-4 16,-4 2-4-16,-5-2 7 0,-3 0 1 0,1 1 3 15,-3-1 1-15,2-1-4 0,4 1 1 16,0-4-4-16,6-1 0 0,4 1 3 0,6-3-2 16,-1 1 4-16,4-2 1 0,3-1-9 0,0 0-29 15,-1 0-35-15,1 0-20 0,-3 0-27 0,0 0-3 16,-3 0-30-16,0 0-39 0,-6-11-3 0,-2 3-19 16,-1-1 12-16,-2 1-117 0,-1-2-13 0,3 0 28 15,-7 0 49-15</inkml:trace>
  <inkml:trace contextRef="#ctx0" brushRef="#br0" timeOffset="-2013.64">-6679 4189 1444 0,'0'-2'32'0,"0"-2"4"0,0 2 11 0,0 2 8 0,-8 0-21 16,8 0 6-16,-6 0-4 0,6 0-2 15,0 0 4-15,-4 0 2 0,4 0 2 0,0 0 3 16,0 0-8-16,0 0-7 0,0 0 0 0,0 0-3 15,0 0-1-15,0 0 2 0,0 0 9 0,0 0 6 16,0 0 6-16,0 0 0 0,0 0-4 0,0 0-8 16,0 0-9-16,0 0 1 0,0 0-13 0,0 0-3 15,0 0-4-15,0 0-4 0,0 0-6 0,0 0 2 16,0 0-4-16,0 0-6 0,0 0 5 0,0 0-3 16,0 0 7-16,0 0-2 0,0 0 3 0,7 0-2 15,-7 0-2-15,11 0 5 0,-2 0-7 0,-1 0 6 16,2 0-3-16,2 0 1 0,1-11 2 15,2 11-4-15,3 0 6 0,3-6 0 0,0 6-1 16,4-5 1-16,1 5-2 0,2-4 1 0,3 4 1 16,-1-4-3-16,4 4 2 0,-1 0 2 0,3 0 2 15,-1 0 3-15,3 0-6 0,0 0-5 0,0 0 2 16,5 0-3-16,-5 0 4 0,3 0 4 0,1 0-2 16,1 0 0-16,4 0 0 0,-2 0 1 0,4 0-2 15,3 0-1-15,1 0 3 0,2 0-6 0,1 0 4 16,1 0 3-16,1 0-3 0,0-9-1 15,1 1 4-15,0 2-2 0,-1-3 1 0,3 3 3 16,-2-2-6-16,0-1-3 0,0 1 1 0,1-1 3 16,-1-1 1-16,-1 0 5 0,-4-1-5 0,4-1-5 15,-2-1-2-15,0 2 1 0,-1-1 4 0,1-4 1 16,0 2-1-16,1-1-2 0,-1-1 3 0,3 1 1 16,-3-2 7-16,0 1 1 0,4-1-5 0,-4 2 3 15,-3-2-5-15,0 3 0 0,0-1-1 0,-4 0 6 16,0 0-1-16,-2 4-5 0,-8-1 0 0,1 1-1 15,-4 2-4-15,-3 0 11 0,-1 1-5 0,-1-1 1 16,-4 1 0-16,2 1-3 0,0-2 7 0,1 3-12 16,0-1 10-16,2 1-7 0,2-1 2 15,-4 1 3-15,5-1-5 0,2 1 0 0,1 0-3 16,-1-1 4-16,4 0 3 0,2 3 3 0,3-3 2 16,-2 1-4-16,4 0-7 0,2 1 3 0,-4 1-3 15,-1-1-1-15,3 1 5 0,-3 0-5 0,2 0 2 16,-7 2 3-16,2 0 0 0,-2 1-3 0,-1 1 5 15,-2 0-5-15,-1 0-3 0,4 0 6 0,-4 0-2 16,3 0-2-16,-2 0 3 0,-1 0-5 0,4 9-2 16,-4-9 8-16,1 7-3 0,-1-1 3 0,4-6 1 15,-4 8-3-15,4-3 3 0,-4 2-1 0,1-7-1 16,0 3 1-16,-3 0-1 0,-1-3 0 16,1 2 1-16,-5-2-2 0,-2 0 0 0,2 0-5 0,-2 0 1 15,-4 0 1-15,3 0 4 0,-5 3 3 16,0-3-2-16,-3 1 3 0,-2-1-7 0,-6 0 1 15,2 0-2-15,-4 0 1 0,-2 0 2 0,2 2 3 16,-5-2-3-16,0 0-2 0,0 0 0 0,-3 0-1 16,0 0 9-16,3 0-2 0,-3 0 0 0,3 0 0 15,-2 0-6-15,1 0 6 0,-1 0-2 0,-1 0-2 16,0 0 10-16,3 0-2 0,1 0-21 0,2 0-57 16,-2 0-97-16,-1 0-136 0,3-8-270 15,3 8-25-15,-4-6 87 0</inkml:trace>
  <inkml:trace contextRef="#ctx0" brushRef="#br1" timeOffset="-102616.45">2041 3984 1456 0,'55'-3'15'0,"-3"2"5"15,-2 1 4-15,-5 0 3 0,-5 0-12 0,-1 0-6 16,-5 9-3-16,-7-9 4 0,-3 11-7 16,-3-11 9-16,-2 9 23 0,-4-9 22 0,-1 8 22 0,-1-8 5 15,2 0-12-15,1 0-22 0,0 0-7 16,3 0-10-16,0 0-13 0,3 0-4 0,-1 0-12 16,2 0 1-16,-4 0-2 0,1 0-4 0,0 0 1 15,-3 0-10-15,-4 0-28 0,-1 0-71 0,-3 0-230 16,-4-8-177-16,-3 8 30 0</inkml:trace>
</inkml:ink>
</file>

<file path=ppt/ink/ink1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8:32.574"/>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0-2 1758 0,'9'0'25'0,"-9"0"12"16,0 0 16-16,0 0 9 0,0 0-7 0,0 0-3 15,0 0-4-15,0 0-2 0,0 0-16 0,0 0-3 16,0 0-7-16,0 0-4 0,0 0-3 15,0 0-6-15,0 0-2 0,0 0-3 0,0 0 1 16,0 0-2-16,0 0-2 0,0 0 1 0,0 0-2 16,0 0 2-16,0 0-6 0,0 0-14 0,0 0-29 15,0 0-34-15,0 0-41 0,0 0-46 0,0 0-50 16,0 0 5-16,0 0-44 0,0 0-94 0,11 0 58 16,-1 0 29-16</inkml:trace>
</inkml:ink>
</file>

<file path=ppt/ink/ink1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8:32.131"/>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168-109 861 0,'-3'-12'10'0,"3"6"0"0,0 6-3 16,0-9 7-16,0 2-10 0,0 0-7 0,0 3 4 16,0-2 3-16,0-1 23 0,0 1 23 0,0 1 2 15,6 1-3-15,-6 0-30 0,0 2-17 0,10-1-4 16,-10 3-17-16,0 0-41 0,3 0-89 0,-3 0-89 15,0 0-24-15,0 0 46 0</inkml:trace>
  <inkml:trace contextRef="#ctx0" brushRef="#br0" timeOffset="-1523.23">88 44 1162 0,'0'-2'5'0,"0"-1"0"0,-15 1 0 16,4-1 4-16,11 1-9 0,-12-3 3 0,4 4-3 16,-1-1-3-16,9 0 4 0,-7 1 2 0,1-3 2 15,6 4 1-15,-7-1 16 0,7 0 1 0,-3-1 4 16,3 0 10-16,0-1-12 0,0 1 0 0,0 0-3 15,0 0-9-15,0 0-6 0,0 1-2 16,0-1-1-16,0 2-5 0,0 0 1 0,0 0-7 16,0 0 0-16,0 0 1 0,0 0 2 0,0 0 1 15,0 0 3-15,0 0 0 0,0 0-5 0,0 0 1 16,0 0-1-16,0 0-1 0,0 0-5 0,0 0-7 16,0 0-1-16,0 0-15 0,0 0-15 0,0 0-31 15,0 0-24-15,0 0-22 0,0 9-79 0,0-4-36 16,-10-5 23-16</inkml:trace>
  <inkml:trace contextRef="#ctx0" brushRef="#br0" timeOffset="-503.68">3397-275 1897 0,'11'0'23'0,"-4"-11"9"0,-4 11 13 0,0 0 11 16,-3 0-7-16,0 0 2 0,0 0-1 0,0 0 4 16,0 0-11-16,0 0-6 0,0 0-9 0,0 0-15 15,0 0-5-15,0 0-5 0,0 0 1 0,0 0-3 16,0 0 7-16,0 0 6 0,0 0-1 0,0 0 12 15,0 0-5-15,0 0-3 0,0 0-1 16,0 0-10-16,0-5-2 0,0 5-5 0,0 0 1 16,0 0-2-16,0 0 0 0,0 0 0 0,0 0-4 15,0 0 5-15,0 0-3 0,0 0-2 0,0 0-5 16,0 0-9-16,0 0-8 0,0 0-10 0,0 0 2 16,0 0-6-16,0 0 0 0,0 0 6 0,0 0 0 15,0 0 1-15,0 0-3 0,0 0-18 0,0 0-20 16,0 0-43-16,0 0-69 0,0 0-105 0,0 0-135 15,0-10 18-15,0 10 83 0</inkml:trace>
</inkml:ink>
</file>

<file path=ppt/ink/ink1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5:18.289"/>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2903 224 756 0,'-4'0'92'0,"-1"0"26"0,2 0 24 16,-2 0 17-16,2 0-70 0,-1 0 2 0,-1 0 1 15,2 0 13-15,-1 0 7 0,-1 0-3 0,1 0 12 16,-1 0-4-16,2 0-1 0,0 0-2 0,-2 0-16 15,1 0-15-15,-1 0-1 0,1-9 1 0,-2 0 8 16,0 1 19-16,0 2-4 0,-2-2-1 0,2 1-9 16,-2-1-17-16,2 2 7 0,0 0 1 0,-1 0-3 15,0 1 11-15,0 0-10 0,2 0-12 0,-1 0-12 16,3 3-8-16,0-3-19 0,2 3-6 0,1-1-2 16,0 2-18-16,0 1-5 0,0 0-9 0,10 0 3 15,1 0 4-15,6 0 5 0,2-14-3 16,6 3-6-16,2 2-4 0,6-2 7 0,2 1 3 15,-1 1-7-15,2 1 4 0,-2 2-7 0,-4 6-28 16,0-6-46-16,-2 6-77 0,-2-6-108 0,-2 1-84 16,-3 1-72-16,-1 0-116 0,1 0-187 0,-1 1 111 15</inkml:trace>
</inkml:ink>
</file>

<file path=ppt/ink/ink1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8:37.870"/>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0 0 852 0,'235'45'-206'0,"-17"-2"-7"15,-18 0 0-15</inkml:trace>
</inkml:ink>
</file>

<file path=ppt/ink/ink1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9:08.383"/>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0 289 2442 0,'0'0'49'0,"0"0"65"0,0-15 43 0,0 15 67 16,0-15 9-16,0 2-20 0,0 1-7 0,0 1-50 15,0 0-43-15,0-1-35 0,0 4-22 0,0-1-18 16,0 5-14-16,0-3-14 0,0 3-15 0,0 0 5 16,0 4-8-16,0-3 2 0,0 3 3 0,0 0-1 15,0 0 1-15,0 0 2 0,0 0-13 0,6 0-7 16,-6 0 9-16,5 0 6 0,-5 8 9 0,5 2 3 15,-1-1 2-15,1 3-14 0,2 0 10 16,1 2 0-16,-1-1-16 0,6 2 18 0,-3-2-3 16,1 1-3-16,4-4 19 0,-3-2-5 0,5-5 15 15,1 1 18-15,5-4-3 0,6 0 0 0,7 0-26 16,4-17-8-16,8-1-12 0,5 0-1 0,4-7 1 16,0 3 6-16,-2-5 4 0,1 0-9 0,-6 1 4 15,-1 1-18-15,-8 3-14 0,-5 1-25 0,-2 4-27 16,-10 1-68-16,-3 5-105 0,-5 4-130 0,-6 1-101 15,-5 6-22-15,-5 0-133 0,0 0 11 0,0 21 131 16</inkml:trace>
</inkml:ink>
</file>

<file path=ppt/ink/ink1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5:14.708"/>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-474-2894 1597 0,'-9'-7'12'0,"-1"4"16"15,3-2 12-15,1 3 15 0,4-1 7 0,-2 1-3 16,4-1-5-16,-3 2-14 0,3 0-16 0,0 0-11 16,0 1 2-16,0 0-5 0,0 0-3 15,0 0 5-15,0 0-1 0,0-4 11 0,15 4 9 16,-2-3 3-16,3 1-3 0,0-2-6 0,6 0-13 0,-3 1-4 15,4-2-1-15,3 2 9 0,-2-2 4 16,-1 5 0-16,1-1-8 0,-1 1-10 16,-2 0 13-16,-1 0 13 0,-2 0 4 0,-2 12 1 0,-3 0-9 15,-2-1-5-15,-4 1 6 0,0 3 0 0,-3 3 3 16,-2 1-9-16,-2 2-4 0,0 6 11 0,0 0-1 16,-14 4 7-16,0 5 7 0,1-1 0 0,-3 3-5 15,0 1-12-15,0 1-12 0,0 1-15 0,2 0 3 16,0-1 3-16,2 0 4 0,2 1 7 0,4-4-9 15,6 0-2-15,0 1 4 0,0-3-5 0,0-3 3 16,12 1 4-16,1-5-5 0,1-2-2 0,1-3 5 16,0 0-5-16,2-4 0 0,-3-2-2 15,-1-3-2-15,1 0 2 0,-3-2 0 0,-2 0 14 16,0-4 27-16,-1 2 6 0,-1-3 2 0,1 1-1 16,-1 0-16-16,1-2 3 0,0 0 0 0,1 1-5 15,1-1-9-15,1 3-6 0,1-2-7 0,-1-1-2 16,-1 1 1-16,1 1-5 0,1 1 3 0,-1-5-1 15,-4 3 0-15,1-3 5 0,-2 0-6 0,-3 0-1 16,0 1 2-16,0-4-2 0,-1 2 6 0,-2-3 2 16,0 3-6-16,0-3-2 0,0 1-5 0,0-1-22 15,0 0-31-15,0 0-34 0,0 0-51 0,0 0-39 16,0 0-34-16,0 0-56 0,0 0-44 0,-12 0-162 16,2 0-44-16,0 0 90 0</inkml:trace>
</inkml:ink>
</file>

<file path=ppt/ink/ink1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5:15.212"/>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-285-1812 2045 0,'0'-13'22'0,"13"1"20"0,-13 1 22 0,10-2 24 0,1 2 14 15,-11 2 16-15,7-1 17 0,1 1 14 0,-8 2-7 16,6-1-3-16,-1 2-22 0,-1 1-29 15,1 1-25-15,-5-1-34 0,3 4-23 0,-2-1-5 0,1 2-14 16,1 0 3-16,-3 0 6 0,1 0 1 16,1 0 21-16,-1 0 13 0,2 0 8 0,2 0 2 15,0 11-13-15,-1-2-9 0,2 0-7 0,-1 0 0 16,1 0 10-16,0 1 1 0,0 3 2 0,2 1-10 16,-1 0-8-16,2 4-4 0,2 2 5 0,3 1 2 15,-1 2 0-15,4 1 6 0,0 3-11 0,-1-4 2 16,3 1 2-16,-1-1 14 0,-3-3 26 0,0-3 12 15,0-2 11-15,1-2-8 0,-1-3-5 0,0-2 6 16,-1-3-9-16,1-2-2 0,2-3-7 16,5 0-24-16,0 0-1 0,3-14-8 0,3-2-8 15,-1 1 3-15,5-4 7 0,0-3 2 0,1 0 14 0,-2-3 0 16,-1-2-13-16,-3-1-5 0,1 0-12 16,-2 1 0-16,-4 0-2 0,-2-1-7 0,-2 1 7 15,-3 4-1-15,-1-1 2 0,-2 4 10 0,-4 3-9 16,-1 0 1-16,0 3-4 0,-4 5 9 0,1-2-5 15,-4 5-9-15,0 3 6 0,3-1-3 0,-3 3-4 16,0 0 9-16,0-1-14 0,0 2-14 0,0 0-9 16,0 0-18-16,0 0-6 0,0 0-35 0,0 0-31 15,0 0-47-15,0 0-43 0,0 0-7 0,0 0-7 16,0 0 3-16,0 13-5 0,0-3-10 0,0 3-20 16,0 2-54-16,0 2-197 0,0 0-21 15,0-1 75-15</inkml:trace>
</inkml:ink>
</file>

<file path=ppt/ink/ink1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5:19.866"/>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4991-143 1386 0,'-6'4'29'0,"0"-3"13"16,-1 1 12-16,-1 2 5 0,0 0-23 0,1-2-2 16,1 0 10-16,-2 1 3 0,1 1 6 0,2-3 4 15,-3 2-10-15,4-1 10 0,-1-2 3 0,2 1 0 16,-1 1 8-16,2-1 2 0,-1-1 0 0,3 3-3 15,-1-3 0-15,1 0-4 0,-3 2-4 0,3-2 7 16,-2 0-6-16,2 0-6 0,0 0 3 16,0 0-12-16,-1 0-2 0,-1 0-11 0,1 0-10 15,1 0-3-15,0 0-2 0,0 0 9 0,0 0-1 0,-3 0 4 16,1 0 0-16,2 0-9 0,0 0-3 16,0 0-6-16,0 0-6 0,0 0-4 0,0 0 2 15,0 0-4-15,0 0-7 0,0 0 4 0,0 0-1 16,0 0 7-16,0 6 5 0,9-6 6 0,0 7-4 31,5-7 0-31,4 5-2 0,5-5-4 0,4 4 3 0,4-2-5 0,4-2 1 0,1 0 3 0,2 0-6 16,0 0 5-16,-3 0-2 0,-3 0-4 0,-2 0 7 15,-4 0-3-15,-3 0-2 0,-4-10 1 0,-2 10 1 16,-3 0 17-16,-4-8 24 0,0 8 17 0,-1-6 10 16,-6 6 5-16,-2 0-3 0,1 0-5 0,-2-5-23 15,0 5-15-15,0 0-22 0,0 0-11 16,0 0 1-16,-9 0-5 0,-3 0 4 0,1 0 0 15,-3 0 4-15,-1 0 0 0,-3 0 0 0,-2 0-2 16,2 0 4-16,-5 0-2 0,2 0-5 0,1 0 7 16,-3 9-13-16,4-9 2 0,0 9 5 0,4-9-8 15,0 6 15-15,3-6-1 0,3 7-10 0,0-3 7 16,4-4-10-16,0 2-1 0,4 2 6 0,1 0 10 16,0-2-2-16,0 1 0 0,11 0 11 0,2 0-19 15,2 0 8-15,4 0-6 0,2 0-11 16,5-3 10-16,4 0 1 0,0 0 4 0,1 0 3 15,1 0-5-15,-3 0-2 0,-2 0 8 0,-1-11-7 16,-5 11 3-16,-3-10 7 0,-1 10-9 0,-3-10 7 16,-5 10 13-16,-3-7 7 0,-2 7 6 0,1-8 13 15,-4 8-9-15,-1 0-1 0,0-3-14 0,0 3-11 16,0 0-7-16,0 0 2 0,0 0-13 0,0 0 6 16,0 0-4-16,-10-5-9 0,10 5 19 0,-9 0-11 15,0 0 8-15,-1 0-3 0,3 0 4 0,-2 0 0 16,1 0-4-16,-2 0 8 0,2 0-5 0,-1 0 4 15,1 0 3-15,4 0-5 0,-4 0-3 0,0 0-4 16,4 7 3-16,1-7-3 0,0 0 5 0,0 0 10 16,0 0-11-16,1 0 4 0,-1 0 1 0,0 0-11 15,3 0 10-15,-3 0-4 0,3 0-5 0,-1 0 5 16,1 0-1-16,0 0 1 0,0 0 5 16,0 0 0-16,0 0-9 0,0 0 6 0,0 0-4 15,0 0 6-15,0 0 8 0,0 0-8 0,0 0 3 16,0 0-10-16,0 0-2 0,0 0 8 0,0 0-3 15,0 0 9-15,0 0-6 0,0 0 4 0,0 0-1 16,0 0-7-16,0 0 11 0,0 0-9 0,0 0 2 16,0 0 6-16,0 0-8 0,0 0 12 15,0 0-1-15,0 0 6 0,0 0 3 0,0 0-9 0,0 0 9 16,0-7-10-16,0 7 5 0,0 0 1 0,0 0-14 16,-8-5 4-16,8 5-8 0,-5 0 3 0,5-3 0 15,-4 0-6-15,4 0 6 0,-3 2 1 16,0-1 4-16,3-1-3 0,-3 2 0 0,3-1-3 15,-2 0-2-15,2 1 2 0,-1-1-1 0,1 2-3 16,0 0-5-16,0 0 15 0,-3 0-6 0,3 0 1 16,0 0 0-16,0 0 2 0,0 0 1 0,-3 0 1 15,3-2-2-15,-2 2-11 0,2 0 2 0,0-2 5 16,0 2 2-16,0 0-6 0,0 0-6 0,0 0-17 16,0 0-23-16,0 0-47 0,0 0-61 15,0 0-68-15,0 0-59 0,0 0-29 0,0 0-20 0,0 0-1 16,0 0-102-16,0 0-127 0,0 0 87 15</inkml:trace>
</inkml:ink>
</file>

<file path=ppt/ink/ink1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9:33.797"/>
    </inkml:context>
    <inkml:brush xml:id="br0">
      <inkml:brushProperty name="width" value="0.05833" units="cm"/>
      <inkml:brushProperty name="height" value="0.05833" units="cm"/>
      <inkml:brushProperty name="fitToCurve" value="1"/>
    </inkml:brush>
    <inkml:brush xml:id="br1">
      <inkml:brushProperty name="width" value="0.05833" units="cm"/>
      <inkml:brushProperty name="height" value="0.05833" units="cm"/>
      <inkml:brushProperty name="color" value="#ED1C24"/>
      <inkml:brushProperty name="fitToCurve" value="1"/>
    </inkml:brush>
  </inkml:definitions>
  <inkml:trace contextRef="#ctx0" brushRef="#br0">17 55 2522 0,'0'-13'26'0,"0"2"16"15,-11 3 8-15,11-1 16 0,0 5-15 0,0 1-11 16,-6-1-9-16,6 4-17 0,0-2-19 0,0 2-33 15,0 0-35-15,0-2-30 0,0 2-28 0,0 0-28 16,0 0-47-16,0 0-101 0,0 0-238 0,0 0 30 16,10 13 82-16</inkml:trace>
  <inkml:trace contextRef="#ctx0" brushRef="#br0" timeOffset="-1073.75">142 269 2341 0,'0'-6'42'16,"0"3"32"-16,0 0 21 0,0-2 13 0,0 3-37 15,0 2-26-15,0 0-29 0,0 0-11 0,0 0-5 16,0 0 11-16,0 10 14 0,0-1 0 0,0 1 2 16,0 1-11-16,0 3-7 0,0-1-2 15,10 5 2-15,-10 0-9 0,9 4 4 0,-1 0-4 16,-8-3-5-16,9 0 10 0,-9 1-8 0,3 0 5 15,-3-3 1-15,0 0-4 0,0-2 8 0,0 0-5 16,0-1 7-16,0-2-2 0,0 1-9 0,0-2 5 16,0-2-6-16,0 2 3 0,0-7 2 0,5 1 7 15,-5 0-4-15,0-1 0 0,3-1 0 0,0 1 0 16,-3-3 11-16,0 1-2 0,0-2 3 0,0 0-29 16,0 0-37-16,0 0-69 0,0 0-130 0,0 0-133 15,0-11-270-15,0 0 9 0,0 0 129 0</inkml:trace>
  <inkml:trace contextRef="#ctx0" brushRef="#br0" timeOffset="4.09">429 390 1700 0,'7'11'7'0,"2"0"13"16,-3 2 5-16,2-1 5 0,-2-1-7 0,0 3-7 16,2-4 8-16,-2 3 5 0,0 0 4 0,2 0-9 15,-2 3-9-15,1-1-10 0,-1-1-1 16,-3-1 16-16,0 0 6 0,0 0 14 0,-1 1 6 15,-2-5 6-15,0 0 14 0,0-1 12 0,0-3 23 16,0 0 8-16,0 0 1 0,-11-3 1 0,11 0-11 16,-10-2-12-16,1 0-12 0,9 0-9 0,-10 0-11 15,3-15 0-15,1 2-11 0,-2-3-13 0,2-2-13 16,0-2-16-16,0 0 15 0,1-5-3 0,5-2 10 16,0 2-1-16,0-5-12 0,0 3 3 0,14-1-1 15,0 2 5-15,1 2 5 0,2 1-2 0,-1 3-10 16,1 3-3-16,3 2-7 0,-4 4-14 15,4 4 3-15,-3 3 5 0,3 4 3 0,-4 0 20 16,4 0 2-16,-3 13-5 0,-2 0-7 0,2 2-8 16,-1 0 0-16,1 3 3 0,-3 1-1 0,-1 0 1 15,0 1 4-15,-3-2-5 0,-4 1-1 0,2-2-3 16,-2 0 5-16,3-1-6 0,-6-3-1 0,2 1-11 16,-2-3-48-16,0-1-53 0,0-3-73 0,0 0-72 15,-3-3-68-15,0-2-78 0,3 1-254 0,-3-3 52 16,0 0 111-16</inkml:trace>
  <inkml:trace contextRef="#ctx0" brushRef="#br0" timeOffset="502.75">2080 223 2639 0,'0'0'32'0,"0"0"44"15,0 0 32-15,0 0 27 0,0 0 0 0,0 0-26 16,0 0-30-16,0 0-28 0,0-8-34 0,0 8-25 16,0-9-7-16,0 9 2 0,0-4 5 0,13 4 4 15,-1 0 6-15,2 0 0 0,3 0-6 0,-4 0-1 16,7 0-3-16,-3 0-5 0,-2 9 8 16,2 3 0-16,-1-1 2 0,-2 2 8 0,0-2-4 15,-5 2 4-15,3 4 5 0,-4-1-5 0,-2 2-3 16,1 0 4-16,-4 0-9 0,0 1 7 0,-3 1 12 15,0-3-9-15,0 1 3 0,0 1-3 0,0-5-4 16,-9 1 8-16,9-2-5 0,-13-1 4 0,5-1 6 16,-1-3 31-16,1-4 43 0,-1-2 30 0,9-2 5 15,-6 0-32-15,6 0-30 0,-6 0-26 0,1-14-6 16,2-4 1-16,3 3-4 0,0-5-8 16,0-1-4-16,0-3 0 0,0-2 7 0,0-2-1 0,11 0-5 15,1 0-4-15,2-1-15 0,0 2-2 0,-2 0-1 16,1 4 4-16,4-1 7 0,-3 7-7 15,1 4-2-15,-1 0 2 0,-4 2-3 0,5 5-5 0,-4 1-19 16,0 1-38-16,1 0-52 0,-2 0-55 16,0-1-91-16,0 2-84 0,-1 0-74 0,-1 1-96 15,4-3-227-15,-4 4 109 0,1-2 125 0</inkml:trace>
  <inkml:trace contextRef="#ctx0" brushRef="#br0" timeOffset="969.69">2935-212 3639 0,'3'-14'34'0,"3"4"23"0,-6 0 15 16,3 4 11-16,-3 3-34 0,0 2-22 0,0 1-23 16,0 0-19-16,0 0 0 0,0 0-2 0,0 12 11 15,0 2 3-15,0-1 0 0,0 5 9 0,0 2-9 16,10 6 9-16,1 1-3 0,1 5-11 0,-1 0 14 15,1 3-6-15,-1-1 5 0,1-1 11 0,-2 2-19 16,1-5 13-16,-2 0-8 0,0-4-3 0,-1-4 9 16,-2-2-4-16,0-4 0 0,-5-4 0 0,2-3 0 15,-3-2 1-15,0-7 12 0,0 0 11 0,0 0 20 16,0 0 15-16,0 0-10 0,0 0-9 0,0-13-19 16,0 4-23-16,0-1 1 0,-7-3-1 15,-2-2-3-15,1 2-1 0,-1-3-3 0,0 6-11 16,-2-1-5-16,2 3 6 0,-1 1 9 0,-1 3-2 15,-1 4 7-15,1 0-1 0,-1 0-15 0,1 0 15 16,-2 0-9-16,-4 11 1 0,2 3 15 0,-2 1-17 16,-3 4 9-16,4 1 3 0,-1 2-17 0,3 1 22 15,2-2-1-15,2 3-10 0,0-3 4 0,4 1-3 16,-1-2-8-16,7-1 8 0,-3-2 8 16,3-2-4-16,0-1 2 0,0-3-5 0,0-3-1 0,13 0 5 15,0-5 0-15,-3 3 0 0,7-6-13 0,0 0-32 16,4 0-29-16,3 0-59 0,6-17-65 0,2-1-82 15,5-1-75-15,-1-5-55 0,7 0-97 16,-1-3-190-16,-1-2 105 0,0-1 114 0</inkml:trace>
  <inkml:trace contextRef="#ctx0" brushRef="#br0" timeOffset="1298.93">3334 158 2246 0,'-9'8'25'0,"-3"-8"30"16,3 10 35-16,3-4 41 0,-2 0 15 15,2-2-3-15,6-4-8 0,0 0-27 0,0 3-44 0,0-3-17 16,0 0-23-16,0 0-18 0,14 0 5 16,1-14-10-16,1-1-3 0,1 1 4 0,3-1 5 0,1-5-5 15,0 1 13-15,1-3 20 0,-3 2 23 16,0-1 26-16,-4-2 9 0,-2 1 7 0,-3 1-2 16,-4 1 4-16,-2 2 3 0,-4 4-16 0,0 0-27 15,0 4-19-15,0 1-18 0,0 6-14 0,-10-2-11 16,10 5-7-16,-14 0-15 0,5 0 4 0,-5 13 15 15,0 2-9-15,1 4 7 0,-4 3-1 0,0 1 4 16,1 3 5-16,-3 3-11 0,6-1 1 0,-1 0-21 16,2 3-2-16,6-3-3 0,-2-1-10 0,5 0-1 15,3-2-13-15,0-3 2 0,0-1-6 0,0-2-20 16,12-3-7-16,-1-6-31 0,3 2-41 16,2-4-43-16,1-1-60 0,1-5-59 0,4-2-114 15,0 0-219-15,1 0 70 0,1-19 102 0</inkml:trace>
  <inkml:trace contextRef="#ctx0" brushRef="#br0" timeOffset="1775.35">3639 12 2739 0,'5'-9'36'16,"1"0"42"-16,-2 1 40 0,2 1 33 0,1 2-7 16,-4 0-24-16,1-1-41 0,-1 0-32 0,0 1-29 15,6 0-22-15,-1 1-1 0,1-1-6 0,2 3 1 16,2 2 3-16,4 0 1 0,1 0 6 15,4 0-8-15,-1 12 10 0,0 2-3 0,-1 1 4 16,3 4 6-16,-4 3 1 0,-2 1-1 0,0 4-7 16,-4 1 9-16,-3 5-2 0,0 3-2 0,-4-3-2 15,-3 3-5-15,-3 1-1 0,0 0 4 0,0-3 7 16,0-1-11-16,0-7 5 0,-10-1 2 0,-3-5-6 16,13-3 26-16,0-5 37 0,-6-4 33 0,6-3 23 15,-10-5-15-15,10 0-45 0,-3 0-33 0,-3-13-26 16,3-3-7-16,-5-5-5 0,2 0 7 0,-2-6-5 15,-1-2 1-15,2-4-5 0,1-4-1 0,3 2 13 16,3-4 1-16,0 0 5 0,0 2-11 16,18 1-3-16,3 1 3 0,5 4-4 0,3 2-2 15,1 3 2-15,4 4 2 0,-1 1 9 0,-1 5-2 16,1 6-1-16,-2 1 4 0,-6 4-7 0,0 1 6 16,-6 4-1-16,-2 0-3 0,-5 0 5 0,0 0-8 15,-4 0 4-15,-2 0-11 0,-3 11 3 0,0-11 13 16,-1 10-1-16,-1-3 9 0,1-7-2 0,-2 6-6 15,0-6-1-15,0 7-7 0,0-4 9 0,0-3 1 16,0 0 2-16,0 0 10 0,0 0 2 0,0 0 5 16,0 0 5-16,0 0-8 0,0 0-12 0,0 0-3 15,0 0-29-15,0 0-51 0,0 0-113 0,0 0-176 16,0 0-187-16,0 0-331 0,0 0 67 0,0-7 173 16</inkml:trace>
  <inkml:trace contextRef="#ctx0" brushRef="#br0" timeOffset="11.09">1759 85 2344 0,'0'-9'30'0,"-9"-1"29"0,4 0 37 0,2 2 44 16,3 2 15-16,-6 3 5 0,3-1-20 0,0 0-22 16,2 3-41-16,-2 1-39 0,0 0-21 0,3 0-27 15,-6 0-4-15,3 10 5 0,-5 0 8 16,5 1 5-16,-6 3-2 0,1 1-3 0,-1 4 2 15,1 1-5-15,2 1 0 0,-3 5 7 0,5 0-6 16,-2 1 14-16,3-2 3 0,0 0-9 0,3 0-2 16,0-1-10-16,0 0-3 0,0-4 6 0,0 0 7 15,0-2-4-15,9-3 1 0,-9-2 1 0,13-3-2 16,0-1 10-16,-3-3 6 0,1-3 4 0,1-3 1 16,2 0 7-16,2 0 9 0,1 0 3 0,0-18 27 15,2-1 7-15,1 0 5 0,3-4 0 0,-3-2-19 16,-4-1-11-16,4 0-6 0,-6-3-12 0,-5 0-8 15,0 2-18-15,-4 0-3 0,-5-1 3 16,0 1-18-16,0 0-3 0,0 1-24 0,0 0-43 16,-14 3-23-16,5 0-61 0,-5 4-65 0,4 2-67 15,-3 0-59-15,3 1-68 0,1 5-219 0,-2 4 18 16,2 1 104-16</inkml:trace>
  <inkml:trace contextRef="#ctx0" brushRef="#br0" timeOffset="2933.57">5173-457 1491 0,'0'0'11'0,"0"0"17"15,0-2-1-15,0-2 24 0,0 3 11 0,6 1 13 16,-6-2 27-16,0 2-4 0,0-1-2 15,0 1-7-15,0-2-9 0,0 2-8 0,0-1-2 16,0 1-8-16,0-2 2 0,0 2-1 0,0 0-6 16,0 0-1-16,0-3-10 0,0 3-2 0,0-1-3 15,0-1-7-15,0 1 3 0,0 1-8 0,0 0 6 16,0 0 3-16,0 0-2 0,0 0 4 0,0 0-1 16,0 0-2-16,0 0-12 0,0 0-8 0,0 0-16 15,0 0-3-15,0 0 0 0,0 0 0 0,0 0 4 16,0 0-8-16,0 0 0 0,0 0 4 0,0 0-6 15,0 0 10-15,0 0-5 0,0 0 1 0,0 0 2 16,0 0-2-16,0 0 3 0,0 0-4 0,0 0-1 16,0 0 1-16,0 0 4 0,0 0 2 0,0 0 1 15,9 0-5-15,-9 0 2 0,0 0-1 16,0 0-3-16,0 0 6 0,0 0-3 0,0 0-4 16,0 0 6-16,0 0-5 0,0 0 0 0,0 0 2 15,0 0 2-15,0 0-5 0,0 0 5 0,0 0 2 16,0 0 0-16,0 0 23 0,0 0 6 0,0 0 12 15,0 0 6-15,0 0-7 0,0 0-7 0,0 0-6 16,0 0-4-16,0 0-6 0,0 0-1 0,0 0-6 16,0 9-4-16,0-9 10 0,0 0 10 0,0 7 3 15,0-1 2-15,12-6-12 0,-12 6-11 0,0-1-7 16,10 1-1-16,-10 0-2 0,9-1-2 0,-9 4 2 16,7 0 2-16,-1-3-1 0,2 6 2 15,0-2 7-15,-1 4 0 0,1-1 6 0,-1 5-3 16,4 0-8-16,0 3-2 0,-2 0 2 0,3 1-1 15,-3 2 0-15,3-1 4 0,-1 4-11 0,1-2 3 16,-3 3 5-16,2-1-7 0,-2 0 8 0,0 1-6 16,-2 1-3-16,1-3 6 0,0-3 0 0,-4 2 5 15,2-5 5-15,0 0-12 0,-1-3 0 0,-2-1-3 16,1-7-12-16,0 1-13 0,-1-1-49 0,0-5-45 16,-3-4-62-16,3 0-35 0,-3 0 3 0,0 0-15 15,0 0-45-15,0 0-103 0,0-11-226 0,0 11 14 16,0-13 112-16</inkml:trace>
  <inkml:trace contextRef="#ctx0" brushRef="#br0" timeOffset="3338.44">5327-57 2474 0,'-10'-12'45'15,"0"2"66"-15,-4 1 62 0,3 1 63 0,-1 1-3 16,3-1-39-16,0 2-41 0,0 3-57 0,4-1-43 16,4 2-27-16,-1-1-23 0,2 2-6 0,0-2-3 15,0 1 4-15,16-2-5 0,-1-1 7 0,5-2 3 16,4 1-9-16,3-2 4 0,4-3-9 0,3 2-3 15,3-1 8-15,1 0-1 0,-2-1 10 0,1 4 2 16,-4-2 1-16,-4 0-1 0,-3 1 6 16,-5 2 24-16,-4 3 21 0,-5-3 19 0,-3 4 17 0,-4-1-11 15,-2 2-19-15,-3 1-20 0,0 0-28 16,0 0-14-16,0 0-5 0,0 0-9 0,0 12 4 16,0-4 3-16,-11 3-1 0,11-1 17 15,-9 3-15-15,0 4 1 0,4 1 6 0,5 2-17 0,-9 4 19 16,9-3-2-16,0 6-18 0,0-2 9 0,0-3-4 15,0 2-5-15,0-5 15 0,0-1-4 0,12 1-4 16,-1-6 9-16,-2-3 8 0,2-3 5 0,-2 0 3 16,3-7-8-16,-1 0-1 0,2 0 6 0,4 0 10 15,1-14 8-15,0 0-2 0,2-3 15 0,0-1 22 16,-2 0 9-16,0-2 7 0,-1-2-19 16,-2 0-36-16,-3 0-14 0,-3-2-30 0,-1 3-20 0,-3-3-31 15,-4 1-16-15,-1 1-23 0,0-1-13 16,0 3-25-16,0 2-49 0,-17 1-56 0,2 1-87 15,2 1-67-15,-4 2-103 0,-1 4-238 0,2 0 93 16,0 2 125-16</inkml:trace>
  <inkml:trace contextRef="#ctx0" brushRef="#br0" timeOffset="7097.81">7070-405 2333 0,'6'-6'28'0,"-1"-1"26"15,-5 3 22-15,1-1 1 0,-1 3-33 0,0 0-40 16,0 2-27-16,0 0-1 0,0 0 14 0,0 0 13 16,0 17 8-16,0 0 6 0,0 3-2 15,11 4 0-15,-4 1 2 0,4 6-7 0,0 2-2 16,-1 2-2-16,2 3-6 0,-1-3 7 0,-2 2-4 15,0-1 1-15,0-5 2 0,-3-2-2 0,-1-1 4 16,-2-4-6-16,-3-5 8 0,0-1 1 0,2-5 18 16,-2 0 60-16,0-7 54 0,0 0 49 0,0-3 20 15,0-3-28-15,0 0-57 0,0 0-50 0,0 0-40 16,0-14-21-16,0 0-7 0,0-1-6 0,0-2-3 16,-7-2 8-16,7-2 5 0,-7-1-1 15,7-1-1-15,0 2-10 0,0 0-7 0,0-1 2 0,0 2-11 16,14 2 2-16,-1 0 5 0,4 0 1 15,1 4 5-15,2 0 3 0,4 2-7 0,2 2-4 16,1 6 10-16,1-1-11 0,-1 5 0 0,0 0 7 16,2 0-6-16,-1 0 5 0,-6 13 0 0,0 0-1 15,-3 3 3-15,0-2 3 0,-9 2 11 0,1 1-12 16,-5-1 8-16,0 3-10 0,-6-4 7 0,0 2 7 16,0 0-10-16,0 2 9 0,-15-1-9 0,-3 1 7 15,-2 1-3-15,-4 1 6 0,-1-3-5 0,-5-1-3 16,-1-2 0-16,0-2-36 0,-1-1-37 0,0-5-42 15,4-3-68-15,4-2-68 0,1-2-75 16,5 0-90-16,1 0-136 0,7 0-129 0,1-13 113 16</inkml:trace>
  <inkml:trace contextRef="#ctx0" brushRef="#br0" timeOffset="7454.78">7620 58 2423 0,'4'6'1'16,"-1"0"-1"-16,0-6 2 0,0 5 9 0,-1-2 8 16,1-3 19-16,-2 4 16 0,1-4 13 0,1 0-8 15,2 0-19-15,4 0-14 0,1 0-22 0,6 0 6 16,-1-16 2-16,6 5-3 0,0-4-1 16,4 2 5-16,-1-2 25 0,0-1 31 0,-1-1 22 15,-3 0 18-15,-2-4-8 0,-1 1 5 0,-4 0 1 16,-4 2 1-16,-1-2 10 0,-2 0-22 0,-3 5-13 15,-3-2-26-15,0 7-19 0,0-1-20 0,0 4-7 16,0 2-9-16,-11 1-8 0,1 4 3 0,1 0-6 16,0 0 0-16,-2 0 3 0,-1 15-3 0,-2 0 8 15,-1 0 4-15,-2 4-1 0,1 3 2 0,-1 1-9 16,0-2 1-16,3 5-13 0,4-3-2 0,2 1 7 16,2 0-17-16,3-2-11 0,3 0-9 15,0-3-27-15,0-4-3 0,14 1-2 0,3-4-27 0,-1-2-49 16,4-4-57-16,0 0-62 0,6-4-79 15,2-2-173-15,6 0-125 0,1 0 87 0</inkml:trace>
  <inkml:trace contextRef="#ctx0" brushRef="#br0" timeOffset="8093.05">8727-292 2978 0,'-2'-5'36'0,"2"-2"26"16,0 1 10-16,0-1 22 0,0 2-17 0,16-1-9 15,-1-2 0-15,1 1-20 0,3-2-18 0,3 2-16 16,4 0-13-16,5-2 3 0,4 1 0 0,1 0-3 16,4 0 3-16,2 2-23 0,4 1-61 0,-1-1-81 15,-1 0-102-15,-1-1-91 0,-2-2-127 0,-8 2-246 16,1-4 99-16</inkml:trace>
  <inkml:trace contextRef="#ctx0" brushRef="#br0" timeOffset="7891.21">8891-770 2288 0,'0'-14'40'16,"0"4"45"-16,0-1 51 0,0 4 49 0,0 2-16 15,0 1-45-15,0 0-56 0,0 4-54 0,0 0-24 16,0 0 5-16,0 0 13 0,0 18 22 16,0-1 20-16,0 3 9 0,0 4 18 0,0 3-13 0,0 6-21 15,0 2-13-15,0 6-18 0,14 0-2 16,-2 1 6-16,0 1-3 0,2-1-6 0,-1-1 1 15,1 0-2-15,0-4 3 0,-2-2 3 0,0-2-8 16,-3-1-2-16,-1-4 7 0,-4-3-5 0,2-1 3 16,-3-4-2-16,-1-5-9 0,-2-1-42 0,3-2-65 15,-3-4-81-15,0-1-114 0,0-7-101 0,0 0-260 16,0 0-36-16,-17 0 118 0</inkml:trace>
  <inkml:trace contextRef="#ctx0" brushRef="#br0" timeOffset="8512.59">9280-727 2737 0,'0'-2'1'0,"12"-1"-10"0,-6 3-5 16,-6 0 4-16,0 0 22 0,0 0 27 0,8 13 33 15,-8 1 18-15,4-1-19 0,1 5-12 0,-1 0-25 16,2 6-22-16,-1-1-1 0,2 6 0 0,-1 1-2 16,4-1 3-16,-6 2 1 0,2 2-4 0,2 0 1 15,-2-2-1-15,1 2-3 0,0-4-3 0,-3-2 2 16,1-1 0-16,-1-4-2 0,-1-2 4 16,0-3-3-16,-1-4 2 0,-2-3 1 0,1-3 4 15,-1-2 6-15,0-3 13 0,0-2 5 0,0 0 18 16,0 0 5-16,2 0-15 0,-1 0-3 0,1-11-21 15,1 0-14-15,-3-2-6 0,3 0-7 0,0-3-1 16,2-1 2-16,1 0 4 0,1-2 2 0,2-1-3 16,2 2-4-16,3-1 1 0,1 1 7 0,2-1 5 15,1 7 8-15,-2-3 5 0,4 4-10 0,-3 0-2 16,-2 2-5-16,0 3-8 0,-1 4-3 0,-2 2 5 16,-1 0 7-16,-2 0 7 0,3 0 6 15,-3 12-1-15,0 0-3 0,3 1 6 0,-1 4-3 0,3 0-3 16,-4 2-10-16,1 4-5 0,1-3 1 0,-3 2 1 15,2-2 1-15,-4 0 5 0,1-2-1 16,-2-1 1-16,0-1 4 0,-1-2-15 0,-1 0-23 16,-1-3-48-16,-1-2-70 0,1-2-67 0,-3-2-55 15,0-4-36-15,0 0-21 0,0-1-218 0,0 0-58 16,0 0 80-16</inkml:trace>
  <inkml:trace contextRef="#ctx0" brushRef="#br0" timeOffset="8754.75">9986-485 2206 0,'3'0'-1'15,"0"0"7"-15,-2 0 26 0,-1 9 41 0,0 1 9 16,0 3 2-16,0 0-1 0,0 2-14 0,0 3-7 16,0-1-7-16,0 4-24 0,13 2-15 0,-6-3 24 15,-7 2 8-15,11 0-3 0,-4-3-12 0,1 5-22 16,-2-2-5-16,2-3 3 0,-2 1-1 0,1-3-1 15,-1 0-2-15,2-3 1 0,-2-3 1 0,-1-1 1 16,-1-4 6-16,1-2 7 0,-2-1 7 0,-2-3-4 16,1 0-53-16,-2 0-108 0,0 0-128 0,0-12-169 15,0-2-274-15,0-3 67 0,0-2 120 0</inkml:trace>
  <inkml:trace contextRef="#ctx0" brushRef="#br0" timeOffset="8884.84">9984-753 1572 0,'5'-4'0'0,"-5"1"-12"0,9 3-20 0,-4 0-47 15,4 0-92-15,0 0-170 0,1 0-20 0,4 0 47 16</inkml:trace>
  <inkml:trace contextRef="#ctx0" brushRef="#br0" timeOffset="9228.77">10373-563 2604 0,'8'0'52'0,"-2"0"34"0,-3 0 32 0,1 0 33 16,-2 0-24-16,-1 0-13 0,1 0-27 0,-1 0-30 16,-1 0-29-16,0 0-25 0,0 13 7 0,0-6 12 15,0 1 15-15,-13 1 16 0,-1 1-4 0,-1 2-8 16,0 0-5-16,-3 2-12 0,-1 1-9 15,1 1-6-15,0-3-10 0,3 1-2 0,3-4 1 0,1 1-2 16,6-5-1-16,5 4 0 0,0-4 5 16,0-2 4-16,0 3 7 0,19-1 37 0,0-2 6 15,4 6-5-15,4-4-12 0,1 2-33 0,2 1-2 16,1-1-5-16,0 2 7 0,-2-2-4 0,-3 1-7 16,-3-1 8-16,-6-1-3 0,-4 0 2 0,-2 1-4 15,-4-4 0-15,-3 1 10 0,-4 0 14 0,0 3 14 16,0-2 4-16,-16 2-8 0,-2 1-16 0,-2 0-7 15,-4 2-30-15,-5 1-40 0,0 1-89 0,-4-1-132 16,-2 0-130-16,-1-3-169 0,1-3-275 0,3-1 128 16</inkml:trace>
  <inkml:trace contextRef="#ctx0" brushRef="#br0" timeOffset="11282.03">1947 1692 1542 0,'0'0'64'16,"0"0"51"-16,0 0 49 0,0 0 40 0,0 0-24 15,0 0-12-15,0 0-7 0,0 0-5 0,0 0-9 16,0-10-16-16,0 10-19 0,0-7-18 15,0 7-24-15,0 0-12 0,0-8-15 0,0 8-6 0,0-3-6 16,0 3-7-16,0 0-4 0,0 0 1 16,0-5 8-16,0 5 11 0,0 0 7 0,0 0-3 0,0 0-11 15,0 0-21-15,0 0-11 0,0 0-9 16,0 0-8-16,0 0 11 0,0 12-7 0,0-5 1 16,0 2 8-16,0 1-3 0,0 1 9 0,0 0 4 15,0 2 3-15,14 2-7 0,-5 2-7 0,-1-2 1 16,-2 3 3-16,3-1-6 0,-1-1 13 0,-2 0-4 15,-3-3-3-15,4 1 18 0,-4-3-10 0,0-1-7 16,0-3 3-16,0-1-6 0,0-1 3 0,-1-1 7 16,-1 0-12-16,1-4 5 0,-2 1 0 0,3 1-22 15,-3-2-25-15,3 0-50 0,-3 0-70 0,0 0-60 16,0 0-60-16,3 0-48 0,-3 0-39 0,3 0-117 16,-3 0-107-16,0 0 88 0</inkml:trace>
  <inkml:trace contextRef="#ctx0" brushRef="#br0" timeOffset="11441.05">1958 1492 3026 0,'-1'-19'64'15,"-6"0"50"-15,4 2 41 0,0 5 31 0,0 4-40 16,2 1-52-16,-2 3-34 0,0-1-41 0,3 3-25 16,0 2-12-16,0 0-56 0,0 0-62 0,0 0-93 15,0 0-60-15,0 0-61 0,0 0-70 0,10 0-240 16,3 0 2-16,-3 0 110 0</inkml:trace>
  <inkml:trace contextRef="#ctx0" brushRef="#br0" timeOffset="11837.94">2128 1650 2168 0,'8'4'20'15,"1"0"37"-15,-2-1 32 0,-1 2 22 0,4 1-12 16,-6 2-27-16,5 0-10 0,-1 4-9 15,1-1-5-15,0-1-8 0,2 6-14 0,-1-1-14 0,4 1 3 16,-5 2-5-16,3 1-8 16,-4-1 7-16,3 0-2 0,-5-1 1 0,0-5 3 0,0 4-5 0,-3-4-3 31,-2-3 3-31,2 0 3 0,-3-2 9 0,0-4 27 0,0 0 41 0,0-1 31 0,0-2 10 16,0 0-8-16,0 0-33 0,-10 0-14 0,-2-11 6 15,4-2 5-15,-1 4 9 0,1-3-2 0,-1-4-13 16,2-1-5-16,7-2-26 0,0-1-25 0,0 0-8 15,0-4-12-15,0 0-6 0,13-3 16 0,4 2-7 16,3-2-5-16,-4 4 5 0,4-1-4 0,3 4 9 16,0 3-8-16,-4 4 11 0,3 2-8 0,-6 5-10 15,0 1 5-15,0 5-4 0,1 0-5 0,-3 0 1 16,-1 0 4-16,-1 0 3 0,2 13-1 16,-2-2-3-16,2 1-9 0,-3 2-21 0,-2-3-5 15,4 1-10-15,-4 2-23 0,-1-2-31 0,3 2-29 16,-5 0-53-16,3-1-41 0,-2-1-39 0,0 0-36 15,-1-3-7-15,0 1-36 0,-3-2-175 0,1-2-43 16,-4-6 73-16</inkml:trace>
  <inkml:trace contextRef="#ctx0" brushRef="#br0" timeOffset="12229.84">2960 1867 2783 0,'0'-16'59'0,"0"-2"28"16,0 2 45-16,0 0 36 0,0 1-24 0,11-2-10 15,1 2-47-15,-1 0-33 0,2-3-37 0,1 5-16 16,-2-4 8-16,8 2-9 0,0 2 2 0,3-3-10 15,2 4-32-15,3-2-32 0,2 2-83 0,3 1-78 16,2-2-75-16,-1 2-69 0,2 1-110 0,1-3-190 16,-2-1 101-16</inkml:trace>
  <inkml:trace contextRef="#ctx0" brushRef="#br0" timeOffset="12082.41">2974 1219 3345 0,'12'-13'47'16,"-4"1"14"-16,-5 6 6 0,0 1 17 0,-3 5-45 15,0 0-16-15,0 0-15 0,0 0-16 16,0 9-7-16,0 1 3 0,0 2 11 0,0 5-2 16,0-2 13-16,0 6-10 0,0 1 9 0,0 5-3 15,0 1-9-15,0 6 10 0,0-2-8 0,0 3 6 16,10-1-4-16,1 4 1 0,-2 2 3 0,2 1-4 16,-2-2 6-16,2 0 3 0,-2-1-10 0,6 1-17 15,-4-1-48-15,2-4-61 0,-1 0-63 0,-1-3-36 16,3-4-22-16,-4-3-15 0,-1-1-26 0,-1-6-78 15,-2-5-244-15,-6 0 71 0,0-8 93 16</inkml:trace>
  <inkml:trace contextRef="#ctx0" brushRef="#br0" timeOffset="10429.74">1100 1666 2305 0,'-5'-1'37'0,"-4"0"40"0,6 0 29 0,-1 1 17 15,1 0-29-15,0 0-43 0,3 0-34 0,-3 0-23 16,3 0-6-16,0 0 4 0,0 11 15 15,0-1 14-15,0 6-1 0,0-2 16 0,0 4-5 0,0 6 62 16,0 4 74-16,9 2-16 16,-9 7-1-16,13 0-68 0,-2-1-77 0,-2 4-2 0,2-2-2 15,-2-3-6-15,1-2-3 0,0-4 3 0,-3 0 5 16,-1-10-3-16,0 3 9 0,2-7-3 0,-5-1-5 16,0-4 8-16,0-3 37 0,-3-2 36 0,3-4 37 15,-3 3 45-15,0-4 10 0,0 0 40 0,0 0 53 16,0 0 70-16,0 0 3 0,0-11-84 0,0 0-92 15,0 0-114-15,-12-1-63 0,4-6 11 0,8-1-11 16,-9-6-27-16,2-5-5 0,-2-4-7 0,-1 0 12 16,6-5 23-16,-5 2-6 0,4-3-7 0,-1 2-19 15,3 0-18-15,-3 3 24 0,6 0 4 0,0 5 24 16,0 2 8-16,0-1-31 0,0 4-8 16,0 3-27-16,12 3 5 0,-4 3 5 0,1 4-3 15,5 0-3-15,-5 4-4 0,4 2 1 0,1 2 6 16,0 4 4-16,1 0 7 0,-2 0 17 0,4 0 4 15,-3 10 9-15,1 3-3 0,-1-2 0 0,-1 1 13 16,1 0 14-16,-5 1 6 0,-1 1-7 0,1 0 0 16,-3-1-1-16,-6 3 4 0,3-3 5 0,-3 2-1 15,0-3 2-15,0 4 6 0,-12-1-8 0,-2-1 8 16,-6 5-14-16,4-1-41 0,-7-1-11 0,-3 2-49 16,-1-1-44-16,-2-3-61 0,-1 2-92 0,4-4-77 15,-5-2-57-15,6 2-135 0,2-6-119 0,2-2 116 16</inkml:trace>
  <inkml:trace contextRef="#ctx0" brushRef="#br0" timeOffset="10802.69">1601 1605 2988 0,'14'-7'53'0,"-2"1"48"0,-4 2 55 16,-2 0 38-16,-3 1-22 0,-3 3-22 0,0 0-65 15,0 0-23-15,0 0-43 0,0 0-25 0,0 0 10 16,-14 0-21-16,5 11 10 0,9-2 0 0,-11 1-1 16,-1 0 6-16,1 4-3 0,2-2 0 15,-1 6 2-15,-1-1 3 0,2 4 6 0,3-3-6 16,1 2-6-16,-1 3 3 0,6-3-1 0,0-2-1 16,0 1 7-16,0-1-11 0,0-2 2 0,14-1 5 15,-5-2-11-15,2-2 16 0,-2-2-5 0,1-5 4 16,0 3 7-16,0-4-4 0,1 0 1 0,1-3 4 15,2 0 5-15,-1 0 1 0,6 0-4 0,-3-19 3 16,1 4 3-16,0-3 3 0,-1 2 7 0,1-2-2 16,-6-2 2-16,1 0-14 0,-5-1-12 0,-4-1-8 15,-3-1-18-15,0-1 0 0,0 0-4 0,-16 1-14 16,2 1-22-16,-6 2-36 0,4 4-50 0,-4 2-59 16,-3 3-50-16,0 2-51 0,-1 5-35 0,1 4-55 15,0 0-221-15,7 0 25 0,-1 0 96 0</inkml:trace>
  <inkml:trace contextRef="#ctx0" brushRef="#br0" timeOffset="12717.55">4473 1442 3487 0,'0'-2'13'15,"-11"0"8"-15,11 2 4 0,-10 0 4 0,10 0-20 16,-11 0-8-16,11 0 1 0,-7 13-2 0,7-4 14 16,-5 2-6-16,5 1-6 0,0 2 2 0,0 1-4 15,0 3 4-15,0 3 3 0,0 0-3 0,0 0 2 16,0-1-20-16,0 2-52 0,0-3-91 0,11-1-93 15,-5-2-72-15,-6-1-35 0,9-6-65 0,-3-2-201 16,0-3 51-16,-6-4 91 0</inkml:trace>
  <inkml:trace contextRef="#ctx0" brushRef="#br0" timeOffset="12882.73">4449 1132 3604 0,'0'-18'29'0,"-3"0"22"15,-2 6 13-15,4-4-2 0,1 7-30 0,0 0-15 16,0 2-34-16,0 3-19 0,0 1-35 0,0-1-73 16,0 4-60-16,0-1-78 0,13 0-73 0,1-2-58 15,1 2-225-15,0 1-7 0,-1-3 109 0</inkml:trace>
  <inkml:trace contextRef="#ctx0" brushRef="#br0" timeOffset="13048.84">4654 1010 2346 0,'15'0'52'0,"2"0"57"0,1 13 45 0,3 1 28 16,3-1-30-16,1 4-33 0,2 2-3 16,5 4-1-16,0 4-11 0,4 3-9 0,-2 5-29 15,1 1-33-15,-3 4-3 0,-2 0-14 0,-1 2-10 16,-3-2 9-16,-5 1-11 0,-6-2 6 0,-4 0-27 16,-11 0-89-16,0-2-154 0,0-1-214 0,-20 0-415 15,-4-2 65-15,-8-6 155 0</inkml:trace>
  <inkml:trace contextRef="#ctx0" brushRef="#br0" timeOffset="12516.7">3944 1133 2974 0,'0'-9'51'0,"0"1"56"15,0 2 30-15,0 1 23 0,0 5-46 0,-9 0-61 16,9 0-26-16,-7 0-30 0,-1 0-11 0,-1 15 4 16,-2 3-3-16,-1 4 7 0,-4 1 11 0,-1 3-5 15,0 5 5-15,-1 5-2 0,1-1 2 16,2 6-3-16,3-1-4 0,1 2 7 0,5-2-7 15,3 2 8-15,3-2 0 0,0-3-6 0,0 0 0 0,0-6-3 16,12-1 4-16,-1-6 6 0,3 0-7 16,-1-5-19-16,2-3-56 0,5-2-60 0,0-2-71 15,1-5-67-15,5-2-37 0,1-3-52 0,5-2-189 16,2 0-57-16,1 0 87 0</inkml:trace>
  <inkml:trace contextRef="#ctx0" brushRef="#br0" timeOffset="20453.68">6399 1361 2858 0,'6'-11'32'15,"-2"11"15"-15,-1-14 4 0,-1 5 10 0,2 9-18 16,-1-8 2-16,4 8 9 0,-3-8 0 0,4 8-8 15,1 0-19-15,1 0-18 0,4 0-10 0,1 0-10 16,1 0 3-16,0 13 2 0,1-1 7 0,3 0 1 16,-4 1 0-16,1 4 0 0,-2-5-6 0,-1 6 3 15,-2-1-3-15,-1 1 3 0,-2-1 1 0,-5 2-4 16,2-2 7-16,-4-1-3 0,-1-1 6 0,1-2-3 16,-2 0 2-16,0-1 1 0,0-3-5 15,0-2 1-15,0 0 2 0,0-3 10 0,0-2 21 16,0 2 41-16,0-3 34 0,0-1 22 0,-9 0 7 15,9 0 7-15,0 0-14 0,-6 0-20 0,6 0-14 16,-5-14-42-16,-1 3-5 0,3-2-11 0,0-1-1 16,0-4 0-16,0-4-9 0,2-2-6 0,-1 1-19 15,2-3 1-15,0 0-1 0,0-2-14 0,17 2 12 16,-2 3-4-16,-1-1-3 0,1 1 3 0,1 2-7 16,-2 1-5-16,3 6-4 0,0-2 0 0,-2 4-29 15,1 1-45-15,0 1-37 0,0 4-45 16,-2 2-47-16,0 0-75 0,-4-1-102 0,2 5-93 15,-1-1-274-15,1 1 11 0,-3-3 140 0</inkml:trace>
  <inkml:trace contextRef="#ctx0" brushRef="#br0" timeOffset="20870.3">6889 1243 3302 0,'0'-12'38'15,"0"-1"33"-15,0 2 23 0,0 1 18 0,0 2-27 0,0-1-11 16,11 1-23-16,-11 2-23 0,11 1-14 16,-4 5-19-16,2 0 12 0,2 0-6 0,3 0-1 0,1 0 1 15,1 0-13-15,1 17 8 0,3-3 2 16,-2 1 0-16,0 3-3 0,-1 2 12 0,0 1-10 16,-1 0-2-16,-2-1 9 0,-2 4-11 0,0-2 13 15,-2 1 4-15,-1-2-14 0,-3-1 10 0,-2-3-4 16,1 0-6-16,-2-2 14 0,-2 2-16 0,1-6 3 15,-1 0 3-15,-1-4-1 0,0-2 10 0,0-2-1 16,0 1 7-16,0-4 4 0,0 0 12 0,0 0 27 16,0 0 25-16,0 0 1 0,0 0-16 0,0 0-20 15,-7-13-31-15,7 2 3 0,-12-1 35 0,1-3 33 16,3 0 24-16,1-2 21 0,-1 0 42 0,1-1 18 16,1-4 13-16,1 3-43 0,0-1-71 15,5 0-60-15,0 2-32 0,0-2-4 0,0 0-17 16,0 4-8-16,0-1 4 0,13 1 7 0,-4 1 0 15,1 2-42-15,3 1-76 0,-1 3-71 0,1 0-42 16,3 1-12-16,0 0 13 0,1 4-8 0,1-3-81 16,-1 3-88-16,0-1-104 0,1 0-265 0,0 0 27 15,0 0 150-15</inkml:trace>
  <inkml:trace contextRef="#ctx0" brushRef="#br0" timeOffset="21202.43">7404 1353 3445 0,'0'1'33'0,"0"3"20"16,0-4 23-16,0 0 8 0,0 0-27 0,0 0-21 15,0 0-18-15,0 0-7 0,0 0-9 0,14 0 1 16,1-13-4-16,3 0-2 0,3 2 3 0,2-2 2 16,2 0 2-16,2-2-2 0,-3-2-4 0,-1 2 11 15,-2-2-8-15,-3 1 6 0,-1-1 9 0,-3-3 22 16,-4 3 27-16,-4 0 28 0,-1 3 16 15,-2-2-12-15,-3 5-15 0,0 0-29 0,0 5-15 0,0-1-23 16,0 3-13-16,-14 2-8 0,4 2-14 16,-1 0 4-16,1 0-2 0,-4 0 7 0,-1 14 7 0,-2 2-10 15,-1 0 7-15,-2 2-4 0,0 2 0 16,1 3-10-16,2 2-23 0,3 1-7 0,2-1-31 16,3-1 5-16,1 1 15 0,4 1-16 0,4-3 8 15,0 1-14-15,0-1-15 0,12-1-18 0,5-3-42 16,4-1-63-16,2-1-81 0,4-4-85 0,3-4-202 15,5-3-89-15,2-6 104 0</inkml:trace>
  <inkml:trace contextRef="#ctx0" brushRef="#br0" timeOffset="21532.59">8141 1131 2828 0,'-11'-17'33'0,"2"2"46"0,1 2 56 0,2 0 41 15,-1 7-3-15,1-1-26 0,0 2-43 0,1 0-36 16,-1 4-30-16,3-1-22 0,1 2-18 0,-1 0-8 16,0 0-2-16,3 0-2 0,-3 0 9 15,3 0-10-15,0 0 13 0,0 0 3 0,0 0 2 0,0 0 13 16,0 7-12-16,0-7 1 0,0 6-7 0,0-1-1 16,-10 0 5-16,0 0-1 0,1-1-3 15,-3 3-2-15,2-1-2 0,-7 3 1 0,2 2 6 0,-4 1 4 16,0 1-10-16,-1 3 4 0,0 1-8 0,2 3 1 15,0-1 8-15,3 3-7 0,1-1 14 0,0 3-13 16,7-2 9-16,1-3-4 0,1 3 0 16,5-1 6-16,0-1 0 0,0-1 4 0,14 1-8 15,2-3-7-15,3 1-32 0,2-4-49 0,5-2-75 16,1-1-91-16,6-3-75 0,2-4-76 0,3-4-174 16,0 0-97-16,0 0 103 0</inkml:trace>
  <inkml:trace contextRef="#ctx0" brushRef="#br0" timeOffset="19758.77">5949 1272 1551 0,'0'0'32'0,"0"0"18"16,0 0 7-16,0 0 15 0,0 0-31 0,0 0-5 16,0 0-2-16,0 0-1 0,0 0 6 0,0 0 1 15,0 0 2-15,0 0 0 0,0 0-2 0,0 0-7 16,0 0-3-16,0 0-12 0,0 0-1 0,0 0-3 16,0 0 7-16,0 0 2 0,0 0 10 0,0 0 0 15,0 0 3-15,0 0 4 0,0 0-6 0,0 0 4 16,0 0-8-16,0 0 1 0,0 0 4 0,0 0-5 15,0 0 0-15,0 0-5 0,0 0-5 0,0 0 5 16,0 0 3-16,0 0-1 0,0 0 2 16,0 0-4-16,0 0 1 0,0 0-2 0,0 0-1 15,0 0 7-15,0 0-7 0,0 0 2 0,0 0-7 16,0 0-8-16,0 0-5 0,0 0 2 0,0 0 3 16,0 0-3-16,0 0 7 0,0 0-3 0,0 0-2 15,0 0 2-15,0 0-4 0,0 0-6 0,0 0 2 16,0 0-3-16,0 0 8 0,0 0 3 0,0 0-11 15,0 0 8-15,0 0-9 0,0 0-1 0,0 0 13 16,0 0-8-16,0 0 6 0,0 0-2 16,0 0 1-16,0 0-6 0,0 0-3 0,0 0 7 15,0 0 2-15,0 0 14 0,0 0 5 0,0 0 4 16,0 0 0-16,0 0-8 0,0 0 1 0,0 0-7 16,0 0 4-16,0 0 2 0,0 0-1 0,0 0 10 15,0 0-6-15,0 0 0 0,0 0 0 0,0 0-16 16,0 0 1-16,0 0-3 0,0 0-3 0,0 0 6 15,0 0-15-15,0 0 5 0,0 0 3 0,0 0-4 16,0 0 1-16,0 0-3 0,0 0-7 0,0 0 6 16,0 0 9-16,0 0-6 0,0 0 4 0,0 0-8 15,0 0 4-15,0 0 6 0,0 0-3 0,0 0 1 16,0 0-4-16,0 0 3 0,0 0 1 16,0 0 3-16,0 0-3 0,0 0-11 0,0 0 4 15,0 0 0-15,0 0 6 0,0 0 2 0,0 0-2 16,0 0-1-16,0 0-4 0,0 0 2 0,0 0 0 15,0 0-3-15,0 0-1 0,0 0 6 0,0 0-4 16,0 0 9-16,0 0-4 0,0 0-1 0,0 0-6 16,0 0 1-16,0 0-6 0,0 0 10 0,0 0 3 15,0 0-8-15,0 0 7 0,0 0-8 0,0 0 4 16,0 0 4-16,0 0 2 0,0 0-3 0,0 0-1 16,0 0 1-16,0 0 1 15,0 0-1-15,0 0-6 0,0 0 6 0,0 0-10 0,0 12 3 0,0-12 11 16,0 0-10-16,0 0 13 0,0 0-4 0,0 0-3 15,0 0 1-15,0 0-3 0,0 0-5 16,0 0 8-16,0 0-1 0,0 0 3 0,0 0 5 16,0 0-13-16,0 0 3 0,0 0-10 0,0 0 7 15,0 0 3-15,0 0 6 0,0 0-2 0,0 0-6 16,0 0 0-16,0 0-11 0,0 0 10 0,0 0 1 16,0 0 2-16,0 0 2 0,0 0-2 0,0 0-4 15,0 0 6-15,0 0 5 0,0 0-9 0,0 0 1 16,0 0 0-16,0 0 1 0,0 0 7 0,0 0-1 15,0 0-1-15,0 0 0 0,0 0 8 0,0 0 1 16,0 0-3-16,0 0 1 0,0 0-13 16,0 0 10-16,0 0-1 0,0 0-1 0,0 0 2 15,0 0-9-15,0 0 3 0,0 0-6 0,0 0 9 0,0 0-2 16,0 0-4-16,0 0 4 0,0 0-4 16,0 0 4-16,0 0 4 0,0 0 7 0,0 0 5 15,0 0-4-15,0 0-1 0,0 0-5 0,0 0-15 16,0 0 19-16,0 0-2 0,0 0-11 0,0 0 20 15,0 0-12-15,0 0 2 0,0 0 13 0,0 0-9 16,0 0-2-16,0 0 0 0,0 0 9 0,0 0-9 16,0 0 8-16,0 0-3 0,0 0-4 0,0 0 7 15,0 0-1-15,0 0-5 0,0 0-5 0,0 0-6 16,0 0-4-16,0 0 9 0,0 0-11 16,0 0 18-16,0 0-4 0,0 0-5 0,0 0 14 15,0 0-10-15,0 0 6 0,0 0 7 0,0 0 3 16,0 0 11-16,0 0 1 0,0 0-3 0,0 0-3 15,0 0-6-15,0 0 1 0,0 0 5 0,0 0-3 16,0 0 8-16,0 0 1 0,0 0-1 0,0 0 13 16,0 0 2-16,0 0 21 0,0 0 27 0,0 0 15 15,0 0 13-15,0 0 6 0,0 0-5 0,0 0-11 16,0 0-12-16,0 0-18 0,0 0-16 0,0 0-9 16,0 0-9-16,0 0-6 0,0 0 2 15,0 0-18-15,0 0-3 0,0 0-15 0,0 0-11 0,0 0 7 16,0 0-11-16,0 0 6 0,0 0-3 15,0 0-1-15,0 0 7 0,0 0-4 0,0 0 6 16,0 0-7-16,0 0 6 0,0 0-6 0,0 0 4 16,0 0 4-16,0 0-3 0,0 0-2 0,0 0 1 15,0 0 0-15,0 0-4 0,0 0 10 0,0 0-19 16,0 0 7-16,0 0 0 0,0 0-11 0,0 0 17 16,0 0-11-16,0 0-3 0,0 0 7 0,0 0-1 15,0 0 5-15,0 0-1 0,0 0 4 0,0 0 1 16,0 0-7-16,0 0 9 0,0 0-8 0,0 0 0 15,0 0 4-15,0 0-8 0,0 0 5 0,0 0-2 16,0 0-2-16,0 0 4 0,0 0-2 0,0 0-7 16,0 0 3-16,0 0-4 0,0 0 4 15,0 0-1-15,0 0-3 0,0 0 5 0,0 0-4 16,0 0 0-16,0 0 6 0,0 0-7 0,0 0 6 16,0 0 6-16,0 0-9 0,0 0 3 0,0 0-2 15,0 0 0-15,0 0 7 0,0 0-4 0,0 0 1 16,0 0-1-16,0 0-8 0,0 0 13 0,0 0-6 15,0 0 1-15,0 0 7 0,0 0-7 0,0 0 1 16,0 0 1-16,0 0-3 0,0 0-2 0,0 0 5 16,0 0 0-16,0 0-4 0,0 0 2 0,0 0-6 15,0 0 2-15,0 0 5 0,0 0-1 16,0 0-1-16,0 0-6 0,0 0 6 0,0 0-4 0,0 0 6 16,0 0 3-16,0 0-11 0,0 0 8 0,0 0-5 15,0 0-4-15,0 0 2 0,0 0 1 0,0 0 4 16,0 0 4-16,0 0 3 0,0 0-5 15,0 0 2-15,0 0-6 0,0 0-6 0,0 0 6 16,0 0-8-16,0 0 13 0,0 0 4 0,0 0-8 16,0 0 3-16,0 0-9 0,0 0 4 0,0 0 5 15,0 0-7-15,0 0 12 0,0 0-9 0,0 0 0 16,0 0 11-16,0 0-19 0,0 0 9 0,0 0-9 16,0 0 3-16,0 0 1 0,0 0 3 15,0 0 6-15,0 0-1 0,0 0 1 0,0 0-3 0,0 0-6 16,0 0 1-16,0 0-1 0,0 0 4 15,0 0 4-15,0 0-3 0,0 0 7 0,0 0-4 0,0 0 0 16,0 0-4-16,0 0 2 0,0 0-2 16,0 0-4-16,0 0 5 0,0 0-10 0,0 0 7 15,0 0-3-15,0 0-3 0,0 0-6 0,0 0-6 16,0 0-9-16,0 0 5 0,0 0 5 0,0 0-4 16,0 0 12-16,0 0 1 0,0 0-3 0,0 0 8 15,0 0 0-15,0 0-2 0,0 0 13 0,0 0-3 16,0 0 3-16,0 0-1 0,0 0-3 15,0 0-3-15,0 0-1 0,0 0 13 0,0 0-8 0,0 0 5 16,0 0 5-16,0 0-10 0,0 0-3 16,0 0 2-16,0 0-2 0,0 0-1 0,0 0 9 15,0 0-3-15,0 0-14 0,0 0 17 0,0 0-11 16,0 0 0-16,0 0 11 0,0 0-11 0,0 0 7 16,0 0-2-16,0 0 11 0,0 0-8 0,0 0-3 15,0 0-2-15,0 0-3 0,0 0 8 0,0 0 3 16,0 0-3-16,0 0-4 0,0 0-4 0,0 0-1 15,0 0 2-15,0 0 4 0,0 0-4 0,0 0 0 16,0 0 4-16,0 0-4 0,0 0 8 0,0 0-6 16,0 0 1-16,0 0-5 0,0 0 4 0,0 0 8 15,0 0-7-15,0 0 13 0,0 0-14 0,0 0 0 16,0 0 3-16,0 0-5 0,0 0 6 0,0 0-2 16,0 0 6-16,0 0-5 0,0 0 2 15,0 0-2-15,0 0-8 0,0 0 7 0,0 0-4 16,0 0-2-16,0 0 3 0,0 0 3 0,0 0 10 15,0 0-2-15,0 0 2 0,0 0-16 0,0 0 0 16,0 0 1-16,0 0-1 0,0 0 10 0,0 0-3 16,0 0 2-16,0 0 0 0,0 0-3 0,0 0 2 15,0 0-4-15,0 0 1 0,0 0 1 0,0 0 1 16,0 0-1-16,0 0 2 0,0 0 4 0,0 0-11 16,0 0 4-16,0 0-5 0,0 0 6 0,0 0 1 15,0 0 1-15,0 0 6 0,0 0-5 0,0 0-1 16,0 0 0-16,0 0-5 0,0 0-1 0,0 0-3 15,0 0 1-15,0 0 12 0,0 0-4 16,0 0 7-16,0 0-8 0,0 0-3 0,0 0 5 16,0 0-7-16,0 0 12 0,0 0-6 0,0 0-2 15,0 0 2-15,0 0-3 0,0 0 1 0,0 0 5 16,0 0-5-16,0 0-1 0,0 0 2 0,0 0-3 16,0 0 7-16,0 0-1 0,0 0-4 0,0 0-5 15,0 0 6-15,0 0 3 0,0 0-3 0,0 0 5 16,0 0-2-16,0 0-13 0,0 0 9 0,0 0 1 15,0 0-8-15,0 0 9 0,0 0-9 0,0 0 6 16,0 0 2-16,0 0-1 0,0 0 1 0,0 0-9 16,0 0 7-16,0 0 4 0,0 0 2 0,0 0-3 15,0 0 2-15,0 0-3 0,0 0 5 16,0 0-3-16,0 0-10 0,0 0 0 0,0 0-1 16,0 0 11-16,0 0 1 0,0 0-1 0,0 0 0 15,0 0-3-15,0 0-2 0,0 0 2 0,0 0-10 16,0 0 8-16,0 0 5 0,0 0-3 0,0 0 9 15,0 0-14-15,0 0 4 0,0 0-1 0,0 0 8 16,0 0-3-16,0 0 0 0,0 0 3 0,0 0-16 16,0 0 15-16,0 0 2 0,0 0-3 0,0 0 2 15,0 0-9-15,0 0-2 0,0 0 10 0,0 0-1 16,0 0 11-16,0 0-4 0,0 0-5 16,0 0 5-16,0 0-8 0,0 0 7 0,0 0-11 15,0 0 5-15,0 0 7 0,0 0-5 0,0 0 3 16,0 0-4-16,0 0-7 0,0 0 8 0,0 0 10 15,0 0 2-15,0 0 8 0,0 0-6 0,0 0 7 16,0 0 6-16,0 0-7 0,0 0 14 0,0 0-8 16,0 0 4-16,0 0 4 0,0 0-10 0,0 0-1 15,0 0-8-15,0 0-6 0,0 0-4 0,0 0-4 16,0 0-3-16,0 0-1 0,0 0 6 16,0 0-3-16,0 0 4 0,-10 0-6 15,10 0-3-15,0 0 5 0,0 0-3 0,0 0 8 0,0 0-4 0,0 0-5 16,0 0 9-16,0 0 5 0,0 0-2 0,0 0 7 15,0 0 1-15,-10 0-5 0,10 0 1 16,0 0 3-16,0 0-5 0,0 0 2 0,0 0 2 16,0 0-7-16,0 0-1 0,0 0-3 0,0 0-6 15,0 0 4-15,0 0-6 0,0 0 2 0,0 0 0 16,0 0-6-16,0 0 4 0,0 0-2 0,0 0 3 16,0 0-5-16,0 0 1 0,0 0 1 0,0 0-4 15,0 0 1-15,0 0-2 0,0 0-1 0,0 0 2 16,0 0 8-16,0 0-3 0,0 0-2 0,0 0 4 15,0 0-5-15,0 0-2 0,0 0 5 16,0 0-4-16,0 0 1 0,0 0 7 0,0 0-8 0,0 0 5 16,0 0-6-16,0 0-3 0,0 0 10 15,0 0-7-15,0 0 5 0,0 0 0 0,0 0-4 16,0 0-1-16,0 0 0 0,0 0 4 0,0 0-1 16,0 0 4-16,0 0-6 0,0 0-4 0,0 0-3 15,0 0-5-15,0 0 2 0,0 0-4 0,0 0-5 16,0 0 2-16,0 0 2 0,0 0 5 0,0 0 9 15,0 0 4-15,0 0-6 0,0 0 0 0,0 0 4 16,0 0-4-16,0 0 7 0,0 0-2 0,0 0 1 16,0 0 5-16,0 0-3 0,0 0-3 0,0 0 1 15,0 0-8-15,0 0 5 0,0 0 6 0,0 0-3 16,0 0 4-16,0 0-3 0,0 0-1 16,0 0-3-16,0 0 3 0,0 0 0 0,0 0-6 0,0 0-3 15,0 0-5-15,0 0-3 0,0 0-6 16,0 0 2-16,0 0 6 0,0 0-7 0,0 0 12 15,0 0-1-15,0 0 0 0,0 0 7 0,0 0-7 16,0 0 7-16,0 0-4 0,0 0 9 0,0 0 3 16,0 0-6-16,0 0 4 0,0 0-7 0,0 0 2 15,0 0 8-15,0 0-9 0,0 0 13 0,0 0-11 16,0 0-8-16,0 0 8 0,0 0-8 0,0 0 10 16,0 0 2-16,0 0 1 0,0 0-7 15,0 0-3-15,0 0 5 0,0 0 1 0,0 0 1 0,0 0 4 16,0 0-4-16,0 0 4 0,0 0 1 0,0 0-3 15,0 0 1-15,0 0-7 0,0 0 5 16,0 0 0-16,0 0 0 0,0 0 0 0,0 0-2 16,0 0 5-16,0 0-6 0,0 0 5 0,0 0-2 15,0 0-4-15,0 0 8 0,0 0-8 0,0 0 5 16,0 0-3-16,0 0-6 0,0 0 16 0,0 0-14 16,0 0 7-16,0 0 5 0,0 0-11 0,0 0 11 15,0 0-7-15,0 0 2 0,0 0 6 0,0 0-7 16,0 0 2-16,0 0-3 0,0 0-4 0,0 0 3 15,0 0 1-15,0 0 2 0,0 10-5 0,0-10 2 16,0 0 1-16,0 0-3 0,0 0 5 16,0 0 6-16,0 0-4 0,0 0 0 0,0 0 0 15,0 0-12-15,0 0 5 0,0 0 4 0,0 0-3 16,0 0 6-16,0 0-7 0,0 0 4 0,0 0 0 16,0 0-1-16,0 0 10 0,0 0-13 0,0 0 9 15,0 0-4-15,0 0-3 0,0 0 6 0,0 0-8 16,0 0 6-16,0 0-1 0,0 0-7 0,0 0 7 15,0 0-3-15,0 0-1 0,0 0 10 16,0 0-3-16,0 0-4 0,0 0-2 0,0 0 0 0,0 0-1 16,0 0 3-16,0 0 1 0,0 0-5 0,0 0 4 15,0 0 3-15,0 0-3 0,0 0 0 0,0 0-4 16,0 0 2-16,0 0 2 0,0 0 5 0,0 0 4 16,0 0-11-16,0 0 2 0,0 0 0 15,0 0-4-15,0 0 3 0,0 0 4 0,0 0-5 16,0 0 1-16,0 0 3 0,0 0 1 0,0 0 3 15,0 0-6-15,0 0 1 0,0 0-10 0,0 0 4 16,0 0 7-16,0 0-4 0,0 0 9 0,0 0-3 16,0 0-8-16,0 0 8 0,0 0-8 0,0 0 4 15,0 0 3-15,0 0-9 0,0 0 5 0,0 0 5 16,0 0-4-16,0 0 2 0,0 0 0 0,0 0-11 16,0 0 10-16,0 0 1 0,0 0-1 15,0 0 0-15,0 0-1 0,0 0 6 0,0 0-4 0,0 0 1 16,0 0-6-16,0 0-3 0,0 0 2 0,0 0 1 15,0 0 7-15,0 0-5 0,0 0 5 16,0 0-2-16,0 0-9 0,0 0 9 0,0 0 0 16,0 0 3-16,0 0 3 0,0 0-14 0,0 0 7 15,0 0-10-15,0 0 10 0,0 0 9 0,0 0-16 16,0 0 16-16,0 0-20 0,0 0 7 0,0 0 7 16,0 0-12-16,0 0 13 0,0 0-5 0,0 0 0 15,0 0 4-15,0 0-3 0,0 0 1 0,0 0-2 16,0 0-2-16,0 0 7 0,0 0-4 15,0 0 2-15,0 0 3 0,0 0-9 0,0 0 2 0,0 0 4 16,0 0-8-16,0 0 9 0,0 0-1 16,0 0-6-16,0 0 5 0,0 0-6 0,0 0 3 0,0 0 1 15,0 0 3-15,0 0 0 0,0 0-3 16,0 0-4-16,0 0 0 0,0 0 1 0,0 0-1 16,0 0 7-16,0 0-6 0,0 0 0 0,0 0 6 15,0 0-4-15,0 0 10 0,0 0-3 0,0 0-5 16,0 0 3-16,0 0-5 0,0 0-2 0,0 0 1 15,0 0-3-15,0 0 5 0,0 0-1 0,0 0 2 16,0 0-2-16,0 0-3 0,0 0 4 0,0 0-6 16,0 0 6-16,0 0 6 0,0 0-3 0,0 0-1 15,0 0 0-15,0 0-5 0,0 0-3 0,0 0 6 16,0 0 0-16,0 0 3 0,0 0 0 0,0 0 3 16,0 0-5-16,0 0-2 0,0 0-2 15,0 0-1-15,0 0 2 0,0 0 0 0,0 0 6 16,0 0 0-16,0 0 2 0,0 0-10 0,0 0 3 15,0 0 6-15,0 0-7 0,0 0 6 0,0 0-1 16,0 0-10-16,0 0 2 0,0 0 6 0,0 0 1 16,0 0 1-16,0 0-6 0,0 0 4 0,0 0-9 15,0 0 8-15,0 0 7 0,0 0-8 0,0 0 6 16,0 0-4-16,0 0 0 0,0 0 1 0,0 0-1 16,0 0 1-16,0 0 0 0,0 0-2 0,0 0 0 15,0 0-6-15,0 0 2 0,0 0 4 16,0 0 0-16,0 0 5 0,0 0-6 0,0 0 1 15,0 0 0-15,0 0-5 0,0 0 3 0,0 0-1 0,0 0 6 16,0 0-5-16,0 0 2 0,0 0 2 16,0 0-6-16,0 0 10 0,0 0-2 0,0 0 1 15,0 0-6-15,0 0-9 0,0 0 9 0,0 0-2 16,0 0 5-16,0 0 6 0,0 0-7 0,0 0 1 16,0 0-5-16,0 0 2 0,0 0-2 0,0 0 1 15,0 0 3-15,0 0-3 0,0 0 4 0,0 0 3 16,0 0 0-16,0 0-1 0,0 0-6 0,0 0 3 15,0 0-5-15,0 0 3 0,0 0 3 16,0 0-2-16,0 0 4 0,0 0-1 0,0 0-6 0,0 0-1 16,0 0 5-16,0 0 1 0,0 0 3 15,0 0 0-15,0 0-9 0,0 0 7 0,0 0-7 16,0 0 2-16,0 0 5 0,0 0-13 0,0 0 10 16,0 0-2-16,0 0-2 0,0 0 6 0,0 0-1 15,0 0 1-15,0 0 0 0,0 0 4 0,0 0-3 16,0 0-5-16,0 0 1 0,0 0-5 0,0 0 2 15,0 0-1-15,0 0 4 0,0 0 4 0,0 0 0 16,0 0 2-16,0 0 1 0,0 0-3 0,0 0-4 16,0 0 2-16,0 0-7 0,0 0 4 0,0 0 1 15,0 0 1-15,0 0-7 0,0 0 8 0,0 0-1 16,0 0-5-16,0 0 10 0,0 0-11 0,0 0 2 16,0 0 4-16,0 0 5 0,0 0-2 15,0 0-1-15,0 0 3 0,0 0-4 0,0 0-1 0,0 0 2 16,0 0-4-16,0 0-1 0,0 0 3 15,0 0 0-15,0 0-3 0,0 0-2 0,0 0 3 16,0 0-5-16,0 0 5 0,0 0 6 0,0 0-4 16,0 0 0-16,0 0 5 0,0 0-5 0,0 0 4 15,0 0 4-15,0 0-10 0,0 0 3 0,0 0-5 16,0 0 5-16,0 0-1 0,0 0-2 0,0 0 5 16,0 0-5-16,0 0 2 0,0 0 5 0,0 0-4 15,0 0 2-15,0 0 3 0,0 0-11 0,0 0 0 16,0 0 0-16,0 0 1 0,0 0 7 0,0 0-1 15,0 0-6-15,0 0 1 0,0 0-1 16,0 0-1-16,0 0 5 0,0 0 0 0,0 0-2 16,0 0 4-16,0 0-2 0,0 0-8 0,0 0 6 15,0 0 2-15,0 0-5 0,0 0 10 0,0 0-4 16,0 0-10-16,0 0 13 0,0 0-8 0,0 0 1 16,0 0 14-16,0 0-9 0,0 0 6 0,0 0-9 15,0 0-6-15,0 0 2 0,0 0 2 0,0 0 4 16,0 0-1-16,0 0 4 0,0 0-8 0,0 0 8 15,0 0 0-15,0 0-4 0,0 0 2 0,0 0-5 16,0 0 6-16,0 0-4 0,0 0 1 0,0 0 2 16,0 0-5-16,0 0 6 0,0 0-4 15,0 0-2-15,0 0-2 0,0 0 6 0,0 0-1 16,0 0 2-16,0 0 4 0,0 0-10 0,0 0 4 16,0 0 4-16,0 0 0 0,0 0-9 0,0 0 3 15,0 0-1-15,0 0-1 0,0 0 7 0,0 0-6 16,0 0-1-16,0 0 0 0,0 0 3 0,0 0 7 15,0 0-3-15,0 0 4 0,0 0-6 0,0 0-3 16,0 0 4-16,0 0-8 0,0 0 8 0,0 0 2 16,0 0-10-16,0 0 4 0,0 0 4 0,0 0-13 15,0 0 11-15,0 0-3 0,0 0-5 0,0 0 8 16,0 0-10-16,0 0 4 0,0 0-12 0,0 0-13 16,0 0-8-16,0 0-16 0,0 0 6 15,0 0 5-15,0 0 8 0,0 0 15 0,0 0-3 16,0 0 8-16,0 0 0 0,0 0-1 0,0 0-1 15,0 0 7-15,0 0-5 0,0 0 3 0,0 0 10 16,0 0-5-16,0 0 10 0,0 0-2 0,0 0-2 16,0 0 6-16,0 0-6 0,0 0 8 0,0 0 1 15,0 0-14-15,0 0 1 0,0 0-10 0,0 0-7 16,0 0-3-16,0 0-6 0,0 0 8 0,0 0-3 16,0 0 12-16,0 0 3 0,0 0 2 15,0 0 10-15,0 0-6 0,0 0 2 0,0 0-7 0,0 0 0 16,0 0-5-16,0 0-11 0,0 0-6 0,0 0-38 15,0 0 7-15,0 0-2 0,0 0-10 16,0 0 28-16,0 0-10 0,0 0 14 0,0 0 0 16,0 0 10-16,0 0 1 0,0 0-22 0,0 0 1 15,0 0-18-15,0 0-9 0,0 0 4 0,0 0 21 16,0 0 8-16,0 0 7 0,0 0 18 0,0 0-6 16,0 0-2-16,0 0 21 0,0 0-6 0,0 0 8 15,0 0 4-15,0 0-6 0,0 0 5 0,0 0 1 16,0 0 7-16,0 0-1 0,0 0 0 0,0 0-2 15,0 0 3-15,0 0-13 0,0 0 10 16,0 0-2-16,0 0-1 0,0 0 12 0,0 0-12 16,0 0 5-16,0 0-6 0,0 0 1 0,0 0-1 15,0 0 6-15,0 0-11 0,0 0 2 0,0 0 3 0,0 0-3 16,0 0 22-16,0 0-9 0,0 0 1 16,0 0-7-16,0 0-13 0,0 0 8 0,0 0 2 15,0 0-2-15,0 0 9 0,0 0-4 0,0 0-4 16,0 0 13-16,0 0-9 0,0 0 3 0,0 0-4 15,0 0 1-15,0 0 6 0,0 0-8 0,0 0 9 16,0 0-7-16,0 0 5 0,0 0-1 0,0 0-3 16,0 0 3-16,0 0-10 0,0 0 6 0,0 0 5 15,0 0-1-15,0 0 7 0,0 0 0 0,0 0-4 16,0 0-2-16,0 0-1 0,0-7-7 0,0 7 6 16,0 0-6-16,0 0-9 0,0 0 11 15,0 0-16-15,0 0 1 0,0 0 12 0,0 0-12 16,0 0 12-16,0 0 1 0,0 0-24 0,0 0-6 15,0 0-22-15,0 0-1 0,0 0 14 0,0 0 9 16,0 0 10-16,0 0 5 0,0 0 10 0,0 0 3 16,0 0 9-16,0 0 5 0,0 0-2 0,0 0 11 15,0 0-10-15,0 0 0 0,0 0 5 0,0 0 1 16,0 0 22-16,0 0 4 0,0 0-4 16,8-8-17-16,-8 8-13 0,0-8-6 15,0-1-11-15,0 1 19 0,0 0-10 0,0 1-2 0,0 2 9 0,0 2-11 16,0-3 14-16,0 6-3 0,0 0-3 0,0 0-5 15,0 0-9-15,0 0-8 0,0 0 4 16,0 0 0-16,0 0 3 0,0 0 13 0,0 6-12 16,0-6 4-16,0 8 8 0,0-2-12 0,-5 1 7 15,5 0-3-15,-7 0-21 0,4-1 11 0,0 0-15 16,0 0-3-16,1-1-7 0,2 0-12 0,0 0 5 16,0 0-1-16,0-2 15 0,0-3 0 0,0 1 15 15,0-1-5-15,0 0 20 0,0 0 2 0,0 0-5 16,0 0 19-16,0 0-6 0,0 0 4 0,0-10 14 15,0 10 4-15,0-11 0 0,6 11 13 0,-6-10-7 16,0 3-4-16,0-1 3 0,0 2 8 0,0 0-8 16,0-1 1-16,0 1-22 0,0 3-21 15,0 0-1-15,-10 1-4 0,1 2 13 0,-4 0-2 16,3 0-1-16,-1 0-3 0,-1 0 0 0,0 14 0 16,-2 0 10-16,1 1-3 0,0 0 2 0,3 2 7 15,-2-2-6-15,1 2 0 0,0 1-8 0,5 1 4 16,-1 0 0-16,2-1 5 0,4-1-5 0,-2 3-14 15,3-2-23-15,0 0-26 0,0 2-14 0,0-3-27 16,16 0-13-16,1-1-25 0,3-4-36 0,-1-5-29 16,6 2-19-16,1-9-10 0,1 0 4 0,2 0-12 15,1 0-58-15,-1 0-149 0,1-16-34 0,-1-1 74 16</inkml:trace>
  <inkml:trace contextRef="#ctx0" brushRef="#br0" timeOffset="20054.84">6257 1304 2442 0,'4'-10'42'0,"-3"4"24"0,1 6 9 0,-2 0-2 16,0 0-46-16,0 0-16 0,0 0 1 0,0 11 2 16,0 0 4-16,-13 0-5 0,4 4-8 0,9-1-1 15,-10 3-8-15,2 0 7 0,8 3-3 0,-6-1 0 16,6 1 5-16,0 1-5 0,0-2-3 0,0 3 3 16,0-3 2-16,0-3 2 0,0 1 8 15,0-2-1-15,11-3 11 0,-11-2 12 0,7 0 6 0,1-3 22 16,-8 0 18-16,7-4 17 0,-1-3 24 0,1 0 5 15,-1 0-11-15,0 0-24 0,-2 0-19 16,5-15-29-16,2 2-7 0,1-1-1 0,2 0-12 16,1-3 15-16,-1-1-7 0,-1 0 3 0,-1-2-8 15,-1-1-10-15,-3 1-13 0,-2-4-8 0,-3 5 1 16,-3-3-21-16,1 2-12 0,-1-1-38 0,0 3-38 16,0 1-31-16,0 2-67 0,-15 0-57 0,1 6-62 15,1 0-65-15,-4 3-113 0,0 2-139 0,1 4 100 16</inkml:trace>
  <inkml:trace contextRef="#ctx0" brushRef="#br0" timeOffset="22297.55">9132 798 3829 0,'-10'-14'40'0,"-2"3"43"0,2-3 49 16,1 4 43-16,0 3-14 0,2 1-39 0,-1 1-50 15,4 2-59-15,-1 3-32 0,3 0-12 0,-1 0 3 16,2 0 20-16,-1 17 1 0,1 2 6 0,1 2-6 16,0 8 9-16,0 1-6 0,0 6 13 0,0 5 2 15,0 5-13-15,14 0 17 0,-4 1-15 16,-1 0 4-16,2-1 6 0,0-2-13 0,-2-4-1 16,0-5 11-16,0-3-6 0,0-4 4 0,0-6 9 15,0-4-19-15,-3-4 8 0,3-3 0 0,-1-2 1 16,-2-5 9-16,-1-4 10 0,-1 0-11 0,2 0-6 15,3 0-31-15,0-11-39 0,4-1-3 0,-3 1-13 16,2-6 14-16,2 1 8 0,0-2 5 0,-2 0 16 16,-1-1 4-16,-4 1 10 0,-1 0-1 0,0 3-17 15,-1 3-1-15,-4 2-4 0,2 2-3 0,-1 3-13 16,-1 1-22-16,-1 2-43 0,0 0-59 0,0 2-58 16,0 0-53-16,0 0-53 0,0 0-75 15,0 0-177-15,0 0-6 0,0 0 102 0</inkml:trace>
  <inkml:trace contextRef="#ctx0" brushRef="#br0" timeOffset="23207.98">9576 1034 3329 0,'3'-15'57'16,"-3"0"69"-16,0 0 49 0,0 2 43 0,0 2-2 15,0-2 2-15,0 5 24 0,0 1 12 16,0 1-51-16,0 4-90 0,0-1-91 0,0 3-65 15,0 0-18-15,0 0 7 0,0 0 15 0,0 13-1 16,0-2 23-16,0 2 23 0,0 4 3 0,0 3 3 16,0 3-6-16,0 3-4 0,11-2 1 0,-4 4-1 15,2-2 1-15,-1-1-3 0,1-5-11 16,0 2 11-16,0-7 7 0,2 1-3 0,-2-8 25 16,2-2-3-16,1-2 10 0,-2-4 17 0,4 0 0 0,-2 0 15 15,2-12 18-15,-1-1 5 0,3-2-7 16,-1-3-13-16,2-3-43 0,1-1-16 0,-2 0-9 0,4-2-3 15,-3 3-3-15,0-1-9 0,-2 1-8 16,2 2 0-16,-2 0-10 0,0 3-4 0,2 4 11 16,-1 2-16-16,1 3 13 0,0 2-1 0,2 5-46 15,3 0-46-15,-3 0-20 0,4 10-5 0,0 3 43 16,0 3 52-16,0 5 7 0,-1 2 10 0,0 8-2 16,-1 3 8-16,0 7 19 0,-3 4 4 0,2 2 5 15,-6 0-5-15,-1 5-1 0,-2 0-5 0,-2-2 6 16,-4 1 7-16,-2-1-1 0,-3-3-6 15,0 0 7-15,0-5-3 0,-14-5 15 0,2-8 15 0,0-2-7 16,-2-6 19-16,-3-5 81 0,-2-4 74 16,-1-6 78-16,-1-3 29 0,-5-3-45 0,3 0-27 0,-1 0-55 15,4-17-12-15,2-1-51 0,4-2-50 0,5-2-40 16,6-4-35-16,3-4-15 0,0-4-9 16,17-2-8-16,2-3-38 0,7 1-52 0,3 0-71 15,3 2-95-15,4 0-111 0,2 4-32 0,3 6 15 16,0 4 35-16,0 3 6 0,2 5-73 0,-5 5-119 15,-2 0-348-15,-4 5 146 0,-4 4 170 0</inkml:trace>
  <inkml:trace contextRef="#ctx0" brushRef="#br0" timeOffset="21927.77">8444 1270 3540 0,'-9'-8'37'16,"5"2"28"-16,4 0 6 0,-3-1-1 0,3 3-26 15,0-2-36-15,0-1 2 0,0 3-2 0,16-3-14 16,3-1 11-16,-1 2-11 0,5-1 1 0,4-2-23 16,5 2-55-16,6-1-102 0,3 2-117 0,1-1-111 15,5-1-125-15,4 0-237 0,0-1 120 0</inkml:trace>
  <inkml:trace contextRef="#ctx0" brushRef="#br0" timeOffset="21792.62">8555 764 3887 0,'5'-17'32'0,"-4"6"10"0,1 2 13 16,-1 2 9-16,-1 7-26 0,0 0-7 0,0 0-10 15,0 0-11-15,0 0-11 0,0 0-3 0,0 0 0 16,0 18 9-16,0 0 9 0,0 3 9 0,0 4-11 15,0 3 2-15,0 6-7 0,0 2-8 0,0 3 15 16,0 0-13-16,0 2 3 0,0 0 3 0,9 0-3 16,1 0-3-16,-10 0 2 0,7-5-17 0,-1 1-17 15,0-3-40-15,-1 0-27 0,-5-5-21 0,6-4-50 16,-3-4-37-16,-3-3-73 0,3-5-68 0,-3-3-38 16,0-4-38-16,0-6-237 0,0 0 71 15,0 0 98-15</inkml:trace>
  <inkml:trace contextRef="#ctx0" brushRef="#br0" timeOffset="24366.66">2016 3005 2742 0,'10'-10'29'0,"-2"0"21"0,-5 2 18 0,-3 2 28 16,0 3-16-16,0 1-23 0,0 2-11 0,0 0-37 15,0 0-15-15,-11 0-6 0,11 0-6 0,-9 0 14 16,-1 11 0-16,4 1 6 0,-1-1 1 0,0 1-9 16,-2-2 5-16,1 1 4 0,2 1-1 0,0-3 3 15,1 0 0-15,-1-2-3 0,3-3 7 16,3-1 2-16,0-3 1 0,0 0 11 0,0 0 13 16,0 0 18-16,0 0 1 0,0 0-9 0,0 0-17 15,0-14-18-15,0 5 7 0,9-1 20 0,-9-1 9 16,8-2 15-16,-8 1 5 0,6 0 1 0,-6 0 14 15,0 0-14-15,0 3-3 0,0-1-3 0,0 4-15 16,0 2 4-16,0 1-15 0,0 3-13 0,-9 0-15 16,9 0-11-16,-11 0-5 0,4 0-6 0,-5 0-2 15,3 13 11-15,-5 2 6 0,0 1 6 0,1 2-5 16,-7 6-5-16,5 0 7 0,-4 4-14 0,4 1 9 16,2 0 4-16,-1 4-10 0,5-5 9 15,6 1-3-15,3-1-12 0,0 1 7 0,0-4-3 16,12-3 2-16,-2 1-9 0,4-3 0 0,1-3-10 15,5-4-10-15,0-3-7 0,4-6-39 0,2-4-32 16,3 0-66-16,1 0-77 0,4-17-53 0,-1-4-56 16,6 1-49-16,-2-4-214 0,-1-3 11 0,-1-2 100 15</inkml:trace>
  <inkml:trace contextRef="#ctx0" brushRef="#br0" timeOffset="25750.02">4048 2805 3563 0,'10'-9'57'0,"0"3"56"16,-6 3 42-16,-2 0 46 0,-2 3-17 0,0 0-15 16,0 0-31-16,0 0-43 0,0 0-35 0,-11 0-53 15,11 0-15-15,-12 12 1 0,-2 0-15 0,-1 2 16 16,0-2-6-16,-2 5 9 0,-1 1-5 0,1 1 0 16,-3 5 14-16,2-2-20 0,1-3 14 0,4 5-3 15,1-6-5-15,1 3 3 0,-1-4-26 0,3 0-22 16,1 3-19-16,5-7 4 0,3 4 23 0,0 1 25 15,0-1 20-15,0-4-13 0,15 3 13 16,-1-4-6-16,0 1 0 0,2-1 14 0,1 1-16 0,3-3 6 16,0 0-2-16,4-4-2 0,-1 1 9 15,2-1-9-15,-2-1 5 0,6 2-1 0,-3 1-10 16,-2 1 14-16,-1-1-10 0,-3 2-1 0,-2 1 10 16,-3 1-8-16,-3 1 14 0,-3 2-11 0,-3 0-4 15,-1-2 6-15,-3 3-6 0,-2 1 16 0,0-2 7 16,0-1-6-16,0 5 4 0,-13-2-17 0,0 0 10 15,1 0-12-15,-1 2 4 0,0-6-8 0,-1 4-43 16,-4-3-26-16,1-3-43 0,0 1-75 0,-2-2-80 16,-1-5-83-16,-3 0-73 0,3-5-62 0,-1 0-218 15,1 0 78-15,4-13 112 0</inkml:trace>
  <inkml:trace contextRef="#ctx0" brushRef="#br0" timeOffset="25993.88">4534 2750 4180 0,'12'-5'33'0,"-5"1"3"16,-2 4 5-16,-2 0-2 0,-3 0-37 0,0 0-4 0,0 0-15 16,0 15 2-16,0-3 0 0,0-1 5 0,0 6 17 15,0 1-7-15,0 2 4 0,12 7 1 0,-1 2-4 16,-1 4 5-16,4-1 0 0,0 3-7 0,-2 1 3 15,3-2-7-15,-1-5-18 0,1 1-23 16,-3-2-40-16,0-4-49 0,-4-2-42 0,0-3-52 16,-4-5-68-16,-1-4-91 0,-3-3-176 0,0-3-234 15,0-4 102-15</inkml:trace>
  <inkml:trace contextRef="#ctx0" brushRef="#br0" timeOffset="26157.94">4639 2536 4263 0,'0'-16'36'0,"0"-1"50"16,0 3 76-16,0 5 49 0,0 3-36 15,0 1-55-15,0 2-133 0,0 2-164 0,-10 1-93 16,10 0-90-16,0 0-153 0,0 0-46 0,0 0-72 16,0 0-281-16,0 0 209 0</inkml:trace>
  <inkml:trace contextRef="#ctx0" brushRef="#br0" timeOffset="24606.62">2528 2547 3685 0,'3'-13'18'0,"-3"5"11"16,0 1 1-16,0 3 0 0,0 4-9 0,0 0-21 16,0 0 2-16,0 0 8 0,0 15 15 0,0-1 15 15,0 2 7-15,0 5 2 0,0 7-11 0,0 3-7 16,0 6-3-16,0 1-17 0,0 8-11 0,10-1-1 16,-1 4-10-16,2-1 14 0,0 0-1 0,1-4 3 15,1-2 2-15,-2-1 1 0,3-1-5 0,-5-4-5 16,3-1-9-16,-4-7-39 0,1-2-42 0,-3-4-41 15,-2-4-68-15,-1-2-59 0,0-4-58 0,-3-5-49 16,0-2-24-16,3-1-59 0,-3-4-157 16,2 0 83-16,-1 0 103 0</inkml:trace>
  <inkml:trace contextRef="#ctx0" brushRef="#br0" timeOffset="25026.37">3053 2869 3392 0,'9'-11'66'15,"-6"-2"51"-15,-1 5 31 0,-2 1 45 0,0 4-45 16,0 0-33-16,0 1-21 0,-14 1-38 0,5 1-27 16,-2 0-16-16,2 0-22 0,-5 12 0 0,1 0 3 15,-4 4 2-15,-3-4 13 0,1 5-9 0,-4 0-1 16,0 2-1-16,2 2-4 0,0-2-4 0,1 3 7 16,3-5 2-16,3 1-6 0,1 1 16 15,4-1-8-15,1-2-7 0,5 1 10 0,0-2-12 16,0 1-7-16,3-4-5 0,0 4-13 0,0-3 0 15,0-2 10-15,15 2 5 0,-1-5 17 0,-1 1 1 16,1-3 12-16,1-3-1 0,-1-3-6 0,3 0 7 16,2 0-21-16,1 0 11 0,0-14-4 0,6 2 8 15,-5-7 25-15,5 2-1 0,1-1 16 0,-1-4 16 16,-3 2 17-16,0-3 37 0,-1 1 29 0,-5 2 30 16,0 1 26-16,-7 5 15 0,1-1-3 0,-2 3-30 15,-6 5-49-15,0 1-61 0,2 4-36 16,-5 2-41-16,0 0-25 0,0 0-8 0,0 0-14 0,0 0 1 15,0 0-48-15,0 10-41 0,0-10 6 16,0 9 33-16,0 0 47 0,0 0-13 0,0-1-48 16,12 2-90-16,2 1-25 0,-1 1 23 0,2 1 17 15,2-3 15-15,3 2-39 0,0-4-62 0,2 0-77 16,1-2-54-16,0-3-30 0,1-3-132 0,2 0-85 16,-2 0 108-16</inkml:trace>
  <inkml:trace contextRef="#ctx0" brushRef="#br0" timeOffset="25339.07">3670 2861 2990 0,'4'-19'81'0,"-4"1"62"0,0-1 70 0,0 2 55 16,0 2-30-16,0 3-31 0,-14 1-29 0,7 0-32 15,-5 3-40-15,4 0-24 0,-4 5-48 0,3-2-23 16,-2 5-11-16,-2 0-16 0,0 0 7 0,-2 0-3 16,-3 14 5-16,0-2-4 0,-2-1 0 0,-1 3 8 15,3-1-12-15,-1 4 7 0,6-2-4 0,-1 1-14 16,5-1 1-16,4 1-3 0,5-3 11 0,0 4 3 15,0-2-4-15,0 2 10 0,0-2 1 0,14 2 0 16,3-1 12-16,-4 0 2 0,7 1-9 0,0-1 0 16,0 0 6-16,2-1-2 0,1 0-8 0,-2-1 3 15,-1 0-8-15,-3-3-4 0,-2 0 10 0,-3 0 3 16,-1 0-5-16,-4-4 2 0,0 0 8 0,-4 0-3 16,-2 1 0-16,-1-3 9 0,0 2-14 0,0 0-14 15,0 3-36-15,-18-2-25 0,3 3-26 16,-2 0-38-16,-3 0-52 0,0-2-100 0,-1 1-78 15,-2-1-57-15,-2-5-37 0,2 3-195 0,5-5 39 16,-4-2 116-16</inkml:trace>
  <inkml:trace contextRef="#ctx0" brushRef="#br0" timeOffset="27334.71">6402 2960 4046 0,'0'6'21'0,"0"-1"9"0,0-4-3 0,0-1 8 16,0 0-15-16,0 0-4 0,0 0 3 15,0-12-17-15,19-1-2 0,6 0-12 0,1-5 5 0,4 0 15 16,5-1-11-16,4-2 19 0,1-3-16 16,-1 1 0-16,-1-1 15 0,-3-1 19 0,-4 2 38 15,-4-2 47-15,-6 2 98 0,-4 2 91 0,-3 4 66 16,-5 0 8-16,-5 3-62 0,-4 4-100 0,0 1-85 15,0 3-66-15,0 2-47 0,-10 1-32 0,-2 1-17 16,-2-1-3-16,-4 3-5 0,-2 0-1 0,-3 14 8 16,-3-1-3-16,-3 2-18 0,-1 7-19 0,1 1-37 15,-1 3-28-15,2 7-20 0,6-1-38 0,-1 1-23 16,8 4-7-16,3-4-16 0,1 3 41 0,5-3 17 16,3 0 39-16,3-3 59 0,0 0 4 15,0-4 38-15,17-4-11 0,1-4-22 0,5-4-10 16,2-1-55-16,4-7-88 0,5-6-106 0,2 0-98 15,7 0-94-15,1-20-234 0,1-4 91 0,2 1 131 16</inkml:trace>
  <inkml:trace contextRef="#ctx0" brushRef="#br0" timeOffset="27791.6">7459 2217 4159 0,'0'-9'8'0,"-12"1"-9"16,12 2 0-16,-9 4-4 0,9 2-11 15,-10 0 8-15,10 0 0 0,0 9 24 0,-6 5 3 16,6 2 5-16,-4 4 3 0,-1 5-17 0,5 8-3 16,0 3-5-16,-4 8 8 0,4 1 10 0,0 3-1 15,0 0-2-15,0 3-10 0,0-3-10 0,13-2 3 16,-4-3 5-16,2-5 0 0,1 0 1 0,-3-7 5 16,0-5-4-16,2-6 6 0,-2-3 3 0,-1-3 24 15,-2-7 76-15,0-3 76 0,-3-4 111 0,0 0 55 16,-1 0-27-16,-2 0-76 0,0 0-121 0,0-16-82 15,0 0-49-15,0 1-4 0,0-3 33 16,-11-3 17-16,11 0 13 0,-14 2 4 0,4 0-24 16,-1 1-13-16,2 3-20 0,-2 2-17 0,1 5-7 15,-3 2-16-15,1 5 5 0,0 1 7 0,-5 0-4 16,-2 13 6-16,-1-1 1 0,-1 6-4 0,-2 1 13 16,0 8-3-16,0-1 8 0,4 2-2 0,-3 1-7 15,4 4 6-15,6-4-6 0,0-2 6 0,3 1-3 16,4-5-11-16,4 0 4 0,1-4 9 0,0-4 5 15,0-3 8-15,10-2 10 0,1-1-6 0,1-5 5 16,0 0-3-16,5 0-2 0,1-2 3 0,5 1-6 16,3-3 6-16,3 0-42 0,4 0-66 0,3 0-94 15,1-17-146-15,1 1-72 0,-2 1-17 0,1 0 29 16,-4-1 20-16,-1-1-87 0,-5-4-96 16,1 2-250-16,-2-6-56 0,-4 3 196 0</inkml:trace>
  <inkml:trace contextRef="#ctx0" brushRef="#br0" timeOffset="27962.54">8009 2855 3076 0,'7'21'69'15,"2"0"71"-15,-4 2 65 0,1-2 33 0,1 1-34 16,0 3-30-16,0-4-28 0,-2 5 19 0,-1-1 3 16,1-2-12-16,-2 1-23 0,0-4-52 0,0 0-34 15,-2-2-24-15,-1-1-6 0,0 1 5 0,0-4-13 16,0 1-69-16,0-4-116 0,-13 2-92 0,-1-1-154 15,-4-2-189-15,-2-3-287 0,-6-3-110 16,-3 0 165-16</inkml:trace>
  <inkml:trace contextRef="#ctx0" brushRef="#br0" timeOffset="26515.85">5343 3124 3832 0,'0'19'9'0,"0"-4"2"15,0-3 5-15,0-2 28 0,0-1 13 0,0-5 15 16,0 0 12-16,0-1-29 0,0-2-15 0,0-1-17 15,0 0-8-15,0 0 3 0,0 0 22 0,0 0 44 16,0 0 48-16,0 0 100 0,0 0 84 0,0 0 26 16,0-8-17-16,0-2-92 0,0 2-117 0,0-7-70 15,0-2-31-15,0-2-5 0,-12-5 2 0,1-6 5 16,-2-5-6-16,-1-2-7 0,0-8 2 0,-2-1 12 16,-1 0 39-16,3-4 8 0,1 1-1 15,-1 1-21-15,5 1-41 0,1 6-15 0,2 3 2 0,3 6-4 16,3 1-6-16,0 5 7 0,0 1-4 15,17 5-12-15,-2 1-27 0,3 4-46 0,2-1-92 16,1 1-112-16,5 2-89 0,0 2-23 0,3 1 34 16,1 3 76-16,2 4 42 0,0-1-45 0,1 4-61 15,-1 0-53-15,-1 0-72 0,-4 14-227 0,-1-1 88 16,-6 3 110-16</inkml:trace>
  <inkml:trace contextRef="#ctx0" brushRef="#br0" timeOffset="26815.72">5372 2890 3936 0,'-15'13'44'0,"3"-4"30"0,3-5 23 0,1 0 32 0,8-1-5 16,0-3-16-16,0 0-28 0,0 0-37 15,0 0-40-15,0 0-14 0,20 0-2 0,3-13 5 0,2 5 0 16,7 8-8-16,6-10 9 0,5 2-5 16,2 8 2-16,4 0 11 0,1 0-12 0,-1 0 8 15,-2 0 1-15,-2 11 3 0,-5 1-5 0,-2 4-2 16,-3 1-3-16,-3-2-5 0,-5 7 4 0,-4-1-3 15,-5 1 0-15,-1 2-8 0,-5-1 18 0,-3-1 0 16,-3-1 3-16,-3-1 7 0,0 0-19 0,-3-1 12 16,0 1-6-16,0-8 3 0,0 5 8 0,0-5-2 15,0 1 7-15,0-2-7 0,0 0-6 0,0-5-16 16,-8 2-15-16,8-4-3 0,0 1-15 0,0-3 0 16,0 2-5-16,0-4-23 0,0 0-10 15,0 0-36-15,0 0-76 0,0 0-84 0,0 0-136 16,0 0-320-16,0 0-83 0,0-14 117 0</inkml:trace>
  <inkml:trace contextRef="#ctx0" brushRef="#br0" timeOffset="26980.24">6236 2474 4441 0,'-15'-14'47'0,"1"-1"74"15,4 3 110-15,1 0 74 0,9 4-20 0,-11 4-70 16,3-3-125-16,8 5-121 0,0 0-197 0,0 0-142 15,0 2-68-15,0 0-83 0,0 0-4 16,0 0 57-16,0 0-64 0,0 0-267 0,0 13 109 16,0-1 82-16</inkml:trace>
  <inkml:trace contextRef="#ctx0" brushRef="#br0" timeOffset="29288.54">9415 2441 2473 0,'0'0'41'0,"-5"0"44"15,5 0 47-15,0-8 56 0,0 8 16 0,-3 0 10 16,-1 0-7-16,1-7-27 0,1 7-22 0,1 0-25 16,1 0 5-16,-2-6 8 0,2 6 2 0,0 0 4 15,0 0-29-15,0 0-32 0,0 0-40 16,0 0-40-16,0 0-22 0,0 0-15 0,0 0-9 0,0 0 13 15,0 9 3-15,0 2 7 0,0 0 10 0,0 3 6 16,0 3 6-16,15 3-6 0,0-1 5 16,1 5-12-16,-1 1 3 0,3 2 10 0,0-2 7 15,2 2-2-15,0-4-3 0,-2-3 3 0,0 2-3 16,0-5 18-16,2-5 59 0,-3 0 69 0,0-5 88 16,-4-1 75-16,4-5 21 0,-3-1-14 0,-1 0-44 15,1 0-59-15,0-17-63 0,-1-3-37 0,1 2-35 16,0-6-35-16,-1-5-1 0,-1 0 13 0,2-4-15 15,-5-4 0-15,0 2-20 0,-3-3-37 0,1 0 8 16,-6 2-5-16,2 2-12 0,0 3-66 0,-1 3-82 16,-2 4-104-16,0 2-151 0,0 8-235 0,0-2-91 15,0 8-59-15,0-2-75 0,0 3 55 0,0 3-168 16,0 2 168-16</inkml:trace>
  <inkml:trace contextRef="#ctx0" brushRef="#br0" timeOffset="29574.82">9887 2664 3782 0,'0'13'38'16,"0"-4"21"-16,0-3 32 0,0-6 43 0,0 0 0 15,14 0 35-15,0 0 14 0,2 0 12 0,4-13-37 16,0 1-30-16,6 0-46 0,2-3-56 0,1 0 8 16,3 2-24-16,5-6-11 0,1 1 12 0,3-1-9 15,0 1 1-15,-2-1 55 0,-1-1 78 0,-2 1 82 16,-7 1 72-16,-3 3 7 0,-8 3-45 0,-6 0-62 15,-4 4-74-15,-8 2-59 0,0 1-53 16,0 1-27-16,-12 4-4 0,-6 0 5 0,-4 0 2 16,-8 13 7-16,-2 2-5 0,-1 2 6 0,-4 5-3 15,-1 4-7-15,2 1-7 0,1 4-9 0,5 3 13 16,4 6-27-16,6-4-12 0,2 3-14 0,4-2-14 16,14-1 34-16,0-1 7 0,0-1-28 0,14-7-69 15,4-4-167-15,11-5-105 0,6-3-45 0,4-4-18 16,7-3-25-16,6-5-97 0,2-3-386 15,1 0 70-15,3 0 192 0</inkml:trace>
  <inkml:trace contextRef="#ctx0" brushRef="#br0" timeOffset="28598.5">8921 2502 3797 0,'9'-20'36'15,"-1"0"27"-15,-2 3 33 0,-3 0 45 0,2 2 40 16,-1 2 91-16,-2-1 88 0,2 3 18 0,-2 3-55 16,1 2-122-16,0 1-129 0,-2 5-75 0,-1 0-41 15,0 0-17-15,0 0 0 0,0 0 0 0,0 11 29 16,0 1 16-16,0 4 12 0,0 2 12 0,13 6-17 16,0 4 7-16,1 2-1 0,1 5-1 0,-1 2 10 15,2-1-1-15,1 1-9 0,-2-3 4 0,1-4-4 16,-3-2 3-16,-2-4 7 0,1-3 0 0,-1-2 3 15,-1-9 9-15,1-2 19 0,-2-1 33 0,2-7 49 16,-2 0 14-16,4 0 4 0,1-15 0 16,1 2-11-16,3-7 12 0,-1-1 27 0,1-2-5 15,1-5-24-15,-3-1-18 0,3-5-40 0,-6-1-16 16,1 0-7-16,-3 1-22 0,1-1-11 0,-5 1-22 16,2 1-11-16,-1 3-2 0,-2 6-1 0,0 2-8 15,-1 7-40-15,-1 1-62 0,-1 7-96 0,-1 2-132 16,-2 3-198-16,0 2-99 0,0 0 32 0,0 0 104 15,0 0 176-15,0 0 48 0,0 14-78 0,13-2-116 16,0 1-302-16,-1-1 7 0,1 0 149 16</inkml:trace>
  <inkml:trace contextRef="#ctx0" brushRef="#br1" timeOffset="-84119.72">-4345 4922 1847 0,'-4'0'5'0,"-2"0"9"0,0 0 16 0,1 0 8 15,-1 0 9-15,0 0 6 0,0 0 0 0,0 0 7 16,1 0-6-16,-1 0-12 0,2 0-8 0,1 0-12 15,0 0-4-15,1 0 0 0,-1 0-10 0,2 0-1 16,-1 0-1-16,0 0-8 0,2 0 8 0,-1 0-9 16,1 0 2-16,0 0 3 0,0 0-8 0,0 0 5 15,0 0-2-15,0 0-1 0,0 0 7 0,0 0-2 16,0 8-1-16,0-8 3 0,0 0 0 16,0 2 0-16,0-2 6 0,0 0 6 0,0 0 2 15,0 0 9-15,0 0-6 0,0 0-6 0,0 0-7 16,0 0-7-16,0 0-2 0,0 0-2 0,0 0 4 15,0 0 3-15,0 0 2 0,0 0-1 0,0 0 18 16,0 0 18-16,0 0 15 0,8 0 15 0,-8 0-3 16,9 0 7-16,-2 0 14 0,1 0-3 0,1 0-7 15,0 0-22-15,2 0-18 0,1 0-5 0,3 7-6 16,0-7-3-16,3 0-6 0,1 0-5 0,0 7-4 16,3-7-1-16,0 0-4 0,1 0 4 0,2 0 1 15,-1 0 1-15,3 0 0 0,1 0 1 0,2 0 2 16,2 0-7-16,3 0 7 0,3 0-8 15,3 0-6-15,4 0 1 0,5 0-2 0,2 0-6 16,6 0 10-16,2 0 0 0,7 0-4 0,3 10 7 16,2-10-7-16,0 10 2 0,4-2 5 0,0-8-2 15,2 9 1-15,-4-4 3 0,-1 0-2 0,0-5-8 16,-3 2-1-16,0 3 6 0,-2-5-9 0,-3 0 9 16,1 0 5-16,-3 0-15 0,-2 0 15 0,1 0-2 15,-1 0-2-15,0 0 4 0,0 0-10 0,2 0 5 16,-3 0-8-16,0 0 6 0,3 0-3 0,-3 0-1 15,-2 0 6-15,-2 0-5 0,-2 0 1 16,-4 0 1-16,-3 0 2 0,-3 8-1 0,-3-8 7 0,-3 4-4 16,-6-4-8-16,-4 7 5 0,0-7-6 15,-2 0 4-15,-7 2 12 0,1-2-5 0,-2 0 5 16,-4 0 0-16,0 0-14 0,-2 0 7 0,-2 0-7 16,3 0-1-16,-3 0 4 0,2 0-4 0,1 0 1 15,2 0-3-15,-3 0 2 0,3 0-7 0,-1-7 7 16,1 7 1-16,-1 0 0 0,-2-6 5 0,-2 6-2 15,-4 0 2-15,2-4 2 0,-2 4-3 0,-3 0 6 16,-3 0-7-16,0 0-1 0,0 0 5 0,0 0-6 16,0 0 5-16,0 0 1 0,0 0-1 0,0 0 4 15,0 0-7-15,0 0-2 0,0 0 3 0,0 0-5 16,0 0 7-16,0 0 5 0,0 0-6 16,0 0 0-16,0 0-3 0,0 0-3 0,0 0 5 15,0 0-1-15,0 0 3 0,0 0 2 0,0 0-4 16,0 0 2-16,0 0-3 0,0 0-2 0,0 0-4 15,-15 0-4-15,4 0 1 0,-2 0 0 0,-1 0 5 16,-1 0 3-16,-5 0-3 0,-4 0 4 0,-5 0 3 16,-1 0 1-16,-5 0 3 0,-3 0 0 0,-5 0-7 15,-4 0-3-15,-2 0 0 0,-4 0-4 0,-4 0 4 16,-3 0 7-16,-3 0-7 0,-6 0 3 0,-1 0-8 16,-3 8-4-16,-4-1-2 0,1-2-11 0,-3 2 10 15,-1 2-2-15,1-3 15 0,1 1 9 16,2 0-9-16,3-1 5 0,-1 1-2 0,3-3-2 15,1 3 6-15,1-5-2 0,3 5-6 0,-6 0-1 16,-2-1 9-16,-2 0-1 0,0 0 4 0,-3 3-6 16,0-2-5-16,1-1 1 0,1 1 5 0,3-1 8 15,5-1-6-15,4-4 2 0,6-1-8 0,4 0 0 16,5 0 14-16,6 0 9 0,3 0 20 16,7 0 16-16,4-11 5 0,6 2 2 0,3 9 2 0,4-11-10 15,2 4 0-15,2 7 3 0,3-9-13 0,2 0-12 16,4 9-14-16,1-3-14 0,0 3 0 0,1-4 0 15,1 4-2-15,1 0-6 0,0 0 1 0,0 0-1 16,0 0-2-16,0 0 7 0,0 0-7 0,0 0-1 16,0 0 6-16,0 0-4 0,10 0 7 15,-1 0-5-15,2 0-5 0,4 0 5 0,5-3 1 16,4 1 4-16,8-3 1 0,9 4-4 0,5 0-2 16,8-4 4-16,4 3 0 0,4-2-6 0,11 2 0 15,3 0 5-15,8 1-7 0,4 1 6 0,3 0 0 16,8 0-9-16,1 0 1 0,5 0 12 0,1 0-8 15,3 0 5-15,-2 0 2 0,2 0-8 0,-1 0 4 16,1 9 2-16,0-9-2 0,-2 0-4 0,-4 0-1 16,-6 7-12-16,-1-7 17 0,-6 0 0 0,-7 0 2 15,-7 0 13-15,-8 0-18 0,-4 0-2 0,-8 0 2 16,-9 0-4-16,-3 0 2 0,-6 0 8 0,-4 0 0 16,-8 0-4-16,-4 0 5 0,-6 0-3 15,-1 0 2-15,-8 0 8 0,-1 0-3 0,-1 0-10 16,-5 0 1-16,0 0-4 0,0 0 3 15,0 0 10-15,0 0-4 0,0 0-9 0,0 0 6 0,0 0-8 16,-11 0-1-16,1 0 8 0,1 0-8 0,1 0 5 16,-4 0 1-16,-2 0 3 0,-3 0-2 0,1 0 1 15,-12 0-3-15,4 0-11 0,-6 0 0 0,-4 0-11 16,-5-13 2-16,-5 1 1 0,-5 2-4 0,-5-2 7 16,-7 1-1-16,-9-3 0 0,-4 2 9 0,-8-1 1 15,-7-2 1-15,-3-1 11 0,-8 1-5 0,-2 0 9 16,-1 0 1-16,-5-2-5 0,0 2-2 15,2 1-6-15,-1 2 0 0,1-1 0 0,4 3 9 16,2-1 1-16,4 3 8 0,7-1 0 0,2-1 6 16,5 4 1-16,8-1 13 0,5 0 22 0,7 1 0 15,7 0 2-15,5 3-11 0,9 0-19 0,8 0-9 16,6-1-12-16,5 1-9 0,9 3-9 0,0-1 1 16,6 1 5-16,4 0 7 0,3 0 5 0,0 0-11 15,0 0 6-15,0 0-14 0,0 0 1 0,0 0 8 16,0 0-7-16,0 0 8 0,10 0 4 0,3 8 1 15,3 1 5-15,4 2-2 0,9-3 0 0,10 4 0 16,12 0 3-16,12 3-6 0,13 0-9 16,15 3 5-16,11-2 5 0,12 5-1 0,11 0 9 15,5 0-6-15,7 3-10 0,3 2 10 0,2-2-5 16,3-2 3-16,-1-1 1 0,-4-2-3 0,-5 1 1 16,-5 0-4-16,-5-5-1 0,-7 2-5 0,-10 0 10 15,-8-2 0-15,-11 1-1 0,-11-2-1 0,-9-3-3 16,-13 2-3-16,-9-4 10 0,-10-1 2 0,-10-3-2 15,-7 1 9-15,-7-6-5 0,-7 2-4 0,-3 1 7 16,-3-3 2-16,0 0 10 0,0 0 13 0,0 0-11 16,0 0 7-16,0 0-4 0,0 0-1 0,0 0-2 15,0 0-11-15,0 0-8 0,0 0 0 0,0 0-4 16,0 0 6-16,0 0-11 0,0 0 2 16,0 0-1-16,0 0 1 0,0 0 13 0,0 0-11 0,0 0 2 15,0 0-10-15,0 0 7 0,0 0 1 16,0 0 9-16,0 0 4 0,0 0-15 0,0 0-4 15,0 0-3-15,0 0 4 0,0 0-1 0,0 0 4 16,0 0 10-16,0 0-12 0,0 0 12 0,0 0-2 16,0 0-14-16,0 0 7 0,0 0-4 0,0 0 10 15,0 0-8-15,0 0 4 0,0 0-5 0,0 0-3 16,0 0 12-16,0 0-4 0,0 0-2 16,0 0 8-16,0 0 0 0,0 0-7 0,0 0 2 15,0 0-8-15,0 0-2 0,0 0 0 0,0 0 12 0,0 0-2 16,0 0-1-16,0 0 8 0,0 0-11 15,0 0-3-15,0 0-1 0,0 0 6 0,0 0 4 16,0 0 2-16,0 0 3 0,0 0-7 0,0 0-2 16,0 0-5-16,0 0 2 0,0 0 1 0,0 0-1 15,0 0 7-15,0 0-7 0,0 0 1 0,0 0 2 16,0 0 0-16,0 0 5 0,0 0-3 0,0 0-5 16,0 0 0-16,0 0-2 0,0 0 7 0,0 0 6 15,0 0-3-15,0 0 6 0,0 0-7 0,0 0-12 16,0 0 7-16,0 0-4 0,0 0-4 15,0 0 16-15,0 0-2 0,0 0-9 0,0 0 11 0,0 0-7 16,0 0-5-16,0 0 3 0,0 0 2 16,0 0-2-16,0 0-2 0,0 0 0 0,0 0-3 15,0 0 7-15,0 0 3 0,0 0 1 0,0 0-7 16,0 0 1-16,0 0 9 0,0 0-8 0,0 0 15 16,0 0-15-16,0 0-4 0,0 0 4 0,0 0-10 15,0 0 10-15,0 0 4 0,0 0 1 0,0 0-2 16,0 0 6-16,0 0-16 0,0 0 3 0,0 0 6 15,0 0-11-15,0 0 20 0,0 0-10 0,0 0 3 16,0 0 7-16,0 0-19 0,0 0 10 0,0 0-7 16,0 0 5-16,0 0 9 0,0 0-9 0,0 0 5 15,0 0-15-15,0 0-4 0,0 0 14 0,0 0 1 16,0 0-7-16,0 0 5 0,0 0-4 0,0 0-7 16,0 0 10-16,0 0-5 0,0 0-3 15,0 0-4-15,0 0 2 0,0 0 5 0,0 0-4 16,0 0 3-16,0 0 11 0,0 0-3 0,0 0 4 15,0 0 0-15,0 0-7 0,0 0 0 0,0 0 3 16,0 0-1-16,0 0-1 0,0 0 4 0,0 0-7 16,0 0 16-16,0 0-10 0,0 0-5 15,0 0 4-15,0 0-9 0,0 0 9 16,0 0 5-16,0 0 0 0,0 0 0 0,0 0-4 0,0 0 0 0,0 0 4 16,0 0-6-16,0 0 1 0,0 0 1 0,0 0-2 15,0 0 8-15,0 0 2 0,0 0-9 0,0 0-5 16,0 0-3-16,0 0 3 0,0 0 13 15,0 0-1-15,0 0-6 0,0 0 1 0,0 0 0 16,0 0-1-16,0 0 2 0,0 0 5 0,0 0-12 16,0 0 9-16,0 0-1 0,0 0-9 0,0 0 10 15,0 0-7-15,0 0 9 0,0 0-3 0,0 0-1 16,0 0 1-16,0 0-7 0,0 0 5 0,0 0-5 16,0 0 7-16,0 0 2 0,0 0-5 0,0 0-4 15,0 0-3-15,0 0 7 0,0 0 0 16,0 0 12-16,0 0-10 0,0 0-7 0,0 0 2 0,0 0-2 15,0 0 3-15,0 0 7 0,0 0-3 16,0 0-6-16,0 0 4 0,0 0 1 0,0 0-2 0,0 0 3 16,0 0 0-16,0 0 0 0,0 0 0 15,0 0-3-15,0 0-1 0,0 0-3 0,0 0-3 16,0 0 11-16,0 0-4 0,0 0 2 0,0 0 13 16,0 0-22-16,0 0 15 0,0 0-14 0,0 0 1 15,0 0 11-15,0 0-6 0,0 0 10 0,0 0-4 16,0 0-6-16,0 0-2 0,0 0-5 0,0 0-4 15,0 0 7-15,0 0 3 0,0 0-1 0,0 0 3 16,0 0 5-16,0 0-9 0,0 0 4 0,0 0 8 16,0 0-5-16,0 0-6 0,0 0 12 0,0 0-10 15,0 0-2-15,0 0 12 0,0 0-13 0,0 0-1 16,0 0 5-16,0 0 0 0,0 0 2 16,0 0-10-16,0 0 8 0,0 0-4 0,0 0 3 15,0 0 14-15,0 0-14 0,0 0-2 0,0 0-2 16,0 0-3-16,0 0 8 0,0 0 6 0,0 0 0 15,0 0-10-15,0 0 3 0,0 0-1 0,0 0 0 16,0 0 6-16,0 0-5 0,0 0-1 0,0 0 0 16,0 0 10-16,0 0-1 0,0 0-5 0,0 0 1 15,0 0-10-15,0 0 7 0,0 0-2 0,0 0-3 16,0 0 6-16,0 0 1 0,0 0-4 0,0 0 8 16,0 0-6-16,0 0-9 0,0 0 13 0,0 0-6 15,0 0 4-15,0 0 8 0,0 0-13 0,0 0 2 16,0 0-4-16,0 0 1 0,0 0 10 15,0 0-4-15,0 0 7 0,0 0-12 0,0 0 1 16,0 0 1-16,0 0-9 0,0 0 9 0,0 0 6 16,0 0-6-16,0 0 11 0,0 0-9 0,0 0-3 15,0 0 5-15,0 0-7 0,0 0 9 0,0 0-6 16,0 0 8-16,0 0-7 0,0 0-5 0,0 0 2 16,0 0-8-16,0 0 10 0,0 0 1 0,0 0 3 15,0 0 8-15,0 0-12 0,0 0-2 0,0 0 0 16,0 0 0-16,0 0 7 0,0 0 5 0,0 0-11 15,0 0-8-15,0 0 10 0,0 0-11 16,0 0 8-16,0 0 9 0,0 0-4 0,0 0 3 0,0 0 0 16,0 0-2-16,0 0-10 0,0 0 10 15,0 0-6-15,0 0-6 0,0 0 14 0,0 0-8 16,0 0 3-16,0 0 9 0,0 0-12 0,0 0 6 16,0 0-5-16,0 0-3 0,0 0 1 0,0 0 4 15,0 0 10-15,0 0-7 0,0 0 7 0,0 0-9 16,0 0-5-16,0 0-1 0,0 0-9 0,0 0 10 15,0 0-2-15,0 0 9 0,0 0 8 0,0 0-10 16,0 0 2-16,0 0-3 16,0 0 0-16,0 0-5 0,0 0 4 0,0 0-1 0,0 0 4 0,0 0 5 15,0 0 0-15,0 0 1 0,0 0-11 0,0 0-4 16,0 0 7-16,0 0 3 0,0 0 1 0,0 0 2 16,0 0-5-16,0 0-2 0,0 0 0 15,0 0 0-15,0 0 7 0,0 0-5 0,0 0 3 16,0 0-2-16,0 0-4 0,0 0-1 0,0 0 1 15,0 0 0-15,0 0 6 0,0 0-12 0,0 0-19 16,0 0-23-16,0 0-41 0,0 0-47 16,0 0-68-16,0 0-68 0,0 0-80 0,0 0-53 0,0 0-79 15,0 0-111-15,0 0 28 0,0 0 113 0</inkml:trace>
  <inkml:trace contextRef="#ctx0" brushRef="#br1" timeOffset="-106130.22">-106 4509 2082 0,'-6'-11'37'0,"0"2"35"0,1-2 41 0,2 2 40 16,-3 0 1-16,2 1 4 0,1 3-11 15,0 0-16-15,3 0-34 0,0 5-46 0,0-4-34 0,0 3-39 16,0 1-14-16,0 0 3 0,0 0-1 16,0 0 16-16,0 0 6 0,0 12 5 0,0-1 6 15,10 3-1-15,-10-2 2 0,11 3 0 0,1 4-3 16,-3-1-1-16,2 3 0 0,-4 1 3 0,6 1 6 16,-6-1-2-16,2 2 0 0,-1-2-3 0,1 1-4 15,-3-6 3-15,2 3-1 0,1-3 5 0,-2-1 40 16,2-4 30-16,1-1 48 0,3 0 38 0,1-3-3 15,3-3-4-15,2 0-22 0,4-5-33 0,8 0-25 16,8 0-20-16,10-15-24 0,10-3 5 0,8-1-5 16,6-4-8-16,6-4 12 0,3-1-5 0,4-4-3 15,-4-1 9-15,0-2-12 0,-9 1 3 0,-6-2 5 16,-5 2 19-16,-9 2 10 0,-4 2-6 16,-10 2 0-16,-5 4-15 0,-7 0-9 0,-4 6-1 15,-3 2-1-15,-8 4-25 0,-2 3 9 0,-4 1-10 16,-2 0-31-16,0 6-10 0,-4 1-49 0,0 1-40 15,0 0-32-15,0 0-52 0,0 0-31 0,0 0 2 16,0 0-11-16,-14 12-16 0,1 1-12 0,-7-1-36 16,-3 4-17-16,0 2-29 0,-4 0-124 0,-5 2-2 15,5-3 83-15</inkml:trace>
  <inkml:trace contextRef="#ctx0" brushRef="#br1" timeOffset="-105804.2">924 4469 2017 0,'-3'0'32'0,"3"-9"36"0,-3 9 45 15,3-11 38-15,0 3 6 0,0 0 10 0,0 1 9 16,0 0 20-16,0 0 15 0,9-1-15 0,-9 0-21 16,7 3-42-16,-7 0-58 0,0 3-24 0,7-3-45 15,-7 3-16-15,0 2-7 0,0 0-10 0,0 0 13 16,0 0-4-16,6 0 9 0,-6 18 4 0,4-5 3 16,2 2-2-16,0 2 1 0,2 3 3 0,1 5-4 15,2 5 9-15,1 3 3 0,-2-1-3 0,7 1-5 16,-3 3-4-16,2-5 14 0,0-1 36 15,3 0 32-15,-2-6 27 0,3-5 24 0,0-5 0 0,2 0 4 16,9-7-19-16,5-7-28 0,7 0-29 16,10 0-36-16,9-15-7 0,5-2-9 0,9-3-3 15,-3-2 14-15,6 1 0 0,-6-5 0 0,-2 1-8 16,-7-2-28-16,-9 3-15 0,-8 0-31 0,-8 3-20 16,-9-3-19-16,-4 5-2 0,-3 3-5 0,-9 1-19 15,-2 7-34-15,-5-1-99 0,0 4-109 0,-7 3-81 16,0 2-46-16,0 0-89 0,-16 0-65 0,-5 12 124 15</inkml:trace>
  <inkml:trace contextRef="#ctx0" brushRef="#br0" timeOffset="31142.84">2994 4351 2491 0,'9'-11'10'0,"-5"3"6"0,3-2-6 0,-4 7-7 16,-3 0-13-16,0 3 3 0,0 0 13 0,0 0 12 15,0 0 17-15,0 16 26 0,16 2 0 16,1 2 12-16,-2 5-6 0,2 0-35 0,4 5-2 16,-1 4-21-16,0 0-9 0,-1 0-2 0,1 3-3 15,-5-2 3-15,-1-1 3 0,-3-2 4 0,-5-1-7 16,0-5 7-16,-6-1-3 0,0 0-2 0,0-6 14 16,0-2 23-16,-12-4 36 0,12-3 50 0,-10-4 39 15,10-1 13-15,-10-5-4 0,10 0-43 0,0 0-51 16,-5 0-31-16,5-10-24 0,0-1 1 0,-6-2 1 15,6-4-16-15,0-2-15 0,0-1 1 16,0-3-4-16,0-5 4 16,0-3 16-16,11 0-15 0,3-1 4 0,2-3 0 0,1 3-5 0,4 0 7 15,-1 0-2-15,3 1 11 0,1 2-3 0,-1 1 3 16,3 6 8-16,-4-1-6 0,0 5-7 0,0 2-12 16,-5 4-5-16,0 6 3 0,1 0 1 0,-6 6 9 15,0 0-1-15,2 0-1 0,-5 16 4 0,5-2 4 16,-1 5-9-16,0 3-2 0,-3 2 4 0,4 3-8 15,-5 1 11-15,6 3 3 0,-4-2-7 0,-1 1 6 16,0 0 0-16,-3-3-3 0,2 0-1 0,-3-3 0 16,-1-2-6-16,1-3 11 0,-3-4 8 0,0 0-6 15,-3-6 8-15,3-3-16 0,-3-3 4 0,0 1 10 16,0-4 4-16,0 0 20 0,0 0 7 16,0 0 12-16,0 0 9 0,0 0-16 0,0 0-11 15,0-9-14-15,0 9-21 0,0-10-35 0,0 4-41 0,0-2-42 16,0 0-36-16,0-1-25 0,0 3-25 15,0-7-42-15,0 2-6 0,-12 0 15 0,4 0 41 16,8 1 66-16,-9 2 46 0,9 1 41 0,-6 0 18 16,2 3 14-16,-1-2 5 0,-3 6 13 0,5-3 24 15,-1 3 27-15,-1 0 37 0,-2 0 40 0,4-2 19 16,-3 2-3-16,1 0-4 0,2-3-14 0,0 1-16 16,1 1 0-16,1-2-31 0,-1-1-24 0,1-1-19 15,1-1-20-15,0 0-13 0,0 0-4 0,0-1-1 16,0-3-17-16,9 0 11 0,3-1-11 0,-1 0 1 15,1 0 15-15,0 1 3 0,0-1 1 16,0 4 1-16,2-1-9 0,-3 1-4 0,2 4-2 16,-2-2-4-16,0 2-2 0,-2 3 1 0,0 0 5 15,3 0-5-15,-4 0 9 0,4 0-7 0,-5 11 4 16,4-1 3-16,-2-3-9 0,-3 3 16 0,2-2-8 16,-5 0 1-16,3 1-5 0,-6-2-5 0,4-1 11 15,-2 0-5-15,-2-1 6 0,0-1 0 0,0 2-6 16,0-5 1-16,0 1 11 0,0-2-5 0,0 0 4 15,0 0 10-15,0 0-1 0,0 0-8 0,0 0 7 16,0 0-14-16,0 0-6 0,0 0 5 16,-9 0-29-16,3 0-14 0,-2 0-44 0,-1-9-57 15,-2 9-42-15,1-6-70 0,-2 2-47 0,-2 2-54 16,0-5-114-16,2 5-237 0,0-2 92 0</inkml:trace>
  <inkml:trace contextRef="#ctx0" brushRef="#br0" timeOffset="31678.64">3825 4624 2306 0,'0'1'33'0,"0"4"30"0,7-3 28 0,-7 0 29 16,0 0-13-16,0-1-21 0,0-1-16 0,0 0-27 15,0 0-17-15,0 0-10 0,14 0-3 0,-5 0 3 16,5 0 0-16,-4-12 12 0,7 4-8 0,-2-5 8 15,5 2 27-15,3 0 16 0,-2-4 33 0,-1 0 12 16,1 0 1-16,0 0 11 0,-3-1 0 16,-2 1 4-16,-4 1-6 0,-3-3-24 0,-5 4-4 15,-1-1 14-15,-3 1-1 0,0 5 17 0,0-2-10 16,0 3-12-16,-13-1-46 0,1 5-31 0,-2-4-33 16,6 7-29-16,-4 0 9 0,-1 0-7 0,0 0 11 15,-2 0 0-15,0 18 8 0,3-4 7 0,-2 3-3 16,-1-1-8-16,0 3 12 0,3 4-8 15,-1-2 8-15,4-2-4 0,2 5 2 0,-1-5-1 0,1 3-14 16,7-1-12-16,0 1-13 0,0-2 7 16,0-3-16-16,0 0 3 0,0 3-9 0,12-7 0 15,-5 0 22-15,4-1 19 0,-2-1 7 0,3-2-5 16,0-2-17-16,7-6-24 0,2-1-29 0,3 0-48 16,4 0-60-16,5 0-72 0,-1-12-78 0,4-4-50 15,-1 1-89-15,-3-4-250 0,3-1 106 0,-2-1 106 16</inkml:trace>
  <inkml:trace contextRef="#ctx0" brushRef="#br0" timeOffset="32031.58">4324 4561 3231 0,'-4'0'42'0,"1"6"36"16,-4-6 31-16,4 5 43 0,3-5-23 15,0 0-23-15,0 0-30 0,0 0-41 0,0 0-26 0,0 0-10 16,0 0 10-16,0 0-4 0,20 0 11 15,-3-9 8-15,1-2-8 0,5 2 9 0,1-3 15 16,2-4-5-16,0 2 10 0,0-3 7 0,-1 2 6 16,-3-2 27-16,-1 2 35 0,-4-3 44 0,-4 3 66 15,0-1 41-15,-6 3 9 0,-1 2-16 0,-3 1-57 16,-3 3-50-16,0 0-55 0,0 4-39 0,0 3-32 16,0 0-33-16,0 0-18 0,0 0-13 0,-9 0-9 15,9 0 7-15,-11 11 5 0,4 0 21 16,-2 1-12-16,1 4-23 0,-4 2-32 0,1 6-30 0,-2-1-25 15,-2 5-20-15,5 1-19 0,-2-1-41 0,2 2-37 16,2-4 13-16,0 5 22 0,2-5 38 16,3-1 58-16,3-1 21 0,0 0 12 0,0-3 19 15,0-1-13-15,17-3-31 0,0-4-53 0,1-4-80 16,5-5-83-16,-2-4-49 0,8 0-51 0,1 0-207 16,5-15 20-16,-1-5 98 0</inkml:trace>
  <inkml:trace contextRef="#ctx0" brushRef="#br0" timeOffset="33014.25">5258 4049 3993 0,'0'-21'31'16,"0"3"52"-16,0 3 83 0,-15 0 129 0,6 6 80 16,-2 1 3-16,4 0-65 0,7 5-131 0,-9 0-125 15,9 3-62-15,-7 0-30 0,7 0-10 0,-7 0 1 16,7 14 21-16,-5 0 6 0,2 4 5 0,0 3 20 15,0 3-11-15,0 6-2 0,2 4 8 0,-2 4-4 16,0 3 4-16,3 0 5 0,0 3-7 0,0-1 5 16,0 0-2-16,0-1 1 0,0-1 1 0,0 0-20 15,0-4 6-15,0 0-23 0,10-2-30 0,-1-3-14 16,-1-2-28-16,-2-1 6 0,2-6 25 0,1 1-5 16,-2-5 8-16,2-1 28 0,-1-5 2 15,1-2 39-15,0-1 13 0,0-4-7 0,-1-1 13 16,-4-3 8-16,1 0 15 0,1-2 54 0,-6 0 36 15,0 0-12-15,0 0-11 0,0 0-69 0,0-15-34 16,0 2-8-16,0-1-2 0,-11-1 5 0,11-2-5 16,-13 1 1-16,-1 1-10 0,0-1-3 15,1 4-10-15,-2-2-18 16,-2 4 8-16,-4 5 4 0,-4-1-6 0,0 6 25 0,-3 0-3 0,-2 0 8 0,-1 0-8 16,-2 17 5-16,1 1-11 0,-1-1 0 0,7 2 4 15,2-1-4-15,1 4 19 0,3-1-19 0,5 1 13 16,3 0-5-16,3 3-5 0,1-2 5 0,7 1 5 15,1 1 0-15,0-3-12 0,0-1-8 0,10 0 7 16,4-1 0-16,3-2 4 0,4-5 13 16,8 1-11-16,4-6 0 15,5-2 11-15,3-6-9 0,3 0 9 0,5 0 11 0,-1 0-1 0,1-18 9 16,-2 1-5-16,-3-3-4 0,-1 2 1 0,-2-2 4 16,-5 1 17-16,-4 2 45 0,-5-2 83 0,-3 2 67 15,-5 2 60-15,-3 3 10 0,-5 2-37 0,-3 4-15 16,-2-1-26-16,-5 3-6 0,-1 1 1 0,0 2 9 15,0-1 9-15,0 1-18 0,0 1-50 16,0-3-64-16,0 2-56 0,0-3-39 0,-7 4 0 16,7-1 0-16,-8-3 0 0,8 3 0 0,-6 1 0 15,6 0 0-15,-8 0 0 0,8 0 0 0,0 0 0 16,-3 0 0-16,0 0 0 0,3 0 0 0,0 0 0 16,0 0 0-16,0 0 0 0,0 0 0 0,0 0 0 15,0 0 0-15,0 0 0 0,0 0 0 0,0 0 0 16,0 0 0-16,0 0 0 0,0 0 0 0,8 0 0 15,-8 0 0-15,6 0 0 0,-6 0 0 0,5 0 0 16,-5 0 0-16,3 0 0 0,0 0 0 0,-3 0 0 16,3 0 0-16,-3 0 0 0,0 0 0 0,0 0 0 15,0 0 0-15,0 0 0 0,0 0 0 0,0 0 0 16,0 0 0-16,0 0 0 0,0 0 0 0,0 0 0 16,0 0 0-16,0 0 0 0,0 0 0 15,0 0 0-15,0 0 0 0,0 0 0 16,0 0 0-16,0 0 0 0,0 0 0 0,0 0 0 0,0 0 0 15,0 0 0-15,0 0 0 0,0 0 0 0,0 0 0 16,0 0-9-16,0 0-1 0,0 0-12 0,0 0-4 16,0 0 6-16,0 0-7 0,0 0-1 0,0 0-9 15,0 0-5-15,0 0-9 0,0 0-1 0,0 0 2 16,0 0-4-16,0 0 10 0,0 0 7 0,0 0-2 16,0 0-11-16,0 0-18 0,0 0-39 0,0 0-34 15,0 0-34-15,0 0-30 0,0 0-24 0,0 0-42 16,0 0-68-16,0 0-85 0,0 0-13 15,0 0 25-15,0 0 78 0,0 0 99 0,0 0 20 16,0 0-8-16,0 0-54 0,0 0-40 0,0 0-10 16,0 0 4-16,0 0 39 0,6 0 26 0,-6 0 0 15,0 0-6-15,0 0-67 0,7 0-9 0,-7 0 22 16,0 0 55-16,6 0 129 0</inkml:trace>
  <inkml:trace contextRef="#ctx0" brushRef="#br0" timeOffset="35862.78">6537 4506 2520 0,'-17'-4'57'0,"5"0"44"16,1 2 33-16,5 2 29 0,3-2-47 0,3 2-33 16,0-3-14-16,0 1-17 0,0-3 1 15,16 0-4-15,3 0-15 0,1 0-12 0,7-4-4 16,4-1-12-16,2 1-4 0,5-2 2 0,6 0-6 15,2 0 4-15,2-1-5 0,2 2-26 0,2-3-46 16,1 4-64-16,-1-1-84 0,1 0-59 0,-1 0-64 16,-5 2-164-16,-2-2-134 0,-4-1 84 0</inkml:trace>
  <inkml:trace contextRef="#ctx0" brushRef="#br0" timeOffset="35715.54">6730 3939 2362 0,'-8'-5'40'0,"2"-2"29"0,2 3 10 0,-3 2-5 16,1 2-26-16,2 0 13 0,-2 0 32 0,1 17 42 15,-1 1 30-15,0 6-38 0,2 5-27 0,-3 2-12 16,4 6-44-16,-1 2 1 16,4 4-12-16,0 0-10 0,0 0 49 15,0 1 8-15,0-1-6 0,0-2-23 0,14-5-47 0,-14 1-8 0,10-5-3 0,-2-3 11 16,-8-2-6-16,7-5 8 0,-7-2 0 16,6-5-2-16,-6-2-1 0,5 0-32 0,-5-6-28 15,5 0-49-15,-5-2-61 0,0-2-54 0,3-1-17 16,-2 0-1-16,2-2 29 0,-3 0 45 0,2 0-24 15,-1 0-72-15,-1 0-148 0,0-12-110 0,0 0 35 16,0 0 119-16</inkml:trace>
  <inkml:trace contextRef="#ctx0" brushRef="#br0" timeOffset="36686.5">7108 4276 2712 0,'-5'0'24'0,"2"0"29"0,2 0 29 0,-1 0 27 16,2 0-11-16,0 0-31 0,0 0-24 0,0 0-33 15,0-11-12-15,0 11 1 0,12-10-5 0,1 3 0 16,-1-1 7-16,1 3 0 0,3-1 3 0,-1 1 3 16,2-2-4-16,-1 2 0 0,1 0 0 0,-3 0 1 15,-1-1 0-15,1 0 3 0,-3 1 1 0,-1-1 0 16,1-3 1-16,-4 0-9 0,1-2-3 0,0 0 5 15,-2-1-3-15,-2-1 3 0,-1-2 6 0,-1-1 2 16,-2 3 12-16,0-2 14 0,0 2 14 16,0-1 8-16,0 3 2 0,0 3-7 0,0 0-1 0,-9 2-7 15,9 2-8-15,-9-3 3 0,9 3-19 16,-10 1-13-16,10 3-5 0,-7 0-2 0,1 0 1 16,1 0 0-16,1 0 0 0,-2 0-4 0,-4 0 1 15,1 15 8-15,-4 1 7 0,-4-1-3 0,-1 4 6 16,0 3 2-16,-2 2-6 0,0 6 1 0,0 0 2 15,4 2-8-15,2 1-5 0,2 2 8 0,3 2 3 16,3 0 15-16,1 0-5 0,2 5 0 0,3-3-11 16,0 1-15-16,0 0 15 0,0-1-13 0,11-1 6 15,-11-1-2-15,12-2-3 0,-2-3-4 0,-2-3-3 16,0 1 4-16,-8-7 0 0,9-1 12 0,-3-7-1 16,-2 1 1-16,-4-4-2 0,3-4 2 15,0-3-12-15,0-1 9 0,-3-4 21 0,2 0 11 16,0 0 44-16,-1 0 11 0,-1 0 2 0,3-9-26 15,-3-3-35-15,3-2-24 0,2-2-25 0,2-4 9 16,2-2 8-16,0-3-11 0,5 1 2 0,0 0-2 16,1 0-7-16,2 2 15 0,-2 1 3 0,-1 4-10 15,1 1 0-15,0 5-3 0,0 1-3 0,-1 3 4 16,-1 3-2-16,1 2 3 0,0 2 0 0,-1 0-5 16,-2 0 8-16,0 0-8 0,-1 13 6 15,-1-2 9-15,2 2-5 0,-2 2 8 0,2-1-6 16,-2-2 2-16,2 3 1 0,-1-4-3 0,-1 2-6 0,0 0 4 15,1-4-11-15,-4-3 0 0,1 2 10 16,1-3-1-16,-2-1 12 0,0-2 2 0,2-2 3 16,-2 0-8-16,0 0 3 0,3 0-6 0,-2-19 3 15,4 4 2-15,-3-2 7 0,1-1-5 0,0-1-3 16,-3-5-8-16,2 3-2 0,-4-4 19 0,-1 3 19 16,-1-1 25-16,-2 3 23 0,0 1 18 0,0 2 3 15,0 7 11-15,0-1-47 0,0 3-20 0,0 4-54 16,-11 0-38-16,11 4 12 0,0 0-16 0,-8 0 31 15,8 0 4-15,0 13 7 0,-6 1 1 16,6-4-3-16,0 5 5 0,0 2-13 0,0-1-5 16,0 5-15-16,0 0-26 0,0-1-10 0,0 2-9 15,11 0-9-15,-5-3-1 0,3 0-7 0,3-1-15 16,2-1-19-16,3 0-47 0,4-2-61 0,3-4-63 16,5-2-69-16,5 2-61 0,-1-7-236 0,3-2 5 15,-1-2 109-15</inkml:trace>
  <inkml:trace contextRef="#ctx0" brushRef="#br0" timeOffset="37902.82">9432 4630 2909 0,'0'-13'55'0,"9"3"43"0,-9 10 45 0,0-10 37 15,0 4-26-15,4 6-37 0,-4-7-40 0,0 1-37 16,0 6-28-16,0 0 6 0,0 0 3 0,12 0 7 15,-1 15-5-15,0-1-8 0,2 3-5 0,1 0-1 16,1 4-5-16,0 3 4 0,1 2-4 0,-3 2-4 16,-1 1 5-16,-3-1-10 0,-2 2 10 15,-3 0-2-15,-4-2 0 0,0-1-6 0,0 0-3 16,0-2 1-16,0-3 8 0,-11 0 1 0,11-2 1 16,-13-6-1-16,1 1-3 0,1-4 3 0,0-2-2 15,1-2 6-15,1-5-1 0,-2-2 9 16,2 0-9-16,0 0-7 0,0 0 8 0,1-13-12 0,0-1 11 15,1-3-6-15,1 1 0 0,1-4 5 0,2-2-2 16,2-3 7-16,1 1 3 0,0-2 6 0,0-4-1 16,15 2 4-16,2 1-8 0,1 0-3 0,3 1-1 15,2-2 4-15,4 3-6 0,4 2 9 0,0 6-1 16,3 1-7-16,-2 3 7 0,1 0-2 0,-1 7 9 16,-3 1 3-16,-2 5 0 0,-1 0-9 0,-6 0-7 15,0 14 6-15,-4 0-6 0,-1 2 11 16,-2 1-9-16,-3 3-8 0,-1-1 0 0,-4 0-4 15,3 3 5-15,-7-2-6 0,1 1 1 0,-2-1 2 16,0-1-7-16,0-3 1 0,0 0-2 0,0-3-18 16,0-2-26-16,0-2-38 0,0-2-49 0,0-1-61 15,0-3-51-15,0-3-67 0,0 0-52 0,0 0-21 16,12 0-14-16,-3 0-64 0,0-11-92 0,0 0 55 16,-9 4 100-16</inkml:trace>
  <inkml:trace contextRef="#ctx0" brushRef="#br0" timeOffset="38254.61">10072 4836 1929 0,'14'-3'36'0,"0"0"25"0,-1 0 31 0,1 0 38 16,3-3-2-16,-7 1 17 0,4-3 10 0,0 0 2 16,1 2 4-16,2-2-6 0,1-3-18 0,2 3-13 15,1-2-26-15,-1 0-19 0,-1 2-6 0,4-5-20 16,0 2 0-16,0-2-10 0,0 0-3 0,-1-2 10 16,0 0-7-16,2 0 3 0,-1-2 3 0,-4 0-2 15,3-2 15-15,-4 1 7 0,-3 0 8 0,0 1 22 16,-3 0 6-16,-2 5 33 0,-4-3 23 0,-3 4 3 15,-3 4-20-15,0 0-40 0,0 1-49 0,-16 1-51 16,0 5 3-16,-1 0-14 0,-6 0-4 0,-1 14 19 16,-5-2 4-16,-3 5 4 0,-1 5 19 15,-4 1-1-15,-1 5-21 0,0 3 0 0,5-1-10 16,0 2-18-16,5 3 17 0,1 2 5 0,6-2-4 16,1-1 4-16,5 1-5 0,4-3-10 0,3-2 14 15,5 0 1-15,3-3-16 0,0-3-11 0,0-3-47 16,11-6-29-16,4-3-48 0,3-2-34 0,4-5 2 15,1-5-20-15,4 0 19 0,2 0 11 0,1-14-24 16,2 2-9-16,0 0-53 0,0-5-55 0,0 0-28 16,-2-3-17-16,2-1-1 0,-2 0-50 0,2-2-105 15,-1-1 10-15,-1 1 83 0,-1-1 145 0</inkml:trace>
  <inkml:trace contextRef="#ctx0" brushRef="#br0" timeOffset="38581.6">10814 4669 2347 0,'18'-16'69'15,"-1"-1"64"-15,-4 2 80 0,-2 1 72 0,-5 3-3 16,-5-1-14-16,-1-1-43 0,0 3-40 0,0 3-17 15,0 1-17-15,0 1-1 0,-12-1-22 0,3 3-43 16,9 2-38-16,-14 1-34 0,2 0-16 0,0 0 12 16,-2 10 22-16,-1 3 0 0,-1 2 18 0,-1 1-23 15,0 1-17-15,0 4-6 0,1 3-4 16,1-1 6-16,-1 4-3 0,3 0 6 0,1 1-6 0,-2 1 1 16,5 0 6-16,-2-1-7 0,4-1 1 0,1 0-7 15,1-3-1-15,0-3 12 0,4-4-7 0,1-2 15 16,0-5 14-16,0 0 20 0,0-7 41 15,0-3 23-15,12 0-4 0,0 0-25 0,2-13-31 16,3-2-25-16,1-1 0 0,3-2-6 0,3-2 2 16,4-2-14-16,2-1-8 0,-1 2-2 0,3-1-7 15,-2 3-2-15,1 0-2 0,-4 5-5 0,0 2 3 16,-1-1 7-16,-5 4-3 0,-1 3-5 0,-5 4-8 16,0 2-26-16,-1 0-93 0,-2 0-75 0,-1 0-53 15,1 0-22-15,0 14 49 0,2-3 43 0,0 0-36 16,-1 2-68-16,-1-2-78 0,0 1-85 0,1-1-110 15,-1 0-162-15,-2 1 122 0</inkml:trace>
  <inkml:trace contextRef="#ctx0" brushRef="#br0" timeOffset="38992.55">11252 4747 3734 0,'-3'-18'10'0,"3"-1"-2"0,0-1 14 0,0 5 27 16,0-2 18-16,0 2 21 0,10-3 9 0,-10 8-22 15,16-1-30-15,-4 3-11 0,1 1-25 0,1 3 5 16,0 4-8-16,-1 0-4 0,3 0 4 0,-1 0-11 16,2 14 8-16,-1 0-5 0,-2 5 1 0,0-1-8 15,-2 3 11-15,-2 3-10 0,-2 0 4 0,1 4 12 16,-6-3-4-16,-3 6 3 0,0-1-12 0,0-2 12 16,0 1-13-16,0-1 11 0,0-3 8 15,0-2-9-15,0-2 7 0,-9-4 0 0,9-2 13 16,0-4 32-16,-8-4 68 0,8-3 66 0,-9-4 45 15,9 0-33-15,-7 0-66 0,1 0-74 0,-3-15-52 16,-4 0-1-16,0-3 3 0,-4-1 17 0,0-5-3 16,2 0-4-16,0-3 0 0,3-2-17 0,4-1-21 15,8-1 0-15,0 1-13 0,0-2 13 0,18 2 22 16,4-1 2-16,2 1 12 0,6 4-21 16,4 0 10-16,2 2-3 0,2 4-6 0,0 3 16 0,-1 2-15 15,-1 4-1-15,-1 1 12 0,-5 5-7 0,-2 1-3 16,-4 2 13-16,-4 2-18 0,-2 0-2 0,-4 0 5 15,-5 0-18-15,-3 0-47 0,0 0-117 0,-3 0-105 16,-2 0-62-16,2 0-36 0,-3 0-45 16,0 0-56-16,0 6-141 0,0-6-291 0,0 0 164 15</inkml:trace>
  <inkml:trace contextRef="#ctx0" brushRef="#br0" timeOffset="36962.44">8675 4163 3632 0,'9'-7'-5'0,"-1"1"-3"15,-2 6 12-15,-3 0 43 0,0 0 38 0,-3 0 12 16,0 15 19-16,0 7-30 0,0 4-25 0,0 5-9 16,0 2-29-16,0 3-15 0,0 5-3 0,0 1 1 15,0 2 4-15,0 0 3 0,0-2-11 0,9-1-2 16,-9-1-6-16,9-2 7 0,-9 1 9 0,9-5-6 16,-9-1-1-16,0-1-5 0,0-4-6 15,5-3 1-15,-5-2-19 0,0-3-18 0,0-5-11 0,0-2-21 16,0-4-16-16,0-3-24 0,0-6-67 0,0 0-106 15,0 0-131-15,0 0-252 0,0-15-146 16,0-1 130-16</inkml:trace>
  <inkml:trace contextRef="#ctx0" brushRef="#br0" timeOffset="37315.88">8985 4386 2965 0,'0'-22'4'0,"0"1"8"0,9 4 2 0,-9 1 4 16,11 3-8-16,-11 7-10 0,7-2-4 0,3 4-6 0,-6 2-31 15,4 2-74-15,-2 0-100 0,0 0-142 16,0 0-322-16,3 12 41 0,-1-4 101 0</inkml:trace>
  <inkml:trace contextRef="#ctx0" brushRef="#br0" timeOffset="37182.55">9114 4571 2674 0,'17'11'46'0,"-3"0"71"0,-4 0 64 0,-1 2 52 15,-1 1-5-15,-5 0-45 0,0 3-43 0,0 3-38 16,-2 2-37-16,4 1-25 0,-3 1-20 0,1 0-7 16,-2 3-14-16,4-2 3 0,-2 1-2 15,1-1-6-15,-1-1 8 0,2 4 3 0,-2-4 5 16,1-2-14-16,1-3-9 0,-2-2-40 0,-1 1-53 16,-1-6-59-16,1-5-93 0,-2 0-106 0,0-7-95 15,0 0-268-15,0 0-11 0,-14-11 138 0</inkml:trace>
  <inkml:trace contextRef="#ctx0" brushRef="#br0" timeOffset="40989.95">449 6802 2611 0,'-8'4'0'0,"5"1"-1"16,2-1 6-16,1 1 16 0,-2-2 30 0,-1 4 27 15,0 0 6-15,3-1-6 0,0 7-25 0,0-2-23 16,0 1-5-16,0-1-7 0,0 4-2 0,8 1 7 15,4-2-1-15,-5 1-2 0,5-1 13 0,-2-1 3 16,0 0 23-16,-2-2 22 0,4-2 7 0,-4-3 23 16,1 1-10-16,0-4 4 0,-2-3 8 0,2 0-9 15,-2 0 19-15,0 0-13 0,2 0-13 0,-1-12-24 16,2-2-32-16,3 1-10 0,-1-1-32 0,1-1 8 16,-2-2-11-16,3 0-7 0,-1-2 24 0,0 0-39 15,0-3-16-15,-4 0-30 0,2 0-41 0,-5-3-16 16,0 2-48-16,-1-2-48 0,-2 5-52 0,-3-1-42 15,0 3-14-15,0 3-12 0,0 1-66 16,0 5-176-16,0 3 31 0,0 2 92 0</inkml:trace>
  <inkml:trace contextRef="#ctx0" brushRef="#br0" timeOffset="41414.32">743 6683 2660 0,'0'0'28'0,"0"0"15"16,0 0 25-16,12 0 12 0,-12 0-12 0,0 0-12 15,7 0-21-15,-7 0 0 0,10 0-8 0,-4 0 1 16,2 0-4-16,1 0 9 0,0 0 17 0,2 0 3 16,2 0-1-16,4 10-21 0,-2 1-25 15,2 3-2-15,0-2-5 0,-1 5 0 0,1 0-3 16,-3 1 1-16,-2 2 6 0,2 1-6 0,-7-2 6 16,2 1-2-16,0 0 1 0,-1 0 4 0,-5-1-8 15,3-2 10-15,-6-2-6 0,0 0 0 0,0-2 8 16,0-4-5-16,0 0 15 0,0-3 19 0,0-1 15 15,0-1 23-15,0-3 24 0,0-1 5 0,0 0 1 16,0 0-28-16,0 0-28 0,0 0-28 0,0-12-20 16,0-1 4-16,0 4-10 0,0-5 7 0,0-3-3 15,0 1-7-15,0-5 10 0,0 1-6 16,0-4 10-16,0 2-3 0,0-2-3 0,14 1 7 16,-1-2-16-16,1 0-2 0,4 4 2 0,4 1-3 15,-3-1-5-15,4 1 16 0,-3 7-12 0,3 0 2 16,-7 5 19-16,1 1-18 0,-2 5 9 0,-1 2-3 15,0 0-14-15,-4 0 17 0,5 11-2 0,-4 0-3 16,1 1 13-16,2 2-9 0,-1 1-4 0,-3 1 10 16,0 2-11-16,1-3 2 0,-2 2 4 0,0-1-3 15,-1 1 3-15,1-2-3 0,-5-2-33 0,2 0-57 16,1-2-71-16,-3-2-99 0,-1-1-79 0,0-2-63 16,0-1-87-16,0-2-225 0,0 1 89 0,0-4 119 15</inkml:trace>
  <inkml:trace contextRef="#ctx0" brushRef="#br0" timeOffset="41766.25">1943 6601 2987 0,'8'-2'22'0,"-2"-2"35"0,0 4 38 15,-6 0 36-15,0 0-8 0,0 0-30 0,0 0-39 16,0 0-39-16,0 0-20 0,0 0-1 0,0 0 1 15,0 0 22-15,0 0 15 0,0 0 18 0,0 0 25 16,-9 0-2-16,9 0 8 0,-6 0-22 0,6 0-20 16,-5 0-8-16,-4 0-18 0,6 0-3 15,-8 0-2-15,5 0-14 0,-7 0-5 0,-1 0 9 16,-3 0-3-16,2 13 2 0,-5-1 8 0,-3 4-1 16,2-4-9-16,-2 4-1 0,4 2 7 0,-1 1-14 15,0 2 11-15,0 1 6 0,4 0-7 0,2 3 7 16,2-2 0-16,4 0-5 0,2 2-1 0,3-1-1 15,3 0-4-15,0-3 6 0,0 0-7 0,14-3-7 16,-2-1-9-16,5-1-20 0,-1-5 5 0,4-2-19 16,3-1-12-16,4-4-22 0,-1-4-48 0,8 0-43 15,-1 0-67-15,3 0-63 0,4-15-80 0,-1-1-251 16,4-1-10-16,-4 0 102 0</inkml:trace>
  <inkml:trace contextRef="#ctx0" brushRef="#br0" timeOffset="42331.39">2472 6169 3080 0,'-14'-28'39'16,"2"1"49"-16,1 6 66 0,-3 1 61 0,2 7 1 0,-1 3-37 16,4 1-69-16,-2 6-58 0,2 3-47 15,-2 0-10-15,5 0 7 0,-5 18-5 0,5 5 6 0,-1 8 9 16,1 2-15-16,0 8 3 0,-2 6 7 0,5 6-4 15,3 2 3-15,0 1-1 0,0 2-17 16,14-2 4-16,-5-2 16 0,8 0-4 0,-4-3 13 16,4-1-12-16,0-4-11 0,2-4 8 0,-2-1-3 15,-2-6-4-15,-1-4-11 0,0-3-10 0,-5-5-19 16,1-4-11-16,-4-4 10 0,2-6 11 0,-5-1 24 16,0-3 26-16,-3-2 2 0,0-3-3 0,0 0-4 15,0 0-14-15,0-13 5 0,0 2 1 0,-14-2-8 16,-2-3 12-16,4-1-5 0,-5-2-7 15,0-2 5-15,-3-2 3 0,1 2-2 0,-1-1 4 0,3-2 6 16,4 5 0-16,0-2-4 0,6 4 2 0,4 0-13 16,3 1 3-16,0 3-3 0,0-1-1 15,19 1 9-15,1 1-4 0,3-4 5 0,4 1-4 16,7 4-2-16,-2-3 1 0,7 1-10 0,-2 2 16 16,-1 0-11-16,0 3 0 0,1 1 5 0,-5 0-8 15,-5 2 11-15,-1 4-12 0,-3 1 1 0,-5 0-2 16,-3 0 2-16,-1 0 8 0,-1 13 14 0,1 1-6 15,-5-1 5-15,5 2-2 0,-5 2-4 0,5-1 15 16,-4 2-11-16,-1 3 0 0,5-1-2 0,-2 1-18 16,-1-1 13-16,4 4-5 0,-4-4 0 0,-1 1 11 15,-1-1-12-15,2-2 8 0,-2-1-4 0,-1 1-2 16,-2-5 3-16,3-1 5 0,-4-2-2 0,-2-2 1 16,0-1-5-16,0-3-5 0,-3 1-3 15,0-3 1-15,0-1 2 0,0-1-20 0,0 0-18 16,0 0-144-16,0 0-178 0,0-9-169 0,0-5-355 15,-17 0 63-15,2-5 182 0</inkml:trace>
  <inkml:trace contextRef="#ctx0" brushRef="#br0" timeOffset="42501.25">2871 6233 4022 0,'0'-13'22'0,"0"1"42"0,0 2 52 0,0 0 36 16,0 6-17-16,-14-4-45 0,14 5-57 15,0 0-48-15,0 2-59 0,0 1-52 0,0 0-63 0,0 0-63 16,0 0-28-16,0 0-52 0,0 0-44 16,0 10-50-16,0 1-199 0,8 1-76 0,1 0 110 15</inkml:trace>
  <inkml:trace contextRef="#ctx0" brushRef="#br0" timeOffset="42797.68">3108 6501 2613 0,'0'11'-5'16,"0"-3"2"-16,0 2 14 0,0 2 31 0,0 1 30 0,0 3 13 15,0 1-7-15,0 2-25 0,0 1-21 16,0 3-13-16,0 3-8 0,0-1-1 0,0 3-4 16,0-3-2-16,0-1 0 0,0 0-2 0,11 0 5 15,1-3 2-15,1-1 23 0,1-5 36 0,3-3 25 16,2-2 34-16,1-3 14 0,0-5-19 0,3-2-14 15,0 0-9-15,-1 0-32 0,0-14 8 0,-3-1-8 16,1 0-5-16,-5-1 14 0,0-1-20 0,-5-2-8 16,0-1-21-16,-5-1-18 0,-1-2-9 0,-4-3-27 15,0-2-16-15,0-3-19 0,0-1-9 0,-16-1-12 16,5 1-23-16,-4-1-34 0,1 3-71 16,3 2-57-16,-1 3-59 0,-1 5-59 0,2 2-79 15,-1 2-222-15,4 5 81 0,-1 1 112 0</inkml:trace>
  <inkml:trace contextRef="#ctx0" brushRef="#br0" timeOffset="40648.68">-19 6787 1921 0,'-14'15'33'0,"1"-2"22"0,5-2 8 15,2-2 14-15,3-2-34 0,0-2-17 0,3-3-11 16,0 0 2-16,0-2 24 0,0 0 1 16,0 0 7-16,15 0-17 0,2 0-20 0,1 0-24 15,8-14-36-15,0 0-64 0,2 2-94 0,7-2-233 0,2-1-120 16,1-1 64-16</inkml:trace>
  <inkml:trace contextRef="#ctx0" brushRef="#br0" timeOffset="40497.68">216 7093 2086 0,'0'6'18'15,"0"0"23"-15,0-5 35 0,0 4 47 0,0-2 29 16,0-1 26-16,0-1 13 0,0-1-3 0,0 3-5 16,0-3-10-16,0 0-16 0,0 0-23 15,0 0-7-15,0 0-25 0,0 0-13 0,0 0 2 0,0 0-5 16,0 0 15-16,0-9 9 0,0 0-23 15,0 0-23-15,0-1-14 0,-12-2-13 0,12-2 4 16,-13-3-1-16,3-6-18 0,-2 0 7 16,5-5 51-16,-4-2-7 0,-3-2 15 0,5-3-21 0,-1-2-45 15,0-1 42-15,-2-3 52 0,5 1 17 0,-4 0-2 16,5 1-53-16,0 0-66 0,1 6-18 0,2 5-8 16,3 1-1-16,0 3-7 0,0 5-8 0,0 3-20 15,0 3-9-15,14 2-23 0,-3 0-74 0,1 3-38 16,5-1-22-16,-1 3 2 0,1 1 41 0,0-1 26 15,2 3 5-15,1 0-22 0,-3 2-32 16,0 1-40-16,-1 0-34 0,-2 0 0 0,-2 0 38 16,-4 0 24-16,-1 15 6 0,-2-2-44 0,-5 2-203 15,0 3-120-15,0 1 66 0</inkml:trace>
  <inkml:trace contextRef="#ctx0" brushRef="#br0" timeOffset="45798.75">3400 6601 2648 0,'9'0'13'0,"1"0"33"0,-1-11 49 15,-1 11 49-15,1-13 21 0,2 13-13 0,-2-11-39 16,4 11-32-16,-2-9-17 0,1 9-6 15,2 0-9-15,0 0-19 0,-2 0-15 0,1 0-11 16,3 0-4-16,-3 11-3 0,1 1 1 0,0-2-5 0,-2 3 4 16,-2 1 7-16,3 0 3 0,-6 2 1 15,5 1-4-15,-4 0-2 0,-1 1-1 0,0-2 2 16,-4 1-1-16,3-2 8 0,-3 2-12 0,-3-3 8 16,0 2 6-16,0-6-9 0,0 0 11 0,0-1-11 15,0 0 1-15,0-1-2 0,0-5 2 0,0 3 7 16,0-2 26-16,0-1 16 0,0-2 18 0,0 0 14 15,0-1-10-15,0 0 2 0,0 0-7 0,0 0 3 16,0 0-3-16,0 0-10 0,0-10-19 16,0 2-29-16,0-2-17 0,0-1-5 0,0-2 1 15,0-2 7-15,0-2 6 0,0-2-3 0,0 1-7 16,0-1-3-16,13 0-4 0,-2 1 1 0,-2 1 20 16,2 1-1-16,1 4 3 0,-1 1-8 0,-4 2-16 15,2 1 6-15,0 3-13 0,-1 3-1 0,1 2 16 16,2 0-7-16,-2 0 13 0,4 11 9 0,1 2-19 15,1 1 7-15,-1 2 4 0,0 1-2 0,-4 0 4 16,2 3-3-16,2 0-3 0,-8 0-2 0,3 0 4 16,-4-2-2-16,1 1-2 0,-2-2 13 0,0 0-1 15,-1-4 26-15,-3 1 7 0,0-5 0 0,3 3 7 16,-3-4-29-16,3-2 12 0,-3-1-3 0,0-1 3 16,0-1 2-16,0 0-4 0,0-3 14 15,0 4 21-15,0-4 33 0,0 0 23 0,0 0 38 16,0 0 7-16,0 0 4 0,0 0-6 0,0 0-24 15,0 0-11-15,0 0-10 0,0 0-8 0,0 0-7 16,0 0 0-16,0 0-3 0,0 0-4 0,0-9-9 16,0 9-12-16,0 0-1 0,0 0-7 0,0-5-6 15,0 5 3-15,0 0-9 0,0-3-11 0,0 3-8 16,0-3-7-16,0 3-10 0,0 0 1 0,0-4-4 16,0 4-5-16,0 0-2 0,0 0-2 0,0-1-5 15,0-1 1-15,0 2-2 0,0 0 0 16,0 0 2-16,0 0-2 0,0 0-2 0,0 0-3 0,0 0 2 15,0 0-3-15,0 0 3 0,0 0 4 16,0 0-6-16,0 0 2 0,0 0 1 0,0 0-3 16,0 0 3-16,0 0 0 0,0 0-3 0,0 0 2 15,0 0 0-15,0 0 0 0,-6 0 1 0,6 0 3 16,0 0 1-16,-3 0-2 0,3 0 2 0,0 0-2 16,0 0 3-16,0 0 2 0,0 0-1 0,0 0 1 15,0 0-2-15,0 0-3 0,0 0 2 0,0 0-1 16,0 0-1-16,-5 0 4 0,5 0-3 15,0 0 1-15,0 0 0 0,0 0-1 0,0 0 1 0,0 0-4 16,0 0 6-16,0 0-2 0,0 0 1 16,0 0-1-16,0 0-3 0,0 0 0 0,0 0-3 15,0 0 6-15,0 0-6 0,0 0 4 0,0 0 2 16,0 0-4-16,0 0 2 0,0 0 4 0,0 0-4 16,0 0 2-16,0 0 1 0,0 0-3 0,0 0 2 15,0 0-2-15,0 0-2 0,0 0-1 0,0 0 1 16,0 0 2-16,0 0 0 0,0 0 4 0,0 0-4 15,0 0 1-15,0 0 1 0,0 0-4 0,0 0 6 16,0 0-4-16,0 0 3 0,0 0-3 0,0 0-2 16,0 0 2-16,0 0-1 0,0 0 2 0,0 0 1 15,0 0 0-15,0 0-4 0,0 0 4 0,0 0-4 16,0 0-1-16,0 0 3 0,0 0-4 0,0 0 6 16,0 0-4-16,0 0 1 0,0 0 2 15,0 0-4-15,0 0 3 0,0 0-2 16,0 0-1-16,0 0 1 0,0 0 4 0,0 0-2 0,0 0-2 15,0 0 2-15,0 0-1 0,-9 0-1 0,9 0 4 16,0 0-3-16,0 0 3 0,0 0-1 0,0 0 3 16,0 0-2-16,0 0-4 0,0 0 3 0,0 0-5 15,0 0 6-15,0 0 0 0,0 0-3 0,0 0 1 16,0 0-3-16,0 0-1 0,0 0 4 0,0 0-1 16,0 0 1-16,0 0-2 0,0 0 2 15,0 0 0-15,0 0-2 0,0 0 4 0,0 0-2 0,0 0 0 16,0 0 2-16,0 0-4 0,0 0 2 15,0 0 2-15,0 0-2 0,0 0 3 0,0 0-3 0,0 0 0 16,0 0-2-16,0 0 0 0,0 0 2 16,0 0 0-16,0 0 2 0,0 0 0 0,0 0-4 15,0 0 2-15,0 0 2 0,0 0 1 0,0 0 1 16,0 0-6-16,0 0 0 0,0 0 0 0,0 0 2 16,0 0 5-16,0 0-6 0,0 0 2 0,0 0-2 15,-9 0-3-15,9 0 7 0,0 0-3 0,0 0 2 16,0 0 0-16,0 0-3 0,-8 0-3 0,8 0 2 15,0 0-3-15,0 0 0 0,0 0-12 0,0 0-10 16,0 0-6-16,0 0-8 0,0 0 3 0,0 0 4 16,0 0 5-16,0 0 6 0,0 0 3 15,0 0 2-15,0 0-1 0,0 0-2 0,0 0 3 16,0 0 4-16,0 0-3 0,0 0 1 0,0 0 1 16,0 0-1-16,0 0 9 0,0 0 2 0,0 0 3 15,0 0 4-15,0 0 0 0,0 0-2 0,0 0-4 16,0 0-1-16,0 0 4 0,0 0 1 0,0 0 5 15,0 0-1-15,0 0-5 0,0 0 3 0,0 0-4 16,0 0 1-16,0 0 3 0,0 0-5 0,0 0 4 16,0 0-2-16,0 0-3 0,0 0 6 0,0 0-3 15,0 0 1-15,0 0 1 0,0 0 0 0,0 0 0 16,0 0 2-16,0 0-4 0,-10 0-2 16,10 0-1-16,0 0 4 0,0 0 0 0,0 0 0 0,0 0-1 15,-7 0 3-15,7 0 0 0,0 0 0 16,0 0-1-16,0 0-6 0,-7 0 7 0,7 0-3 15,0 0 1-15,-5 0 1 0,5 0-1 0,0 0-1 16,-1 0 6-16,1 0-3 0,0 0-3 0,-3 0 2 16,0 0 0-16,3 0 1 0,0 0-2 0,-3 0 3 15,3 0-4-15,0 0 1 0,0 0 1 0,0 0-2 16,0 0-2-16,0 0 5 0,-3 0 0 0,3 0-2 16,0 0 0-16,0 0-5 0,0 0 2 15,0 0 1-15,0 0 4 0,0 0 2 0,0 0-4 0,0 0 6 16,0 0-4-16,0 0-3 0,0 0 3 0,0 0-7 15,0 0 6-15,0 0 0 0,0 0-3 16,0 0 4-16,0 0-7 0,0 0 4 0,0 0 2 16,0 0 2-16,0 0-1 0,0 0-2 0,0 0-2 15,0 0 0-15,0 0 1 0,0 0 0 0,0 0 3 16,0 0-2-16,0 0 2 0,0 0 0 0,0 0-4 16,0 0 1-16,0 0 0 0,0 0-2 0,0 0 1 15,0 0 0-15,0 0-4 0,0 0 6 0,0 0-3 16,0 0 2-16,0 0 2 0,0 0-6 0,0 0 4 15,0 0 2-15,0 0-3 0,0 0 2 0,0 0-1 16,0 0-3-16,0 0 6 0,0 0-2 16,0 0 0-16,0 0 0 0,0 0-2 0,0 0-5 15,0 0 3-15,0 0 2 0,0 0-2 0,0 0 7 16,0 0-3-16,0 0 2 0,0 0-2 0,0 0-5 16,0 0 6-16,0 0-2 0,0 0-2 0,0 0 7 15,0 0-5-15,0 0 0 0,0 0 3 0,0 0-1 16,0 0 2-16,0 0-3 0,0 0 3 0,0 0-5 15,0 0 0-15,0 0 2 0,0 0-1 0,0 0 2 16,0 0-2-16,0 0 1 0,0 0 1 0,0 0 1 16,0 0-1-16,0 0 6 0,0 0-4 0,0 0 0 15,0 0 3-15,0 0-6 0,0 0 0 16,0 0-4-16,0 0 4 0,0 0 0 0,0 0 3 0,0 0-1 16,0 0-2-16,0 0-3 0,0 0 3 15,0 0 2-15,0 0-3 0,0 0 5 0,0 0-9 16,0 0 2-16,0 0 6 0,0 0-6 0,0 0 7 15,0 0 0-15,0 0-6 0,0 0 3 0,0 0-1 16,0 0 2-16,0 0-4 0,0 0 4 0,0 0-3 16,0 0-4-16,0 0 4 0,0 0 1 0,0 0 0 15,0 0-1-15,0 0 3 0,0 0-2 0,0 0 1 16,0 0 5-16,0 0-6 0,0 0-1 0,0 0 3 16,0 0-8-16,0 0 6 0,0 0-2 0,0 0-2 15,0 0 7-15,0 0-6 0,0 0 4 16,0 0 1-16,0 0-3 0,0 0 3 0,0 0-1 15,0 0 0-15,0 0-3 0,0 0 3 0,0 0-4 16,0 0 3-16,0 0 2 0,0 0-3 0,0 0 2 16,0 0 0-16,0 0-1 0,0 0-2 0,0 0 3 15,0 0-2-15,0 0 0 0,0 0 3 0,0 0-5 16,0 0 3-16,0 0 2 0,0 0-1 0,0 0 2 16,-11 0-4-16,11 0 1 0,0 0-4 0,0 0 2 15,0 0 5-15,0 0-6 0,0 0 5 0,0 0-2 16,0 0 0-16,0 0 3 0,0 0 1 0,0 0-1 15,0 0-4-15,0 0 2 0,0 0-4 0,0 0 2 16,0 0 3-16,0 0-2 0,0 0 6 0,0 0 0 16,0 0-2-16,0 0 7 0,0 0 6 15,0 0 0-15,0 0 5 0,0 0-6 0,0 0-4 16,0 0 2-16,0 0-2 0,0 0 1 0,0 0-3 16,0 0-3-16,0 0-6 0,0 0 1 0,0 0-3 15,0 0 2-15,0 0 1 0,0 0-3 0,-9 0 2 16,9 0 0-16,0 0-4 0,0 0 7 0,0 0-4 15,0 0-4-15,0 0 7 0,0 0-3 0,0 0 2 16,0 0-1-16,0 0-2 0,0 0-2 0,0 0-2 16,0 0 6-16,0 0-3 0,0 0 0 0,0 0 4 15,0 0-6-15,0 0 6 0,0 0 0 0,0 0-4 16,0 0 1-16,0 0-2 0,0 0 0 16,0 0 3-16,0 0 1 0,0 0-4 0,0 0 2 0,0 0-3 15,0 0 3-15,0 0 2 0,0 0-1 16,0 0-1-16,0 0 3 0,0 0-3 0,0 0 1 15,0 0-1-15,0 0 0 0,0 0-1 0,0 0 1 16,0 0 3-16,0 0-5 0,0 0 4 0,0 0-3 16,0 0-1-16,0 0 2 0,0 0-4 0,0 0 5 15,0 0 2-15,0 0-3 0,0 0-2 0,0 0-5 16,0 0 1-16,0 0 1 0,0 0 5 0,0 0 0 16,0 0 1-16,0 0-2 0,0 0 2 0,0 0-3 15,0 0 4-15,0 0 0 0,0 0-3 0,0 0 6 16,0 0-2-16,0 0 7 0,0 0 8 0,0 0 15 15,0 0 23-15,0 0 16 0,0 0 17 16,0 0 20-16,0 0-1 0,0 0 14 0,0 0-3 16,0-10-8-16,0 10 3 0,0-8-7 0,0 8-10 15,6 0-19-15,-6-7-23 0,8 2-27 0,-8 5-12 16,4-4-10-16,1 0-5 0,-2 0 0 0,0 1 0 16,0 1 0-16,-2-2 0 0,2 3 0 0,-1 0 0 15,-1 0 0-15,2 0 0 0,0 1-5 0,-3-2-5 16,5 2-1-16,-2 0 4 0,0-1-3 0,0 1 2 15,-3 0-1-15,3 0-7 0,-3 0 7 0,3 0 3 16,0-1-4-16,-1 1 3 0,-2-1 9 16,3 1-3-16,-3-2 9 0,1 0-2 0,1 2-3 15,-1 0 10-15,-1-1-1 0,2 0 2 0,-2-1 2 16,0-1-4-16,3 3 0 0,-3 0-5 0,0-2-3 16,0 0-4-16,0-2 0 0,0 4 0 0,0-3 0 15,0 2 0-15,0-1 0 0,0-1 0 0,0 3 0 16,0-2 0-16,0 0 0 0,0 0 0 0,0 2 0 15,0-3 0-15,0 1 0 0,0 2 0 0,0 0 0 16,0 0-30-16,0 0-64 0,0 0-103 0,0 0-102 16,0 0-70-16,0 0-60 0,0 0-86 0,0 11-78 15,0-11 13-15,0 6 51 0,0-6 151 0,0 8 171 16,0 0 59-16,0-1-4 0,0 1-64 0,0 5-95 16,0-2-51-16,0 1-6 0,0-1-7 15,0 3-170-15,0-1-13 0,0-5 81 0</inkml:trace>
  <inkml:trace contextRef="#ctx0" brushRef="#br0" timeOffset="47012.82">4930 6513 2665 0,'-27'24'63'0,"0"-1"49"16,2-6 47-16,4-4 49 0,3 0-32 0,6-5-26 16,1-2-30-16,1-1-45 0,5-2-25 0,3-1-25 15,2-1-18-15,0-1-3 0,0 0-7 0,0 0 3 16,0 0 0-16,11 0 7 0,1 0 9 0,5 0 4 15,3 0 4-15,2 0-7 0,7 0-11 0,3 0 0 16,3 0-12-16,5 0 7 0,-2 0 2 0,1-11-5 16,-2 11 26-16,-4-10 7 0,-3 10 26 0,-5-8 11 15,-7 8-12-15,-5 0-9 0,-5 0-21 0,-2 0-8 16,-6 0-13-16,0 0-8 0,0 0-9 0,0 0-7 16,0 0 23-16,0 11-1 0,0-1-1 0,0 4 8 15,-10-1-17-15,10 2 2 0,-10 4 7 16,3-1-5-16,7 3 2 0,-8 0 1 0,1 3-1 15,4-1 3-15,-2 4 2 0,5-1-3 0,0 2-8 16,0-1-1-16,0 0-19 0,0-1 5 0,0-2 4 16,0-3 5-16,0-4 16 0,12-1-7 0,-1-6 10 15,-4-1-1-15,3-4 5 0,-3-5 0 0,7 0 3 16,-4 0-2-16,7 0 9 0,-2-16 10 0,8-2 4 16,0-1 5-16,3-2 1 0,-2-3 19 15,5 0 2-15,-3-3 18 0,-1 1-8 0,0-3-18 0,-4-1-9 16,-4 1 6-16,-2 1 42 0,-3 1 30 0,-6 3 1 15,-6-1-32-15,0 3-91 0,0 2-95 16,0 1-47-16,-17 4-54 0,-2 2-28 0,-1 0 11 16,-1 4-24-16,-4 1-48 0,-3 3-42 0,0 5-66 15,-2 0-51-15,2 0-45 0,1 0-183 0,3 14 72 16,0-2 117-16</inkml:trace>
  <inkml:trace contextRef="#ctx0" brushRef="#br0" timeOffset="46557.63">5035 6907 2658 0,'5'0'48'0,"-2"10"36"0,0-10 50 0,-3 12 53 16,0-6 0-16,0-6 16 0,0 6-8 0,0-6-28 16,0 6-26-16,0-6-19 0,0 0-1 0,0 3 30 15,0-3 54-15,0 0 61 0,0 0 59 0,0 0 26 16,0 0-8-16,0 0-30 0,0 0-42 0,0 0-38 16,0 0-41-16,0 0-43 0,0-12-47 0,0 1-25 15,0-2-23-15,-11-2-17 0,11-2-7 0,-12-5-14 16,1-2 4-16,2-6 0 0,-1-1-8 15,-3-7-12-15,0-5-4 0,1-4-1 0,-4-5 3 16,-2-1 8-16,2-6-4 0,-1 2-5 0,0-1-3 16,0 3-2-16,5 2-1 0,2 3-12 0,-1 9-43 15,5 2-59-15,3 9-76 0,3 3-88 0,0 6-81 16,0 1-103-16,17 8-44 0,1-2 26 0,5 3 60 16,1 1 79-16,3 1 15 0,5 0-38 0,-1 8-28 15,3 1-17-15,-3 0 19 0,-1 0-60 0,-4 0-126 16,-2 17 100-16</inkml:trace>
  <inkml:trace contextRef="#ctx0" brushRef="#br0" timeOffset="47537.96">5650 6741 2826 0,'31'0'70'0,"-4"0"78"0,-3-8 60 15,2 8 52-15,-5-11-38 0,-2 2-46 0,-3 9-50 16,-1-7-19-16,-1 1-29 0,0 6-28 0,-2 0-15 16,-1 0-31-16,-2 0-10 0,0 0-7 0,0 0 8 15,-3 0-4-15,2 10 5 0,-1 0 5 0,1-1-3 16,-1 1 3-16,-1 1 0 0,2 2 3 0,0 1-2 15,-2 3-6-15,0 0 11 0,-2 0-8 0,-1-2 5 16,0 2 5-16,-1-1-5 0,-2-4 3 0,1 2-4 16,-1-3 1-16,0-1-5 0,0-2 7 0,0-1-1 15,-12-3 9-15,12 1-1 0,-13-2-6 0,2-1 9 16,2-2 7-16,9 0 6 0,-14 0 7 16,7 0-8-16,1 0-13 0,6-16-7 0,0 4-9 15,0-1-2-15,0-4 0 0,0-1 0 0,0 0-3 16,13-1-3-16,4-3-3 0,6 0-6 0,1 1 19 15,6-3-5-15,4 6-4 0,-1-1 10 0,2 6-18 16,-1-2 8-16,-4 4 10 0,-3 2-6 0,-2 3 14 16,-6 2 8-16,-2 2-6 0,-3-1 15 0,-4 1 4 15,-2 2-1-15,-4 0 9 0,-1 0 10 0,1 0-5 16,-4 0 7-16,0 0 3 0,0 0 22 0,0 0 21 16,0 0 33-16,0 9 18 0,0-9-5 15,0 0-3-15,0 0-32 0,-10 0-24 0,10 0-10 0,0 0-6 16,0 7 5-16,-6-7 2 0,6 0-4 0,0 0-18 15,0 0-11-15,0 0-6 0,0 0-18 16,0 0-3-16,0 0-1 0,0 0-9 0,0 0-3 16,0 0 6-16,0 0-12 0,0 0-12 0,0 0-43 15,0 0-60-15,0 0-114 0,0 0-119 0,0 0-60 16,0-7-26-16,0 7 34 0,0-4-19 0,0 4-71 16,0-5-95-16,9 1-313 0,2-4 129 0,0 1 174 15</inkml:trace>
  <inkml:trace contextRef="#ctx0" brushRef="#br0" timeOffset="51344.11">9933 6690 3045 0,'-8'-14'34'0,"2"-3"31"0,3 2 28 0,0-1 53 15,0 2 20-15,3 3-10 0,-3-2-10 0,2 5-42 16,-2-1-55-16,3 2-26 0,-2 3-16 0,2-1-15 15,0 3-3-15,0 2 8 0,0 0-4 0,0 0 1 16,9 0 1-16,-9 0-4 0,15 11 5 0,-2 3-7 16,-1 1 3-16,3 2-1 0,0 1-5 15,3 5 10-15,0 0-1 0,-2 2 7 0,-1 3 6 0,-1-2-8 16,-2 1-4-16,-3-3 6 0,0 0-4 16,-5-1 7-16,0 0-6 0,-1-5 3 0,0-2-3 15,-3-3 4-15,0-2 7 0,0-3-2 0,0-1 5 16,0-3 9-16,0 1 14 0,0-5 5 0,0 0 7 15,0 0-9-15,0 0-11 0,0 0-11 0,0-12-6 16,0 0-9-16,-11 1-4 0,2-2 5 0,9-3-4 16,-11-2 4-16,1-2 8 0,4-6 12 0,-4 2 15 15,10 0 1-15,-4-4-12 0,4 1-12 0,0-1-17 16,0-3 1-16,0 5-3 0,14 0 0 16,-2 0-1-16,0 2 2 0,1 5 1 0,3-1-5 0,0 3 3 15,0 4-10-15,0-1-21 0,2 4-26 16,-1 0-35-16,0 1-46 0,0 3-50 0,-2 1-90 15,0 1-65-15,0 3-47 0,-1-1-31 0,-2 2-124 16,0 0-91-16,-1 0 99 0</inkml:trace>
  <inkml:trace contextRef="#ctx0" brushRef="#br0" timeOffset="51725.78">10299 6579 2636 0,'0'-11'25'0,"0"1"29"0,0 0 31 0,14 0 36 15,-2 2 5-15,-2-2-13 0,1 0-24 16,1 1-33-16,0 5-26 0,2-1-15 0,0 0-11 16,1 5-8-16,0 0-4 0,3 0-2 0,1 0 3 15,-1 0 3-15,0 10-3 0,-1 5-2 0,-1-1 3 16,1 2 2-16,-3 4 4 0,-1 0-3 0,-3 1 5 16,-3 4-1-16,-1 0 1 0,-3-1 2 0,-3 3-5 15,0-2 0-15,0-1-2 0,0-2 5 0,-12-2-1 16,12 0-4-16,-14-1 2 0,5-4 0 0,0-1 1 15,2-1 10-15,7-5 1 0,-10 1 21 0,4-5 20 16,0 0 23-16,2-1 29 0,-1-3-4 16,1 0-5-16,1 0-22 0,-2 0-15 0,-1-14-15 15,1 4-13-15,1-1 3 0,1-2-5 0,0-3 11 0,1-1 2 16,2 0-13-16,0-5-13 0,0 2-18 16,0-3-1-16,14 0 7 0,0-2 4 0,-1 0 3 15,2 1 1-15,2-2-18 0,3 3 0 0,3-1 7 16,1 1-3-16,2 4-14 0,1-1-27 0,4 3-49 15,-1 0-70-15,0 3-74 0,4 2-90 0,-1 1-87 16,1 1-88-16,-3 1-240 0,3-2 73 0,-1 7 131 16</inkml:trace>
  <inkml:trace contextRef="#ctx0" brushRef="#br0" timeOffset="52053.92">11013 6585 2590 0,'0'0'28'15,"0"0"6"-15,0 0 6 0,12 0 15 0,-1 0-19 16,-1 0 4-16,2 0 0 0,4-11-12 0,2 0-10 16,1 2-10-16,3-2-4 0,2 2 3 0,0-2 3 15,1 1 20-15,-3-2 17 0,1 0 26 0,-3 0 50 16,-2-2 46-16,-1 0 24 0,-5 1-9 0,-3 1-34 16,-3 1-49-16,-6 2-27 0,0 0-16 0,0 2-19 15,0 2-20-15,-12 1-19 0,3 1-7 0,-5 3-1 16,1 0-1-16,-3 0 1 0,-2 0 3 15,-3 0 5-15,-2 17-5 0,-1 0 7 0,-3 5-4 16,-1-1-5-16,1 4 10 0,-2 0-12 0,2 2 0 0,-1 1 1 16,4 0-10-16,1-2-10 0,5-2-8 15,3-1-3-15,6 0-1 0,3-4 10 0,6 0-16 16,0-2 3-16,18-4-16 0,3-2-16 0,5 0-4 16,4-5-58-16,7 0-70 0,4-2-68 0,1-4-76 15,4 0-62-15,-1 0-247 0,1 0 39 0,0-12 102 16</inkml:trace>
  <inkml:trace contextRef="#ctx0" brushRef="#br0" timeOffset="52465.3">11490 6521 4021 0,'-34'-20'26'0,"5"3"33"0,7 2 61 16,3-1 65-16,9 4 34 0,2-1 18 0,5 2-49 0,3 1-73 15,0-2-73-15,17 4-68 0,4-3-37 16,6 1-50-16,5-2-71 0,6 4-37 0,6-3-33 15,8-1-39-15,1 3-58 0,3 2-118 0,-1 1-139 0,3-1-292 16,-5 1 143-16</inkml:trace>
  <inkml:trace contextRef="#ctx0" brushRef="#br0" timeOffset="52341.38">11787 5966 3678 0,'-10'-20'39'15,"10"5"16"-15,-14 5 2 0,5 0 10 0,9 4-44 16,0 6-17-16,0 0-8 0,-9 0-5 0,9 0 4 15,-6 0 29-15,6 20 26 0,-6 1 3 0,0 7 13 16,3 4-22-16,-1 8-16 0,1 5-2 0,0 3-9 16,2 5-5-16,-1-2-2 0,2 2-4 0,0-3-4 15,0 0 0-15,0-4-2 0,0-5-3 0,0 0 1 16,0-3 2-16,0-5 0 0,0-1 3 0,0-4 0 16,0-1-14-16,0-5-27 0,9-2-26 15,-9-3-45-15,7-3-44 0,-7-4-61 0,6-1-82 16,-6-6-47-16,7 0-25 0,-2-3-46 0,-1 0-306 15,1 0 90-15</inkml:trace>
  <inkml:trace contextRef="#ctx0" brushRef="#br0" timeOffset="48154.25">7146 6834 3976 0,'-7'-5'20'0,"0"-1"16"15,3-2 17-15,1 2 6 0,3-3-6 0,0 0-13 16,0 0-23-16,0-1-10 0,21-2-15 0,2 1 1 16,4-1 1-16,5 2 3 0,6-4 2 0,5 3-26 15,5 2-22-15,4-1-50 0,3 0-53 16,-1 1-96-16,-1 0-97 0,1 2-94 0,-3-1-174 16,-4-4-174-16,-4 1 123 0</inkml:trace>
  <inkml:trace contextRef="#ctx0" brushRef="#br0" timeOffset="47970.25">7298 6270 1443 0,'-3'-12'9'0,"3"1"5"15,0 4 4-15,0 0 17 0,0 1 21 0,0 4 29 16,11-3 40-16,-11 1 33 0,0 1 16 16,0 0 25-16,7 1 17 0,-7 1 12 0,0 0 20 15,0-2-13-15,0 3-17 0,0-1-26 0,0 1-54 16,0 0-34-16,0 0-28 0,0 0-43 0,0 0-17 15,0 0-15-15,0 0-19 0,0 0 12 0,0 13 15 16,0-1 14-16,0 1 22 0,0 4-7 0,0 1 3 16,0 5 16-16,0 4-28 0,14 5 14 0,-5 4-4 15,2 3-15-15,-2 2 6 0,-2 1-10 0,1 1-3 16,-2 1-22-16,0-2 10 0,-1-1-9 0,-1-2 0 16,-4-2 9-16,0-1-9 0,0-1 13 0,0-3-9 15,0-2 0-15,0-2-14 0,0-3-21 0,0-4-24 16,0-2-38-16,0-3-29 0,0-4-45 0,0-4-75 15,0 0-61-15,0-4-55 0,0 1-56 16,0-5-227-16,0 0-54 0,0 0 102 0</inkml:trace>
  <inkml:trace contextRef="#ctx0" brushRef="#br0" timeOffset="48978.65">7861 6258 3430 0,'0'-23'59'0,"-12"2"61"0,12 2 42 15,-10 0 39-15,10 5-33 0,-11 3-47 0,11 2-54 16,-9 4-34-16,9 2-41 0,-5 3-10 0,5 0 7 16,0 0 4-16,0 19 7 0,0 1-1 0,0 5 2 15,0 3-2-15,0 7 7 0,0 7-6 0,0 5 16 16,0 3-4-16,0 2-1 0,0 3 8 0,0 0-15 16,6-1 6-16,-6-2-6 0,0 0-3 0,8-6 6 15,-8-1-12-15,0-5 8 0,5-3 0 16,-5-8-6-16,0-2 2 0,3-4 0 0,-3-6 5 15,0-3 4-15,3-5 13 0,-3-2 5 0,3-5 40 16,-3-2 52-16,3 0 50 0,-2 0 41 0,1 0-21 16,2-11-60-16,1 0-61 0,1-2-39 0,2-4-24 15,4-3 1-15,-2-2-9 0,7-3 5 0,-3-2-4 16,2 0 3-16,1 1 2 0,1 3-13 0,-2 1 4 16,0 3-17-16,-2 3 8 0,0 5-13 0,-4 3-9 15,-1 0-5-15,-1 4-5 0,0 4 12 0,-2 0 1 16,0 0 21-16,0 0 0 0,1 16 0 0,-2-5 14 15,1 3-9-15,0-1-1 0,0 1 5 0,-1-1-9 16,1 2 9-16,-3-2 5 0,-2 1-8 16,2-2 0-16,0-1-14 0,0-3 10 0,-3 1 8 15,3-2-3-15,-1-1 21 0,3-4-6 0,-1 2 5 16,1-4 7-16,-1 0 2 0,2 0 4 0,2 0-3 16,3 0-1-16,1-15-9 0,3 0-12 0,2 0-1 15,2 2 4-15,3-2 1 0,2-3 4 0,-1 1-13 16,-1 0-4-16,3-2-5 0,1 1 4 0,-1-2 10 15,3 2-1-15,-1-2 5 0,2 2 4 0,0 2-13 16,0-1 13-16,-4 2-18 0,0 3 4 0,-6 1 10 16,0 0-14-16,-6 5 36 0,-2 1-9 0,-3 2-9 15,-4-2 9-15,-1 3-5 0,-1 2 5 0,-2-2 21 16,0 2 4-16,0-2 6 0,0 1 10 0,0 1-3 16,0 0-3-16,0-2-19 0,-11 0-19 15,11 0-7-15,-9 0-7 0,0-2-5 0,1 1-2 16,1 0-1-16,-1-1 3 0,0 1-3 0,2-1 3 15,-3 1 2-15,0 1-10 0,0 1 5 0,0 0-1 16,1-2-5-16,-1 3-6 0,2 0-4 0,-2 0 4 16,-1 0-1-16,1 0 7 0,-3 14 7 0,3-1 1 15,-2 0-17-15,-1 1-3 0,0 3 3 0,0 1 4 16,1 3 16-16,-1 2 8 0,3 0 5 0,3 3-16 16,1 1 16-16,-1 2-12 0,3-1-7 0,3-2 7 15,0 2-8-15,0 0-32 0,0-3-65 0,0 0-71 16,15-4-62-16,-4-2-4 0,0-2 19 0,1-2 25 15,0-2-13-15,3-5-56 0,-1-1-81 16,4-1-78-16,0-4-110 0,4-2-219 0,2 0 96 16,3 0 127-16</inkml:trace>
  <inkml:trace contextRef="#ctx0" brushRef="#br0" timeOffset="50833.67">9145 6610 1875 0,'0'0'47'0,"0"0"27"0,0 0 14 16,-8 0 24-16,8 0-41 0,0 0-12 0,0 0-4 15,-6 0-24-15,6 0-3 0,-4 0-16 0,4 0-10 16,0 0-4-16,0 0 2 0,0 7-2 0,0-7 1 16,0 0 2-16,0 0-2 0,0 0 6 15,0 0 2-15,0 0 5 0,0 0 9 0,0 0 11 16,0 0 19-16,0 0 15 0,0 0 12 0,0 0 5 16,6 0-5-16,-6 0 0 0,6-7-1 0,-6 7-6 15,3-7-2-15,-3 7-16 0,0-4-15 0,4 4-20 16,-4-4-12-16,0 4-10 0,0 0-13 0,0 0 3 15,0 0-2-15,0 0 2 0,0 0 1 0,0 0 2 16,0 0 3-16,0 0 2 0,0 8 1 0,0 2 4 16,0-3-2-16,0 0-1 0,0 0-4 0,0-1-6 15,0 1-9-15,0-1 0 0,9-2 7 16,-9-2 7-16,6 3 12 0,-6-5 0 0,8 0 4 16,-8 0-5-16,5 0 2 0,1 0 2 0,0 0 6 15,-3-9 21-15,1 9 23 0,-1-11 13 0,2 1 8 16,-2 1 4-16,-1 1-8 0,-2 2 8 0,0-2 0 15,0 4-14-15,0-1-7 0,0 0-19 0,-10 1-18 16,0 1-14-16,-1 3-14 0,2 0-8 0,-2 0 1 16,-2 0-1-16,-2 0 3 0,-4 13 7 0,0 3 6 15,-3 1 8-15,1 3-8 0,-2 4 2 0,4 0-7 16,-1 4-6-16,0-2 15 0,3 4-8 0,4-1-1 16,4-1 4-16,1-1-2 0,3 2 1 15,5-1-17-15,0-5-32 0,0 1-34 0,22-3-28 16,0-3-43-16,6-2-38 0,5-4-52 0,5-1-72 15,6-5-79-15,3 0-268 0,8-6 25 0,-2 0 104 16</inkml:trace>
  <inkml:trace contextRef="#ctx0" brushRef="#br0" timeOffset="49750.6">9453 6602 2807 0,'0'-5'34'16,"0"0"32"-16,0 1 27 0,0-1 32 0,0 4-12 16,0-1-21-16,0 1-27 0,0-1-32 0,0 2-29 15,0 0-7-15,0 0-3 0,0 0-3 0,0 0 7 16,0 0-6-16,0 0 10 0,0 0 2 0,0 0 1 16,0 0 0-16,0 0-2 0,0 0 8 0,0 0 3 15,0 0 9-15,0 0 1 0,0 0 0 0,0 0 4 16,11 0 13-16,-2 0 21 0,-2-14 16 15,-1 5 12-15,1-3 2 0,0 0-8 0,-2 2-3 16,-2-1 8-16,-3 2-18 0,0-2 2 0,0 4-9 16,0-2-17-16,0 5-10 0,0 1-35 0,0 1-10 15,-8 2-17-15,8 0 7 0,-9 0 9 0,0 0 0 16,0 18 7-16,-3 1 2 0,-4 3-1 0,-2 2 2 16,0 3 0-16,-5 2-7 0,0 7 10 0,2-2-20 15,1 2-3-15,2 1-9 0,5-1-8 0,0-3 11 16,6-1-14-16,4 0 12 0,3-4 0 15,0-4-3-15,0-2 19 0,16-2-6 0,1-6 8 0,3-2 12 16,1-4-4-16,5-1 11 0,4-7-5 16,1 0-5-16,4 0 3 0,1 0-4 0,-2-19 3 15,2 1 3-15,-3 2 3 0,-2-4 5 0,-4 0 11 16,-4-2 1-16,-2-1 17 0,-3-1 13 0,-1 0 15 16,-3-2 7-16,-7 1-20 0,-1 1-8 0,-6 0-16 15,0-1-3-15,0 3 6 0,0-1-23 0,-13 4-11 16,-1 2-11-16,0 2-23 0,1 2-8 0,-4 3-32 15,0 0-16-15,-2 3-15 0,-3 2-7 0,0 4 3 16,-3 1-25-16,-1 0-28 0,-1 0-64 0,0 0-72 16,2 0-53-16,3 13-50 0,0-2-75 0,4-2-198 15,5 3 86-15,2-2 106 0</inkml:trace>
  <inkml:trace contextRef="#ctx0" brushRef="#br0" timeOffset="54937.7">4766 7834 2788 0,'0'0'-12'0,"0"0"-4"0,0 0 1 15,0 9 17-15,0 4 27 0,0 2 3 0,0 5-1 16,-10 3-7-16,10 6-8 0,-8 3 12 16,8 5 9-16,0 4-6 0,0 2 4 0,0 3-1 15,0 1-7-15,0 0-1 0,0 1-11 0,8-1-9 16,-8-1-4-16,0 0 2 0,9-3 1 0,-9-3-2 16,0-2 5-16,0-4-6 0,0-6 6 0,0 0 3 15,0-6 0-15,0-7 10 0,0-1 16 0,0-6 23 16,0-2 32-16,0-6 19 0,0 0-6 0,0 0 8 15,0 0-27-15,0 0-15 0,0 0-13 0,0-9-30 16,0 9-6-16,10-14-15 0,-10 1-3 0,0 0 2 16,11-2-12-16,-2 0-1 0,2-1 7 0,-2-2-11 15,5 2 7-15,1-2 8 0,2-1-11 0,2 4 11 16,3 0 0-16,-3 1-15 0,4 3 6 0,-3 1-6 16,3 1 7-16,-4 7 4 0,4 0-8 0,-3 2-3 15,0 0-3-15,-2 0 0 0,-1 0 5 0,-2 15 1 16,3 0 2-16,-4 0-1 0,-4 1 3 15,2 0 1-15,-3 1-1 0,-2 0 1 0,-1 2 3 16,-3-1-1-16,-2 1 6 0,-1-1 5 0,0 0-9 16,0 0 6-16,0-1-1 0,-15 0-7 0,-2 2 16 15,1-3-13-15,-6 1 4 0,0 0 4 0,-6 1-6 16,-2-1 9-16,-4-2-12 0,-2 2-4 0,0-4-5 16,-2 0-25-16,3 0-28 0,-3-4-52 0,7 0-61 15,2-3-62-15,5-2-76 0,4-1-69 0,2-3-186 16,3 0-147-16,3 0 105 0</inkml:trace>
  <inkml:trace contextRef="#ctx0" brushRef="#br0" timeOffset="55360.81">5365 8723 3341 0,'6'6'13'16,"-2"-6"23"-16,-1 0 17 0,0 0 18 0,2 0 1 15,-5 0-17-15,5 0-17 0,1 0-13 0,3-16-17 16,3 2-1-16,2 3-2 0,2-1-4 0,4-5-3 16,4 3 4-16,1-1-7 0,2-4 2 15,0 2 14-15,2-1-7 0,-2-1 10 16,-1 0 25-16,-1 1 2 0,-3-2 17 0,-3 3 19 0,-3-1-10 16,-2 0-12-16,-3 0-9 0,-2 1-2 0,-3 2 8 15,-3 1 20-15,-2 4 5 0,-1 0-16 0,0 3-24 16,0 0-21-16,0 6-26 0,0 1-11 0,0 0-1 15,-10 0 0-15,2 0 10 0,-1 15 5 0,-2-1 0 16,1 3 6-16,-4 5-1 0,-1 2 2 0,0 4-6 16,-4 4 0-16,4 1-2 0,2 4 0 0,-1-1 0 15,2 1 7-15,3 0-4 0,3-3-4 0,4-2 8 16,1 0-6-16,1-4 13 0,0 0-6 0,0-7 3 16,0-4-12-16,15 0 0 0,-2-1-2 0,0-2 1 15,3-2 9-15,2-2-7 0,1-4 14 16,5-1-5-16,-1-3-12 0,1-2-13 0,3 0-33 15,1 0-27-15,-1 0-28 0,-1-13-53 0,-2 0-65 16,2 1-72-16,-2-1-75 0,-1-3-50 0,0 1-193 16,-2-2-68-16,0-3 114 0</inkml:trace>
  <inkml:trace contextRef="#ctx0" brushRef="#br0" timeOffset="56143.88">6287 7967 3947 0,'9'-18'20'16,"-3"5"29"-16,-3 2 10 0,-3 0 3 0,0 5-25 15,0 4-34-15,0 2-19 0,0 0-3 0,0 0 19 16,0 18 13-16,0 1 36 0,0 7 4 0,0 6-4 16,0 7 12-16,0 5-15 0,0 5-7 0,13 7-4 15,-2 2-28-15,0 3-5 0,-2 2 3 0,-2-3 9 16,1 1 16-16,0-1-19 0,1-6 7 15,-3 2-14-15,3-7-5 0,-5-4 14 0,4-4-1 0,-2-7-1 16,-1-4 41-16,-1-4 35 0,1-3 20 0,-2-5 36 16,0-1-5-16,0-5 12 0,-3-4 21 0,1-1 9 15,1-3 0-15,-2-2-11 0,0 0-8 16,0-2-12-16,0 0-11 0,0 0-15 0,0 0-24 16,1 0-15-16,-1 0-7 0,0 0-7 0,0 0-1 15,0 0 1-15,0 0-4 0,0-8 3 0,0 8 1 16,0 0-2-16,0 0-4 0,0 0-9 0,0 0-6 15,0 0 1-15,0 0 0 0,0 0-2 0,0 0 2 16,0 0-4-16,0 0-9 0,0 0-2 0,0 0-2 16,0 0-6-16,0 0 12 0,0 0-1 0,0 0-3 15,0 0 8-15,0 0-12 0,0 0 3 0,0 0 5 16,0 0-8-16,0 0-3 0,0 0-11 0,0 0-8 16,0 0-9-16,0 0 0 0,0 0 0 15,0 0 0-15,0 0 0 0,0 0 0 0,0 0 0 0,0 0 0 16,0 0 0-16,0 0 0 0,0 0 0 15,0 0 0-15,0 0 0 0,0 0 0 0,0 0 0 16,0 0 0-16,0 0 0 0,0 0 0 0,0 0 0 16,0 0 0-16,0 0 0 0,0 0 0 0,0 0 0 15,0 0 0-15,0 0 0 0,0 0 0 0,0 0 0 16,0 0 0-16,0 0 0 0,0 0 0 0,0 0 0 16,0 0 0-16,0 0 0 0,0 0 0 0,0 0 0 15,0 0 0-15,0-13 0 0,0 13 0 0,0 0 0 16,0 0 0-16,0-7 0 0,0 7 0 0,0 0 0 15,0 0 0-15,0-7 0 0,0 7 0 0,0 0 0 16,0 0 0-16,0 0 0 0,0-6 0 16,0 6 0-16,0 0 0 0,0 0 0 0,0 0 0 15,0 0 0-15,0 0 0 0,0 0 0 0,0 0 0 16,0 0 0-16,0 0 0 0,0 0 0 0,0 0 0 16,0 0 0-16,0 0 0 0,0 0 0 0,0 0 0 15,0 0 0-15,0 0 0 0,5 0 0 0,-5 0 0 16,5 0 0-16,-5 0 0 0,0 0 0 0,3 0 0 15,-3-11 0-15,0 11 0 0,3 0 0 0,-2-9 0 16,1 9-106-16,-1 0-129 0,2-8-114 0,-1 8-118 16,2-6-40-16,-1 0-80 0,2 6-22 15,-2-5 24-15,3-2-74 0,-1-1 33 0,1-1-8 16,-2-4-195-16,5 2 52 0,-1-3 178 0</inkml:trace>
  <inkml:trace contextRef="#ctx0" brushRef="#br0" timeOffset="53873.97">3644 7479 2494 0,'6'0'-5'16,"0"0"-8"-16,-1 0-9 0,-2 0 7 0,-2 0 50 15,-1 13 42-15,0-1 34 0,0 1 16 0,0 0-2 16,0 7-35-16,0 2-21 0,11 6 10 0,0 4-4 15,1 7 7-15,-2 4-5 0,1 6-31 0,1 2-31 16,-1 2-5-16,-2 2 5 0,1 1 0 0,1-3-10 16,-2 0 3-16,-3-4-5 0,2-1-3 0,-2-3 5 15,-3-1 3-15,0-4 4 0,2-1 0 0,-5-3-2 16,0-2-6-16,0-2-1 0,0 0 6 0,0-5-4 16,0-4 4-16,0-3-3 0,0-3-3 15,-11-1 0-15,11-3-6 0,-9 1-5 0,9-4-6 16,-8-2-34-16,8 0-35 0,0-2-34 0,-6 0-41 15,6 0-16-15,0-4-27 0,-3 1-21 0,3-2-28 16,0-1-21-16,0 0-33 0,0 0-118 0,0 0-55 16,9 0 74-16</inkml:trace>
  <inkml:trace contextRef="#ctx0" brushRef="#br0" timeOffset="54302.09">4396 8284 2416 0,'0'-4'12'16,"0"-1"22"-16,-11 0 32 0,-1 0 35 0,-2 5 23 16,-1-2 3-16,-2 2-17 0,-1 0-31 0,2 0-22 15,-1 0-23-15,-3 0-5 0,2 13 2 0,-2 2-8 16,0-3 1-16,2 2-2 0,0 1-5 0,0 2-8 16,2 2 2-16,0-1 1 0,4 2 11 0,-2 1-2 15,0 2 4-15,5 0-16 0,2 0-12 0,-3 1 9 16,6 2-9-16,-2-2 1 0,3 0 4 0,3-1-4 15,0-1 2-15,0-3 12 0,0 0-4 0,0-3 0 16,10-2 3-16,0-2-10 0,0-2 2 0,-1-1 10 16,2-5-1-16,-2-1 1 0,5-3-2 0,2 0-3 15,0 0 1-15,3-13 3 0,1-2-4 16,1-3 10-16,2-1 1 0,-3-3 11 0,3 0 27 16,1-1-8-16,-3-2-6 0,-1-2-2 0,-2-1-12 15,-1 1 6-15,-5 0 31 0,3 4 5 0,-1 0-5 16,-7 3-8-16,4 4-28 0,-5 4-14 0,-3 4-9 15,0 2-8-15,0 3-10 0,0 3 8 0,-3 0-12 16,0 0 2-16,0 0-4 0,0 0-9 0,0 0 20 16,0 0-3-16,0 9 12 0,0 0-4 0,0 1-8 15,0 2-8-15,0-2-19 0,0 3-9 0,0 1-30 16,11 0-20-16,1 3-35 0,-4-1-49 0,2 1-46 16,-1-2-44-16,5 1-22 0,-2 1-22 0,-1-2-26 15,4 1-178-15,-1-1-47 0,-1-1 87 16</inkml:trace>
  <inkml:trace contextRef="#ctx0" brushRef="#br0" timeOffset="60020.77">7678 8413 2071 0,'-9'-1'47'0,"1"-1"38"15,0 2 45-15,2-4 46 0,0 1 3 0,3 1 18 16,-1 0 9-16,2-1-13 0,-1 1-23 0,2 1-41 16,1-1-46-16,0 1-38 0,0 1-35 0,0-4-5 15,0 3-7-15,0-1 0 0,13-4 3 16,2 2-11-16,2 0-2 0,4-2 10 0,8-1 5 16,3-4 1-16,5 1 6 0,5-4-15 0,4 1 5 15,4-2 2-15,0-1-13 0,2 2 12 0,2-3-4 16,-1 1-6-16,-1 1 9 0,-3-1-5 0,-5 5-1 15,-6-1 6-15,-5 1-1 0,-3 0 6 0,-8 5 2 16,-7 0 8-16,-5 0 18 0,-2 3 11 0,-2-1 14 16,-6 1 1-16,0 2-12 0,0-1-7 0,0-1-13 15,0 3-23-15,0 0-7 0,-10 0-3 0,10 0 1 16,-10 0 1-16,0 13 2 0,-1-2-7 0,2 1 0 16,-5 2 15-16,1 1-11 0,-6 7 7 0,0-1-7 15,-4 4-2-15,0 2 12 0,3 1-2 16,-1 0-3-16,4-2-2 0,2-2-2 0,5 0-5 15,-1-3 5-15,5-2 5 0,3-4-3 0,3-2 6 16,0-3-2-16,0-2-7 0,0-1 12 0,0-5 0 16,11 2 12-16,-1-3 11 0,-1-1 11 0,3 0 4 15,4 0-9-15,2 0-10 0,2-16-13 0,1 1-3 16,2 3 1-16,-1-4-3 0,3 0-9 16,-4-1 7-16,2-2-2 0,-5 0 3 0,-3-2 4 0,-1 2-13 15,-2-1 1-15,-3 0-14 0,-1 0-12 16,-4 1-4-16,-4 1-25 0,0-1-25 0,0 4-44 15,0-1-87-15,0 4-87 0,-13 1-74 0,2 2-65 16,2 1-104-16,-2 3-160 0,2-1 109 0</inkml:trace>
  <inkml:trace contextRef="#ctx0" brushRef="#br0" timeOffset="59481.78">7786 7981 1841 0,'0'-5'44'16,"0"-1"27"-16,0 0 21 0,0 3 29 0,0 0-8 15,0-4 11-15,0 5 22 0,0-4 8 0,0 2 7 16,0 1-2-16,0-1-28 0,0 2-29 0,0 2-44 16,0-3-51-16,0 3-16 0,0 0-19 15,0 0 8-15,0 0 39 0,0 16 21 0,0-3 34 0,0 2 8 16,0 4-18-16,0 5-7 0,12 3-11 15,-3 3-6-15,1 1-4 0,1 4-12 0,-2 2-10 16,0 0-9-16,2 1 5 0,-2-1 3 0,0 1-1 16,0-4 9-16,-1 1-10 0,-1-5 0 0,0-2-3 15,-3-1-5-15,1-2 1 0,-2-6 2 0,0-3-7 16,-2-4 3-16,2-4 2 0,-1 0 3 0,-1-3 2 16,1 0-1-16,-2-3-2 0,1-2 2 0,1 0-2 15,-1 0 1-15,-1 0 1 0,0 0-1 16,0 0-1-16,0 0-4 0,0 0-23 0,0 0-31 15,0 0-76-15,0 0-110 0,0-11-83 0,0 2-68 16,0 3-3-16,0-3 10 0,-10-1-66 0,2 1-83 16,-2 1 65-16,0-3 102 0</inkml:trace>
  <inkml:trace contextRef="#ctx0" brushRef="#br0" timeOffset="66566.17">10783 8321 3045 0,'3'0'-5'0,"-3"0"-13"15,0 0-7-15,0 0 18 0,0 0 21 0,0 0 34 16,0 0 32-16,0 15-9 0,0-2-13 0,0 3-18 15,0 2-26-15,0 1-6 0,0 6-4 0,0 1-1 16,11 4 0-16,-11-1 0 0,11 2 0 0,-11 2 3 16,7-3 6-16,-7 3 11 0,6-5 1 0,-6-2 0 15,0-1-5-15,0-3-4 0,0-2 13 0,0-5 12 16,0-3 10-16,0-1 5 0,0-4-4 0,0-1 1 16,0-1-6-16,0-3 13 0,0 0-1 0,0-1 6 15,0-1 9-15,0 0-2 0,0 0 15 0,0 0-1 16,0 0 2-16,0 0-11 0,0-11-27 15,0 0-18-15,0-1-15 0,0 0-23 0,0-1 5 16,0-4 3-16,0-4-11 0,0-4 13 0,0-1 3 16,0-4-10-16,0-2-1 0,-10-3 9 0,10 0-12 15,0-1 9-15,0-2 1 0,-9 0 2 0,9 3-2 16,0-1-3-16,0 4 3 0,0 1-10 0,0 3 3 16,0 5-4-16,0 3-1 0,0 1-2 15,12 3 1-15,-2 3-4 0,3 2 1 0,-3 2 3 0,4 3 1 16,0 1-1-16,4 2-5 0,3 3-4 0,-1 0-12 15,0 0 4-15,-2 0 6 0,0 0-4 16,0 11 11-16,-4 1 9 0,-3-1-2 0,-2 1 5 16,-2-1 0-16,-2 1 3 0,-1 1-6 0,-4-1 6 15,2 0-2-15,-2 1-2 0,0-2 1 0,0 1 4 16,0 1 3-16,-11-2-4 0,1 1-4 0,-4-1-7 16,-3 1-7-16,-1 1-27 0,-2-1-30 0,-6-3-54 15,1 4-75-15,-3-6-84 0,1 2-91 0,0-2-76 16,-1-1-218-16,-1 2-48 0,4-6 125 0</inkml:trace>
  <inkml:trace contextRef="#ctx0" brushRef="#br0" timeOffset="66993.89">11288 8218 3394 0,'0'-11'42'15,"-17"-3"45"-15,3 2 37 0,4 1 29 0,-1 2-25 16,0 1-37-16,2 3-44 0,2-1-29 0,-1 4-22 16,2-1-6-16,6 3-3 0,-6 0 8 0,0 0 0 15,1 13 1-15,-2-2 4 0,-1 1-1 16,1 3 7-16,-1-1-4 0,-3 3-10 0,2 2-8 0,0-1-4 16,1 2 6-16,1-1 10 0,1-2-2 15,0 3-4-15,3-1-4 0,0-1 1 0,1-1 11 0,-1-1 0 16,3-2-2-16,0-1 3 0,0-2-3 15,0-3 1-15,0 0 1 0,0-5 0 0,0 2-3 16,0-4-1-16,0 0 9 0,9-1 7 0,-1 0-2 16,-1 0 6-16,3 0-3 0,0 0 9 0,1 0 13 15,-1-11 3-15,1 1 12 0,1 10-10 0,0-14-18 16,2 1-4-16,1 1-12 0,0 0-3 0,2 1 4 16,-2-1 0-16,-1 3 1 0,0 0-4 0,-2 1-1 15,-5 4-5-15,-4 1-8 0,0 3 1 0,-1 0-1 16,-1 0-8-16,-1 0-10 0,0 0-26 0,0 0-10 15,0 0-2-15,0 0-6 0,0 0-11 16,0 0-38-16,0 10-63 0,13-10-61 0,-3 8-46 16,1-8-38-16,-4 7-44 0,3-7-215 0,0 0-14 15,-2 0 89-15</inkml:trace>
  <inkml:trace contextRef="#ctx0" brushRef="#br0" timeOffset="67395.25">11559 8198 2762 0,'0'-10'27'0,"0"0"49"16,0-2 51-16,0 3 44 0,0 0 15 15,0 1-22-15,-12 1-33 0,2 0-37 0,1 1-36 0,9 4-32 16,-11 0-17-16,3 0-6 0,-1 1-6 16,2 1-2-16,-2 0 11 0,-1 0-4 0,0 0-9 15,1 0 3-15,-2 0-2 0,-1 10 4 0,3-10 8 16,-2 10-10-16,4-1 2 0,-3-1-3 0,4-1-8 15,2 2 11-15,-2-1-5 0,3 2-2 0,-2 2 9 16,2-1 3-16,2 3-3 0,-4 0 2 0,2-1-3 16,2 2-3-16,-3-1 3 0,4 2 0 0,-1-1 0 15,-1 0 5-15,2-1-5 0,0 2-3 0,0 0 5 16,0-2-9-16,0 2 4 0,0-2 4 0,13 2 4 16,-3-3-1-16,1 1-1 0,-2-2 0 15,2-1-3-15,-4 2 1 0,2-2 4 0,0-2-2 16,-3-1-2-16,1-2 7 0,-3 1-8 0,-1-2-3 15,-1 0 6-15,-1-1-1 0,-1-1-3 0,0 0 7 16,0-3-12-16,0 4 3 0,0-4 11 0,0 1-13 16,0 2-4-16,-12-1-41 0,1 0-44 0,-1-2-52 15,-1 1-64-15,-3 0-51 0,1-1-76 0,-5 0-39 16,2 0-114-16,0 0-140 0,-2 0 112 0</inkml:trace>
  <inkml:trace contextRef="#ctx0" brushRef="#br0" timeOffset="65230.64">9494 8201 1966 0,'0'-7'27'0,"0"2"9"15,0-3 23-15,0 0 34 0,0 0 13 16,-11-1 32-16,11 1 18 0,-10-3-12 0,10 5-11 0,-12 0-23 15,3-1-26-15,-1 0-5 0,-2 3-21 16,-1 2-17-16,-1-2-7 0,-3 2-11 0,-1 2 1 16,-2 0 9-16,-3 0-2 0,-1 0-5 0,1 10-1 15,-2 0-13-15,2 2-3 0,-3-1-6 0,2 1-7 16,2 4 1-16,1-3 3 0,1 2-1 0,2 0 3 16,1 2-3-16,4-1 2 0,2 1-5 0,2-3 3 15,1 4 2-15,4-4-7 0,2 0 9 0,2 0-6 16,0 0 4-16,0 0 3 0,16-2 0 0,-1 4 4 15,5-3-8-15,2 0 7 0,3 1-2 0,3 0-7 16,3-2 9-16,1-1-9 0,-2-2 1 16,0 4-2-16,-1-5-2 0,-3 4 2 0,-6-6 1 15,-2 2-4-15,-4-1 3 0,-2 1-6 0,-6-1 3 16,-1-2 11-16,-5 0 5 0,0 2 11 0,0-2 7 16,0-1-2-16,-11 0-8 0,-1 3 1 0,-2 0-11 15,-1-1 1-15,-2 0 4 0,1 3-15 0,-3-3-3 16,0 1-17-16,0-1-42 0,1 1-49 0,1-3-70 15,-1 0-62-15,1 1-43 0,2 0-37 16,0-3-64-16,3 2-206 16,0-3 46-16,3-1 95 0</inkml:trace>
  <inkml:trace contextRef="#ctx0" brushRef="#br0" timeOffset="65638.31">9866 8221 2977 0,'-10'-5'26'0,"-3"0"36"0,3 3 38 0,-1-2 28 16,0 1-8-16,-1 0-32 0,0 2-44 0,0 1-30 15,1 0-22-15,5 0-4 0,-1 0 3 16,1 0 5-16,-2 13-1 0,5 2 8 0,0-2-1 0,1 4-2 15,1-1 0-15,-1 3-1 0,2 0-1 0,0 1 1 16,0 1 3-16,0 1-1 0,14-1 6 16,-5-1-4-16,0 2 1 0,-9-2 3 0,12-1-11 15,-1-2 8-15,-3 0-7 0,1-3-1 0,-2-2 8 16,1-1-3-16,0-4 10 0,-1-2 2 0,-1 0 7 16,2-3 19-16,1-2 10 0,-1 0 7 0,2 0 1 15,1 0-8-15,1-13-5 0,2-1-1 0,1 0 1 16,0 0-1-16,-1-3-1 0,-1-1-18 0,-1-2-11 15,-1-2-12-15,0 0-5 0,-4-3 6 0,1 2-10 16,-2-3-17-16,-1 1-16 0,-1 2-20 16,-1-1-15-16,-1 3-24 0,1 3-53 0,-2 3-79 15,1 2-81-15,-1 0-69 0,1 6-80 0,1 1-202 16,1 4 39-16,1-3 111 0</inkml:trace>
  <inkml:trace contextRef="#ctx0" brushRef="#br0" timeOffset="66034.15">10165 8276 2725 0,'0'0'25'15,"0"0"6"-15,0-10 2 0,0 10-3 0,0 0-31 16,0-8-12-16,0 8-1 0,0 0-1 0,0 0 10 16,11 0 7-16,0 0 0 0,-1 13 1 0,5 0-6 15,1 4-1-15,0 1 1 0,1 1-1 0,3 2 3 16,-4 3-2-16,0 1 1 0,-3-2 3 15,-1 3 0-15,-4 0 2 0,0-4 5 0,-4 2 5 16,-4-5 18-16,0-1 16 0,0-1 9 0,0-5 17 16,0-1 4-16,0 0-10 0,-9-5 5 0,0 1-13 15,9-3-9-15,-9-2 6 0,0 1-11 0,1-2-3 16,1-1-3-16,-1 0-5 0,-3 0-6 0,2 0 10 16,0-15 2-16,-3 1-7 0,1 0 17 0,1-5-8 15,1-1-12-15,3-1-6 0,2-3-20 0,4-2-14 16,0-2 9-16,0 0 1 0,19 0-1 15,0-2 1-15,3 2-1 0,4 0-1 0,1 0 0 16,0 4 4-16,4 2-5 0,-1 0-1 0,0 3 0 16,-2 2 2-16,-1 3-1 0,-3 3 3 0,-1 2 4 15,-3 2-17-15,-3 0-21 0,-2 3-54 0,-2 0-82 16,-2 3-74-16,-2-1-66 0,0 2-34 0,-1 0-26 16,-2 0-139-16,-3 0-100 0,2 0 87 0</inkml:trace>
  <inkml:trace contextRef="#ctx0" brushRef="#br0" timeOffset="67743.63">11910 8078 3492 0,'0'-7'32'0,"0"0"40"0,-12 3 41 15,12-2 15-15,-15 3-29 0,1-2-30 0,2 3-44 16,0 1-21-16,0 1-2 0,0 0-10 0,-3 0 7 15,-1 12 5-15,-2 1-3 0,0 0-2 0,-3 3-4 16,1 3 0-16,0-2 0 0,2 3 5 16,1-1-9-16,4 0 11 0,3 3 1 0,3-2-6 15,4 1 5-15,3 0-9 0,0-1 2 0,0 2 9 16,10-2-1-16,1 1 3 0,1 1 0 0,2 0-4 16,-2-1-3-16,2-2-10 0,-1 4 2 0,0-5 4 15,-4 2 3-15,0-5 6 0,-2 0-1 0,-1-1-8 16,-1-3 3-16,-2 1-8 0,-3-4-33 0,0 0-33 15,0 0-73-15,0-3-114 0,0 2-126 0,-14 0-158 16,1-3-300-16,-4 1 122 0</inkml:trace>
  <inkml:trace contextRef="#ctx0" brushRef="#br0" timeOffset="68965.81">2549 9911 2308 0,'0'-10'27'0,"6"-1"30"0,-6 4 30 15,10 3 10-15,-10-1-33 0,0 3-37 16,0 2-36-16,3 0-14 0,0 0 18 0,3 0 39 15,-1 16 36-15,1-2 57 0,2 6 8 0,1 4-18 16,4 4 2-16,3 5-26 0,-3 6 17 0,-2 4-9 16,3 4-30-16,-5 2-31 0,1 0-33 0,-1 0-6 15,-2 0-1-15,0-1 7 0,-4-5-3 0,3-1 1 16,-3-5 3-16,2-3 0 0,-5-3-8 0,3-4 3 16,-3-1-10-16,0-4-24 0,0-2-22 0,0-2-35 15,0-4-39-15,0-3-30 0,0 0-24 0,-11-5-16 16,11 0-3-16,0-1 8 0,-6-2 24 0,6-2-9 15,0 1-53-15,-6-2-121 0,2 0-155 0,-3 0 48 16,-2 0 98-16</inkml:trace>
  <inkml:trace contextRef="#ctx0" brushRef="#br0" timeOffset="69132.98">2456 10580 2174 0,'-3'-5'17'0,"3"0"27"0,0-1 35 0,14 0 36 0,1-1 4 16,1-3-5-16,4-2-26 0,5 2-28 0,0-3-18 15,6-2-25-15,4 2-3 0,1-2-8 16,1 2-2-16,5-3 4 0,2 1-5 0,5-1-7 16,1 0-24-16,3 1-62 0,3-2-66 0,0 2-88 15,-1-2-111-15,-5 1-228 0,3 3 12 0,-10-2 95 16</inkml:trace>
  <inkml:trace contextRef="#ctx0" brushRef="#br0" timeOffset="73277.86">3153 10039 2639 0,'0'-13'48'16,"0"0"45"-16,0 4 41 0,0-1 34 0,0 5-46 16,0 3-47-16,0 0-57 0,0 2-40 15,0 0 1-15,0 0 4 0,0 15 26 0,0-2 6 0,0 4 10 16,9 5 14-16,-9 4 3 0,11 5-4 15,2 2-10-15,-3 5-10 0,-1 3-4 16,1 4 3-16,1 0-4 0,1-1-5 0,-1 0-2 0,-2-2-2 16,-2-3-8-16,3-3 13 0,-1-1-8 0,-5-5 6 15,2-4 5-15,2-4-6 0,-5-3 2 0,0-4 1 16,3-4 13-16,-1-3 25 0,-2-3 32 0,0-5 17 16,-3 0 15-16,3 0-21 0,0 0-31 0,0 0-18 15,0-13-25-15,0 1-10 0,1-4-3 0,6-1-1 16,-3-3-6-16,2-1 7 0,5-3 1 0,-2 0 0 15,2 0-1-15,-1 1-3 0,4-1-3 0,-3 5-8 16,-2 3 2-16,-1 1 3 0,-2 4-12 16,0 2 9-16,-2 3 4 0,-1 6-7 0,-1 0 6 15,1 0-2-15,2 0 6 0,-2 12-6 0,7 0 7 16,-4 4 1-16,5-2-10 0,-2 4 15 0,2-1-9 16,0 3 4-16,1 1 5 0,-5-1-2 0,4-1 6 15,0 0-6-15,-2-2-5 0,2-1 1 0,-1-4 4 16,-1-3 3-16,2 0 2 0,0-2 0 0,-5-5 3 15,3-2-4-15,-4 0 7 0,2 0 3 0,-1 0-5 16,2-19 8-16,3 1-12 0,-2-3-2 0,1-1 9 16,3-2 6-16,-1-4 12 0,0 0 8 15,2-5-4-15,-4 3 17 0,1 0 50 0,-5 1 54 16,3 1 40-16,-4 3 21 0,-2 5-24 0,-3 1-44 16,0 6-30-16,-3 3-37 0,0 3-32 0,0 3-31 15,0 1-26-15,0 3-21 0,0 0-11 0,0 0-1 16,0 0 3-16,-9 0-14 0,9 0 13 0,-9 11-6 15,9 0 14-15,-5 0 15 0,-1 0 10 0,3 1 5 16,-1 3-5-16,-2 4 6 0,-1 1-5 0,1 2-3 16,2 2-9-16,-2 1-28 0,3-1-12 0,0 2 7 15,3-2-4-15,0 0 8 0,0-2 4 0,12-1 9 16,2 1 21-16,2-5 20 0,4 0 1 0,0-3 9 16,4-2-7-16,2-1-5 0,3-2 1 0,1-3-19 15,0-2 0-15,4 0 13 0,-5-4 5 16,3 0-4-16,-5 0 13 0,2 0-1 0,-6 0 21 15,-2 0 30-15,-3 0 37 0,-4 0 34 0,-4-8 29 16,3 8 26-16,-6 0-14 0,-1-9 2 0,-3 9-11 16,0-4-4-16,-1 4 14 0,1 0 2 0,-3 0 5 15,0-6 12-15,0 2 5 0,0 4 10 0,0-3-17 16,0 1-55-16,0 1-53 0,0 0-57 0,0-1-33 16,0 1 0-16,0 0 0 0,0-2 0 0,0 2 0 15,0 1 0-15,0-5 0 0,0 4 0 0,0 0 0 16,0-1 0-16,0-1 0 0,0 2 0 15,0-2 0-15,0 1 0 0,0 2 0 0,0-1 0 16,0-2 0-16,0 1 0 0,0 1 0 0,0-1 0 16,0 2 0-16,0 0 0 0,0 0 0 0,0 0 0 15,0-1 0-15,0 1 0 0,0-2 0 0,0 2 0 16,0-1 0-16,0-1 0 0,0 2 0 0,0-3 0 16,0 3 0-16,0-1 0 0,3-1 0 0,-3 1 0 15,6 0 0-15,-6-2 0 0,0 2 0 0,1 0 0 16,-1 1 0-16,3-2 0 0,-3 2 0 0,2 0 0 15,0 0 0-15,-2-3 0 0,0 3 0 0,3-2 0 16,-3 2 0-16,3-1 0 0,-3 1 0 0,0-3 0 16,0 1 0-16,0 2 0 0,0-2 0 15,0 1 0-15,0-1 0 0,0 1 0 0,0 1 0 16,0 0 0-16,0 0 0 0,0 0 0 0,0 0 0 16,0 0 0-16,0-2 0 0,0 2 0 0,0 0 0 15,0 0 0-15,0 0 0 0,0 0 0 0,0 0 0 16,0 0 0-16,0 0 0 0,0 0 0 0,0 0 0 15,0 0 0-15,0 0 0 0,0 0 0 0,0 0 0 16,0 0 0-16,0 0 0 0,0 0 0 0,0 0 0 16,0 0 0-16,0 0 0 0,0 0 0 0,0 0 0 15,0 0 0-15,0 0 0 0,0 0 0 0,0 0 0 16,0 0 0-16,0 0 0 0,0 0 0 16,0 0 0-16,0 0 0 0,0 0 0 0,0 0 0 0,0 0 0 15,0 0 0-15,0 0 0 0,0 0 0 16,0 0 0-16,0 0 0 0,0 0 0 0,0 0 0 15,0 0 0-15,0 0 0 0,0 0 0 0,0 0 0 16,0 0 0-16,0 0 0 0,0 0 0 0,0 0 0 16,0 0 0-16,0 0 0 0,0 0 0 0,0 0 0 15,0 0 0-15,0 0 0 0,0 0 0 0,0 0 0 16,0 0 0-16,0 0 0 0,0 0 0 0,0 0 0 16,0 0 0-16,0 0 0 0,0 0 0 15,0 0 0-15,0 0 0 0,0 0 0 0,0 0 0 0,0 0 0 16,0 0 0-16,0 0 0 0,0 0 0 15,0 0 0-15,0 0 0 0,0 0 0 0,0 0 0 0,0 0 0 16,0 0 0-16,0 0 0 0,0 0 0 16,0 0 0-16,0 0 0 0,0 0 0 0,0 0 0 15,0 0 0-15,0 0 0 0,0 0 0 0,0 0 0 16,-10 0 0-16,10 0 0 0,0 0 0 0,0 0 0 16,0 0 0-16,0 0 0 0,0 0 0 0,0 0 0 15,0 0 0-15,0 0 0 0,0 0 0 0,0 0 0 16,0 0 0-16,0 0 0 0,0 0 0 0,0 0 0 15,0 0 0-15,0 0 0 0,0 0 0 0,0 0 0 16,0 0 0-16,0 0 0 0,0 0 0 0,0 0 0 16,0 0 0-16,0 0 0 0,0 0 0 15,0 0 0-15,0 0 0 0,0 0 0 0,0 0 0 16,0 0 0-16,0 0 0 0,0 0 0 0,0 0 0 16,0 0 0-16,0 0 0 0,0 0 0 0,0 0 0 15,0 0 0-15,0 0 0 0,0 0 0 0,0 0 0 16,0 0 0-16,0 0 0 0,0 0 0 0,0 0 0 15,0 0 0-15,0 0 0 0,0 0 0 0,0 0 0 16,0 0 0-16,0 0 0 0,0 0 0 0,0 0 0 16,0 0 0-16,0 0 0 0,0 0 0 0,0 0 0 15,0 0 0-15,0 0 0 0,0 0 0 0,0 0 0 16,0 0 0-16,0 0 0 0,0 0 0 0,0 0 0 16,0 0 0-16,0 0 0 0,0 0 0 15,0 0 0-15,0 0 0 0,0 0 0 0,0 0 0 16,0 0 0-16,0 0 0 0,0 0 0 0,0 0 0 15,0 0 0-15,0 0 0 0,0 0 0 0,0 0 0 16,0 0 0-16,0 0 0 0,0 0 0 0,0 0 0 16,0 0 0-16,0 0 0 0,0 0 0 0,0 0 0 15,0 0 0-15,0 0 0 0,0 0 0 0,0 0 0 16,0 0 0-16,0 0 0 0,0 0 0 0,0 0 0 16,0 0 0-16,0 0 0 0,0 0 0 0,0 0 0 15,0 0 0-15,0 0 0 0,0 0 0 0,0 0 0 16,0 0 0-16,0 0 0 0,0 0 0 15,0 0 0-15,0 0 0 0,0 0 0 0,0 0 0 0,0 0 0 16,0 0 0-16,0 0 0 0,0 0 0 16,0 0 0-16,0 0 0 0,0 0 0 0,0 0 0 15,0 0 0-15,0 0 0 0,0 0 0 0,0 0 0 16,0 0 0-16,0 0 0 0,0 0 0 0,0 0 0 16,0 0 0-16,0 0 0 0,0 0 0 0,0 0 0 15,0 0 0-15,0 0 0 0,0 0 0 0,0 0 0 16,0 0 0-16,0 0 0 0,0 0 0 0,0 0 0 15,0 0 0-15,0 0 0 0,0 0 0 0,0 0 0 16,0 0 0-16,0 0 0 0,0 0 0 16,0 0 0-16,0 0 0 0,0 0 0 0,0 0 0 15,0 0 0-15,0 0 0 0,0 0 0 0,0 0 0 16,0 0 0-16,0 0 0 0,0 0 0 0,0 0 0 16,0 0 0-16,0 0 0 0,0 0 0 0,0 0 0 15,0 0 0-15,0 0 0 0,0 0 0 0,0 0 0 16,0 0 0-16,0 0 0 0,0 0 0 0,0 0 0 15,0 0 0-15,0 0 0 0,0 0 0 0,0 0 0 16,0 0 0-16,0 0 0 0,0 0 0 0,0 0 0 16,0 0 0-16,0 0 0 0,0 0 0 0,0 0 0 15,0 0 0-15,0 0 0 0,0 0 0 0,0 0 0 16,0 0 0-16,0 0 0 0,0 0 0 0,0 0 0 16,0 0 0-16,0 0 0 0,0 0 0 15,0 0 0-15,0 0 0 0,0 0 0 0,0 0 0 16,0 0 0-16,0 0 0 0,0 0 0 0,0 0 0 15,0 0 0-15,0 0 0 0,0 0 0 0,0 0 0 16,0 0 0-16,0 0 0 0,0 0 0 0,0 0 0 16,0 0 0-16,0 0 0 0,0 0 0 0,0 0 0 15,0 0 0-15,0 0 0 0,0 0 0 0,0 0 0 16,0 0 0-16,0 0 0 0,0 0 0 0,0 0 0 16,0 0 0-16,0 0 0 0,0 0 0 15,0 0 0-15,0 0 0 0,0 0 0 0,0 0 0 0,0 0 0 16,0 0 0-16,0 0 0 0,0 0 0 15,0 0 0-15,0 0 0 0,0 0 0 0,0 0 0 0,0 0 0 16,0 0-3-16,0 0 2 0,0 0-2 16,0 0 3-16,0 0 3 0,0 0-3 0,0 0-2 15,0 0 0-15,0 0 2 0,0 0-1 0,0 0-7 16,0 0 5-16,0 0-4 0,0 0 0 0,0 0 7 16,0 0-7-16,0 0 0 0,0 0 1 0,0 0 3 15,0 0-1-15,0 0 8 0,0 0-4 0,0 0 0 16,0 0 2-16,0 0-10 0,0 0 7 0,0 0-3 15,0 0 6-15,0 0-7 0,0 0 7 0,0 0-3 16,0 0-4-16,0 0 6 0,0 0-4 0,0 0 5 16,0 0-2-16,0 0 1 0,0 0 2 15,0 0-8-15,0 0 10 0,0 0-4 0,0 0-5 16,0 0 4-16,0 0-3 0,0 0 2 0,0 0 3 16,0 0 0-16,0 0-2 0,0 0-1 0,0 0-2 15,0 0 1-15,0 0-2 0,0 0 1 0,0 0 3 16,0 0 0-16,0 0-4 0,0 0 6 0,0 0-6 15,0 0 4-15,0 0 3 0,0 0-3 0,0 0-1 16,0 0 1-16,0 0 1 0,0 0-4 0,0 0 6 16,0 0-4-16,0 0-2 0,0 0 2 0,0 0-1 15,0 0 5-15,0 0 2 0,0 0-4 0,0 0-3 16,0 0-6-16,0 0 8 0,0 0-6 0,0 0 10 16,0 0 2-16,0 0-8 0,0 0 9 15,0 0-11-15,0 0 3 0,0 0 1 0,0 0-3 16,0 0 7-16,0 0-3 0,0 0 1 0,0 0-2 15,0 0 3-15,0 0-3 0,0 0 3 0,0 0 0 16,0 0-4-16,0 0 2 0,0 0-5 0,0 0 5 16,0 0-4-16,0 0 1 0,0 0 7 0,0 0-8 15,0 0 6-15,0 0 1 0,0 0-5 0,0 0 3 16,0 0-4-16,0 0-1 0,0 0 2 0,0 0 0 16,0 0 0-16,0 0 2 0,0 0 1 0,0 0-5 15,0 0 6-15,0 0-9 0,0 0 6 0,0 0 3 16,0 0-7-16,0 0 7 0,0 0-5 15,0 0 1-15,0 0 1 0,0 0 0 0,0 0-1 16,0 0 3-16,0 0 1 0,0 0-5 0,0 0-2 16,0 0 3-16,0 0 1 0,0 0 0 0,0 0 7 15,0 0-4-15,0 0-3 0,0 0 4 0,0 0-7 16,0 0 0-16,0 0 3 0,0 0-3 0,0 0 2 16,0 0 4-16,0 0-3 0,0 0-3 0,0 0 0 15,0 0-1-15,0 0 1 0,0 0 6 0,0 0 0 16,0 0-1-16,0 0-3 0,0 0 1 0,0 0 0 15,0 0 2-15,0 0 1 0,0 0-3 0,0 0-2 16,0 0-3-16,0 0 5 0,0 0 2 0,0 0 4 16,0 0-1-16,0 0-6 0,0 0-5 0,0 0 1 15,0 0 5-15,0 0 3 0,0 0 2 16,0 0 0-16,0 0-7 0,0 0 2 0,0 0-2 16,0 0 4-16,0 0 2 0,0 0 1 0,0 0-4 15,0 0-4-15,0 0-1 0,0 0 1 0,0 0 7 16,0 0-1-16,0 0-2 0,0 0 1 0,0 0-5 15,0 0 2-15,0 0 4 0,0 0-3 0,0 0 1 16,0 0 0-16,0 0-2 0,0 0 1 0,0 0 3 16,0 0-2-16,0 0-2 0,0 0-2 0,0 0-3 15,0 0 3-15,0 0 5 0,0 0-2 0,0 0-3 16,0 0-4-16,0 0 0 0,0 0 4 0,0 0 6 16,0 0 0-16,0 0 1 0,0 0-1 0,0 0-3 15,0 0 4-15,0 0-6 0,0 0-1 16,0 0-2-16,0 0 4 0,0 0 3 0,0 0 1 15,0 0-3-15,0 0-1 0,0 0 3 0,0 0-1 16,0 0-1-16,0 0-1 0,0 0 0 0,0 0 0 16,0 0 8-16,0 0-4 0,0 0-2 0,0 0 1 15,0 0-7-15,0 0 4 0,0 0-6 0,0 0 6 16,0 0 2-16,0 0-1 0,0 0 4 0,0 0-7 16,0 0-1-16,0 0 5 0,0 0 3 0,0 0 1 15,0 0-2-15,0 0 0 0,0 0-6 0,0 0 2 16,0 0 0-16,0 0-3 0,0 0 4 0,0 0 2 15,0 0-5-15,0 0 4 0,0 0-1 16,0 0-1-16,0 0 5 0,0 0-7 0,0 0 3 16,0 0 0-16,0 0-1 0,0 0 5 0,0 0-4 15,0 0 2-15,0 0 2 0,0 0-8 0,0 0 4 16,0 0 0-16,0 0-5 0,0 0 10 0,0 0-8 16,0 0 7-16,0 0 0 0,0 0-6 0,0 0 4 15,0 0-11-15,0 0 8 0,0 0 0 0,0 0-1 16,0 0 1-16,0 0-2 0,0 0 3 0,0 0 2 15,0 0 2-15,0 0-3 0,0 0-1 0,0 0 0 16,0 0 0-16,0 0 1 0,0 0 4 0,0 0-5 16,0 0 0-16,0 0 0 0,0 0-1 15,0 0 4-15,0 0 0 0,0 0-8 0,0 0 0 16,0 0 4-16,0 0 0 0,0 0 4 0,0 0 1 16,0 0-1-16,0 0-2 0,0 0 1 0,0 0-2 15,0 0-3-15,0 0 3 0,0 0 1 0,0 0-1 16,0 0 3-16,0 0-4 0,0 0-6 0,0 0 8 15,0 0-4-15,0 0 3 0,0 0 6 0,0 0-6 16,0 0 1-16,0 0 1 0,0 0-1 0,0 0-5 16,0 0-2-16,0 0 6 0,0 0-2 0,0 0 8 15,0 0-4-15,0 0-2 0,0 0 0 0,0 0-2 16,0 0 5-16,0 0-7 0,0 0 5 0,0 0-2 16,0 0-1-16,0 0 0 0,0 0-3 0,0 0 2 15,0 0 5-15,0 0 1 0,0 0-5 16,0 0 2-16,0 0 0 0,0 0 5 0,0 0-7 15,0 0 3-15,0 0 1 0,0 0-5 0,0 0 6 16,0 0-5-16,0 0 2 0,0 0-2 0,0 0 0 16,0 0 1-16,0 0-5 0,0 0 9 0,0 0 0 15,0 0 0-15,0 0 0 0,0 0-2 0,0 0-1 16,0 0 2-16,0 0 1 0,0 0-2 0,0 0-3 16,0 0 1-16,0 0-1 0,0 0 1 0,0 0 1 15,0 0 5-15,0 0-4 0,0 0-3 0,0 0-1 16,0 0 2-16,0 0 2 0,0 0 4 0,0 0 0 15,0 0-8-15,0 0 3 0,0 0 1 16,0 0-1-16,0 0 4 0,0 0-5 0,0 0-2 16,0 0 4-16,0 0-2 0,0 0-4 0,0 0 4 15,0 0 0-15,0 0 3 0,0 0 1 0,0 0 0 16,0 0-3-16,0 0-3 0,0 0 6 0,0 0-6 16,0 0 0-16,0 0 1 0,0 0-5 0,0 0 5 15,0 0-1-15,0 0 3 0,0 0-3 0,0 0 0 16,0 0 1-16,0 0-5 0,0 0 11 0,0 0-4 15,0 0-4-15,0 0 4 0,0 0-2 0,0 0-1 16,0 0 1-16,0 0 1 0,0 0-5 0,0 0 5 16,0 0 5-16,0 0-3 0,0 0 1 15,0 0-2-15,0 0 0 0,0 0-1 0,0 0 2 16,0 0 2-16,0 0-6 0,0 0 1 0,0 0 0 16,0 0-1-16,0 0 0 0,0 0 2 0,0 0-1 15,0 0 0-15,0 0 2 0,0 0-7 0,0 0 0 16,0 0-1-16,0 0-6 0,0 0-6 0,0 0-22 15,0 0-23-15,0 0-33 0,0 0-36 0,0 0-36 16,0 0-41-16,0 0-37 0,0 0-55 0,0 0-75 16,0 0-106-16,0 0-53 0,0 0 35 0,0 0 62 15,0 0 99-15,0 0 5 0,0 0-50 0,0 0-46 16,0 0-40-16,0 0-96 0,0 0-80 0,0 0 100 16,0 0 117-16</inkml:trace>
  <inkml:trace contextRef="#ctx0" brushRef="#br0" timeOffset="75509.2">5899 10352 2389 0,'4'8'-4'15,"-1"0"-1"-15,2-2 21 0,0 1 20 0,-1-1 18 16,-1 3 19-16,0 0-5 0,2 3-19 0,1 1-12 15,0 3-20-15,1 3-11 0,0 1 3 0,0 3 0 16,1 3 2-16,-2 0-6 0,1 0-1 0,-1 2-4 16,1-3 0-16,-1 2 1 0,-2-3-1 0,1-1 4 15,-1-3 1-15,4-2 0 0,-4-1-5 0,1-5 2 16,0 0 7-16,-4-4-1 0,2-1 17 0,-1-4 38 16,-2 2 44-16,0-5 40 0,0 0 4 0,0 0-30 15,0 0-54-15,0 0-35 0,-11-11 2 16,11-1 5-16,-12 0 6 0,4-3-5 0,8 1-13 15,-7-2-11-15,7-3-2 0,-6 1 7 0,6-3-5 16,0 1-12-16,0-3 7 0,0 3-1 0,0-1-2 16,0 3 10-16,0-1-11 0,10 6-12 0,1-2 0 15,1 3 1-15,-1 4-2 0,-2 2 8 0,3 1-5 16,0 3-6-16,-1 2 5 0,-1 0 1 0,-1 0 1 16,2 0 1-16,-2 0 2 0,2 13-13 0,-4-2 16 15,3-1-7-15,0 1 0 0,1-2 12 0,-2 2-13 16,-2-2 10-16,1 2-9 0,1-3 1 15,-1 1-24-15,-2-2-31 0,0 1-38 0,-3-2-52 0,2-2-31 16,-1 1-25-16,-1-3 11 0,0 3 9 16,0-4 6-16,2 2-1 0,-1-1-30 0,1 1-41 15,1-1-112-15,2 1-111 0,-2 0 23 0,0-1 82 16</inkml:trace>
  <inkml:trace contextRef="#ctx0" brushRef="#br0" timeOffset="75881.72">6306 10663 2552 0,'0'0'36'0,"0"5"26"0,-12-5 35 16,12 0 41-16,0 0-3 0,0 0-14 15,0 0-23-15,0 0-44 0,0 0-31 0,0 0-13 16,0 0-12-16,0 0 5 0,0 0-2 0,10 0 5 16,1-11 0-16,0 0-1 0,5 3 10 0,1-2 2 15,0-2 10-15,2 0 16 0,3-3 9 0,-3 1 17 16,1-1 10-16,-2-2 7 0,-1 2 1 0,-3-1-13 15,-2-3-14-15,-1 2-13 0,-5 0-5 0,1-1 6 16,-2 2 7-16,-2 0 7 0,-2 3-19 0,1 3-1 16,-2 0-22-16,0 5-13 0,0 2 1 0,0 3-20 15,0 0 2-15,0 0-2 0,-14 0-7 0,5 13 12 16,-2 0-1-16,1 2 10 0,-1 4 6 0,-1 3-7 16,-3 3 5-16,0 1-6 0,1 1 0 0,0 0-7 15,4-1-5-15,1-1 2 0,1-2-3 16,3 1-3-16,2-5-8 0,3 2-30 0,0-5-7 15,0 2-5-15,0-6-5 0,0-1-3 0,11 0-1 16,-2-4-15-16,2-2-38 0,2-2-35 0,4-3-56 16,3 0-47-16,4 0-19 0,5 0-15 0,3 0-17 15,3-13-52-15,4-2-130 0,2 3 28 0,0-2 89 16</inkml:trace>
  <inkml:trace contextRef="#ctx0" brushRef="#br0" timeOffset="76222.84">7024 10552 2642 0,'20'-16'61'0,"-6"1"66"16,-4 1 72-16,-2 2 59 0,-5-1-16 0,-3 4-35 15,0-1-49-15,0 1-47 0,0 2-35 0,-12 2-15 16,1 2-26-16,0-2-9 0,2 4-13 16,-1 1-14-16,-2 0-2 0,-4 0 8 0,1 0-1 15,-2 12-5-15,-2-1 6 0,-3 2-7 0,1 3 7 16,0 1-3-16,0 4 3 0,-1-1-7 0,3 1-1 16,-1 3 4-16,5-5-5 0,0 2 4 0,1-3-4 15,2-1 5-15,4-4-2 0,2-2-1 0,2-2 3 16,1-2-7-16,1-2 12 0,2-4 7 0,0 1 5 15,0-2 6-15,0 0 2 0,0 0-7 0,0 0 4 16,12 0 16-16,-3 0-5 0,2-11 9 0,3 4-5 16,5-4-16-16,4 1 1 0,4 1-18 0,4-1-2 15,2-3-6-15,4 2-3 0,-1 2 6 0,1-1 0 16,-3 3-4-16,-2 1 1 0,-1 2 1 16,-2 1-5-16,-4 2 0 0,0 0-26 0,-1 1-35 15,-3 0-33-15,1 0-31 0,-3 0-30 0,1 0-31 16,-2 0-53-16,-1 0-47 0,-2 0-25 0,-1 9-4 15,-4-9 10-15,1 7-12 0,-3-7-73 0,-1 0-118 16,-4 0 44-16,0 0 97 0</inkml:trace>
  <inkml:trace contextRef="#ctx0" brushRef="#br0" timeOffset="76897.32">7295 10569 2373 0,'0'-11'41'0,"0"0"37"0,0-2 52 15,0-2 66-15,15 2 17 0,0-6 2 0,-1 1-3 16,-1 1-35-16,1 1-27 0,1 0-23 0,-1 1-43 15,1 3-19-15,-1 0-23 0,-1 2-16 0,-1 0-7 16,2 4-11-16,-2 1 1 0,0 3 19 0,2 2 5 16,0 0 1-16,2 0-9 0,1 12-13 0,0 2 6 15,1 1 8-15,0 1 1 0,1 2-3 0,-3 1-18 16,1 2 0-16,-3-2-16 0,-1 5 8 0,-1-2-1 16,-1-1-3-16,-3 0 16 0,-1-1-12 0,-1-3 8 15,-3 1-2-15,0-5-4 0,-3-2 6 0,2-1 8 16,-2-6 31-16,0 2 49 0,0-3 75 0,0-1 91 15,0-2 54-15,0 0 4 0,0 0-61 0,-9 0-97 16,0 0-85-16,9-11-47 0,-11 2-21 16,0-2 1-16,2 0 9 0,0-3 12 0,0-1 9 15,3 0-5-15,0-1-15 0,6 0-18 16,0 0-10-16,0-1-3 0,0 2-4 0,12 2 4 0,2-1-1 16,-1 2 4-16,6 1 2 0,-1 0-8 0,2 3 2 15,1 2 3-15,0-2 5 0,0 3 5 0,-1 2 1 16,-2 1-4-16,1 0 5 0,-6 2 6 0,1 0 27 15,0 0 33-15,-5 0 39 0,0 0 51 0,-3 0 36 16,-2 0 43-16,0 0 42 0,-3 0 40 0,-1 0-35 16,0 0-74-16,0 0-87 0,0 0-96 15,0 0-26-15,0 0 0 0,0 0 0 0,0-8 0 16,0 8 0-16,0 0 0 0,0 0 0 0,0-6 0 16,0 6 0-16,0-3 0 0,0 0 0 0,0 3 0 15,0-4 0-15,0 4 0 0,0-2 0 0,0 2 0 16,0-1 0-16,0 0 0 0,0-2 0 0,0 2 0 15,0 1 0-15,0 0 0 0,0 0 0 0,0-1 0 16,0-1 0-16,0 0 0 0,0 2 0 0,0 0 0 16,0-2 0-16,0 0 0 0,0 2 0 0,0-1 0 15,5 1 0-15,-5 0 0 0,3-2 0 0,-3 2 0 16,3-1 0-16,-2 1 0 0,1 0 0 0,-2 0 0 16,0 0 0-16,3 0 0 0,-3 0 0 15,0 0 0-15,0 0 0 0,1 0 0 0,-1 0 0 16,0 0 0-16,0 0 0 0,0 0 0 0,0 0 0 15,0 0-1-15,0 0-67 0,0 0-69 0,0 0-66 16,0 0-74-16,0 0-5 0,0 0-10 0,0 0-27 16,0 0-54-16,0 0-93 0,0 0-41 0,0 0 13 15,0 0 49-15,0 0 48 0,0 0-35 0,0 0-62 16,0 0-106-16,0 0-190 0,0 0 109 0,0 0 144 16</inkml:trace>
  <inkml:trace contextRef="#ctx0" brushRef="#br0" timeOffset="74661.78">5250 10184 2033 0,'5'-5'41'0,"-4"2"37"0,1-2 41 0,-1 2 36 16,1 3 0-16,-2 0 17 0,0 0 7 0,0 0-10 15,0 0-19-15,0 0-46 0,0 0-56 0,0 0-31 16,0 0-33-16,0 0-7 0,0 0 33 16,0 0 26-16,0 12 29 0,0 2 5 0,0 4 2 15,0 1-8-15,0 5-13 0,0 3-9 0,11 3-24 16,1 2-7-16,-2 2 13 0,1 1 7 0,0-2-3 16,-2-1-1-16,1-3-17 0,0 0-3 0,0-1 1 15,-2-2-7-15,1-1 4 0,-2-5-6 0,1 2 1 16,-2-4 5-16,0 0 0 0,-1-3-4 0,-2-3 3 15,1-2 1-15,-2-1-8 0,-1-3 16 0,1 4-7 16,-2-6-1-16,0 0 0 0,0-2-11 16,1 2 8-16,-1-1-6 0,0-1 4 0,0 0-15 15,0-2-26-15,0 3-18 0,0-3-40 0,0 0-25 16,0 0-44-16,0 0-57 0,0 0-38 0,0 0-51 16,0 0-83-16,0 0-231 0,0 0-9 0,0-14 93 15</inkml:trace>
  <inkml:trace contextRef="#ctx0" brushRef="#br0" timeOffset="74922.37">5580 10460 2312 0,'9'-8'31'0,"0"2"27"0,-1 1 7 16,-4 3 5-16,1 2-20 0,-5 0 0 16,4 0 32-16,-4 0 33 0,2 0 15 0,1 15-16 0,-2 0-28 15,4 1-29-15,3 3-17 0,-2 2-5 16,3 1-12-16,-2 0-3 0,3 2 6 0,0-1-6 15,-1-1 15-15,-1-1-13 0,1 0-4 0,-1-2 0 16,-1-2-9-16,-1 0 3 0,0-5-6 0,-1 0 1 16,-2-1-4-16,1-5 3 0,-1 1 3 0,-1-3 3 15,0-2 0-15,-1 1-3 0,-1-1-17 0,0-2-26 16,0 0-33-16,0 0-76 0,0 0-85 0,0 0-56 16,0 0-41-16,-12-12-6 0,1 1-36 0,-2-2-159 15,0-1 25-15,-2-1 84 0</inkml:trace>
  <inkml:trace contextRef="#ctx0" brushRef="#br0" timeOffset="75049.86">5615 10276 2121 0,'14'-12'11'15,"-8"3"8"-15,-6 1 9 0,7 3-4 0,-7 4-12 16,0-1-5-16,5 1-15 0,-5 1-6 0,4 0-13 16,1 0-49-16,-2 0-57 0,0 0-116 0,1 0-220 15,0 0-11-15,0 0 63 0</inkml:trace>
  <inkml:trace contextRef="#ctx0" brushRef="#br0" timeOffset="77496.69">9027 10193 3276 0,'-24'26'48'0,"6"-6"27"15,3-4 30-15,6-5 37 0,2-2-23 16,3-8-15-16,2-1-31 0,2 0-36 0,0 0-22 0,0 0-14 15,20 0-7-15,1 0-32 0,5 0-52 16,6-10-90-16,3-3-99 0,6 2-93 0,5 0-17 0,4 1-55 16,-2-1-206-16,2-2 61 0,-1 1 68 15</inkml:trace>
  <inkml:trace contextRef="#ctx0" brushRef="#br0" timeOffset="77330.82">9146 10465 2332 0,'7'8'14'0,"-2"-2"40"0,-4 0 57 16,3 0 50-16,-4 2 37 0,1-1-2 0,1-3-22 15,-2 1-23-15,1-1-25 0,-1 0-17 16,0 1-25-16,0-3-11 0,0 2-6 0,0-2-3 16,0 2 11-16,0-3 11 0,0 1 18 0,0-2 31 15,0 0 100-15,0 0 139 0,0 0 80 0,0 0 21 16,0 0-91-16,0-13-161 0,0 2-120 0,0-4-68 15,0-2-27-15,0-7 8 0,0-3 22 0,0-4-3 16,-9-6-7-16,0-7-8 0,0-1-18 0,0-5-5 16,0-2 11-16,1-2-12 0,2-4-3 0,6 2 3 15,-5 0-2-15,5 0 5 0,0 1-21 0,0 6-40 16,0 3-60-16,12 6-77 0,2 4-80 0,1 4-82 16,4 4-36-16,0 4 21 0,3 7 46 15,5 0 78-15,2 5 40 0,1 3-27 0,0 4-43 16,2 5-49-16,0 0-26 0,-3 0-2 0,-2 0 1 15,-4 11-145-15,0 1-91 0,-8 1 84 0</inkml:trace>
  <inkml:trace contextRef="#ctx0" brushRef="#br0" timeOffset="77779.2">9662 10128 3113 0,'0'0'51'0,"0"-3"42"0,0 2 34 16,0 1 8-16,-10 0-48 0,10 0-48 0,-13 0-39 15,13 0-10-15,-9 0-4 0,9 10 8 16,0 1 4-16,0 0 7 0,0 2 25 0,0 3 19 16,0 2 6-16,0 4-2 0,0 2-17 0,0 2-20 0,12-2 6 15,-2 3 15-15,0-3 8 0,2-2 9 16,-1-1-3-16,-2-1-9 0,0-7 2 0,0 0 13 16,0-5 32-16,1-1 55 0,-1-3 55 0,-2-4 68 15,1 0 7-15,2 0-52 0,1 0-67 0,3-13-79 16,1-4-47-16,-1 2-5 0,2-4-9 0,0-3-2 15,2-2-2-15,-2-3-17 0,-3-2-2 0,0-4-51 16,-4 1-79-16,2-1-56 0,-3 2-73 0,-1 0-26 16,-1 3 28-16,-3 2 17 0,2 3-14 0,-2 4-57 15,0 4-94-15,-3 3-102 0,3 2-173 0,-3 3-75 16,0 0 144-16</inkml:trace>
  <inkml:trace contextRef="#ctx0" brushRef="#br0" timeOffset="78161.72">10021 10145 2554 0,'10'2'35'0,"1"-2"48"16,-2 0 59-16,2 0 59 0,-1 0 4 0,2 0-19 15,-1-11-53-15,3 11-49 0,1-12-38 0,0 12-20 16,2-9 8-16,-1 9-5 0,1 0 5 0,0 0-7 16,-3 0-17-16,2 0-8 0,-2 16-2 15,-3-2-6-15,-1 0 8 0,-1 1 6 0,-1 4 3 0,-2-2-2 16,-1 2 2-16,-2 3-1 0,0 2-9 15,-3-4 9-15,0 5-5 0,0-2-9 0,0-1 12 16,0-2-3-16,0-2-7 0,-10-1 11 0,10-3-5 16,-12 2 4-16,2-6 7 0,1-1 8 0,-1-2 6 15,1-1 10-15,0-1 10 0,2-4-8 0,1-1 9 16,-2 0 3-16,3 0 23 0,4 0 18 0,1-12-6 16,0 1-20-16,0-2-28 0,0 0-31 0,0-4-11 15,0-2 2-15,14-2-2 0,-1 0 5 16,1 0-5-16,6-3 2 0,-1 1-7 0,3 0 5 0,2 2 1 15,-1 3-10-15,1 1 5 0,-1 5-8 0,-2 3 8 16,0 1-7-16,-2 5 2 0,-3 3 0 16,-2 0-2-16,3 0 10 0,-4 0-17 0,-2 12-30 15,1 0-35-15,-1 0-26 0,-4-1-29 0,2 2-17 16,1 1-47-16,-1 0-86 0,1 2-71 0,-1-3-58 16,2 1-68-16,-2 2-196 0,3-5 78 0,-3 1 108 15</inkml:trace>
  <inkml:trace contextRef="#ctx0" brushRef="#br0" timeOffset="78461.68">10786 10249 2871 0,'8'-24'35'0,"-2"0"43"0,-2 0 57 16,-1 3 60-16,-1 1 3 0,-2 2-16 0,0-2-38 16,0 5-53-16,0-1-26 0,0 3-19 15,0 3-4-15,0-1 15 0,0 0 5 0,0 2 19 16,0 3-2-16,0-1-6 0,0 5-7 0,0-2-4 15,0 4-6-15,0-1-10 0,0 1-24 0,0 0-23 16,0 0-15-16,0 0-6 0,-11 9 18 0,-1 1-2 16,-2 4 5-16,1 2-5 0,-2 5-4 0,-4 2 9 15,1 3 3-15,0 4 8 0,0 4 4 0,2 0-10 16,3-2-4-16,1 5-3 0,2-3-10 0,1 1-15 16,5-2-25-16,4-1-14 0,0-4-30 15,0-2-6-15,0-5 13 0,13-1-11 0,1-3-2 0,3-3-29 16,1-6-54-16,3-3-62 0,5-5-60 15,2 0-52-15,3 0-56 0,1-13-208 0,2-3-23 0,-5-3 108 16</inkml:trace>
  <inkml:trace contextRef="#ctx0" brushRef="#br0" timeOffset="78913.92">11034 9732 3354 0,'0'-19'9'0,"0"6"7"0,0 4-2 16,0 5-5-16,-13 4-10 0,13 0-9 0,-9 0 15 15,9 0 20-15,0 0 7 0,0 17 9 0,0-2-12 16,0 4-6-16,0 3 37 0,0 2 6 0,0 6 2 16,0 3-17-16,0 3-34 15,0 1-14-15,11 4-2 0,-3 0 13 0,1 3-6 0,0-1 1 16,-2 0-1-16,2-1-7 0,-1-2 7 0,-2 1-7 16,0-3-11-16,-1-5-16 0,-1-7-27 0,-1-2-4 15,0-4-16-15,0-7-2 0,-3-5-31 0,0-2-45 16,0-6-18-16,0 0-1 0,0 0 37 0,0-17 56 15,-15 0 44-15,2 0 24 0,2-3 5 0,0-3 7 16,1-1-3-16,2-5 2 0,8 0 6 16,0 0 7-16,0-1 22 0,0 1 31 0,0 2 20 0,12 1 7 15,2 7 16-15,4-1-18 0,3 3 11 0,4 4 8 16,1-2-23-16,1 5-4 0,3 2-21 0,2 2-17 16,-3 2-1-16,0 4 1 0,-3 0-3 15,-2 0 7-15,-3 13 1 0,-1 2 2 0,-3 2 0 16,1 3 1-16,-3 4 3 0,2 4-10 0,-1 0-8 15,1 2-15-15,-3 7-20 0,0-3 2 0,-2 1-1 16,0-1-5-16,-2-2 7 0,0-1-4 0,-3-3 2 16,-1-2 0-16,-1-2 1 0,-1-4 0 0,-1 0-4 15,-1-4-20-15,1-6-30 0,-2 2-20 0,1-6-12 16,-1-1 1-16,1-5-29 0,-2 0-105 0,0 0-149 16,0 0-143-16,0-18-202 0,0-1-110 0,0-4 163 15</inkml:trace>
  <inkml:trace contextRef="#ctx0" brushRef="#br0" timeOffset="79064.84">11523 9749 3068 0,'0'-30'26'0,"0"5"40"15,9 3 38-15,-9 4 37 0,0 4-11 0,0 0-36 16,0 6-43-16,0 1-42 0,0 2-42 0,0 2-55 16,0 2-49-16,0 1-63 0,0 0-57 0,12 0-59 15,0 0-88-15,-3 0-277 0,0 13 46 0,3-2 112 16</inkml:trace>
  <inkml:trace contextRef="#ctx0" brushRef="#br0" timeOffset="79384.68">11776 10013 2227 0,'0'14'-1'0,"-10"-2"29"0,0-4 29 0,10 3 24 15,-7-2 18-15,1 2-19 0,-2-2-16 0,8 4-21 16,-6-1-17-16,2 4-7 0,4-3-9 0,0 2 7 15,0-2 10-15,0 0 24 0,0-2 14 0,10-2 13 16,1 1 28-16,-1-6 10 0,4 1 22 0,0-4 11 16,1-1-17-16,3 0-13 0,-3 0-27 0,4-12-22 15,-3-4-13-15,0 1-21 0,-3-1-19 0,-1-1-32 16,-1-1-13-16,-2-6-17 0,-3 1-18 0,-1 0 4 16,-2-2-22-16,-3 1-68 0,0 2-91 0,0 0-104 15,0 2-95-15,-14 4-104 0,3 3-155 16,2 0 121-16</inkml:trace>
  <inkml:trace contextRef="#ctx0" brushRef="#br0" timeOffset="79686.55">11860 10095 2000 0,'11'13'30'16,"-2"-2"46"-16,0 1 42 0,1-1 41 0,1 3 5 0,0-2 3 15,-4 2-14-15,4-2-11 0,-2 4-7 16,2-1-27-16,-2 1-25 0,3 1-27 0,-3 1-20 0,2 0-15 15,-2-3 2-15,-3 2-1 0,1-3-7 0,-2 0-4 16,0 0 0-16,-4-6 20 0,1 1 27 0,-2-5 23 16,0 3 8-16,0-5-5 0,0-2-25 15,0 0-13-15,-13 0-8 0,13 0-4 0,-10 0 10 16,2-11-13-16,-1 0-3 0,2 1-2 0,-1-4 18 16,2 2 6-16,0-4 4 0,6-1 12 0,-5 3-14 15,5-4 14-15,0 1 9 0,0-1-21 0,0 2-25 16,11-2-25-16,3 2-18 0,2 0-11 0,2 1 8 15,5 2-2-15,2-1 8 0,0 6 5 0,3 2-8 16,-3 0 6-16,1 6-11 0,-3 0 1 16,-5 0 3-16,-1 13 1 0,-3 1 7 0,-2-1-1 15,-3 1 12-15,-1 4-3 0,-1-1-5 0,-2 3 7 16,-1-2-3-16,-2 1-2 0,-2-1 5 0,0 0-1 16,0-3-12-16,0 2-37 0,0-3-47 0,0 0-61 15,0 0-111-15,-12-4-139 0,-1 1-132 0,4-1-369 16,-1-3 58-16,-1 0 182 0</inkml:trace>
  <inkml:trace contextRef="#ctx0" brushRef="#br0" timeOffset="82990.11">4909 11861 2097 0,'9'3'29'0,"3"-3"36"0,-1 0 40 0,1 0 52 16,3 0 5-16,0 0 0 0,5 0-13 15,0-11-42-15,0 11-30 0,1-7-41 0,-1 7-27 16,-2 0-12-16,0 0-1 0,-4 0 11 0,-2 0 3 16,-2 0 27-16,0 0 24 0,-1 0 20 0,-2 11 14 15,2 1-22-15,0 0-20 0,-1 1-24 0,1 1-20 16,-1 1-1-16,1 1 1 0,-2-3 3 0,0 4 14 16,-3-1-12-16,1 1 1 0,-4-2-2 0,2-2-14 15,-3 1 16-15,0-3-7 0,0-2-1 0,0-1 30 16,0-2 20-16,0-1 18 0,0-2 28 0,0-2 7 15,0-1 3-15,-6 0 11 0,6 0-2 16,0 0-12-16,0-11-27 0,0-1-15 0,0 0-38 0,0 0-23 16,0-3-1-16,0 0-18 0,11-2 14 15,-1 0-5-15,1-1-1 0,0 2-9 0,1 0-2 0,1 2 6 16,0 4-7-16,0-1 13 0,1 2 6 16,0 2-9-16,-1 2 11 0,2 0-2 0,4 3-13 15,-3 0 1-15,4 2-3 0,-2 0 7 0,2 0-4 16,0 0 16-16,-2 0 2 0,0 0 1 0,-1 9 20 15,-3-9 5-15,-1 11 25 0,0-11 16 0,-3 7 55 16,-1-7 65-16,-3 6 60 0,-1-6 61 0,-1 0 16 16,1 0 5-16,-3 0 1 0,-1 0 14 0,1 0-9 15,-2 0-36-15,0 0-90 0,0 0-94 0,0 0-78 16,0 0-46-16,0 0 0 0,0 0 0 0,0 0 0 16,0 0 0-16,0-6 0 0,0 6 0 0,0 0 0 15,0-5 0-15,0 5 0 0,0 0 0 16,0 0 0-16,0-5 0 0,0 4 0 0,0-1 0 15,0 2 0-15,0-1 0 0,0-1 0 0,0 0 0 16,0 2 0-16,0-1 0 0,0-1 0 0,0 0 0 16,0 2 0-16,0-2 0 0,0-1 0 0,0 0 0 15,0 1 0-15,0 0 0 0,0-1 0 0,0 1 0 16,0 0 0-16,0-1 0 0,0 1 0 0,0-1 0 16,0 2 0-16,0-3 0 0,0 3 0 0,0-1 0 15,0 1 0-15,0 1 0 0,0 0 0 0,0 0 0 16,0 0 0-16,0 0 0 0,0 0 0 15,0 0-90-15,0 0-171 0,0-2-198 0,0-1-330 16,0-1-129-16,0-1 67 0,0-3 48 0,13 1 183 16,-2-1 76-16,3-2-147 0,1-2-95 0,1 3 148 15</inkml:trace>
  <inkml:trace contextRef="#ctx0" brushRef="#br0" timeOffset="82344.5">4099 11846 2673 0,'-7'4'15'0,"-2"-4"1"0,6 0 0 0,3 0 7 16,0 0-11-16,0 0 3 0,19-12-2 0,1 3-5 15,3-2 2-15,4 2 7 0,2-1 18 0,5 0 12 16,2-1 18-16,0 1 6 0,1 1-4 0,1-2 8 15,-2 2 9-15,-1-1 18 0,-6 1 14 0,0 2 5 16,-5-1-8-16,-4 2-12 0,-3 2-7 0,-5-1-18 16,-3 4-14-16,-5-2-17 0,0 3-23 15,0 0-4-15,-4 0-18 0,0 0-2 0,0 0-12 16,0 0 2-16,0 9 9 0,0-9-9 0,0 12 13 16,0-1 1-16,0 1-3 0,0 3 3 0,0 4 4 15,0 0-4-15,0 3 0 0,0 2-3 0,0 4-3 16,0-3-4-16,0 1-3 0,9 1 15 0,2-4-1 15,-2 1-4-15,3-2-3 0,-1-5-5 0,-1-3 1 16,4 0 6-16,-2-5 9 0,0-3-3 0,2-1 2 16,0-5 4-16,-1 0 3 0,4 0 2 0,1-13 12 15,-1-1 9-15,1-3 5 0,2 2 4 0,0-5-17 16,-1-1-10-16,3 0-6 0,-3-4-1 0,-2 4-2 16,0-5 2-16,-3 0-9 0,-4 0-19 15,-1 1-13-15,-3 1-30 0,-1 2-32 0,-5 0-28 16,0 4-33-16,0 4-56 0,0-2-74 0,0 8-75 15,0-1-50-15,-11 5-24 0,2 0-71 0,-1 4-84 16,-1 0 92-16,-1 0 103 0</inkml:trace>
  <inkml:trace contextRef="#ctx0" brushRef="#br0" timeOffset="83489.83">7017 11785 3000 0,'1'-8'42'0,"-1"-1"57"0,0 0 60 16,0 1 44-16,0-1-8 0,-10 3-35 0,10-5-46 15,-14 3-27-15,5 1-18 0,-2 0-5 0,1 0-3 16,1 5-1-16,1-2-20 0,-1 0-11 0,-2 4-16 16,2 0-19-16,-2 0 6 0,-2 0-8 0,-4 13 5 15,0 1 2-15,-1 2-5 0,-2 3 8 0,-1 5 6 16,0 0-1-16,1 7-1 0,2-1-11 0,1 2-6 16,4 2-8-16,0 1-8 0,4-2-16 15,5 1-15-15,4-3-15 0,0-1 4 0,0-4 16 16,0-3 7-16,13 1 17 0,0-6 13 0,-1-3 12 15,0-4 6-15,0-4 16 0,3-1 2 0,0-6-1 16,1 0 15-16,2 0 0 0,2-14 10 0,1-2 0 16,3-4-1-16,0-2 5 0,1 1 13 0,-1-7 17 15,2 2-9-15,-3-4-13 0,-1 1-23 0,0 3-18 16,-4-1-7-16,0 4-9 0,-1 0-3 0,-2 6-11 16,0 0 1-16,-1 5-5 0,1 2 5 15,0 3 2-15,-1 7-1 0,0 0-7 0,1 0-30 0,-2 0-10 16,3 12-9-16,-1 0-5 0,0 1-4 15,-1 2-20-15,1 0-37 0,2 1-45 0,-2 4-54 16,-2-2-42-16,4 1-37 0,-3 1-14 0,-2 0-7 16,-1-2-61-16,-1 0-157 0,-1 1 34 0,-4-3 90 15</inkml:trace>
  <inkml:trace contextRef="#ctx0" brushRef="#br0" timeOffset="83917.83">7363 12070 2205 0,'0'-15'35'0,"0"-2"24"15,0-3 46-15,0 1 48 0,12-4 30 0,0-1 35 16,1 2 20-16,-3-2-14 0,4 1-40 16,0 3-54-16,-2 0-63 0,1 6-42 0,1-3-18 15,-2 6-5-15,2 2-2 0,1 4 6 0,2 1-10 0,-2 4-9 16,2 0 3-16,-1 0 4 0,1 0 2 16,0 16 11-16,-2 1-7 0,-1 0-6 0,-2 5 3 15,-2 0-10-15,2 3 10 0,-4-2 3 0,-2 4 2 16,-1-2 10-16,-5 2-2 0,0-2-4 0,0-2 0 15,0 1-4-15,-14-4 0 0,2-1 8 0,3-3 13 16,-2-3 20-16,4-2 22 0,-3-5 24 0,10-1 9 16,-9-2 8-16,3-3-1 0,6 0-4 0,-6 0-8 15,3 0-9-15,-1-12-4 0,4-2-22 0,0-2-19 16,0-2-19-16,0-4-20 0,0-1 30 16,9-1 34-16,3 0 9 0,2-2-1 0,1 1-12 0,0 1-44 15,3 0-5-15,5 4-3 0,0 1-16 0,-4 5 8 16,4 0-16-16,-3 3-4 0,0 4 5 15,-2 4-5-15,-1-2-3 0,-2 5 19 0,-2 0-12 16,3 0-1-16,-3 13 17 0,3-4-10 0,-3 2 3 16,1 2 1-16,0 2-30 0,-1 2-24 0,2-2-32 15,-1 3-31-15,0-1-30 0,-1 0-14 0,1 0-14 16,0 1-13-16,-1-1-45 0,-2-3-78 0,0 0-67 16,-4-1-56-16,-1 1-69 0,0-4-189 15,-6-4 99-15,0 1 111 0</inkml:trace>
  <inkml:trace contextRef="#ctx0" brushRef="#br0" timeOffset="85549.98">8121 11885 2934 0,'12'-26'35'0,"-3"-1"58"15,2 0 77-15,-2 0 67 0,2 4 17 0,-1-1-21 16,-2 3-41-16,1 2-43 0,-2 3-47 0,1 3-37 16,-2 3-39-16,-1 3-36 0,-1 4-3 0,-1 3-7 15,2 0 9-15,-2 0 9 0,1 0-2 0,3 16 4 16,2-1 3-16,0 2-3 0,1 0 1 0,1 3 4 15,3 1-13-15,-2 3 9 0,2 0-4 16,-1 1 4-16,-1 0 4 0,0-1-1 0,2 0 6 0,-2-3-9 16,2-1 6-16,-2-3-1 0,-1-2 1 15,-1-3-2-15,-1-3 12 0,1-2 17 0,-3-5 24 16,1 2 60-16,-2-4 10 0,1 0-6 0,3 0-21 16,-1 0-44-16,1-16-1 0,2 2-4 0,2 1-7 15,1 0-6-15,2-2-21 0,0 0-4 0,-1 2 1 16,3-1-5-16,-3 2-6 0,3 1-11 0,-4 3-7 15,1-1 0-15,0 4-10 0,-3 1 2 0,-1 4 7 16,1 0-4-16,0 0 11 0,-1 0 1 0,1 14-4 16,-1 2-4-16,0 0 0 0,0 1 8 0,0 4-4 15,-3 4 4-15,0 3 11 0,-3 3 0 0,-1 1 4 16,-2 1 8-16,-3 2-15 0,0 2-12 0,0 2 24 16,-17 0-31-16,1-3 24 0,-4 1 0 15,-4 0-12-15,-7 2 20 0,-2-5-25 0,-5-1 27 16,0-5-5-16,-2-2 8 0,1-3 4 0,4-5-23 15,2-5 1-15,5-3-1 0,5-3 21 0,7-5 3 16,2-2-9-16,5 0 6 0,4 0-27 0,2 0 0 16,3 0 1-16,0-15-40 0,0 0 15 0,13-1-5 15,-1 0 1-15,1-4 17 0,6 0 0 0,-1 2 8 16,2-1 0-16,2 1 21 0,3 0-12 0,-1 1 11 16,2 1 1-16,-3 3-5 0,1-1 54 0,-3 0 44 15,-1 2 62-15,0 0 77 0,-5 2 40 0,0 2 25 16,-4-1 19-16,-4 2-3 0,1 1-9 0,-4 2-21 15,1-1-36-15,-5 2-80 0,1 0-74 16,-1 0-64-16,0 3-41 0,0-1 0 0,0-2 0 16,0 1 0-16,0 2 0 0,0-2 0 0,0 2 0 15,0 0 0-15,0 0 0 0,0 0 0 0,0 0 0 16,0 0 0-16,0 0 0 0,0 0 0 0,0 0 0 16,0 0 0-16,0 0 0 0,0 0 0 0,0 0 0 15,0 0 0-15,0 0 0 0,0 0 0 0,0 0 0 16,0 0 0-16,0 0 0 0,0 0 0 0,0 0 0 15,0 0 0-15,0 0 0 0,0 0 0 0,0 0 0 16,0 0 0-16,0 0 0 0,0 0 0 16,0 0 0-16,0 0 0 0,0 0 0 0,0 0 0 15,0 0 0-15,0 0 0 0,0 0 0 0,0 0 0 16,0 0 0-16,0 0 0 0,0 0 0 0,0 0 0 16,0-10 0-16,0 10 0 0,0-10 0 0,0 3 0 15,-9 0 0-15,9 2 0 0,0-2 0 0,0 2 0 16,-6-1 0-16,6 1 0 0,-6 0 0 0,6 1 0 15,0 0 0-15,0 1 0 0,0 3 0 0,0-2 0 16,0 2 0-16,-3 0 0 0,3 0 0 0,0-2 0 16,-3 2 0-16,3 0 0 0,0 0 0 0,0 0 0 15,-1 0 0-15,1 0 0 0,0 0 0 0,0 0 0 16,0 0 0-16,0 0 0 0,0 0 0 0,0 0 0 16,0 0 0-16,0 0 0 0,0 0 0 0,0 0 0 15,0 0 0-15,0 0 0 0,0 0 0 16,0 0 0-16,0 0 0 0,0 0 0 0,0 0 0 15,0 0 0-15,0 0 0 0,0 0 0 0,0 0 0 16,0 0 0-16,0 0 0 0,0 0 0 0,0 0 0 16,0 0 0-16,0 0 0 0,0 0 0 0,0 0 0 15,0 0 0-15,0 0 0 0,0 0 0 0,0 0 0 16,0 0 0-16,0 0 0 0,0 0 0 0,0 0 0 16,0 0 0-16,0 0 0 0,0 0-10 15,0 0-12-15,0 0-14 0,-10 0-19 0,10 0-10 0,0 0 5 16,0 0-10-16,0 0 0 0,0 0 1 15,0 0-12-15,0 0 16 0,0 0 14 0,0 0 17 16,0 0 16-16,0 0 6 0,0 0 4 0,0 0 6 16,0 0 1-16,0 0 0 0,0 0 2 0,0 0-4 15,0 0 2-15,0 0 3 0,0 0-4 0,0 0 2 16,0 0-3-16,0 0 1 0,0 0 3 0,0 0-1 16,0 0 3-16,0 0-4 0,0 0 3 0,0 0-2 15,0 0 5-15,0 0-5 0,0 0-3 0,0 0 7 16,0 0-7-16,0 0 3 0,0 0-2 0,0 0 2 15,0 0-1-15,0 0 3 0,0 0-2 0,0 0-3 16,0 0 6-16,0 0-4 0,0 0 1 0,0 0 0 16,0 0-2-16,0 0 4 0,0 0 0 15,0 0 3-15,0 0-3 0,0 0-2 0,0 0 3 16,0 0-1-16,0 0 0 0,0 0 0 0,0 0 0 16,0 0-3-16,0 0 1 0,0 0-1 0,0 0-2 15,0 0 2-15,0 0 5 0,0 0-4 0,0 0 3 16,0 0-4-16,0 0 0 0,0 0 3 0,0 0-3 15,0 0 0-15,0 0-1 0,0 0 0 0,0 0 2 16,0 0-2-16,0 0 3 0,0 0 1 0,0 0-2 16,0 0 2-16,0 0-2 0,0 0 2 0,0 0 1 15,0 0-3-15,0 0 0 0,0 0 1 0,0 0-1 16,0 0 2-16,0 0-2 0,0 0-1 0,0 0 2 16,0 0 2-16,0 0 1 0,0 0-2 15,0 0-2-15,0 0 1 0,0 0 1 0,0 0-3 16,0 0 2-16,0 0 0 0,0 0-6 15,0 0 0-15,0 0 2 0,0 0 0 0,0 0 0 0,0 0 3 16,0 0-3-16,0 0-1 0,0 0 4 0,0 0-2 16,0 0 2-16,0 0-1 0,0 0 4 0,0 0-2 15,0 0 1-15,0 0 0 0,0 0-3 0,0 0 0 16,0 0-1-16,0 0 1 0,0 0-2 0,0 0 3 16,0 0-1-16,0 0-1 0,0 0 0 0,0 0 2 15,0 0 0-15,0 0-2 0,0 0 5 16,0 0-5-16,0 0 1 0,0 0-1 0,0 0 1 0,0 0 1 15,0 0 0-15,0 0 0 0,0 0 0 16,0 0 0-16,0 0-3 0,0 0 3 0,0 0-1 16,0 0-1-16,0 0 0 0,0 0-42 0,0 0-58 15,0 0-74-15,0 0-92 0,0 0-99 0,0 0-143 16,0 0-61-16,0 0-3 0,0 0 53 0,0 0 63 16,0 0-30-16,0 0-47 0,0 0 80 0,0 0 23 15,13 0-148-15,-1 0 96 0,3 11 8 0</inkml:trace>
  <inkml:trace contextRef="#ctx0" brushRef="#br0" timeOffset="85978.84">9750 11926 2539 0,'7'-11'39'16,"-4"2"44"-16,0-2 52 0,-2 3 58 0,-1-1 7 15,0 1 3-15,0 1-13 0,0-1-36 0,0 1-34 16,0 2-37-16,0 1-40 0,0 2-33 0,0 2-14 16,-10 0-10-16,10 0-1 0,-8 0 10 15,8 0 3-15,-8 15 3 0,8-2-1 0,-6 3 1 0,2 1 0 16,-1 2-3-16,1 5 3 0,-1 0-1 15,4 1 1-15,1 2-3 0,0-2-3 0,0 2 2 16,0-2 0-16,10-2-10 0,1 0-9 0,-1-4-7 16,4-1 0-16,1-3 21 0,0-2 10 0,2-2 13 15,0-5-7-15,0-4-4 0,2-2 10 0,1 0 2 16,1 0 17-16,1-15 8 0,0 2 16 0,1-3 4 16,-5 0 8-16,2-5 2 0,0 1-29 0,-3-4-10 15,-7 2-24-15,-1-4-9 0,-1 0 5 0,-5 2-30 16,-3-1-12-16,0-3-21 0,0 3-30 0,0 2-23 15,0 0-72-15,-11 3-84 0,11 1-67 16,-10 5-59-16,10 2-58 0,0 4-177 0,0 0-27 16,0 6 108-16</inkml:trace>
  <inkml:trace contextRef="#ctx0" brushRef="#br0" timeOffset="86431.22">10249 11848 3694 0,'-16'11'26'16,"7"-5"15"-16,2-1 15 0,4-5 3 0,3 0-14 15,0 0-16-15,15 0-19 0,3 0 1 0,6-11-11 16,10 0 1-16,5 1-11 0,10 1-27 0,6 0-42 16,4 1-69-16,5-2-94 0,4 2-89 0,-1 1-88 15,-2-3-109-15,0 1-210 0,-4 0 114 16</inkml:trace>
  <inkml:trace contextRef="#ctx0" brushRef="#br0" timeOffset="86250.77">10287 12077 2210 0,'13'6'49'0,"-1"-2"55"0,1 1 82 0,-1-2 99 16,-3-2 43-16,0-1 5 0,-1 0-38 16,-2 0-59-16,-2 0-45 0,1 0-17 0,-1-10 13 0,-1 10 12 15,0-14-16-15,0 4-32 0,-3-2-20 16,2 0-8-16,-2-1-7 0,0 0-17 0,0-4-40 16,0-1-43-16,0-1-25 0,0 0 2 0,-11-5-4 15,11 0-9-15,-9-3-7 0,9-4-5 0,0-1-7 16,0-1-39-16,0 1-16 0,0-1-38 0,0 1-36 15,0 2-12-15,0 1-12 0,17 1-3 0,-2 5 18 16,3 1 23-16,0 4-10 0,2 2-17 0,3 1-59 16,0 3-61-16,4 2-54 0,-1 2-48 0,0 2-93 15,0-2-182-15,-2 4 99 0</inkml:trace>
  <inkml:trace contextRef="#ctx0" brushRef="#br0" timeOffset="86831.53">11260 12023 3382 0,'-11'-13'68'0,"4"-2"52"0,-2-1 48 0,6 2 20 16,0 1-62-16,1 2-53 0,2-1-41 0,0-2-20 16,0 1-6-16,18 0-11 0,2 0-18 15,-2 0-31-15,8-2-48 0,1-1-80 0,7 2-102 16,4 1-78-16,3 0-60 0,3 2-52 0,0-2-208 15,0 4 51-15,-1 1 111 0</inkml:trace>
  <inkml:trace contextRef="#ctx0" brushRef="#br0" timeOffset="86673.7">11403 11407 3841 0,'0'-7'8'0,"0"2"-2"15,-14 0 12-15,14 5 9 0,-9 0 0 0,9 0-9 16,-9 0-6-16,9 0-3 0,0 13 8 0,0 1 16 15,0 0-5-15,0 5-6 0,0 4-16 0,0 4-1 16,0 3 1-16,0 4 1 0,0 2 4 16,11 2 6-16,1 1 5 0,0 2 0 0,0 2-8 0,2-2-8 15,-4 0-4-15,1-1-1 0,1-1-23 16,0-4-44-16,0-4-38 0,-2-1-71 0,0-3-61 16,1-3-62-16,-2-6-69 0,0 0-39 0,-3-3-64 15,-1-4-181-15,-4-2 75 0,-1-3 110 0</inkml:trace>
  <inkml:trace contextRef="#ctx0" brushRef="#br0" timeOffset="87575.68">11533 11941 2541 0,'0'0'11'0,"0"0"22"0,0 0 7 0,0 0 11 16,0 0-13-16,0 0-21 0,11-11-9 0,-2 11-10 16,0-8-1-16,0 8 5 0,5-10-1 0,0 4 2 15,1 6 1-15,0-6-2 0,3-2 1 0,-1 1 3 16,1 0-1-16,-1-2 4 0,-2-3 4 0,-1 1 12 16,0-6 11-16,-2 0 21 0,-5-1 36 0,1-4 3 15,-4 0 21-15,-1-1 10 0,-3-1-15 0,0 1 4 16,0 0-10-16,0 2-21 0,-13 3-1 15,1 1-4-15,1 5-10 0,0-1-13 0,2 3-29 0,2 4-17 16,-2 1-20-16,9 2-4 0,-8 3 3 0,3 0-3 16,1 0 10-16,-1 13-1 0,1 0 3 15,-1 6 6-15,1 1-4 0,-2 3 0 0,1 2 1 16,0 5-1-16,2 0 2 0,3 1 3 0,0 1-1 0,0-2-5 16,0 0-1-16,0-1-4 0,13-2-1 15,-4-1 5-15,-9-4 4 0,10 2-8 0,-1-7 7 16,-1-2-7-16,-2-2 4 0,2-4-1 0,-2-1 0 15,-2-4 8-15,-1 0-10 0,2-1 10 0,-4-3 5 16,4 0 1-16,-2 0 3 0,2 0 4 0,-1 0-6 16,4-13-4-16,-1 2-5 0,4 3-1 0,1-2-5 15,3 0-1-15,2-1 10 0,-2 1-13 0,2 1 8 16,-2 0-3-16,-3 3-7 0,2 1 10 0,-5 1-10 16,0 2 6-16,-3 2 0 0,3 0-5 15,-3 0 4-15,2 0 3 0,1 0 4 0,0 0-6 16,2 0 3-16,1 11-5 0,2-11 2 0,1 10 9 15,1-3-6-15,1-7 4 0,1 7-3 0,1-7 1 16,-1 0 4-16,-1 0-4 0,1 0 2 0,-3 0-1 16,0 0 5-16,-1 0 14 0,-4-14 14 0,3 1 31 15,-6 1 28-15,-1-2 42 0,-1 2 43 0,-2-4 26 16,-3 2 16-16,0 0-22 0,0 2-41 0,0 0-35 16,0 2-34-16,0 1-36 0,0 3-21 0,-11 0-28 15,11 3-25-15,-7-1-7 0,7 4-13 0,0 0-13 16,-8 0-18-16,8 0-33 0,0 0-4 0,0 0-11 15,0 11-18-15,0-3 20 0,0 3 5 0,0 0 15 16,0 0 17-16,0 2-18 0,0 2-6 16,0 2 4-16,0-2 17 0,12 3-1 0,0-1-33 15,4 0-85-15,3 0-110 0,3 2-106 0,2 1-111 16,5-1-292-16,4 1 69 0,2-1 145 0</inkml:trace>
  <inkml:trace contextRef="#ctx0" brushRef="#br1" timeOffset="-67000.89">-460 13938 1612 0,'0'-7'16'0,"0"-2"15"0,-9-1 11 0,9 3 18 15,0-1-1-15,-10 1 0 0,10 3 7 0,-7-1-1 16,4-1 3-16,-3 1 0 0,3 4-9 0,0-4-3 16,0 1-11-16,2 0-3 0,-2 0 3 0,0-1-2 15,3 2 12-15,-3-1 10 0,3 2 6 0,0 0 1 16,0 0-21-16,0 1-22 0,0-2-20 0,0 2-9 15,10-1-3-15,2 0 0 0,5-1-4 0,0 0 6 16,6 0-1-16,4 0 7 0,8 1 1 16,4-4-4-16,2 6 3 0,5-4-5 0,6 2 2 15,2 2 0-15,2-2 1 0,2 2 5 0,-5-2 1 16,3 2 14-16,-2-2 11 0,-4-4 4 0,1 3 7 16,-4-2-3-16,-1-1-6 0,-3 0 5 0,-4-1 12 15,-6 1 10-15,-2-1 9 0,-5 1-6 0,-10 0-13 16,-5 1-23-16,-2 0-18 0,-6 2-9 0,0-2-9 15,-3 1 3-15,0 2-2 0,0-1-3 0,0 3-31 16,0-3-44-16,0 3-55 0,0 0-60 0,-12 0-37 16,4 0-39-16,-4 0-58 0,2 0-203 0,-1 0-45 15,2 12 84-15</inkml:trace>
  <inkml:trace contextRef="#ctx0" brushRef="#br1" timeOffset="-65551.72">1379 13942 2112 0,'-12'0'14'0,"-4"0"5"16,5 0 13-16,-3 0 17 0,5 0 11 0,-1-11 35 15,3 11 32-15,1 0 22 0,3 0 1 0,2-9-22 16,-2 9-28-16,3 0-42 0,0 0-22 0,0 0-20 16,20-8-13-16,-1 1-2 0,9 1-1 15,8-1 4-15,13 0-7 0,10-1 3 0,8-1 0 16,3 1-4-16,5-1 3 0,1 3 13 0,6 1 4 16,-3 3-4-16,0 0 0 0,-3-2-7 0,-3 3 12 15,-6 1 20-15,-5-1 27 0,-7-1 14 0,-11 1 2 16,-5-1-7-16,-11 0-15 0,-5-2-12 0,-8 0-9 15,-5 0-2-15,-3 2-5 0,-1-1 1 0,-5 0-3 16,2 3-10-16,-3 0 3 0,0-4-6 0,0 4-4 16,0 0-1-16,0-2-2 0,0 2-8 15,0 0-1-15,0 0-7 0,0 0 2 0,0 0 4 16,0 0 5-16,0 0 3 0,0 0-8 0,0 0 5 16,0 0-13-16,0 0 3 0,0 0 2 0,0 0-8 0,0 0 5 15,0 0-2-15,0 0 0 0,0 0 1 16,0 0 3-16,0 0 0 0,0 0-3 0,0 0-2 15,-10 0-1-15,10 0 2 0,0 0-2 0,-10 0 4 16,3 0 5-16,7 0-4 0,-9 12 2 0,3-12 3 16,-2 8-5-16,5-8 4 0,3 0 2 0,-6 0 0 15,4 6 2-15,1-6-1 0,1 0 0 0,-3 0-2 16,3 0 2-16,-2 0 2 0,-1 0 2 16,3 5-4-16,-3-5-1 0,3 0 4 15,0 0-8-15,0 0 6 0,0 0-1 0,0 0-5 0,0 0 9 16,0 0-3-16,0 0 0 0,0 0 2 0,0 0-7 0,0 0 5 15,0 0-1-15,0 0 1 0,0 0 1 16,0 0-3-16,0 0 0 0,0 0 1 0,0 0 4 16,0 0-8-16,0 0 5 0,0 0-3 0,0 0-6 15,0 0 6-15,0 0-2 0,0 0-2 0,0 0 2 16,0 0 1-16,0 0-1 0,0 0-1 0,0 0 3 16,0 0-8-16,0 0 6 0,-10 0-3 0,10 0 1 15,0 0 3-15,-10 0-1 0,10 0 3 0,0 0-1 16,-6 0 4-16,6 0-7 0,-3 0 4 15,-1 0-1-15,4 8-2 0,-3-8 0 0,0 0 2 0,-3 0-3 16,4 0 5-16,-4 0 0 0,0 0-6 16,3 0 9-16,-2 0-7 0,-1 0-6 0,-3 0 2 15,5 0-12-15,-5 0 1 0,1 0 9 0,-1 0 8 16,3 0 0-16,0 0 4 0,-2 0-6 0,2 0-1 16,3 0 3-16,0 0-1 0,-2 0 12 0,2 0-13 15,3 0 8-15,-3 0 0 0,3 0-5 0,0 0 13 16,0 0-9-16,0 0-5 0,0 0 1 0,-3 0-1 15,3 0-4-15,0 0 8 0,-1 0 2 0,-1 0-10 16,1 0 14-16,1 0-5 0,-3 0-5 0,3 0 8 16,0 0-11-16,0 0 0 0,-3-5-1 0,3 5 2 15,0-4 4-15,-3 4 2 0,3 0 0 0,-3 0-2 16,3 0-7-16,0 0 5 0,0 0 3 0,0 0-5 16,0 0 7-16,0 0-5 0,0 0-2 15,0 0 2-15,0 0-1 0,0 0 3 0,0 0 2 16,0 0-1-16,0 0-1 0,0 0-2 0,0 0-1 15,0 0 2-15,0 0 5 0,0 0-3 0,0 0 0 16,0 0 0-16,0 0-8 0,0 0 4 0,0 0 1 16,0 0-2-16,0 0 8 0,0 0-3 0,0 0-1 15,0 0 0-15,0 0-2 0,0 0 0 0,0 0 1 16,0 0 0-16,0 0 5 0,0 0-4 0,0 0 3 16,0 0-1-16,0 0-8 0,0 0 9 0,0 0-4 15,0 0 0-15,0 0 6 0,0 0-7 16,0 0 1-16,0 0 6 15,0 0-4-15,0 0-1 0,0 0-3 0,0 0 3 0,0 0-4 0,0 0 8 16,0 0-1-16,0 0-9 0,0 0 6 0,0 0-2 16,0 0-1-16,0 0 6 0,0 0-2 0,0 0-4 15,0 0 3-15,0 0-1 0,0 0-2 0,0 0 6 16,0 0 1-16,0 0-4 0,0 0 3 0,0 0-2 16,0 0-3-16,0 0-1 0,0 0-2 0,0 0-3 15,0 0 1-15,0 0-1 0,0 0-3 0,0 0-5 16,0 0 1-16,0 0 0 0,0 0 1 0,0 0 6 15,0 0-3-15,0 0 2 0,0 0 4 16,0 0-1-16,0 0 5 0,0 0 4 0,0 0-3 0,0 0 3 16,0 0 1-16,0 0-4 0,0 0-1 15,0 0 3-15,0 0-6 0,0 0-8 0,0 0-15 16,0 0-28-16,0 0-20 0,0 0-17 0,0 0-6 16,0 0 4-16,0 0 2 0,0 0 3 0,0 0 1 15,0 0-5-15,0 0-9 0,0 0-2 0,0 0-36 16,0 0-73-16,0 0-70 0,0 0-211 0,0 0 2 15,0-11 98-15</inkml:trace>
  <inkml:trace contextRef="#ctx0" brushRef="#br0" timeOffset="88834.67">4445 13486 1670 0,'12'-13'0'0,"0"2"-7"0,0 1-10 0,0 4-18 15,-1 1-54-15,3 1-129 0,-2 2-182 0,1-1 17 16</inkml:trace>
  <inkml:trace contextRef="#ctx0" brushRef="#br0" timeOffset="88706.76">4448 13682 2838 0,'4'-8'-6'0,"2"2"-5"0,-3-1-13 0,-3 4-1 15,0 3 1-15,0 0 13 0,0 0 14 0,0 20 0 16,0 0 8-16,0 1-3 0,0 1-3 16,0 4 3-16,0 4 1 0,0 2-1 0,11 3 7 0,-2-1-2 15,3 2-1-15,-1-2-4 0,3 0-3 16,-2-1 0-16,-2-4-2 0,3-1 2 0,-3-2 2 16,1-5 1-16,-2-4 0 0,-2-1 2 0,0-5-5 15,-1 0-2-15,-5-5-6 0,4-2-18 0,-4-2-16 16,2-2-42-16,-3 0-72 0,0 0-76 0,0 0-101 15,0-12-216-15,0 0-24 0,0-2 89 0</inkml:trace>
  <inkml:trace contextRef="#ctx0" brushRef="#br0" timeOffset="89224.98">4785 13769 2334 0,'9'10'-11'0,"-3"-2"-3"15,-1 0 5-15,-2-4 16 0,1 2 24 0,1 2 16 16,-2 1 5-16,-2 3-1 0,5 3-11 16,0 2-7-16,1 4-8 0,0-1-4 0,2 7 13 15,-4-2-4-15,4 3-5 0,-5-2-5 0,3 0-18 16,-4-2 3-16,-3-1 1 0,0-2-2 0,0-2-1 16,0-2 2-16,0-3-1 0,0 1 2 0,0-5 9 15,-13-1-1-15,3-5 30 0,1 0 35 0,-2-4 26 16,5 0 27-16,-2 0-12 0,2 0-32 0,2-17-29 15,4-1-21-15,0 0-16 0,0-2 10 0,0 0 3 16,0-5 6-16,10-2 0 0,4-1-11 16,3 1 0-16,3-1-5 0,5 1 12 0,1 0 0 0,1 4-3 15,5-1-1-15,2 6-17 0,-4 4-2 16,2 3-7-16,-2 5-10 0,-2 6 2 0,-2 0-3 16,-1 0-4-16,-2 0 6 0,-2 13 4 0,-1 0-3 15,-2 2 6-15,2-2-3 0,-2 4-7 0,-1-3 3 16,-3 2-20-16,1-3-42 0,0 3-42 0,-1-1-55 15,-4-2-59-15,3 0-47 0,-4-1-48 0,1 1-57 16,1-2-131-16,-3 0-135 0,1-5 94 0</inkml:trace>
  <inkml:trace contextRef="#ctx0" brushRef="#br0" timeOffset="89613.84">5807 13748 2434 0,'12'-16'17'0,"-6"3"15"0,2-1 27 0,-7 3 24 16,4 6-6-16,-5 2-17 0,0-1-29 0,0 3-26 15,0 1-14-15,0 0 3 0,0 0 1 0,0 0 0 16,0 0 0-16,0 0 0 0,0 0 5 0,0 0 1 16,10 10 5-16,-10-10 10 0,0 7 31 0,8-7 44 15,-8 0 34-15,5 0 29 0,-5 0-27 0,0 0-40 16,4 0-37-16,-4 0-34 0,3-12 18 15,-1 2 18-15,1 2 12 0,-3-2 16 0,0-1-10 16,3 2-9-16,-3 0 6 0,0 2-21 0,0 2-6 16,0 1-15-16,0 2-32 0,-11 2 11 0,-1 0-15 15,4 0 2-15,-4 0 6 0,2 0-6 0,-4 15 8 16,-3 2-3-16,-1 1 11 0,0 7-10 0,0-3 5 16,1 5 1-16,-3 0-8 0,7 2 11 0,-1-1-15 15,2 2 7-15,6 0 5 0,0-2-36 0,3 5-13 16,3-3-41-16,0-1-43 0,0 0-13 0,0-3-28 15,12-1-22-15,1-3-2 0,-1-2 13 0,2-2 1 16,1-3-6-16,4-5-31 0,3-1-63 0,1-7-106 16,6-2-122-16,1 0 55 0,1 0 93 0</inkml:trace>
  <inkml:trace contextRef="#ctx0" brushRef="#br0" timeOffset="92740.7">9335 13594 3437 0,'0'-19'21'0,"0"2"30"0,0-2 23 0,0 3 14 16,0 3-25-16,0-1-32 0,0 3-24 0,0 3-11 15,18-1 1-15,2 4 4 0,3-1-3 0,2 3 6 16,6 3-8-16,4 0 5 0,3 0 2 0,4 0-11 15,2 0 15-15,3 0-5 0,2 11-2 0,-2-11 6 16,0 8 6-16,-4-8 14 0,-4 0 30 0,-2 0 32 16,-5 0 36-16,-7 0 60 0,-3 0 80 0,-7 0 109 15,-2 0 83-15,-3 0 16 0,-3-10-42 0,-2 10-73 16,-4-9-63-16,1 9-18 0,-2-7 7 0,0 7-6 16,0-6-60-16,0 6-71 0,0-6-73 15,0 2-65-15,0 1-8 0,0 0 0 0,0 1 0 0,0-1 0 16,0 2 0-16,0-1 0 0,0-1 0 15,0 1 0-15,0 2 0 0,0-2 0 0,0 2 0 16,0 0 0-16,0 0 0 0,0-1 0 0,0 1 0 16,0 0 0-16,0 0 0 0,0 0 0 0,0 0 0 15,0-1 0-15,0-1 0 0,0 0 0 0,0 2 0 16,6-1 0-16,-6-2 0 0,0 3 0 0,0 0 0 16,0 0 0-16,0-2 0 0,0-1 0 0,0 3 0 15,0-3 0-15,0 2 0 0,0-3 0 16,0-2 0-16,0 1 0 0,0-5 0 0,0 2 0 0,0-2 0 15,0 0 0-15,0 2 0 0,0-3 0 16,0 4 0-16,0 2 0 0,0-1 0 0,0 3 0 0,0-1 0 16,0 4 0-16,0 0 0 0,0 0 0 15,0 0 0-15,0 0 0 0,0 0 0 0,0 0 0 16,0 0 0-16,0 0 0 0,0 0 0 0,0 0 0 16,-8 0 0-16,8 0 0 0,-4 0 0 0,4 0 0 15,0 0 0-15,-5 0 0 0,4 0 0 0,-2 0 0 16,3 0 0-16,0 0 0 0,0 0 0 0,0 0 0 15,0 0 0-15,0 0 0 0,0 0-11 0,0 0-9 16,0 0-4-16,0 0-5 0,0 0 4 16,0 0 6-16,0 0 1 0,0 0 2 0,0 0 5 15,0 0 3-15,0 0-1 0,0 0 2 0,0 0-5 16,0 0-10-16,0 0-8 0,0 0-8 0,0 0-10 16,0 0-14-16,0 0-12 0,0 0-24 0,0 0-30 15,0 0-27-15,0 0-32 0,0 0-27 0,0 0-25 16,0 0-32-16,0 0-43 0,0 0-68 0,0 0-36 15,0 0 7-15,0 0 32 0,0 0 71 0,0 0 13 16,0 0-61-16,0 0-77 0,0 0-83 0,0 0-8 16,0 0-143-16,0 0 86 0,0 0 142 0</inkml:trace>
  <inkml:trace contextRef="#ctx0" brushRef="#br0" timeOffset="92118.53">9459 13154 3103 0,'14'-23'54'0,"-3"-1"76"0,-2 3 60 0,-5-1 48 16,-1 3-8-16,-1-1-25 0,-2 6-21 0,0-1-40 16,0 3-60-16,0 5-58 0,0 2-44 0,0 5-19 15,0 0 14-15,0 0 9 0,0 17 4 16,0 2 10-16,0 7 2 0,0 4-9 0,0 5 9 0,0 3 1 15,0 4-7-15,0 4 11 0,9-5-11 0,-9 5 4 16,8-3 11-16,-8 2-7 0,6-3 3 16,-6 1 2-16,0-4-6 0,4 2 3 0,-4-3 2 15,0-3-10-15,0-2-16 0,0-4-42 0,0-3-43 16,0-1-45-16,0-3-31 0,0-2-20 0,0-5-35 16,0 2-31-16,-9-2-36 0,3-3-24 0,-1 0-21 15,0-1-77-15,-2-2-197 0,2-1 70 0,-4-3 98 16</inkml:trace>
  <inkml:trace contextRef="#ctx0" brushRef="#br0" timeOffset="91737.53">8931 13668 2929 0,'0'0'25'0,"0"-4"36"0,0 1 36 0,-14 3 28 0,5 0-14 15,9 0-38-15,-9 0-43 0,9 0-29 16,0 0-10-16,0 0 0 0,-9 0 8 0,9 0 4 16,0 9-4-16,-6-9 5 0,6 8 0 0,-5-1-2 15,5-7 9-15,-4 4 10 0,4-4-1 0,0 0 25 16,0 0 19-16,0 0 2 0,0 0 13 0,0 0-12 15,0 0-18-15,0 0-4 0,0 0-17 0,0-11-8 16,6 11-2-16,-6-10-14 0,0 3 3 0,0 7-5 16,0-7-7-16,0 7 10 0,0-6-5 0,0 6-8 15,0 0 8-15,0 0-8 0,0 0-3 0,0 0 4 16,0 0-1-16,0 0-5 0,0 0 8 0,0 0 0 16,-8 10-4-16,8-3 13 0,-6 0-12 0,6 1 6 15,-6-1-6-15,6 1-20 0,-4 2 2 16,-1-4-11-16,5 0 1 0,0-1 12 0,-2-1 1 15,2-1 6-15,-3 0 4 0,3-3 2 0,0 0 8 16,0 0 10-16,0 0 4 0,0 0 2 0,0 0-2 16,0 0 5-16,13 0-4 0,-13-10 12 0,6-1 16 15,-6-2 4-15,0 4 12 0,0-2-7 0,0 1-12 16,0 0-16-16,0 0-8 0,0 3-9 0,0 1-7 16,-13 2-3-16,3 4-1 0,-4 0 1 0,1 0 1 15,-3 0-1-15,-2 16-11 0,-3 1 4 0,1 4 9 16,-3-1 5-16,1 7 4 0,2-1 3 0,3 3-4 15,0 1-3-15,4 0 0 0,2-2-1 16,5 2 3-16,1-1 0 0,5 0 2 0,0-1-2 16,0-3-4-16,13-2-2 0,2-3 6 0,3-1 2 15,2-5 2-15,1-2-5 0,3-4-1 0,1-2 4 16,0-5-4-16,3-1 20 0,1 0 20 0,-2 0 30 16,-3 0 49-16,-1 0 36 0,-2-13 52 0,2-1 76 15,-3 3 57-15,-2-1 38 0,-1 1 2 0,-1-2-29 16,0 3-22-16,-4-3-20 0,1 4-3 15,-3-5-30-15,-1 3-41 0,-2 0-58 0,1 2-72 0,-1-2-53 16,1 0-43-16,0-1-10 0,-1 0 0 16,4 0 0-16,0 1 0 0,-2 0 0 0,0-2 0 0,-2 4 0 15,1-2 0-15,-4 1 0 0,-4 1 0 16,0 2 0-16,0-1 0 0,0 2 0 0,0-4 0 16,-12 2 0-16,2 2 0 0,-4-3 0 0,-1 0 0 15,0 0 0-15,-2 1 0 0,0-1 0 0,2 2 0 16,-2-1 0-16,2 2 0 0,0 3-70 0,1-1-122 15,2 2-124-15,2-2-125 0,0 2-113 0,1 2-121 16,5 0-25-16,1 0 4 0,-2-3 6 0,4 3 48 16,-1 0-106-16,1 0-163 0,1 0 177 0</inkml:trace>
  <inkml:trace contextRef="#ctx0" brushRef="#br0" timeOffset="89906.98">6149 13922 2843 0,'13'-25'97'15,"-2"1"89"-15,-3 3 63 0,-1 3 39 0,-5 3-67 16,-2 4-64-16,0 2-42 0,0 5-45 0,0 2-29 15,0 0-30-15,0 1-34 0,0 1 7 0,-9 0-8 16,9 0 8-16,-8 0 12 0,8 9-3 0,-9 4 4 16,1 0 4-16,1 2-3 0,-1 1 6 0,0 3 0 15,-1 7-4-15,2-2 5 0,1 2-4 0,0-1 4 16,1 1-8-16,2-2 0 0,2 2-1 16,1-6-2-16,0 0 5 0,0-3-2 0,0-2 11 15,10-4 3-15,1-1-1 0,-2-4 7 0,0-6-5 0,3 0-3 16,2 0 10-16,-1 0-3 0,4-17-10 15,3 1-2-15,-2-1-3 0,2-2 1 0,1 0 3 16,-1 0-4-16,0-3-2 0,-4-1-14 0,1 1-33 16,-2 0-22-16,-3-2-38 0,-2 0-40 0,-4 1-31 15,-5-1-46-15,-1-3-50 0,0 2-17 0,0-1-8 16,0 2 3-16,0 1-11 0,0 5-104 0,0-1-123 16,0 2 58-16,-7 4 94 0</inkml:trace>
  <inkml:trace contextRef="#ctx0" brushRef="#br0" timeOffset="90294.86">6380 13694 2071 0,'0'0'18'0,"7"0"26"16,-7 0 38-16,12 0 46 0,-1 0 15 0,-4 0 8 15,1 0-10-15,1 0-17 0,0 11-11 0,3-11-11 16,4 9-16-16,0-9-21 0,3 11-21 0,-1-1-19 16,2 1-5-16,1-1 1 0,2 2 0 0,-2 0-3 15,0 3-7-15,-1 3-4 0,-2-1-2 0,-1 2 3 16,-1 1-8-16,0 3 4 0,-3-3-2 0,-2 2 1 15,0 1 6-15,-2-3-10 0,0 2 1 0,-3-4 5 16,0 0 2-16,-1 0 6 0,-4-4 0 0,2-2 2 16,-1 0 24-16,-2-4 30 0,0-1 28 0,0-4 12 15,0-2-12-15,0 1-22 0,0-2-25 16,-11 0-15-16,11 0-13 0,-12 0 0 0,1-13 14 16,2 0 11-16,0 2 10 0,-3-1 2 0,1-3-21 15,1 0-8-15,0-4-15 0,6-3-10 0,1-2-3 16,3-2-9-16,0-4 5 0,0-1 4 0,0 2-2 15,17-5 9-15,-1 3-10 0,4 2-3 0,0 1 7 16,1 3-18-16,0-2 10 0,2 7 4 0,0 2-5 16,0 2 9-16,-4 5-3 0,3 2-6 0,-4 3-30 15,-1 2-33-15,-2 3-50 0,-3 1-47 0,-3 0-30 16,-1 0-56-16,-1 0-47 0,-1 0-41 0,-1 12-43 16,-2-2-56-16,0-1-204 0,1-9 53 15,-1 9 107-15</inkml:trace>
  <inkml:trace contextRef="#ctx0" brushRef="#br0" timeOffset="90666.72">7118 13713 2905 0,'1'-18'49'0,"2"4"49"0,-1 1 40 16,2-3 39-16,1 4-24 0,-1-1-33 0,2-1-32 16,2 4-37-16,1-1-21 0,2-2-12 0,2 7-6 15,4 1-5-15,0 5-8 0,0 0-8 16,2 0-4-16,3 0 2 0,-3 11 4 0,1 3 4 0,0 0 0 15,-2 3-1-15,2 5 1 0,-4 0 7 0,1 4-5 16,-3-3 5-16,-1 3-1 0,-2 0-3 0,0 2 6 16,-2 0 0-16,-3-1 2 0,2-4-3 15,-5 5 0-15,0-4-2 0,-2-3-1 0,2-1 10 16,-3-3 14-16,0-3 27 0,0-4 23 0,0-3 21 16,0-1 1-16,0-6-17 0,0 0-5 0,-10 0-14 15,0 0-6-15,1 0 16 0,0-13 14 0,0 2 12 16,-2-2 12-16,1-2-6 0,2-3-30 0,1 0-15 15,2-4-18-15,2 0-10 0,3-2-12 0,0-2-4 16,0-3-12-16,12 0-8 0,2-1-7 16,1 0-11-16,5 2-36 0,1-1-62 0,3 4-37 0,4-2-56 15,1 7 6-15,1-1 11 0,0 4-10 16,1 3-24-16,-1 4-66 0,-3 2-57 0,-1 2-44 16,-2 2-20-16,-1 4-72 0,-3 0-133 0,-2 0 106 15,-3 0 102-15</inkml:trace>
  <inkml:trace contextRef="#ctx0" brushRef="#br0" timeOffset="90982.84">7991 13708 2717 0,'0'6'70'0,"0"-1"49"0,3-1 53 0,-3-1 32 15,1-3-49-15,-1 0-43 0,3 0-53 0,-1 0-34 16,3 0-16-16,1 0-10 0,1 0 9 0,5-9 0 16,0 0-6-16,4-1 5 0,0 1-9 15,3 2-1-15,0 0 4 0,1 0 5 0,-2-3 5 16,2 2 5-16,-3-2-3 0,-1 1-2 0,-2-2 11 15,-3 2 14-15,-2-3 19 0,-3 1-1 0,-6 1-3 16,0 0-20-16,0 1-23 0,0 1-3 0,-15 1-13 16,1 2 4-16,-1-1-3 0,0 6-1 0,-5 0 1 15,-1 0 0-15,-2 11 6 0,-1 3-1 0,1 3 3 16,0 2-11-16,0 7 0 0,4 2 3 0,-3 2 2 16,4 3 5-16,4-1 14 0,1 3-10 0,2 0-1 15,2 1 2-15,4-1-10 0,1-3 11 0,4 0-6 16,0 0 1-16,0-3 1 0,12-3-19 0,2 0-27 15,1-2-34-15,3-3-48 0,2-6-73 0,3 0-69 16,4-1-94-16,2-6-114 0,3-2-276 16,3-2 81-16,3-4 129 0</inkml:trace>
  <inkml:trace contextRef="#ctx0" brushRef="#br0" timeOffset="102767.83">8941 13519 1374 0,'2'-9'26'0,"-1"-1"15"0,1 3 17 0,-1 0 26 15,2 4-13-15,-1 2-5 0,-2-4-8 16,0 5-24-16,0-3-18 0,0 3-10 0,0 0-11 15,0 0-7-15,0 0 4 0,0 0 1 0,0 0 0 16,0 0 3-16,0 0 0 0,0 0 0 0,0 9 0 0,0-9 3 16,0 0 3-16,0 7 1 0,0-7 12 15,0 0 18-15,0 0 25 0,0 0 28 0,0 0 12 16,0 0 11-16,0 0-9 0,0 0-15 0,0 0-13 16,0 0-27-16,0 0-15 0,0 0-2 0,0 0 4 15,0-11 14-15,0 5 8 0,0-2-8 0,0 1-11 16,0 1-15-16,0 1-17 0,0 5-6 0,0-5-14 15,0 5-7-15,0 0 2 0,-11 0 1 0,0 0 6 16,1 0 3-16,-1 11 0 0,-1 1 6 0,1 0 5 16,-2 5 0-16,-1 1 3 0,0 0-3 15,1 0 0-15,2 2 1 0,2-1 0 0,0-1 3 0,4-2 0 16,2 1 3-16,0-3-2 0,3-1-4 16,0-3 4-16,0 0 2 0,0-6 6 0,0 1 2 15,0-4-1-15,0-1 0 0,11 0-6 0,-1 0 1 16,0 0-7-16,2-15 1 0,-2 0 2 0,2-2 2 15,1 2 13-15,-1-3 6 0,0 1 8 0,-1-2-2 16,-2 2 2-16,-3 2 9 0,1-1-1 0,-2 3 2 16,-1 1-16-16,-4 2-18 0,2 0-14 0,-2 3-14 15,0 2 1-15,0 4-4 0,0 1 0 0,0 0 11 16,-14 0 2-16,4 0 6 0,1 10 3 0,-2 3-2 16,0-1 2-16,1 2 2 0,-1 2-1 0,0-3 1 15,4 2-5-15,-1 1-5 0,4-4-3 16,4-1-10-16,0-1 0 0,0-1-3 0,0-2 10 15,0-3 9-15,0 1 9 0,0-4 9 0,10 1 0 16,-10-2-2-16,11 0 0 0,-2 0 3 16,-3 0 10-16,0-12 20 0,0 12 7 0,0-15-8 0,-3 5-11 15,-3 2-19-15,0 8-14 0,0-10-5 0,0 1 3 16,0 5-7-16,-15 4 3 0,0 0 4 16,-3 0 1-16,-4 0 6 0,-3 13-1 0,-6 5-2 0,-1 5-4 15,-4 2 1-15,1 6 4 0,-3 1 4 0,3 3 0 16,2 4-4-16,2 0 0 0,6 1-4 15,2 0-4-15,6-1 9 0,3 0 0 0,8-1 1 0,6-5 9 16,0-1-1-16,0-4-5 0,19-1 10 16,2-5-3-16,6-2-1 0,7-3-4 0,2-1-43 15,3-5-66-15,7-5-77 0,1 1-78 0,3-4-75 16,0-3-113-16,0 0-181 0,-1 0 83 0</inkml:trace>
  <inkml:trace contextRef="#ctx0" brushRef="#br0" timeOffset="95177.42">12529 13510 1981 0,'11'-10'43'0,"-1"0"47"0,1 2 58 16,-2-3 49-16,-1 2 7 0,-2-1 10 0,-2-1-6 0,1 1-6 15,-1-1-6-15,-1 3-29 0,-1 2-40 0,-1 0-30 16,1 1-17-16,-2 3-43 0,0 0-3 0,0 2 5 15,0 0-47-15,0 0 13 0,0 0-6 0,0 0-21 16,-9 0 18-16,0 0 4 0,0 9-5 16,1-9 5-16,-3 10-7 0,-2 3 12 0,-1-4-9 15,-1 4-2-15,-2-2 12 0,2-1-16 0,1 6 12 16,-2-4 3-16,2 2-11 0,3 0 10 0,2-2-10 16,3 1 2-16,1-1 8 0,5 2-8 0,0-2 13 15,0-1-10-15,14 2 4 0,1-1 2 0,4 0-2 16,3 2 3-16,4-3-6 0,5 2-5 0,-1-2 0 15,0 1 3-15,1-1-2 0,-1 3 10 0,-4-1-1 16,0 0-3-16,-7 0 2 0,0-3-7 16,-4 0 1-16,-2-1-1 0,-3 1 3 0,-6-2 3 15,-1-1 6-15,-3-1 2 0,0 1-1 0,0 0-7 0,-17 1-4 16,4-1 2-16,-4 2-35 0,-3 1-38 16,-2-3-70-16,-4 1-108 0,0-2-95 0,-3-1-82 15,0-2-86-15,-1 0-207 0,3-2 80 0,-1-1 126 16</inkml:trace>
  <inkml:trace contextRef="#ctx0" brushRef="#br0" timeOffset="95346.64">12986 13842 2623 0,'24'-4'66'0,"-2"0"75"0,-6 0 73 16,1 1 49-16,-3-1-37 0,-4-1-44 0,2 0-56 16,-2 3-38-16,-1-1-24 0,-3 0-29 15,3 3-9-15,-5 0-15 0,0 0-1 0,-1 0-9 0,-2 0-31 16,-1 0-28-16,0 0-64 0,0 0-82 15,0 0-108-15,0 0-94 0,0 0-79 0,-12 0-249 16,12 0 54-16,-18 0 126 0</inkml:trace>
  <inkml:trace contextRef="#ctx0" brushRef="#br0" timeOffset="94192.77">11778 13125 2636 0,'-10'-15'32'16,"1"2"51"-16,1 2 44 0,1 3 24 0,0-3-24 15,0 6-53-15,1 1-50 0,1 0-24 0,-1 4-14 16,3 0 7-16,0 0 0 0,-1 17-5 0,1-2 9 16,-1 3-1-16,1 5 6 0,0 3 5 0,-1 5-2 15,2 2-3-15,-1 3 2 0,2 1-6 16,1-1-5-16,0 1-1 0,0-5 2 0,0 1 6 0,0-2 5 15,0-2 3-15,0-3-3 0,0-1 1 16,0-5 1-16,0-3 3 0,0 0 7 0,0-6 35 0,9-4 22 16,-9-2 20-16,0-1 16 0,0-4-14 15,0 0-6-15,0 0-1 0,0 0-8 0,0 0-16 16,0 0-13-16,0-9-16 0,0-2-18 0,0-1-13 16,0 0-6-16,11-2-6 0,2-1 3 0,1-3-2 15,0-1 9-15,5-1-3 0,3-1-1 0,0 1-1 16,3 3-8-16,0 2 7 0,0 2-11 0,-1 2 16 15,-3 5 3-15,-2 0-4 0,-6 3 4 0,1 3-5 16,-5 0-11-16,-1 0 2 0,-2 0 3 16,-3 0-1-16,0 13 9 0,0-4-9 0,-2-1 1 0,-1-2-4 15,0 3 9-15,0-1 3 0,0-1 3 16,0 3 4-16,-15 0-12 0,1 1 8 0,-1 2-8 16,-1-2-22-16,-3 2-42 0,1-5-59 0,-3 5-86 15,1-5-87-15,0 1-61 0,1-2-52 0,-1 0-59 16,2-3-169-16,-2 2 54 0,2-2 108 0</inkml:trace>
  <inkml:trace contextRef="#ctx0" brushRef="#br0" timeOffset="94516.3">11935 13562 1900 0,'21'0'32'0,"-1"-11"27"0,0 2 33 0,1 2 35 15,-1 0 14-15,1-2 7 0,-1 0-5 16,-1-1-11-16,0-2-13 0,0 1-4 0,1-1 4 15,-2-1 2-15,-1-1-10 0,0 2-11 0,-1-2-5 16,0 5-21-16,-3-3 5 0,-1 1-6 0,-2 2-11 16,-3-1 9-16,-2 3-29 0,-1 1 8 0,-1 2-9 15,-3-1-23-15,0 4 7 0,0-1-34 0,0 2-16 16,0 0 6-16,-16 0-13 0,-4 13 8 16,0-1 15-16,-1 3-11 0,-5 0 9 0,2 4 6 0,-2 2-7 15,0 1 13-15,3 2 0 0,4 0-4 16,-3 3 12-16,6 0-12 0,-1 0 1 0,3 0 2 0,2-1-9 15,1-3 5-15,4 5-18 0,1-6-12 0,1-4-19 16,5 1-6-16,0-6-7 0,0-2-20 16,0-2-31-16,18-3-61 0,-2-6-42 0,2 0-24 15,2 0-9-15,1 0-20 0,2 0-51 0,-1 0-191 16,3-15-42-16,-2 0 95 0</inkml:trace>
  <inkml:trace contextRef="#ctx0" brushRef="#br0" timeOffset="94824.01">12348 13081 2846 0,'0'-15'52'0,"0"1"39"0,0 1 27 16,0 5 8-16,0 1-47 0,0 0-39 15,0 6 7-15,0 1-5 0,0 0 12 0,0 0 22 16,0 18-42-16,0 2-3 0,0 4-20 0,0 2-20 15,0 4 37-15,0 5 24 0,0 3 37 0,0 3-14 16,0 2-39-16,9 2-19 0,-1 3-34 0,-1-1 16 16,1-1 7-16,-2-5 1 0,-6 0-9 0,6-4 0 15,-1-2 4-15,-5-5-8 0,0-2 12 0,4-4-7 16,-4-5 1-16,0-3 0 0,0-2-16 0,0-5-11 16,0-2-35-16,0-6-35 0,0 0-59 15,0-1-81-15,0 0-48 0,0 0-35 0,0 0 1 16,0-11 20-16,0 0-30 0,0 0-124 0,-9-1-40 15,9-1 76-15</inkml:trace>
  <inkml:trace contextRef="#ctx0" brushRef="#br0" timeOffset="99831.76">10870 13510 1667 0,'-11'0'23'0,"-3"0"12"16,4 0 33-16,1 0 32 0,0 0 3 0,1 0 17 16,2 0 5-16,-2-9-3 0,4 9-15 0,1-8-14 15,0 8-20-15,3 0-17 0,-3-8 5 0,3 8-16 16,0 0-18-16,0 0-10 0,0 0-13 0,13 0 25 16,7 0 21-16,6-6-2 0,10 6-3 0,13-2-17 15,15 2-22-15,10 0 2 0,13 0-3 0,10 0-3 16,8 0 2-16,6 0-4 0,4 9-4 15,2 2-5-15,1-1-11 0,1-3-31 0,1 3 8 16,-2-1 3-16,-2-2 4 0,-5 0 33 0,-8-7 1 16,-6 4-2-16,-12-4 9 0,-11 0-1 0,-13 0 4 15,-11 0 8-15,-10 0 2 0,-11 0 7 0,-7 0 9 16,-8-12 2-16,-8 2-9 0,-1 1-9 0,-5 1-19 16,0-1-8-16,0 0-7 0,-18 1-30 0,1-1-43 15,-4 3-47-15,-4 0-53 0,-2 0-24 0,-5 3-7 16,-4 3 3-16,-4 0 20 0,-2 0-19 0,-9 0-51 15,-5 0-102-15,-3 10 7 0,-3 1 76 0</inkml:trace>
  <inkml:trace contextRef="#ctx0" brushRef="#br0" timeOffset="93153.63">10875 13136 2941 0,'0'-17'37'0,"-14"2"52"0,14 1 66 0,-13 2 52 16,2-2 1-16,11 4-24 0,-12 1-56 15,12 3-55-15,-9 1-44 0,9 3-30 0,0 2-15 0,0 0 5 16,0 0 1-16,0 0 3 0,0 16 6 16,0 0-3-16,0 2 5 0,9 6 2 0,1 1 0 15,1 4 3-15,0 3 13 0,1 2 10 0,-2 5 1 16,4 0 0-16,-2 3-13 0,0-1-14 0,1-2-3 16,0 1 1-16,-2 1 0 0,-2-4 5 0,0-2-2 15,-1-3-3-15,-2-2 5 0,-2-3-6 0,1-1 7 16,-4-7 1-16,1-3-1 0,-2-4-5 0,0-1 0 15,0-4 0-15,0-2 1 0,0-1 4 0,0-1-3 16,0-1 4-16,0 1-8 0,0-3 5 0,0 0-9 16,0 0-32-16,0 0-31 0,0 0-43 15,0 0-41-15,-9 0-46 0,9 0-57 0,-9 0-49 16,1-12-52-16,2 4-31 0,0 8-81 0,0-11-176 16,1 1 101-16,2-2 106 0</inkml:trace>
  <inkml:trace contextRef="#ctx0" brushRef="#br0" timeOffset="93696">11403 13452 2910 0,'0'-11'35'0,"0"1"33"0,-12-2 45 0,2 2 63 15,-3 1-1-15,3 1-13 0,-4 0-44 16,-3 4-64-16,2 1-36 0,-1-1-23 0,-1 4 0 15,-4 0-3-15,2 0 7 0,-3 14 3 0,-3-1-3 16,1-1 3-16,-2 7-3 0,3-3 0 0,-1 2-2 16,3 3-6-16,1-1-1 0,0 2 5 0,4-2 2 15,2 2 5-15,3 0 7 0,2-3-9 0,2 1-2 16,1-3 4-16,3 3-7 0,1-3 3 0,-1-4-1 16,3 2 0-16,0-5-4 0,0-1 3 0,0-1 3 15,0-3 8-15,11-2 0 0,-1-3 3 16,1 0 0-16,3 0-7 0,4 0 5 0,1-13 18 15,9 1-1-15,-1-3 18 0,5 1-2 0,4-5-16 0,1-2 11 16,1 0-10-16,-2 1 7 0,1-1-3 0,-1-3-4 16,-1 3-4-16,-1 2-1 0,-4 1-7 15,-1 1-8-15,-3 6 1 0,-2 0-13 0,-3 5-3 16,-3-1 3-16,-1 5-8 0,-2 2 6 0,-3 0 7 16,-1 0 0-16,-3 0-2 0,-1 0 1 0,-1 13-5 15,0 0 3-15,1-2 2 0,-4 2 4 0,1-1 1 16,-2 3-2-16,1 0-6 0,-2 5-2 0,2-1 2 15,-1 1 3-15,-2 2 3 0,0 1 2 0,0 0 0 16,0 0 0-16,0 1 0 0,0-5-1 16,0 0 0-16,0-1-8 0,0-1-4 0,0-4-3 15,0-2-7-15,0-1 10 0,0-1-3 0,0-5 1 16,0 1 4-16,0 0-8 0,0-5-9 0,0 0-4 16,0 0-29-16,0 0-33 0,0 0-40 0,0 0-61 15,0-11-54-15,0 11-45 0,0-11-44 0,6 3-32 16,-6-1-89-16,0-3-157 0,6 2 93 0,-6-3 100 15</inkml:trace>
  <inkml:trace contextRef="#ctx0" brushRef="#br0" timeOffset="100016.02">11527 13754 1977 0,'-47'19'37'0,"6"-5"35"0,9-4 40 16,8-2 34-16,6-1-2 0,6-2 7 0,3 0 3 15,4-2 15-15,5-1 8 0,0 0-18 0,17-2-29 16,7 0-38-16,11 0-36 0,12 0-26 0,12 0-9 15,16 0-10-15,13 0-9 0,12 0 8 0,8 0-9 16,4 0-16-16,2 0-20 0,-5 0-41 0,-4 0-28 16,-12 0-27-16,-11 0-22 0,-12 0-18 0,-14 0-43 15,-14 0-32-15,-11 0-56 0,-11 0-89 0,-20 0-159 16,0 0 29-16,0 0 100 0</inkml:trace>
  <inkml:trace contextRef="#ctx0" brushRef="#br0" timeOffset="100739.42">5598 15175 2343 0,'11'-25'40'0,"-5"5"37"0,-6-1 42 16,0 0 42-16,0 1 2 0,0 5 6 0,0-1-20 16,0 6-44-16,0 1-54 0,0 4-45 0,-11 1-32 15,11 4 1-15,0 0 5 0,0 0 8 16,0 13 6-16,0 2 5 0,0 5 15 0,0 5 12 15,0 3 7-15,13 8 3 0,-6 0-10 0,-7 3-10 16,11 5-8-16,-2-1-8 0,-9-2 1 0,7-2 1 16,-3 0 4-16,-4-5 3 0,6-3-4 0,-3-1-2 15,-2-5-2-15,-1-4 3 0,3-4 2 0,-3 0 0 16,2-6 0-16,-1 0 2 0,-1-3 0 0,0-5-1 16,0 1 5-16,0-3-11 0,0 2 4 0,0-3 1 15,0 0-1-15,0 0 0 0,0 0 0 0,0 0-1 16,0 0 2-16,0 0 4 0,0 0-11 15,0 0-28-15,0 0-45 0,0 0-63 0,0 0-81 0,0 0-65 16,0-8-60-16,0 8-74 0,0 0-143 16,0-6-23-16,0 1 101 0</inkml:trace>
  <inkml:trace contextRef="#ctx0" brushRef="#br0" timeOffset="101216.62">6212 15448 1151 0,'3'-4'15'0,"1"1"2"0,1-3-5 0,-2 2 5 16,-1 0-17-16,1 0 0 0,-3-1 6 0,0 1-1 16,0-1 10-16,0-1 8 0,0 1 13 0,0 2 1 15,0-2 6-15,0 3-11 0,0-2-5 0,0 3 0 16,0-1-6-16,0-3 17 0,-8 5 9 0,8-6 19 16,-6 6 1-16,-3-2 5 0,6 0-5 0,-3 0-12 15,1-3-2-15,1 4-6 0,-2-2-8 16,-1-1-6-16,4 0-4 0,0 2-7 0,-1-1 1 0,1 1-7 15,-2-2-3-15,1 2-4 0,1 2-4 16,0-3 4-16,0 2-2 0,-3 0 0 0,1-1 4 16,2 2 4-16,1 0 5 0,-2-2 6 0,1 2 2 15,0 0 0-15,-2 0 6 0,5 0-7 0,0 0 7 16,0 0-5-16,0 0-11 0,0 0 1 0,0 0-16 16,0 0 1-16,0 0-3 0,0 0-1 0,0 0 2 15,0 0-2-15,0 0-1 0,0 0-7 16,0 0-21-16,0 0-28 0,0 0-34 0,0 0-38 0,0 0-40 15,0 0-52-15,0 0-90 0,0 0-107 16,0 0-11-16,0 0 79 0</inkml:trace>
  <inkml:trace contextRef="#ctx0" brushRef="#br0" timeOffset="103923.75">6420 15211 1729 0,'3'-18'34'0,"-3"3"32"16,0 1 27-16,0 0 31 0,0 5-3 0,-12-2-17 16,-2 2-13-16,-3 1-17 0,4 4-20 0,-7 0 0 15,-3 4 0-15,2 0-2 0,-5 0 3 0,-3 13-2 16,-1 1 2-16,-3 1 1 0,-1 5-9 0,-1 2-17 16,5 4-9-16,-1-1-4 0,3 4-4 0,0 1 5 15,4 1-6-15,1 1-11 0,5-2-5 0,3 1 2 16,1-2-2-16,2 2 5 0,3 0 3 0,3-3 0 15,3-1-1-15,3-1 4 0,0-3-1 16,0-2 3-16,0-3 3 0,0-3-5 0,9-1 10 16,1-6-5-16,1-2 3 0,1-2 8 0,2-4 1 15,3 0 15-15,2 0 16 0,4-21 12 0,3 0 7 16,3 2-7-16,3-6-9 0,-2 0-7 0,4-4-11 16,-3-2 5-16,3 0 2 0,-2-3-1 0,-5-1-3 15,0 1-5-15,-4 1-10 0,0 1-12 0,-3 1 0 16,-4 4-15-16,0 7-3 0,-3 4-3 0,1 4-7 15,-5-1 11-15,0 9-7 0,2 1 3 0,-2 3-1 16,2 0-8-16,-1 0 3 0,1 0-1 0,1 15 2 16,-1 1 10-16,1-4-11 0,0 3-17 15,2 1-19-15,-1-1-21 0,1 2-8 0,1-1-17 16,0 1-35-16,-1 0-38 0,-2-5-44 0,2 4-29 0,-2-3-8 16,-2 0-21-16,3-2-36 0,-3-5-105 15,-1 0-113-15,-1 1 68 0,3-7 103 0</inkml:trace>
  <inkml:trace contextRef="#ctx0" brushRef="#br0" timeOffset="104413.75">6838 14992 2323 0,'12'-35'39'0,"-3"2"33"16,-2 1 59-16,0 2 73 0,-3 7 18 0,1 3 4 16,-4 2-51-16,-1 6-76 0,3 2-65 15,-3 4-43-15,2 5-10 0,1 1 4 0,-2 0 3 0,4 0 8 16,-2 18-2-16,1 3 4 0,2 3 1 15,1 3-2-15,-1 4 0 0,0 3 0 0,0 5 4 16,0-2 8-16,0 8-5 0,-2-1-1 0,3-1-1 16,-4-3-3-16,1 4 1 0,-2-3 1 0,1 0-1 15,-2-6-2-15,-1-1 10 0,0-3-1 0,0-3 0 16,0-5-3-16,0-1-1 0,0-8 0 0,0 0 1 16,0-5 5-16,0-3-4 0,0 1 6 0,0-6 2 15,0 0 6-15,0-1 3 0,0 0 5 16,0 0 0-16,0 0-9 0,0-11-7 0,11 1-12 0,-1-3-7 15,6-2 1-15,-1-1 4 0,5-4 3 16,5 2 6-16,3-7 2 0,2 3-7 0,1 1 8 16,0 0-5-16,0 3 4 0,1 3 7 0,-3 0-12 15,-2 5 2-15,-4 3-3 0,-1 3-11 0,-5 4 4 16,-2 0 3-16,-4 0-4 0,-2 0 4 0,-3 11 6 16,-6 1-3-16,0 1-2 0,0 2 5 0,0-1-1 15,0 3 1-15,-14 0 5 0,-1 2-2 0,-1-1 4 16,-6 1-7-16,1-1 1 0,-5 1 0 0,0-2-2 15,-2 1 4-15,-1-4-8 0,-3 4-29 0,1-3-49 16,0-2-66-16,0-1-76 0,-1-1-59 16,2-1-37-16,3 0-17 0,2-3-30 0,4-1-130 15,3-1-49-15,4-2 82 0</inkml:trace>
  <inkml:trace contextRef="#ctx0" brushRef="#br0" timeOffset="104716.09">7229 15522 2087 0,'14'-5'21'0,"-2"-1"29"0,-3 0 33 16,2 0 30-16,6-1 0 0,-2 0-9 0,5-4-11 16,4 0-11-16,2 0-1 0,7-1-11 0,2-5-9 15,5 3-14-15,1-1-16 0,3-3-3 0,0 0-6 16,-2 0 2-16,2 0 2 0,-3-1 2 0,-1 0-4 16,-2 0-5-16,-3-1 24 0,-4 3 24 0,-2 0 22 15,-4-1 27-15,-6 3-6 0,-2 1-7 16,-5 0-16-16,-4 5-17 0,-4-2-24 0,-4 5-21 15,0 1-14-15,0 1-11 0,0 2 2 0,-16 2-10 16,-3 0-1-16,0 0 2 0,-3 17-2 0,-5 3 7 16,-2 1 4-16,-3 1-1 0,0 6-1 0,1 2-5 15,2 1 4-15,1 1-3 0,3-1 8 0,5 0 3 16,2 2-6-16,4-2 4 0,5-1-5 0,6-4 0 16,3 2 6-16,0-5-10 0,0-2-17 0,18-4-8 15,0 2-26-15,4-5-7 0,2 0-25 16,3-7-54-16,2-1-62 0,3-1-68 0,3-4-42 0,1-1-21 15,1 0-50-15,-1 0-192 0,-1-15 8 0,0 2 84 16</inkml:trace>
  <inkml:trace contextRef="#ctx0" brushRef="#br0" timeOffset="104968.23">8179 14876 3180 0,'10'-17'22'0,"-10"3"23"15,8 4 14-15,-8 2 0 0,0 3-29 0,0 5-25 0,0 0-2 16,0 0 13-16,0 15 17 0,0 0 13 16,0 5 0-16,0 5-5 0,10 2 3 0,-10 4-5 15,14 5-7-15,-3 4-9 0,1 3-16 0,-1 2-7 16,-1 0 3-16,-1 2 3 0,2-2 4 0,-3 2 2 16,1-3-8-16,0-3 0 0,-2-2 2 0,-2-5-3 15,1 1 4-15,-3-5-3 0,0-3 1 0,-1-2-3 16,-1-5-35-16,1-2-45 0,-2-2-72 0,0-5-81 15,0-3-59-15,3 1-52 0,-3-3-33 0,1-1-91 16,1-4-158-16,-1-1 95 0</inkml:trace>
  <inkml:trace contextRef="#ctx0" brushRef="#br0" timeOffset="105548.06">9066 15294 2349 0,'13'-14'54'0,"-4"-4"50"0,-3 1 48 15,-3 1 41-15,-1 2-24 0,-2-1-30 0,0-1-22 16,0 6-27-16,-14-3-23 0,2 2-20 0,0 4-28 16,-2 1-17-16,-2 4-5 0,-3 2-2 15,-3 0 4-15,-1 0-1 0,-5 12-2 0,0 5 4 16,-4-1-4-16,1 1-2 0,1 1-4 0,4 3-2 16,2-1 2-16,4 0 6 0,5-2 1 0,3 4 5 15,4-2 5-15,8 2 0 0,0 1 1 0,0-1-2 16,0 2-3-16,20-2 2 0,1 1 3 0,5-1 2 15,3-1-2-15,1-2-2 0,4 1-5 0,-1 0-3 16,2-1-3-16,-3 0-2 0,-3 1 4 0,-2-2 1 16,-4 1 2-16,-6-2-1 0,-4 1 1 0,-5-1 3 15,-1-3 3-15,-7 2 6 0,0-4-3 0,0 0 4 16,-13 0-4-16,-4 1 0 0,-1 3-2 0,-5-5-52 16,-1 1-107-16,-4 0-134 0,0 0-151 0,-3 1-259 15,-1-2-39-15,0 0 130 0</inkml:trace>
  <inkml:trace contextRef="#ctx0" brushRef="#br0" timeOffset="105720.59">9521 15851 6066 0,'24'-18'149'0,"-10"-2"124"0,-14-2 107 0,0-3 65 0,0 2-134 15,0 1-125-15,0 1-102 0,-14 7-67 16,14-1-33-16,-9 4-81 0,9 1-143 0,0 5-209 0,0 0-338 15,0 4-134-15,0 1-101 0,0 0-26 16,0 0-38-16,0 0 127 0,0 0 242 0</inkml:trace>
</inkml:ink>
</file>

<file path=ppt/ink/ink1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8:21.578"/>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254 2575 1586 0,'-11'0'10'0,"4"0"18"0,-3 0-3 0,3 0 10 15,1 0-6-15,0 0-13 0,1 0 15 0,2 0-8 16,-1-8 10-16,2 8-4 0,-1 0-13 0,3 0-7 16,0 0-13-16,0 0-3 0,0 0-4 0,0 0 0 15,0 0-6-15,0 0-2 0,0 0 2 0,0 0 0 16,0 0-2-16,0 0 0 0,0 0 1 16,0 0 1-16,0 8 8 0,0 1 77 0,0 0 160 15,0 5 17-15,0 8-2 0,-14 4-72 0,-1 5-155 16,-2 1-16-16,1 7 2 0,-6 3 7 0,0 2 27 15,-4 1 15-15,0 1 4 0,0 0-6 0,-1 0-35 16,3 0-15-16,-2 1-8 0,0-2-4 0,6-3 2 16,3-1-2-16,5-3 1 0,2-3 7 0,4 0 63 15,6 0 30-15,0 1-7 0,0-1-11 0,0 2-62 16,15-1-31-16,-2-1 18 0,3 0 25 0,2 0 6 16,5-3 14-16,1 0-2 0,3-4-15 0,5 1 3 15,3-1-6-15,-1 0-8 0,5-2-3 0,-3-3-3 16,1 2 4-16,1-3-4 0,-3-4-1 15,-5-3-1-15,1 1-5 0,-6-1 6 0,0-4 2 16,-6 0-4-16,0-1 7 0,-3-1-6 0,-3-3 3 16,2 0-3-16,-2 0-16 0,-2 0-13 0,0-4-32 15,-1 2-33-15,-2-2-32 0,-1-2-40 0,3 0-34 16,-3 0-41-16,4 0-41 0,-2 0-83 0,2 0-200 16,-2-8 45-16,1-2 87 0</inkml:trace>
</inkml:ink>
</file>

<file path=ppt/ink/ink1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08:22.834"/>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3680 3125 1138 0,'0'0'67'0,"0"0"28"15,0-6 6-15,0 6 5 0,0-5-61 0,0 5-25 16,0-5 15-16,0 1 8 0,-12-1 8 0,12 4 13 16,-12-1-14-16,3-1-2 0,-2 0-7 0,2 3-1 15,-2 0 18-15,2 0 0 0,1 0 8 0,-2 0-9 16,1 0-14-16,1 0-2 0,-1 0 0 15,4 0 15-15,-1-3 12 0,0 2 5 0,3 1-8 16,0-2-14-16,2 0-26 0,-2 2-12 0,3-2 2 16,0 2 8-16,0 0 13 0,0 0 10 0,0 0 12 15,-2 0-1-15,2 0-5 0,-1 0-6 0,1 0-20 16,-2 0-5-16,2 0-11 0,0 0-4 0,0 0-6 16,0 0-1-16,0 0 2 0,0 0 2 0,0 0 22 15,0 0 10-15,0 0 5 0,0 0 12 0,0 10-11 16,0-1-6-16,0 1 7 0,9 0 3 15,-9 2 5-15,8 2 10 0,-8 1 13 0,0-3-14 0,7 6-17 16,-7 1-20-16,6 1-29 0,-1-1-4 16,-2 3 7-16,0-2-1 0,2 1 0 0,1-1-5 15,-2 3 13-15,2 3 68 0,0 2-1 0,1 1 5 16,0 3-14-16,-1 4-62 0,-1-1-5 0,2 2 9 16,-1-1-3-16,4-1-4 0,-3-2 6 0,-1-5-6 15,2-1-1-15,-2-4 2 0,-2-2 1 0,2-4-2 16,1-3 4-16,-4-6 0 0,-2 1 4 0,2-3-1 15,0 1 1-15,-1-5 3 0,1 2 0 0,0 1 3 16,-2-2-5-16,2 0-6 0,-1-1 4 0,-1 2 2 16,2-4 6-16,-1 3 4 0,-1-1-7 0,1-2-3 15,-2 0-10-15,0 0-28 0,0 0-33 0,1 0-58 16,1 0-78-16,-2 0-89 16,0 0-80-16,0 0-84 0,2 0-228 0,-2-11 11 0,0 5 115 15</inkml:trace>
</inkml:ink>
</file>

<file path=ppt/ink/ink1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3:04.040"/>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52 588 1974 0,'-9'0'24'16,"3"-9"24"-16,-2 9 21 0,8 0 21 0,-9 0-5 15,4 0 0-15,2 0 1 0,0 0 1 0,0 0 0 16,0 0-9-16,3 0-1 0,-1 0-15 16,-1 0-8-16,1 0-2 0,1 0-12 0,0 0-5 15,-2 0-2-15,2 0-10 0,0 0 0 0,-1 0 11 16,1 0 1-16,0 0 3 0,0 0 14 0,0 0-2 16,0 0-6-16,0 0 5 0,0 0-21 0,0 0 1 15,0 0-3-15,0 0-8 0,0 0-5 0,0 0-10 16,0 0 3-16,0 0-10 0,0 0 4 0,0 0 2 15,0 0-6-15,0 0 4 0,13 0 2 0,3 0-10 16,3 0 24-16,7-17-6 0,6 0-11 16,9-3 5-16,8-1-13 0,8-3 0 0,9-2 7 0,8-2 0 15,7-5-20-15,7 4 7 0,4-4-9 0,5 1-18 16,4-1 18-16,-3 1-14 0,3 1 4 16,-6 1 13-16,-2 2 1 0,-5 2 10 0,-6 6 5 15,-8-1-8-15,-8 4-3 0,-7 3-1 0,-9 2-1 16,-12 2 13-16,-4 3 6 0,-12 1 3 0,-3 1 3 15,-7 3 4-15,-6 0-5 0,-6 2 5 0,0-3-15 16,0 3-35-16,0 0-69 0,0 0-84 0,0 0-83 16,0 0-109-16,-12 0-254 0,1 0 15 0,-3 0 93 15</inkml:trace>
</inkml:ink>
</file>

<file path=ppt/ink/ink1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3:16.529"/>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869 115 1376 0,'0'0'43'0,"0"0"33"0,0 0 11 0,0-7-4 0,0 7-42 15,0 0-29-15,0-7-2 0,0 7 16 16,0-3 4-16,0 3 6 0,0-4-5 0,0 1-4 16,0 1 8-16,0 0-2 0,0 0 2 0,0-1 6 15,0 2-7-15,0-2 2 0,0 2 8 0,0-3-15 16,0 2 1-16,0 2-5 0,0-3-12 0,-9-2 1 16,9 5-3-16,-9-4 0 0,0 2-5 0,1-1 7 15,-1 2 0-15,1-4-2 0,-1 1 14 0,2 1 2 16,-2-1 1-16,-1 2-6 0,1-2-2 0,-3 2-9 15,0-1 3-15,0 1 8 0,-2-2 6 16,-1 1 3-16,0 0 5 0,-2 1 12 0,0-1 1 16,1 2 1-16,1 0-12 0,-2 0-16 0,-1 0-14 15,-1-1-4-15,4 2-3 0,0 0-2 0,0-1 4 16,1 1-3-16,0-2 2 0,1 2 8 0,-1 0 6 16,2 0 10-16,0 0 0 0,1 0 3 0,-1 0-14 15,0 0-13-15,0 0 5 0,1 0-9 0,0 0-3 16,-2 0 5-16,-1 9 0 0,-1-9-2 0,1 9 5 15,-2 1 3-15,-1-3-4 0,-1 2 2 0,-1-3-1 16,1 1-1-16,0-1 5 0,0 2 0 0,0 2-2 16,2-3-2-16,3 1-6 0,1 1-4 0,-1-1 13 15,4 2-5-15,-3 0 5 0,3 2 10 0,-2-1-4 16,2 3-2-16,-3-2 0 0,3 3-6 16,-2-1-6-16,2 3 7 0,0-3-4 0,2-1 1 0,0 2 3 15,3-2-6-15,-1 1 3 0,2 0-1 16,2 0-5-16,-1 1 10 0,2 0-1 0,0 2 1 15,0 0 8-15,0 1-2 0,12 2 0 0,1-1 1 16,-3 0 0-16,2 2 12 0,2-3 0 0,0 0-2 16,-1-1-4-16,3-2-15 0,2 0 4 0,-1-4-1 15,2 1-5-15,-1 0 8 0,5-4-7 0,-3-1 3 16,3-2 5-16,0 0-7 0,-1-4 2 0,0-1-1 16,-1 0 2-16,0 0 4 0,0 0 0 0,-1 0 3 15,0 0 6-15,-2-14 7 0,-1 3 5 16,0 2 2-16,4-3 1 0,0-2-6 0,0 0 7 0,4-3 6 15,-3 0 2-15,4-1 7 0,-2-1 0 16,1-1-7-16,-2-1-22 0,-5-1-3 0,2-1-8 16,-4-1-1-16,1 0 8 0,-3 0 10 0,-2 2 5 15,0 0-2-15,-3-1 8 0,0 1-18 0,-1 2-9 16,-2 3 19-16,-2-2-4 0,-2 4-1 0,-2 0 4 16,0-1-12-16,0 3-12 0,0 1 7 0,0 0-14 15,-12 0-8-15,0-1 11 0,-1 2-17 0,0 2 13 16,-2 1-12-16,-5 1-22 0,-1 1-31 15,-7-1-71-15,-1 4-96 0,-3 0-101 0,-4 3-88 0,0 0-111 16,-2 0-241-16,-2 0 112 0,1 15 127 16</inkml:trace>
  <inkml:trace contextRef="#ctx0" brushRef="#br0" timeOffset="1940.83">-1962 740 1598 0,'0'0'50'0,"0"0"16"15,0 0 3-15,0 0 16 0,0 0-42 0,0 0-6 16,0 0 10-16,-12-9-4 0,12 9 9 0,-9-10 7 16,9 10-8-16,-11-7-3 0,2 7-10 0,2 0-12 15,-3-7 2-15,-3 7 2 0,-1 0 8 16,0 0 15-16,-1 0 10 0,-1 0 8 0,0 0-3 16,-2 0-4-16,0 0-4 0,1 0-8 0,0 0-2 15,-1 10-17-15,3-1-5 0,-2-1-3 0,2 2-7 16,2 3 20-16,-1 1-7 0,-3 2-5 0,3 1-2 15,-1 3-20-15,2 1 0 0,-1 4-6 0,2 1-1 16,1-1 4-16,2 1-4 0,3 0 9 0,3 2-8 16,3-2 1-16,0 0 4 0,0-2-5 0,0 1 8 15,11-1 2-15,1-1-3 0,-2 0 1 0,3-4-2 16,0 1 2-16,2-3 5 0,2-2 6 0,0-1 22 16,3-3 27-16,-2-3 20 0,5-5 1 0,1-3-9 15,3 0-18-15,2 0-5 0,1-13 5 0,2-4 0 16,3-2 2-16,3-5-12 0,0-3 4 15,0-5 0-15,2-1-2 0,-2-4 24 0,-2-2-15 0,-3 0-8 16,-5 0-13-16,-5-2-31 0,-5 2 6 16,-8 0-15-16,-10 2 4 0,0 1-2 0,0-1-18 15,-13 0 3-15,-2 4-8 0,-5 4-20 0,-3 2-9 16,-1 6-22-16,-4 2-35 0,0 5-34 0,-4 6-61 16,0 4-78-16,-3 4-74 0,0 0-59 0,-2 0-123 15,-2 0-172-15,-1 12 115 0</inkml:trace>
  <inkml:trace contextRef="#ctx0" brushRef="#br0" timeOffset="986.27">-905 218 1424 0,'-7'-8'28'0,"-1"-1"9"0,0 3 12 0,2 0 19 15,-1-1-16-15,-1 3 4 0,1 1-2 0,-3-1-14 16,3 2-7-16,-2 0-6 0,-2 2 9 0,-1 0 9 15,1 0 14-15,-2 0 1 0,2 0-15 0,-3 0-4 16,2 0-12-16,0 11-9 0,0-11 13 0,-2 13-3 16,2-3 2-16,1 0 11 0,-1 2-5 0,0 0 3 15,0 0 0-15,1 3-1 0,-1-1-6 16,-1 3-10-16,0 0-3 0,1-2-9 0,-1 4-2 16,-1-4-2-16,2 5-7 0,0-3-1 0,-2 0-1 15,2 2 4-15,1-1-1 0,-1 1-2 16,3-3 2-16,0-2-4 0,0 1 7 0,3-1 2 0,-2 0 2 15,5-2 11-15,0 1 6 0,3 0 4 0,0 3-5 16,0-2 3-16,0 0-5 0,0 0-1 0,11 0 4 16,-2 0-15-16,1-1 2 0,1 2-2 0,0-3-7 15,2 0 5-15,-1 1-5 0,1-2 3 0,0-1-1 16,1 0 3-16,1-1 0 0,0-1-5 0,0-1 5 16,2-1 5-16,0-1 4 0,0-2 7 0,1 2 0 15,0-2-2-15,0-2-16 0,2 0-1 16,-2-1 7-16,3 0-2 0,1 0 20 0,-1 0 9 15,2 0 4-15,-2 0 24 0,2 0 12 0,0-13 12 16,1 2 8-16,-3-1-5 0,-1 0-11 0,0-1-7 16,-1-3-13-16,-2-2-3 0,-2 1-2 0,2-4 3 15,-3-3 1-15,-1 4-1 0,-4-5-7 0,2 2-11 16,-5 0-14-16,0-3-16 0,-6 0 1 0,0-1-16 16,0 1 5-16,0-4-9 0,-17 3-16 15,-1-1-1-15,0 1-32 0,-5 2-16 0,2 4-11 0,-3-1-20 16,-1 5-33-16,-2 3-46 0,-2 0-69 15,2 5-84-15,-4 0-51 0,4 5-79 0,1 4-245 16,-1 0 90-16,-3 0 109 0</inkml:trace>
</inkml:ink>
</file>

<file path=ppt/ink/ink1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3:05.279"/>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-3705 4742 1435 0,'-9'0'22'0,"-1"0"22"0,1 0 18 0,9 0 14 16,-7 0-18-16,-2 10 1 0,1-10-8 0,0 0-7 15,1 0 8-15,-1 0-16 0,1 0-5 0,-1 0 0 16,2 0 2-16,-3 9 9 0,0-9 3 0,1 11 10 16,1-11 10-16,0 6 14 0,1-6 20 0,0 0 16 15,2 7 4-15,1-7-3 0,3 6-5 0,-3-3-14 16,1-3-12-16,2 0-7 0,-1 0-6 0,-1 0-4 16,1 0 4-16,-1 0-5 0,-1 0-13 0,2 0 3 15,-1 0-12-15,1 0-11 0,-3 0-1 0,3 0-10 16,-1 7 2-16,-1-7 3 0,3 0-6 15,-1 0 11-15,-1 5-9 0,1-5 1 0,1 0 4 16,-2 0-11-16,2 0-5 0,0 0 5 0,0 0-15 16,0 0 4-16,0 0-1 0,14-11-3 0,3-1 0 15,7-5-4-15,8-7 7 0,10-3-9 0,12-4 8 16,12-9 0-16,10-2-11 0,14-5 11 0,7 2-3 16,11-4-6-16,7 2 5 0,4 0 1 0,4 5-2 15,-3 1-6-15,-2 8-1 0,-5 1-21 0,-10 5-7 16,-10 6-12-16,-13 4-33 0,-10 6-25 0,-15 1-16 15,-10 3-2-15,-11 2 14 0,-12 1-6 16,-8 4-35-16,-5 0-67 0,-9 0-85 0,0 0-162 16,0 0-213-16,-20 0 89 0</inkml:trace>
</inkml:ink>
</file>

<file path=ppt/ink/ink1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3:19.113"/>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568 194 1844 0,'-18'-20'35'0,"0"4"5"0,-2-2 13 0,0 2 37 15,0 5-22-15,1-1 21 0,-1 1 10 0,-3 4-19 16,3 0 1-16,1 3-14 0,-1 4-17 15,-1 0-19-15,1 0-14 0,0 0-4 0,-1 16 1 16,-2 3 9-16,3 1 8 0,-4 4 21 0,1 5 13 16,2 4 21-16,-3 4 20 0,1 3-12 0,-1 5-21 15,4 2-28-15,0 3-32 0,0 0-10 0,8 3 3 16,3-3-4-16,9 2 6 0,0-3 6 0,0-1 5 16,20-5 5-16,4 1 11 0,7-6 12 0,5-3 9 15,5-6 17-15,6-4 7 0,3-10-10 0,6-4-10 16,4-11-10-16,2 0-6 0,2-17-1 15,1-5 9-15,5-4 5 0,1-6 2 0,-1-5-2 0,2-2 12 16,-6-3 3-16,-2-2 18 0,-6-1 3 16,-8 2 9-16,-6-3-16 0,-11-2-17 0,-8 0-15 15,-15-2-42-15,-10-1-5 0,0 0-24 0,-24-3 8 16,-11 1-1-16,-7 4-13 0,-12 1-33 0,-6 7-39 16,-7 6-25-16,-6 7 5 0,-4 13-16 0,-4 6 0 15,-2 9-56-15,1 0-101 0,-5 24-78 0,2 5-131 16,-2 5-273-16,7 2 9 0,-1 6 134 0</inkml:trace>
</inkml:ink>
</file>

<file path=ppt/ink/ink1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4:14.846"/>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103 659 1808 0,'-7'-4'9'0,"-3"0"23"0,1 4 28 16,2 0 25-16,-2 0 28 0,-2 0 7 0,2 0-5 16,4 0 6-16,-4 0-26 0,3 0-12 0,2 0-10 15,1 0-17-15,-4 0-4 0,4 0-11 0,-1 0-13 16,2 0-10-16,1 0-5 0,-2 0 5 0,3 0 3 15,0 0-5-15,0 0 2 0,0 0-8 0,0 0-3 16,0 0 2-16,0 0-11 0,0 0-1 16,0 0-4-16,0 0-2 0,0 0 10 0,0 0-5 15,0 0 4-15,0 0-5 0,0 0-4 0,0 0 9 16,0 0-2-16,0 0 6 0,0 0-2 0,0 0-3 16,0 0 3-16,6 0-1 0,-6 0-1 0,7 0 9 15,-3 0 8-15,2 0 3 0,-2 0 15 0,5 0-11 16,-3 0 0-16,5 0 3 0,-3 0-13 0,4 0-4 15,1-9-1-15,0 9-17 0,3-6 6 16,-2 6 5-16,0-6-8 0,1 6 9 0,1-8-4 16,1 8 0-16,-3 0 2 0,3 0-7 0,-1-3 8 15,4 3-6-15,0 0 6 0,2 0 12 0,4-5-11 16,-1 3 0-16,3-3 0 0,3 1-7 0,1 1 3 16,1-2 3-16,1 0-4 0,-1 1 1 0,2-4 5 15,1 2 0-15,1-1-1 0,-1-4-2 0,4 2-3 16,-1-2 2-16,1-2 0 0,1 4 1 0,-2-3-7 15,1 1 3-15,-1-3 3 0,1 4 4 0,-4-2 2 16,1 1-8-16,-6 1-1 0,3 2-2 0,-4-1-2 16,-1 1 8-16,-2 1 0 0,-1-2 1 0,0 3 3 15,-2 0-2-15,-1-3-7 0,3 2 3 0,0-1 7 16,-2-1-2-16,-1 3 1 0,3-1 0 0,1 0-9 16,-1 1 1-16,0 0-2 0,1 0-3 15,-1-2 5-15,1 0 0 0,-1 1 5 0,4-1 3 16,-1-1-5-16,5 1 0 0,-3-2 3 0,6-2 2 15,-1 0-5-15,2-1 7 0,2-1-9 0,1 1-5 16,0-2 5-16,1 2 1 0,5-2-3 0,-4 3 5 16,0 0-4-16,2-1-2 0,-1 4 7 0,-1-1-7 15,-4-1 2-15,1 4-5 0,-4-2 3 0,0 1-2 16,-1 1 13-16,-1 1-5 0,-7 0 3 0,2 0 5 16,-5 3-11-16,2-1 5 0,-2 2-9 0,1-1 0 15,-4 3 5-15,2 0-3 0,0 0 7 0,1 0 0 16,-1 0-5-16,2 0 3 0,1 0 1 15,2 0-5-15,-3 0 4 0,7 0 1 0,0 0-6 16,-3 0 3-16,4 0 1 0,-2 0-5 0,-4 0 2 16,1 0-3-16,2 0-3 0,0 0 5 0,-2 0-2 15,0 0 1-15,0 0 2 0,-1 0 5 0,2 0 1 16,-2 0 5-16,1 0-3 0,-3 0-4 0,6 8 3 16,-2-8-12-16,1 9 2 0,-1-2 1 0,3-1-9 15,0 1 13-15,-3 0 0 0,1-1 0 16,-4-2 13-16,4 1-6 0,-4 1-10 0,4-1 3 0,-1-1-4 15,0-2 1-15,1 0 5 0,1 2 3 16,-1-4-6-16,1 6-2 0,-3-3 8 0,0 4-9 16,-4-1 9-16,-1 1-1 0,-2 1-8 0,-3 1 8 15,1 1-4-15,-7-1-6 0,3 0 7 0,-3-1-2 16,-3 2 12-16,3-4-5 0,-4-2 2 0,-4 1-12 16,-1-2-49-16,1-1-52 0,-4-1-127 0,0-1-172 15,0 2-322-15,-14-1 21 0,-3-1 122 0</inkml:trace>
</inkml:ink>
</file>

<file path=ppt/ink/ink1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4:15.799"/>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363 463 1666 0,'-29'2'2'0,"5"-2"0"0,-2 0 21 0,6 0 29 16,4 0 20-16,-4 0 27 0,3 0-7 15,4 0-8-15,1 0-17 0,1 0-17 0,-1 0-6 16,4 0-11-16,-1 0 6 0,-2 0-5 0,2 0-8 16,2 0-8-16,-2 0-10 0,-2 0 6 15,-1 10 13-15,1-1 17 0,1 0 22 0,-3 0-4 0,0-1-5 16,2-2-16-16,2 2-28 0,0-2-10 0,4 0-11 16,2-1-6-16,0-1 7 0,3 0-1 0,0-3 7 15,0 2 1-15,0 0-2 0,0 1 8 0,8-1 1 16,4 3 31-16,-1-3 8 0,1 3 8 0,1-3 9 15,4 3-22-15,6 1 6 0,-3-3 3 0,5 2-9 16,6 0-7-16,-2-2-12 0,4-1-11 16,4 1 3-16,2-2 15 0,4-2 0 0,1 0 3 15,4 0-9-15,5 0-16 0,4 0 0 0,5-13-8 16,5 1 7-16,1 0 0 0,2-1 0 0,3 1 9 16,0 0-11-16,0-2 0 0,2 0-1 0,1-3-6 15,2 4 4-15,-2-2 0 0,0 2-8 0,0 0 10 16,-2 0-1-16,-3-1 0 0,2 4 4 0,-6-1-8 15,-1 1-3-15,-1 0 6 0,-4-1-3 0,-4 3 4 16,1-3-2-16,-2 0 0 0,-4 2 7 0,1-1-8 16,-3-1 9-16,2 1-3 0,-5-1-5 15,3-1 3-15,-5 2-6 0,3-1 4 0,-3-2-2 0,1 2 6 16,-4 0 3-16,2-1-8 0,-4 2 4 16,2-2-9-16,-2 1-2 0,1 2 6 0,-3-1-2 0,1 1 2 15,-1 3 4-15,0-1-2 0,-1 0-1 16,-1 3 12-16,0-1 13 0,4-3 3 0,2 4 6 15,1-4-14-15,0 1-9 0,4-2-6 0,0 1-3 16,3-1-1-16,-2 2 2 0,3 0-6 0,-1 1 2 16,-2-2 6-16,1 4-4 0,-4-1 3 0,2-1-8 15,-1 3 1-15,-3 0-1 0,1 0-5 0,0-1 12 16,-2 3-2-16,2-2 1 0,-3 2 2 0,0 0-1 16,2 0-3-16,-2 1 5 0,0 0-1 0,-2 0-7 15,-1 0-1-15,0 0 2 0,-1 0-2 0,1 0 2 16,-5 0 1-16,2 11 5 0,-2-2-1 15,1-9 9-15,-1 11-2 0,1-5-16 0,1 0 6 16,1 0 0-16,0-3-2 0,4 4 10 0,1-4-7 16,1 1-4-16,4-3 2 0,0 1 1 0,2 0 0 15,1-1 1-15,-1-1 4 0,1 2-2 16,0 0-1-16,-1-1-8 0,-1 0 2 0,-1 1-3 0,-4-2 6 16,-2 4 4-16,-2-1-5 0,-2-1 4 0,-4 2-3 15,-3-3-2-15,-3 2 9 0,-6-1-6 0,-2-1 0 16,-5 1 2-16,-3 0-2 0,-1-2 12 0,-5 1 6 15,-1-1-2-15,-3 0-2 0,0 0-11 0,0 0-6 16,0 0 4-16,0 0 4 0,0 0-7 0,0 0-38 16,0 0-85-16,0 0-133 0,0 0-144 15,0 0-259-15,0 0-112 0,0 0 130 0</inkml:trace>
</inkml:ink>
</file>

<file path=ppt/ink/ink1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4:18.059"/>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50 225 1850 0,'-7'0'28'0,"1"0"15"0,2 0 20 0,-1 0 13 16,1 0-2-16,-1 0 13 0,2 0 5 0,0 0 6 16,2 0-7-16,-2 0-11 0,0 0-16 0,3 0-8 15,-2 0-8-15,2 0-12 0,-2 0-5 0,1 0-7 16,1 0-7-16,-2 0 6 0,2 0 4 0,0 0 16 15,0 0 5-15,0 0-2 0,0 0-12 0,0 0-11 16,0 0-7-16,0 0-10 0,0 0 12 16,0 0-4-16,0 0 2 0,0 0 8 0,0 0-6 15,0 0-2-15,0 6-6 0,0-6-1 0,0 0-3 16,0 0 0-16,0 0 1 0,0 0 1 0,0 2-7 16,0-2 5-16,0 0-9 0,0 0 3 0,0 0-2 15,0 0-2-15,0 0 4 0,0 0-8 0,0 0 10 16,0 0-5-16,0 0 2 0,0 0 3 0,0 0-3 15,0 0 6-15,0 0-3 0,0 0-1 0,10 0-2 16,-10 0-1-16,10 0 0 0,-1 0 2 0,0 0 4 16,1 0 2-16,-1 0-3 0,0 0-3 0,0 0 0 15,0 0-4-15,-1 0 6 0,2 0 0 0,-1 0-3 16,2 0 1-16,-2 0 0 0,-1 0 1 0,1 0-3 16,0 0 3-16,0 0 0 0,-3 0-3 15,2 0 1-15,-2 0 0 0,1 0-3 0,-1 0 3 16,-1 0 1-16,-1 0 2 0,3 0 8 0,0 0-3 15,1 0 0-15,2 0 1 0,3 0-9 0,2 0 5 16,3 0-2-16,0 0-4 0,5 0-3 0,-3 0 4 16,1 0 1-16,2 0 3 0,-2 0 6 0,3 0-7 15,1 0 2-15,-1 0-2 0,5-5-2 0,3 5 0 16,4-5-1-16,4 2 0 0,4-3 2 0,6 3-3 16,0-3-4-16,0-1-2 0,2 0 1 0,1 1 7 15,-2-2 4-15,1 1 4 0,0 2-3 0,1 0 1 16,0-1-1-16,2 4-2 0,5-2 6 0,3 2-6 15,2-1-1-15,2 0-2 0,0 1-5 16,1-1 5-16,0 3 0 0,-4-2-2 0,-3 0-4 16,-3 0 3-16,-4 2 0 0,-4 0 2 0,-3 0 7 15,-3 0-7-15,-1 0 14 0,0 0-8 0,1 0 0 16,-2 0-5-16,5 0-7 0,-1 0 6 0,4 0 0 16,-3 0 6-16,0 0-11 0,-1 0 0 0,-2 0 4 15,-3 0 3-15,-3 0 4 0,1 0-3 0,-1 0-6 16,-5 0-6-16,1 0 3 0,1 0 3 15,-5 0 5-15,1 9-1 0,-1-9 7 0,-1 8-5 0,0-8 2 16,2 4-1-16,1-4 1 0,3 0 2 16,5 0-8-1,1 0 6-15,3 0-9 0,3 0 1 0,3 0 4 0,2 0-4 0,-2 0-5 0,1 0 1 16,0 0-2-16,-4 0-14 0,-2 0 7 0,-2 0-6 16,-4 0 6-16,-2 10 15 0,-1-10 1 0,-1 8 7 15,1-8-4-15,1 0-5 0,-1 0 6 0,1 7-6 16,1-7 3-16,0 0 9 0,1 0-11 0,-2 0 1 15,-4 0 2-15,-1 0-4 0,-2 0 4 0,-1 0-3 16,-1 5 6-16,-1-5-6 0,-3 0 1 0,4 0 2 16,0 0 0-16,3 0-5 0,-1 0 6 0,1 0 1 15,2 0-9-15,2 0 5 0,-2 0 3 16,2 0-1-16,-1 0-3 0,-1 0 9 0,2 0-11 0,-2 0 14 16,1 0-7-16,-1 0-7 0,2 0 12 15,2 0-19-15,1 0 14 0,1 0-2 0,4 0-4 16,1 0 4-16,0-9-1 0,3 9 2 0,1-8 0 15,-1 2 1-15,4 6 1 0,-3-9-4 0,1 4 2 16,-1 0-3-16,-1 2 2 0,-3-1 0 0,0-1-5 16,-3 2 3-16,-1 0-1 0,-2-2 4 0,-2 2 0 15,-1-2 1-15,0 2-3 0,-3-1-1 0,2 0 0 16,-4 1-3-16,0-1 4 0,-2 1 0 0,-1 0 1 16,-1-2 2-16,0 2-3 0,-1-1 6 0,0-1-8 15,-1 0 1-15,2 2 1 0,-3 0-6 0,1-1 9 16,-1 0-4-16,-1-1 0 0,0 3 1 0,-3-2-3 15,0 1 4-15,0 0 5 0,0 2-2 16,-1-3 6-16,0 2-6 0,3 2-7 0,-1-4 2 16,3 3-1-16,0-1 2 0,-1 0 6 0,-2 1-3 15,0 0-3-15,-2 0 3 0,-1 0-4 0,-3 1 2 16,-2-2-1-16,-2 0-3 0,-1 2 0 0,-2 0 6 16,0 0 3-16,-1 0 0 0,-1 0-3 0,-2 0 0 15,0 0 7-15,-2 0 10 0,1 0 13 0,-2 0 3 16,1 0-4-16,-1-1-6 0,0 1 1 0,0-2-7 15,2 0 9-15,-1 2 7 0,-1 0-3 0,3 0 6 16,-3 0 1-16,2 0-2 0,-1 0-4 0,-1 0-1 16,0 0-6-16,0 0-4 0,0 0 12 15,0 0 0-15,0 0 6 0,0 0-3 0,0 0-9 16,0 0 1-16,0 0-2 0,0-1-5 0,0 1 5 16,0 0-6-16,0 0-7 0,0 0 8 0,0 0-14 15,0 0 7-15,0 0 1 0,0 0-10 0,0 0-2 16,0 0-4-16,0 0-5 0,0 0 3 0,0 0 6 15,0 0-1-15,0 0-1 0,0 0-2 0,-7 0 0 16,7 0-7-16,0 0 6 0,-6 0-3 0,6 0 1 16,0 0 7-16,0 0-8 0,0 0 9 0,0 0-15 15,0 0 9-15,-6 0 1 0,6 0-7 0,0 0 18 16,0 0-16-16,0 0 7 0,0 0 0 0,0 0-6 16,0 0 12-16,0 0-16 0,0 0 12 15,0 0 3-15,0 0-14 0,0 0 15 0,0 0-6 16,0 0-13-16,0 0 3 0,0 0 1 0,0 0-6 15,0 0 17-15,0 0 7 0,0 0-12 0,0 0 1 16,0 0-14-16,0 0-14 0,0 0-11 0,0 0-18 16,0 0-28-16,0 0-29 0,0 0-48 0,0 0-84 15,0 0-83-15,0 0-85 0,0 0-129 0,0 0-213 16,0 0 119-16</inkml:trace>
</inkml:ink>
</file>

<file path=ppt/ink/ink1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4:46.591"/>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35 17 1091 0,'-10'8'40'0,"0"-8"30"0,4 5 26 0,6-5 15 15,-9 5-35-15,9-5-27 0,0 1-24 0,0-1-5 16,0 0-9-16,0 0-5 0,0 0 0 0,0 0-13 16,0 0 6-16,0 0-2 0,0 0-1 0,0 0 6 15,0 0 1-15,0 0 3 0,0 0-3 16,0 0 1-16,0 0 0 0,9 0 4 0,-2-7-32 16,6 7-68-16,0-9-140 0,2 1-165 0,7 3 23 15,3-2 63-15</inkml:trace>
</inkml:ink>
</file>

<file path=ppt/ink/ink1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3:36.938"/>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0 421 2403 0,'0'-20'23'0,"0"3"29"0,0 2 36 0,0 1 45 16,0 2 23-16,0 4 9 0,0-3-2 0,0 2-23 15,0 1-40-15,0 2-26 0,0 0-30 0,0 1-5 16,0-2-17-16,0 3-2 0,0-1-2 0,0 5-16 16,0 0-6-16,0 0-10 0,0 0-8 0,0 0-2 15,0 0 16-15,0 0-2 0,0 0 0 0,0 0 8 16,0 13 8-16,9-4 2 0,0 2 6 16,0 1-6-16,4 4-19 0,-1 1 7 0,1 1 0 15,1 3 6-15,0 0 8 0,-1-2-6 0,3-1-2 16,-3 1-8-16,1-2-2 0,-2-1 10 0,0-4-4 15,-1-2 2-15,1 0-4 0,-1-1 8 0,-4-3 4 16,2 1 19-16,0-3 30 0,-3 1 2 0,4-5 22 16,0 0 9-16,1 0 0 0,3 0 10 0,1 0-24 15,3-19-2-15,2 1-20 0,6-6-28 0,1-2 9 16,3-6-23-16,4-3 4 0,-2-3 2 0,1-3-7 16,0 0 2-16,1-1-9 0,-4 3-8 0,-3 5-1 15,-4 2 4-15,-1 5 11 0,-4 8 2 0,-5 1 5 16,0 3-13-16,-6 4-3 0,1 1-6 15,-4 4 7-15,-1 2 3 0,-1 1 4 0,-2-1-9 16,0 2-10-16,0-1-35 0,0 3-20 0,0-1-14 16,0-2-21-16,0 2-6 0,0 0-44 0,0 1-143 15,0-2-127-15,0-1-78 0,-9-1-113 0,9 0-102 16,-12 2 127-16,-1 2 119 0</inkml:trace>
</inkml:ink>
</file>

<file path=ppt/ink/ink1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3:37.273"/>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512 84 3133 0,'0'-11'42'0,"0"0"45"15,0 2 67-15,0 9 39 0,0-10-14 0,0 4-30 16,0 6-49-16,0 0-38 0,0 0-32 0,0 0-22 16,0 0-17-16,0 0-8 0,0 0-4 0,0 0 13 15,0 0 0-15,0 13 5 0,0-1 10 0,0 5-8 16,12 1-3-16,-3 5 6 0,2 3 1 15,1 5-7-15,2 0 10 0,1 3-15 0,0-2 0 0,2 3 4 16,-1-6-1-16,3-1 8 0,-1-3 0 0,2-4 2 16,-2-3-4-16,-2-5 18 0,1-4 31 15,4-4 42-15,-1-5 45 0,3 0 31 0,1-14-8 0,4-5-19 16,2-8-31-16,3-5-42 0,4-5-31 16,-1-4-4-16,2-4-14 0,0-1-23 0,0 3 10 15,-3 0-17-15,-5 6 0 0,-1 5-21 0,-4 2-42 16,-4 7-79-16,-3 3-54 0,-4 4-11 0,-4 2-17 15,0 2-21-15,-1 3-64 0,-2 0-65 0,2 1-48 16,2-2-41-16,0-1-218 0,2-1 71 0,2-2 102 16</inkml:trace>
</inkml:ink>
</file>

<file path=ppt/ink/ink1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4:47.205"/>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43 81 1212 0,'-6'-6'-4'16,"5"6"8"-16,-1-6 7 0,-2 6-1 0,1-3 11 16,-3-2 17-16,6 5 13 0,-5-1 18 0,2-1 14 15,0 1-20-15,0-1-10 0,3-1-3 0,-3 3-11 16,3-4 0-16,-3 2-1 0,3 0-15 0,0 1-6 15,0-2-2-15,0 3-11 0,0-3-1 0,0-1-4 16,0 4-2-16,0-2 5 0,0 2-5 0,0-3-2 16,14-1-4-16,-5 3-7 0,3-2-19 0,5-1-33 15,-4 0-55-15,11 2-115 0,2-3-172 0,0 1 24 16,4 2 60-16</inkml:trace>
</inkml:ink>
</file>

<file path=ppt/ink/ink1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4:53.696"/>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10 37 1408 0,'1'0'6'16,"-1"-13"-2"-16,0 13 5 0,0-10 2 0,0 10-3 15,0-7 12-15,0 7 0 0,0-7 8 0,0 7 0 16,-11 0-11-16,11 0 1 0,0 0-17 0,0 0 1 15,0 0-3-15,0 0-15 0,0 0 3 16,0 0 0-16,0 0 7 0,0 0-1 0,0 0 12 16,0 0-8-16,0 0 0 0,0 0 7 0,0 0-1 15,0 0 4-15,0 0-5 0,13 0 2 0,-4 11-7 16,1-3-3-16,-1 0 2 0,4-2 3 0,-1 0 2 16,1-1-4-16,3-1 9 0,0 1-6 0,3-1-4 15,0 1 6-15,4-2-4 0,0 0-4 0,3 1 16 16,1 0 0-16,3-1-2 0,4 1 2 0,5 2-12 15,2-2 2-15,6-1 1 0,3 1-7 0,5 0 9 16,6-1 0-16,3 1-6 0,4-2 7 0,3 2-4 16,4-1-1-16,-1-2 1 0,4 0 5 15,1 0-3-15,-3 2-2 0,1-3 3 0,1 0-4 16,-4 0 0-16,0 1 3 0,1 1-3 0,-4-1 4 16,1 1-5-16,-3 1-2 0,0-1-1 0,-1 0-2 15,0 3 1-15,1-3-13 0,-4 1-7 0,3-2-22 16,-1 3-30-16,0-1 18 0,0-3 16 0,-3 0 7 15,-2 0 5-15,0 0-31 0,-1 0-6 0,-2 0-50 16,2 0-22-16,-3 0 16 0,-2 0 1 0,-2 0 62 16,-3 0 45-16,-6 0-4 0,-4 0 6 0,-4 0-1 15,-4 0 5-15,-6-11 12 0,1 11-3 0,-7-7 4 16,-3 2 0-16,-1 0 11 0,-3-1 58 0,-4 3 61 16,2 0 29-16,-7-2-3 0,-5 2-48 15,6 0-65-15,-6 1-33 0,0-2 2 0,5 4-3 16,-5-1 11-16,0-2 6 0,4 2 0 0,-4-1 10 15,5 1 6-15,-5-1 7 0,0 1-13 0,0-3-4 16,0 3-14-16,0 1-6 0,0-1 7 0,0 1-7 16,0 0-3-16,0 0 2 0,0 0-5 0,0 0 2 15,0 0-6-15,0 0-2 0,0 0-1 0,0 0-1 16,0 0 6-16,0 0-3 0,0 0 6 0,0 0-3 16,0 0-3-16,0 0 2 0,0 0-5 0,0 0-1 15,0-7 3-15,0 7 1 0,0 0-3 16,0 0 2-16,0-8 0 0,0 8-2 0,0 0-5 15,0-4 0-15,0 4 4 0,0 0-4 0,0 0 10 16,0 0 0-16,0 0-1 0,0 0-7 0,0 0-3 16,0 0 9-16,0 0-13 0,0 0 10 0,0 0 2 15,0 0-10-15,0 0 13 0,0 0-2 0,0 0-2 16,0 0-1-16,0 0-2 0,0 0 4 0,0 0-4 16,0 0 7-16,0 0-3 0,0 0-4 0,0 0 6 15,0 0-4-15,0 0-4 0,0 0 5 0,0 0 3 16,0 0 3-16,0 0-1 0,0 0 6 0,0 0-5 15,0 0 1-15,0 0 9 0,0 0-11 0,0 0 0 16,0 0-3-16,0 0-3 0,0 0 2 16,0 0 1-16,0 0 3 0,0-8-6 0,0 8 1 0,0 0 0 15,0 0-9-15,0-8 7 0,0 8 4 16,-11 0-6-16,11 0 8 0,0-4-3 0,0 4-3 16,0 0 1-16,0 0 3 0,0-4 5 0,0 1-8 15,0 1 2-15,0 2-2 0,0-1-5 0,0 1 6 16,0-3 6-16,0 2-6 0,0 0-3 0,0 1 4 15,0-2-5-15,0 2 2 0,0-2 1 0,0 1 0 16,0 1-3-16,0 0 3 0,0 0-4 0,0 0-10 16,0-1-5-16,0 0-14 0,0-1-4 0,0 1-3 15,-14 1 3-15,14-1-11 0,0 0-6 0,0 0-33 16,0-1-72-16,0-1-124 0,-12 2-39 16,8-4 41-16</inkml:trace>
</inkml:ink>
</file>

<file path=ppt/ink/ink1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6:57.904"/>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8790-3739 1454 0,'-6'0'15'0,"2"3"4"0,1-3 0 0,1 0 2 15,1 0-14-15,-1 0 3 0,2 0 2 0,0 0-10 16,0 0 2-16,0 0-11 0,0 0-9 0,0 0 16 16,0 0-2-16,14 0 5 0,1 0 7 15,2 0-13-15,1-7 0 0,5 7-2 0,4-5 4 0,2 5 8 16,4-5 4-16,1 0-5 0,1 3 1 15,1-3-8-15,1 1-4 0,-1 2 5 0,-4-3-3 16,-2 1 8-16,-5 3 3 0,-6-3-6 0,-6 2 3 16,-7 1-5-16,-6-1-3 0,0 2 2 0,-17 0-4 15,-4 0 4-15,-2 0 0 0,-5 0 1 0,-2 0 12 16,-3 0 4-16,1 0 15 0,1 0 11 0,1 0-11 16,3 0-7-16,1 0-13 0,5 0-10 0,1 0 2 15,3 0-3-15,5 0-3 0,1 0 0 0,5 0 0 16,6 0-1-16,0 0 7 0,0 0-4 0,0 0 4 15,12 0 5-15,2 0-8 0,3 0-23 16,3 0-39-16,1 0-56 0,3 0-115 0,5 0-151 16,3 0 9-16,3-8 54 0</inkml:trace>
  <inkml:trace contextRef="#ctx0" brushRef="#br0" timeOffset="-1343.67">8895-3901 1480 0,'0'-4'10'16,"-4"0"16"-16,-1-1 10 0,1 1 14 0,0-3-2 16,1 4-10-16,0-2-4 0,-1-1-1 0,-2 1-1 15,1 0 6-15,2 0 9 0,-1 0-1 0,-1 2 3 16,2 2-5-16,2-2-15 0,-3 1-12 0,1 0-10 16,3 0-10-16,0 2-1 0,0 0 0 0,0 0-3 15,0 0 1-15,0 0 5 0,16 0 0 16,2 0 5-16,3 0-5 0,8 0 3 0,6 0-1 15,7 0 1-15,7 0 4 0,9 0-6 0,2 0-1 16,6-10-2-16,2 1 0 0,4 9 3 0,-1-9 0 16,-3 2 1-16,-1 0 4 0,-3 2-7 0,-6 2 3 15,-8-1-6-15,-8 4-1 0,-8 0 7 0,-7 0-2 16,-9 0 11-16,-4 0-2 0,-10 0-3 0,-4 0 0 16,0 0-9-16,0 0-1 0,-22 0 3 0,-4 0 2 15,-3 0 1-15,-4 0 4 0,-7 0 0 0,-2 11-4 16,-6-11 1-16,-2 8-1 0,0 1 5 0,-1-3 14 15,0 3 6-15,1-3 2 0,0 3-5 0,5-4-7 16,2 3-4-16,5-2 4 0,3 1-5 16,5-2-7-16,6 0-11 0,7 0-7 0,3-4 4 15,5 2 5-15,5 2 10 0,4-2 2 0,0 0-1 16,0 2-1-16,0-2 0 0,13 4 1 0,2 0 0 16,1-3-1-16,3 4-1 0,3-3-1 0,5-1 0 15,0 1-2-15,1-3 3 0,2 0-5 0,0-2 3 16,1 2 1-16,-4-1-3 0,-4 3 2 0,-3-4-4 15,-4 1 2-15,-2 1-2 0,-3-1 6 16,-5 1 5-16,-6 0-3 16,0-2 1-16,0 0-4 0,0 0-7 0,0 0 3 0,0 0-3 0,0 0-24 0,-20 0-46 15,20 0-62-15,-18 0-77 0,18 0-119 16,-17 0-163-16,6 0 60 0</inkml:trace>
  <inkml:trace contextRef="#ctx0" brushRef="#br0" timeOffset="855.17">11428-3731 1724 0,'0'0'0'0,"0"0"16"0,0 0 11 15,0-12 7-15,0 12 7 0,0-13-12 16,0 13-8-16,0-9-14 0,0 9-7 0,0-6-4 16,0 6-1-16,0-8 7 0,11 3-2 0,4 1-4 15,6 0 4-15,4-1-2 0,8 0 1 0,7 0 6 16,5-1-9-16,5 1 2 0,4 0-3 0,5 1 0 16,1 1 2-16,3 1-3 0,-6 1-7 0,-3 1-3 15,-4 0-6-15,-8 0 1 0,-8 0 13 0,-7 0 2 16,-10 0 11-16,-7 8 1 0,-10-8-6 0,0 9 2 15,0-9-6-15,-21 8 2 0,-5-1 4 0,-3 1-1 16,-4 0 2-16,-6 1-1 0,-2 0-3 16,-1 0 0-16,-3-2 3 0,4-1-2 0,-2 0 8 15,4-1 1-15,2-1 4 0,4-2 6 0,4 1-10 0,6-1 3 16,4-2-11-16,2 0-6 0,8 0-2 16,3 0 0-16,6 0 7 0,0 0 2 0,0 0 4 15,0 0-2-15,0 0-3 0,15 0 2 0,-1 0 0 16,2 0 0-16,6 0-2 0,2 0-2 0,0 0 4 15,1 0 1-15,0 0-3 0,-2 0 0 0,-3 0 3 16,-6 0 2-16,-5-8 14 0,-9 8 2 0,0 0-9 16,0 0-9-16,0 0-11 0,0 0-6 0,-16 0 6 15,-5 0 3-15,-3 0 0 0,-6 0 6 0,-4 11-1 16,-5-1 4-16,-2-2 9 0,1 1 5 0,1-1 2 16,5-1-3-16,4-3-7 0,6 3-10 0,4-5-1 15,6-2-3-15,4 0-2 0,5 4 3 0,5-1 6 16,0-3-2-16,0 0-14 0,0 1-34 15,18 1-51-15,2-1-82 0,4 1-196 0,4-2-78 16,6 0 47-16</inkml:trace>
  <inkml:trace contextRef="#ctx0" brushRef="#br0" timeOffset="25654.62">11969-3544 1634 0,'0'-9'7'0,"0"-2"4"0,-20-1-1 0,20 1 3 16,0-1-7-16,-18 5-7 0,18 0-10 0,0 0-1 15,0 4 1-15,0 2 1 0,0-3 9 0,0 4 0 16,0-2 0-16,24 0 4 0,7 1-2 0,8-4 2 16,7 2-1-16,8-2-5 0,3-1 7 0,3 1-11 15,-2 1-5-15,-3 0-9 0,-8 2-5 0,-6 0 11 16,-9 0 3-16,-9-1 12 0,-13 3 0 0,-10 0-7 16,0 0 3-16,0 0-3 15,-30 0 6-15,-7 0 5 0,-10 0 4 0,-6 0 11 0,-6 0 3 0,-9 13 3 16,-2-4 17-16,-5 0 5 0,2-9 3 15,4 10 6-15,3-1-5 0,12-9-1 0,5 4-7 16,11-4-9-16,8 0-22 0,8 0-15 0,9 0-3 16,5 0-2-16,8 7 9 0,0-7 4 0,0 2-32 15,17 3-71-15,4-3-89 0,5 2-232 0,7 0-49 16,8 0 72-16</inkml:trace>
  <inkml:trace contextRef="#ctx0" brushRef="#br0" timeOffset="7417.7">13368-3629 1476 0,'-8'1'12'0,"1"0"4"0,1 2 4 16,-2-3 9-16,2 0 6 0,0 0 11 0,1 0 18 16,2 0 9-16,-3 0-8 0,0 0-7 0,1 0-12 15,5 0-10-15,-6 0-7 0,6 0 0 0,-4 0-12 16,4 0 2-16,-6 0-3 0,6 0 0 0,0 0 0 15,-3 0-8-15,3 0-1 0,0 0-10 16,0 0-1-16,0 0-5 0,0 0-3 0,0 0 8 16,0 0 3-16,0 0 5 0,13 0 2 0,10 0-1 15,5 0 0-15,8 0-1 0,6-13-3 0,10 4-3 16,7 0-6-16,5-2 1 0,6-1-3 0,0-1 0 16,-2 2-2-16,-1 0 2 0,-6 1 2 0,-7 2-2 15,-5 0 8-15,-6 2 2 0,-13 3 1 0,-4 0 5 16,-7-2 1-16,-9 4-4 0,-3 1-3 0,-7-1-7 15,0 1-5-15,0-2 4 0,-17 2 1 0,-2 0 3 16,-7 0 0-16,-1 0-1 0,-11 0 1 16,-3 12 6-16,-5-3-1 0,-7 2-3 0,0 1 5 0,-3-1-4 15,-1 1 9-15,4-4 16 0,2 2 12 16,4-1 10-16,7-3 2 0,2-1-10 0,11-2-21 0,4-1-13 16,6 2-9-16,7-4-5 0,4 0 6 15,6 0 1-15,0 0 0 0,0 0 3 0,0 0 4 16,0 0 2-16,16 0 0 0,4 0 1 0,6 0-2 15,0 0-2-15,7 0 1 0,0 0-4 0,4 0-3 16,5 0 4-16,-2-9 1 0,-4 9 2 0,1-10-2 16,-4 1-3-16,-5 9 1 0,-4 0 2 0,-7-4-1 15,-4 4 3-15,-2 0 0 0,-5 0-1 0,-6 0 1 16,0 0-1-16,0 0-2 0,0 0-5 0,0 0 1 16,0 0-4-16,0 0-1 0,-14 0 5 0,1 0-3 15,0 0 5-15,-3 0-2 0,1 0 2 0,-4 0 1 16,1 0-1-16,1 0 2 0,1 4-4 15,2-4 5-15,3 7-4 0,2-7 5 0,2 0-3 16,1 0 0-16,3 0 3 0,3 0-3 0,0 0 1 16,0 0 3-16,0 0-4 0,0 0 6 0,0 0-3 15,0 0-2-15,0 0 7 0,0 0-1 0,0 0 12 16,0 0 7-16,0 0-4 0,0 0 3 0,0 0-7 16,0 0-1-16,0 0 2 0,0 0-3 15,0 0-1-15,0 0-6 0,0 0-2 0,0 0-3 0,0 0-4 16,0 0 0-16,0 0-1 0,0 0-1 0,0 0 1 15,0 0 1-15,0 0-1 0,0 0 1 16,0 0 1-16,0 0-1 0,0 0 1 0,0 0 3 16,0 0-4-16,0 0 2 0,0 0-1 0,0 0-2 15,0 0 1-15,0 0-3 0,0 0 4 0,0 0-2 16,0 0 1-16,0 0 5 0,0 0-3 0,0 0 0 16,0 0 0-16,0 0 6 0,0 0 5 0,0 0 12 15,0 0 10-15,0 0 1 0,0 0-2 0,0 0-9 16,0 0-8-16,0 0-4 0,0 0 2 0,0 0 4 15,0 0 2-15,0 0-1 0,0 0 1 0,0 0-1 16,0 0 4-16,0 0 7 0,0 0 2 0,0 0 1 16,0 0-3-16,0 0-1 0,0 0-2 0,0 0 2 15,0 0 7-15,0 0 3 0,0 0 4 16,0 0 0-16,0 0-6 0,0 0-6 0,0 0-1 16,0 0-5-16,0 0-6 0,0 0 1 0,0 0-8 15,0 0-1-15,0 0-1 0,0 0-2 0,0 0-2 16,0 0 2-16,0 0-1 0,0 0-1 0,0 0 5 15,0 0-7-15,0 0-2 0,0 0-3 0,0 0-4 16,0 0-1-16,0 0 5 0,0 0-1 0,0 0-2 16,0 0 0-16,0 0 1 0,0 0 3 0,0 0 2 15,0 0-1-15,0 0 0 0,0 0-1 0,0 0 1 16,0 0 8-16,0 0 10 0,0 0 10 0,0 0 7 16,0 0 4-16,0 0-3 0,0 0-6 0,0 0-2 15,0 0-11-15,0 0-4 0,0 0-1 0,0 0-10 16,0 0 1-16,0 0-1 0,0 0-5 15,0 0 8-15,0-10-3 0,0 10 0 0,0 0 6 16,0-6-9-16,0 6 6 0,0 0-8 0,0 0 2 16,0 0-1-16,0-4-1 0,0 4-2 0,0 0-5 15,0 0-2-15,0 0 0 0,0 0 1 0,0 0 7 16,0 0 0-16,9-5 2 0,1 2 3 0,2 0-4 16,4 1 2-16,3-2-3 0,7 2-4 0,2-5 4 15,3 4-1-15,3-3 3 0,-1 3-1 0,2-2-3 16,-4 1 3-16,-6 2 1 0,-2-1-2 0,-5 2 1 15,1 1 0-15,-9-3-1 0,-4 3 7 0,0 0-6 16,-1 0-1-16,-5 0 2 0,0 0 3 0,0 0 1 16,0 0 2-16,0 0-8 0,0 0 2 15,0 0 1-15,0 0 2 0,0 0 2 0,0 0 0 16,0 0-5-16,0 0 3 0,0 0 1 0,0 0-4 16,0 0 11-16,0 0-12 0,0 0 3 0,0 0 3 15,0 0 3-15,0 0 9 0,0 0 2 0,0 0 3 16,0 0-14-16,0 0 3 0,0 0-7 0,0 0-1 15,0 0 0-15,0 0-3 0,0 0 5 0,0 0-3 16,0 0 5-16,0 0 1 0,0 0-5 0,0 0-1 16,0-7-4-16,0 7 1 0,0 0-2 0,0-6 5 15,0 4 4-15,0 2-7 0,0-4 4 16,0 1-2-16,0 1-1 0,0 0 0 0,0 0-3 16,0-1 2-16,0 1-3 0,0 1 3 0,-11-1 4 15,11 1-1-15,0 1-1 0,0-1 2 0,0-2-6 16,0 2-3-16,0-1 6 0,0 2-2 0,0 0 3 15,0-1 6-15,0 1-10 0,0-2 4 0,0 2-3 16,0-1-1-16,0 1 2 0,0 0 0 0,0 0 0 16,0 0 4-16,0-1-5 0,0 1-3 0,0 0 7 15,0-1-3-15,0 1 4 0,0 0-2 0,0 0-2 16,0-2-3-16,0 2 3 0,0 0 2 0,0 0 0 16,0 0-2-16,0 0 7 0,0 0-4 0,0 0-6 15,0 0 7-15,0 0-6 0,0 0 1 0,0 0 1 16,0 0 2-16,0 0-5 0,0 0 6 15,0 0 2-15,0 0-5 0,0 0 2 0,0 0-1 16,0 0-3-16,0 0 3 0,0 0 2 0,0 0-2 16,0 0-2-16,0 0-1 0,0 0-3 0,0 0 4 15,0 0 3-15,0 0 0 0,0 0 6 0,0 0-9 16,0 0 0-16,0 0 5 0,0 0-7 0,0 0 3 16,0 0 2-16,0 0-6 0,0 0 2 0,0 0 6 15,0 0-4-15,0 0 2 0,0 0 1 0,0 0-3 16,0 0 3-16,0 0-2 0,0 0-1 0,0 0-2 15,0 0 1-15,0 0 2 0,0 0-1 0,0 0 7 16,0 0-8-16,0 0 2 0,0 0 6 0,0 0-10 16,0 0 5-16,0 0 5 0,0 0-11 15,0 0 4-15,0 0-1 0,0 0-3 0,0 0 1 16,0 0 12-16,0 0-6 0,0 0-2 0,0 0 4 16,0 0-7-16,0 0 9 0,0 0-4 0,0 0 3 15,0 0-8-15,0 0-4 0,0 0 10 0,0 0-9 16,0 0 14-16,0 0-2 0,0 0-10 0,0 0 3 15,0 0-9-15,0 0 1 0,0 0 11 16,0 0-1-16,0 0 8 0,0 0-4 0,0 0-11 0,0 0 11 16,0 0-16-16,0 0 18 0,0 0 0 15,0 0-13-15,0 0 12 0,0 0-16 0,0 0 4 0,0 0 6 16,0 0-2-16,0 0 2 0,0 0 3 16,0 0-6-16,0 0-1 0,0 0 12 0,0 0-5 15,0 0 3-15,0 0-1 0,0 0-9 0,0 0-1 16,0 0 3-16,0 0 3 0,0 0 4 0,0 0-6 15,0 0-3-15,0 0 7 0,0 0-7 0,0 0 3 16,0 0 7-16,0 0-5 0,0 0 0 0,0 0-2 16,0 0 1-16,0 0-6 0,0 0 5 0,0 0 3 15,0 0 0-15,0 0-5 0,0 0 0 0,0 0 12 16,0 0-13-16,0 0 13 0,0 0-5 0,0 0-6 16,0 0 6-16,0 0-6 0,0 0 4 15,0 0-2-15,0 0-2 0,0 0 6 0,0 0-8 16,0 0 5-16,0 0-1 0,0 0-2 0,0 0 5 15,0 0-4-15,0 0 1 0,0 0-3 0,0 0-1 16,0 0 7-16,-15 0-5 0,15 0 6 0,0 0 1 16,0 0-4-16,0 0 2 0,0 0-6 0,0 0 5 15,0 0-4-15,0 0 1 0,0 0 4 0,0 0-6 16,0 0 5-16,0 0-3 0,0 0-2 0,0 0 1 16,0 0 4-16,0 0-1 0,0 0 5 0,0 0-1 15,0 0-9-15,0 0 9 0,0 0-11 0,0 0 3 16,0 0 3-16,0 0-3 0,0-10 4 0,0 10-4 15,0 0 2-15,0 0-3 0,0 0 7 16,0 0-3-16,0 0-3 0,0 0 7 0,0-8-12 16,0 8 4-16,0 0 3 0,0-5-2 0,0 5 6 15,0 0 4-15,0 0 0 0,0 0-7 0,0 0 0 16,0 0-3-16,-11 0 1 0,11 0 4 0,0 0-1 16,0 0 1-16,0-4-7 0,0 4 6 0,0 0-7 15,0 0 5-15,0 0-2 0,0-3-1 0,0 3 16 16,0 0-12-16,0 0 4 0,0 0-1 0,0 0-15 15,0 0 10-15,0 0 0 0,0 0 1 0,0 0 1 16,0 0-4-16,0 0 2 0,0 0 1 0,0 0 10 16,0 0-7-16,0 0-1 0,0 0 6 0,0 0-9 15,0 0-1-15,0 0 6 0,0 0-6 16,0 0 9-16,0 0-2 0,0 0-1 0,0 0-9 16,0 0-4-16,0 0 8 0,0 0 4 0,0 0 1 15,0 0-5-15,0 0 1 0,0 0-8 0,0 0 8 16,0 0 10-16,0 0-9 0,0 0 1 0,0 0 4 15,0 0-16-15,0 0 14 0,0 0-5 0,0 0-3 16,0 0 14-16,0 0-11 0,0 0 3 0,0 0-2 16,0 0-5-16,0 0 6 0,0 0-5 0,0 0-3 15,0 0 6-15,0 0-1 0,0 0 3 16,0 0 4-16,0 0-3 0,0 0-6 0,0 0 7 16,0 0-3-16,0 0-2 0,0 0 11 0,0 0-10 15,0 0 4-15,0 0-1 0,0 0-1 0,0 0 2 0,0 0-4 16,0 0 9-16,0 0-11 0,0 0 2 15,0 0 2-15,0 0-11 0,0 0 12 0,0 0-4 16,0 0 3-16,0 0-3 0,0 0 2 0,0 0 8 16,0 0-4-16,0 0 4 0,0 0-3 0,0 0-2 15,0 0-5-15,0 0 3 0,0 0-1 0,0 0-6 16,0 0 11-16,0 0-4 0,0 0-2 0,0 0 1 16,0 0-2-16,0 0 4 0,0 0-2 0,0 0 5 15,0 0 7-15,0 0-11 0,0 0-3 0,0 0 5 16,0 0-9-16,0 0 0 0,0 0 12 0,0 0-9 15,0 0 1-15,0 0 9 0,0 0 2 0,0 0-3 16,0 0-8-16,0 0-3 0,0 0 3 16,0 0 2-16,0 0 10 0,0 0 0 15,0 0-16-15,0 0 5 0,0 0 1 0,0 0-6 0,0 0 5 16,0 0 2-16,0 0-2 0,0 0 6 0,0 0 2 16,0 0-5-16,0 0 1 0,0 0-1 0,0 0 2 15,0 0-1-15,0 0 1 0,0 0-1 0,0 0-2 16,0 0 0-16,0 0-5 0,0 0 3 0,0 0 2 15,0 0 3-15,0 0 2 0,0 0-5 0,0 0 0 16,0 0 1-16,0 0-5 0,0 0 2 0,0 0 3 16,0 0-4-16,0 0 2 0,0 0 3 0,0 0-5 15,0 0 3-15,0 0 4 0,0 0-5 16,0 0 9-16,0 0-6 0,0 0 0 16,0 0 7-16,0 0-8 0,0 0 6 0,0 0-2 0,0 0-3 15,0 0 11-15,0 0-5 0,0 0 7 0,0 0-2 16,0-10-5-16,0 10 2 0,0 0-1 0,0 0-8 15,0 0 2-15,0 0 1 0,0 0-6 0,0 0 2 16,0 0-7-16,0 0 8 0,0 0-5 0,0 0 8 16,0-9 5-16,0 9-12 0,0 0 5 0,0 0-2 15,0 0-5-15,0 0 4 0,0-6 0 0,0 6-3 16,0 0 7-16,0 0-5 0,0 0 1 0,0 0 1 16,0 0 0-16,0-3 3 0,0 3-2 0,0 0 3 15,0 0-4-15,0 0 3 0,0 0-6 0,0 0 5 16,0-5-7-16,0 5 2 0,0 0 6 15,0 0-8-15,0 0 5 0,0 0-3 0,0 0 5 16,0 0-2-16,0 0-1 0,0 0 2 0,0 0-1 16,0 0 1-16,0 0-1 0,0 0 3 0,0 0-4 15,0 0-3-15,0 0 6 0,0 0-5 0,0 0 0 16,0 0 2-16,0 0 0 0,0 0 3 0,0 0 4 16,0 0-5-16,0 0-5 0,0 0 7 0,0 0-8 15,0 0 5-15,0 0 2 0,0 0-6 0,0 0 6 16,0 0-3-16,0 0 3 0,0 0 2 0,0 0-5 15,0 0 10-15,0 0-1 0,0 0-8 0,-13 0 1 16,13 0-6-16,0 0 0 0,0 0 2 0,0 0 6 16,0 0-6-16,0 0-1 0,0 0 10 15,0 0-6-15,0 0 2 0,0 0-4 0,0 0-1 16,0 0 3-16,0 0-1 0,0 0 0 0,0 0-5 16,0 0 2-16,0 0 5 0,0 0-3 0,0 0 3 15,0 0 0-15,0 0 1 0,0 0-3 0,0 0 1 16,0 0-3-16,0 0 0 0,0 0 6 0,0 0 1 15,0 0-5-15,0 0 0 0,0 0 6 0,0 0-3 16,0 0-1-16,0 0 1 0,0 0-2 0,0 0-5 16,0 0 11-16,0 0-4 0,0 0-3 15,0 0 6-15,0 0 4 0,0 0 2 0,0 0 8 16,0 0 1-16,0 0-2 0,0 0-9 0,0 0-3 16,0 0 1-16,0 0-7 0,0 0 3 0,0 0 0 15,0 0-4-15,0 0 9 0,0 0-6 0,0 0 3 16,0 0-5-16,0 0-7 0,0 0 2 0,0 0 3 15,0 0 1-15,0 0 2 0,0 0-1 0,0 0-5 16,0 0 3-16,0 0 1 0,0 0 6 0,0 0-4 16,0 0 2-16,0 0-6 0,0 0 0 0,0 0 1 15,0 0-1-15,0 0 6 0,0 0 2 0,0 0-2 16,0 0-1-16,0 0-2 0,0 0-6 0,0 0 6 16,0 0-2-16,0 0 2 0,0 0 2 0,0 0-2 15,0 0 4-15,0 0-3 0,0 0-1 0,0 0 0 16,0 0-7-16,0 0 13 0,0 0-10 15,0 0 8-15,0 0-3 0,0 0-1 0,0 0 6 16,0 0-12-16,0 0 6 0,0 0-2 0,0 0 0 16,0 0 2-16,0 0-1 0,0 0 4 0,0 0-4 15,0 0 1-15,0 0-3 0,0 0-8 0,0 0 10 16,0 0 3-16,0 0-2 0,0 0 7 0,0 0-4 16,0 0-2-16,0 0 4 0,0 0-5 0,0 0-3 15,0 0-1-15,0 0 1 0,0 0 2 0,0 0 1 16,0 0 4-16,0 0-4 0,0 0 3 0,0 0-8 15,0 0 10-15,0 0 0 0,0 0-8 0,0 0 11 16,0 0-10-16,0 0 0 0,0 0 3 16,0 0-6-16,0 0 8 0,0 0-3 0,0 0 3 15,0 0 1-15,0 0-9 0,0 0 4 0,0 0 0 16,0 0-4-16,0 0 9 0,0 0-2 0,0 0-3 16,0 0 2-16,0 0-4 0,0 0-2 0,0 0 4 15,0 0 5-15,0 0-1 0,0 0-2 0,0 0 0 16,0 0-8-16,0 0 3 0,0 0 6 0,0 0-5 15,0 0 10-15,0 0-4 0,0 0-5 0,0 0 3 16,0 0 0-16,0 0-2 0,0 0 7 0,0 0 3 16,0 0-14-16,0 0 5 0,0 0-3 15,0 0 1-15,0 0 1 0,0 0-1 0,0 0 2 16,0 0-3-16,0 0 4 0,0 0 3 0,0 0-5 16,0 0 3-16,0 0 2 0,0 0-3 0,0 0 3 15,0 0-12-15,0 0 13 0,0 0-2 0,0 0-3 16,0 0 5-16,0 0-13 0,0 0 4 0,0 0 1 15,0 0 7-15,0 0 1 0,0 0-9 0,0 0 7 16,0 0-7-16,0 0 10 0,0 0-5 0,0 0 1 16,0 0 0-16,0 0-3 0,0 0 4 0,0 0-9 15,0 0 3-15,0 0 0 0,0 0 5 0,0 0-1 16,0 0 0-16,0 0-1 0,0 0-4 0,0 0 4 16,0 0 0-16,0-9 2 0,0 9 0 0,0 0 0 15,0 0-1-15,0 0-8 0,0 0 9 16,0 0-6-16,0 0 4 0,0 0 6 0,0 0-7 15,0 0 8-15,0 0-7 0,0 0-2 0,0 0 2 16,0 0-5-16,0 0 10 0,0 0-2 0,0 0-1 16,0 0 1-16,0 0-5 0,0 0-4 15,0 0 7-15,0 0-4 0,0 0 1 0,0 0 7 0,0 0-5 16,0 0-1-16,0 0-2 0,0 0 4 0,0 0-2 16,0 0 7-16,0 0-4 0,0 0-7 0,0 0 0 15,0 0 1-15,0 0 7 0,0 0 2 0,0 0 0 16,0 0-1-16,0 0-4 0,0 0-2 0,0 0-4 15,0 0 4-15,0 0 2 0,0 0 2 0,0 0-2 16,0 0-2-16,0 0 2 0,0 0 0 16,0 0 5-16,0 0-2 0,0 0-1 0,0 0-7 15,0 0 4-15,0 0-3 0,0 0 4 0,0 0 6 16,0 0-7-16,0 0 1 0,0 0-5 0,0 0 0 16,0 0 9-16,0 0-3 0,0 0-1 0,0 0-1 15,0 0-1-15,0 0 4 0,0 0 0 0,0 0-1 16,0 0 5-16,0 0-7 0,0 0 4 0,0 0 4 15,0 0-11-15,0 0 4 0,0 0-1 0,0 0 0 16,0-12-2-16,0 12 5 0,0 0-4 0,0 0 0 16,0 0 1-16,0 0-3 0,0 0 9 15,0 0-6-15,0 0 4 0,0-8 2 0,0 8-3 16,0 0-5-16,0 0-4 0,0 0 4 0,0 0-2 0,0-8 8 16,0 8 4-16,0 0-4 0,0 0 1 15,0 0 0-15,0 0-2 0,0-6-1 0,0 6-4 16,0-4 2-16,0 0 2 0,0 4 2 0,0-3-8 15,0 1 4-15,0-1 1 0,0 2-8 16,0 1 10-16,0-2 1 0,0 0-3 0,0 1 8 0,0-1-5 16,0 1-4-16,0 0 1 0,0 1 1 0,-15 0-2 15,15-1-2-15,0-2 7 0,0 3-9 0,0 0 6 16,0 0 0-16,0-1-14 0,0 1 13 0,0-1-4 16,0 1-1-16,0 0 7 0,0 0 0 0,0-2-4 15,0 2 4-15,0 0 0 0,0 0-8 16,0 0 8-16,0-2-1 0,0 2 1 0,0 0 1 15,0 0-1-15,0-1-7 0,0 1 7 0,0 0-2 16,0-1 7-16,0 1 6 0,0 0-14 0,0 0-1 16,0 0-5-16,0 0-3 0,0 0 9 0,0 0-1 15,0 0-2-15,0 0 9 0,0 0-7 0,0 0-1 16,0-1 8-16,0 1-11 0,0 0 9 0,0 0 5 16,0 0-11-16,0-2 7 0,0 2-4 0,0 0-6 15,0 0 6-15,0 0-1 0,0 0-1 0,0 0 6 16,0 0-5-16,0 0-1 0,0 0 1 0,0-2 6 15,0 2-7-15,0-1 6 0,0 1 2 0,0-1-12 16,0 1 10-16,0 0-3 0,0 0-7 16,0 0 6-16,0 0 2 0,0 0-2 0,0 0 0 15,0 0 1-15,0 0-7 0,0 0 8 0,0 0-3 16,0 0-3-16,0 0 8 0,0 0-11 0,0 0 13 16,0 0-8-16,0 0-2 0,0 0 4 0,0 0 0 15,0 0 6-15,0 0-3 0,0 0-3 0,0 0-1 16,0 0 2-16,0 0-1 0,0 0 3 0,0 0-3 15,0 0 1-15,0 0-1 0,0 0-1 0,0 0-1 16,0 0-2-16,0 0 6 0,0 0 3 0,0 0-3 16,0 0-2-16,0 0-5 0,0 0 1 15,0 0 1-15,0 0 10 0,0 0-5 0,0 0-2 16,0 0 0-16,0 0-7 0,0 0 5 0,0 0 1 16,0 0 10-16,0 0-7 0,0 0 4 0,0 0-6 15,0 0-9-15,0 0 9 0,0 0-4 0,0 0 6 16,0 0 0-16,0 0 0 0,0 0-4 0,0 0 5 15,0 0-5-15,0 0-1 0,0 0 10 0,0 0-11 16,0 0 5-16,0 0 1 0,0 0-5 0,0 0 3 16,0 0 4-16,0 0-1 0,0 0-2 0,0 0 2 15,0 0-7-15,0 0-2 0,0 0-1 16,0 0 8-16,0 0-1 0,0 0 2 0,0 0 4 16,0-11-7-16,0 11 0 0,0 0 0 0,0 0 1 0,0 0-5 15,0 0 6-15,0 0 1 0,0 0-4 0,0 0 3 16,0 0-3-16,0 0 2 0,0 0 4 15,0 0-4-15,0 0 1 0,0 0-3 0,0 0 2 16,-17 0 5-16,17 0-1 0,0 0 4 0,0 0-7 16,0 0-7-16,0 0 5 0,0 0-9 0,0 0 8 15,0 0 2-15,0 0-3 0,0 0 3 0,0 0-2 16,0 0 5-16,0 0-4 0,0 0 10 0,0 0-9 16,0 0-2-16,0 0 0 0,0 0-3 0,0 0-2 15,0 0 5-15,0 0 6 0,0 0-7 0,0 0 9 16,0 0-6-16,0 0-3 0,0 0 4 0,0 0 0 15,0 0 5-15,0 0-8 0,0 0 4 16,0 0-1-16,0 0-4 0,0 0 3 0,0 0 3 16,0 0 0-16,0 0-4 0,0 0 6 0,0 0-11 15,0 0 4-15,0 0 2 0,0 0-4 0,0 0 8 16,0 0-7-16,0 0 3 0,0 0 5 0,0 0-8 16,0 0 7-16,0 0-5 0,0 0-8 0,0 0 7 15,0 0-3-15,0 0 7 0,0 0 1 0,0 0 0 16,0 0-1-16,0 0-1 0,0 0 5 0,0 0-6 15,0 0-4-15,0 0 3 0,0 0-3 0,0 0-1 16,0 0 8-16,0 0 5 0,0 0-8 0,0 0 5 16,0 0-7-16,0 0-9 0,0 0 15 0,0 0-7 15,0 0 10-15,0 0-2 0,0 0-9 16,0 0 8-16,0 0-12 0,0 0 4 0,0 0 10 16,0 0-1-16,0 0 0 0,0 0 2 0,0 0-7 15,0 0-2-15,0 0-4 0,0 0 2 0,0 0 6 16,0 0 0-16,0 0 0 0,0 0 0 0,0 0-5 15,0 0-3-15,0 0 14 0,0 0-6 0,0 0 6 16,0 0-3-16,0 0-8 0,0 0 1 0,0 0-3 16,0 0-1-16,0 0 10 0,0 0-9 0,0 0 5 15,0 0 8-15,0 0-8 0,0 0 6 0,0 0-8 16,0 0 1-16,0 0-2 0,0 0 1 0,0 0 2 16,0 0-4-16,0 0 3 0,0 0 3 0,0 0 0 15,0 0-5-15,0 0 1 0,0 0 0 0,0 0 3 16,0 0-1-16,0 0 1 0,0 0 1 15,0 0-5-15,0 0 6 0,0 0-3 0,0 0-4 16,0 0 8-16,0 0-6 0,0 0 10 0,0 0-6 16,0 0-6-16,0 0 4 0,0 0-9 0,0 0 10 15,0 0 2-15,0 0 4 0,0 0-7 0,0 0-7 16,0 0 8-16,0 0-9 0,0 0 9 0,0 0 4 16,0 0-7-16,0 0 6 0,0 0 4 0,0 0-4 15,0 0-5-15,0 0-5 0,0 0-4 0,0 0 4 16,0 0 8-16,0 0 3 0,0 0-5 0,0 0 0 15,0 0-5-15,0 0 6 0,0 0 7 16,0 0-11-16,0 0 4 0,0 0-1 0,0 0-3 16,0 0 8-16,0 0 2 0,0 0-7 0,0 0-1 15,0 0-3-15,0 0-2 0,0 0-2 0,0 0 10 16,0 0-4-16,0 0-2 0,0 0 10 0,0 0-8 16,0 0 5-16,0 0 4 0,0 0-6 0,0 0-7 15,0 0 10-15,0 0-6 0,0 0 3 0,0 0 8 16,0 0-9-16,0 0-2 0,0 0 3 0,0 0-6 15,0 0 5-15,0 0 9 0,0 0-13 0,0 0 8 16,0 0-9-16,0 0-6 0,0 0 12 0,0 0-6 16,0 0 7-16,0 0 3 0,0 0-12 0,0 0 5 15,0 0 2-15,0 0 3 0,0 0 2 16,0 0-1-16,0 0-4 0,0 0-5 0,0 0 3 16,0 0-1-16,0 0 1 0,0 0 2 0,0 0 9 15,0 0-7-15,0 0 3 0,0 0-8 0,0 0-3 16,0 0 2-16,0 0 2 0,0 0 1 0,0-11 4 15,0 11-1-15,0 0-11 0,0 0 13 0,0 0-11 16,0 0 14-16,0 0 3 0,0 0-6 0,0 0-3 16,0 0-7-16,0 0 2 0,0 0 1 0,0 0 0 15,0 0 2-15,0 0-1 0,0 0 4 0,0 0-1 16,0 0 2-16,0 0 0 0,0 0-3 0,0 0 2 16,0 0-12-16,0 0 10 0,0 0-3 0,0 0 1 15,0 0 9-15,0 0-3 0,0 0-6 16,0 0 5-16,0 0-7 0,0 0-1 0,0 0 6 15,0 0 4-15,0 0-9 0,0 0-40 0,0 0-32 16,0 0-62-16,0 0-55 0,0 0-46 0,0 0-48 16,0 0-30-16,0 0-14 0,0 0 5 0,0 0 93 15,0 0 82-15,-15 0 17 0,15 0-78 16,-15 14-219-16,-2 1 2 0</inkml:trace>
  <inkml:trace contextRef="#ctx0" brushRef="#br0" timeOffset="26821.25">13401-3568 1786 0,'-6'0'5'0,"0"0"-5"0,6 0 0 0,0 0-5 16,0-11-5-16,0 11 7 0,0-8-6 15,0 8 6-15,0 0-3 0,26-9-1 0,-5 0 9 16,6 3-1-16,5-1 2 15,5 1-4-15,-1-2-2 0,2 2-1 0,-1-2 4 0,-1 4 3 0,-9 2-4 16,-1-1-1-16,-3 1 0 0,-6 2 4 0,-7 0 3 16,-1 0 7-16,-2 0 7 0,-7 0 1 0,0 0 6 15,0 0-10-15,0 0-8 0,0 0-9 0,0 0-7 16,-16 0 5-16,6 0-3 0,-4 0 6 0,-1 0 1 16,-2 0-1-16,4 9 3 0,-4-9-1 0,3 7 2 15,0-7-7-15,5 0-1 0,2 4-3 0,7-4-3 16,0 0 5-16,0 4 0 0,0-4 4 15,0 3 2-15,0-2 5 0,0-1-1 0,15 1 0 16,0 0 1-16,-1 2-4 0,3-2 2 0,-1 0-4 16,1 1 4-16,0-2-6 0,-2 0 3 0,-2 0 3 15,-2 0-2-15,-5 0 30 0,0 0 16 0,-6 0 6 16,0 0 6-16,0 0-23 0,0 2-21 0,0-2-7 16,0 1-12-16,0 1-6 0,-16 0 4 0,0 0 2 15,0 0 0-15,-1 2 2 0,0 1-2 0,-2-1-1 16,2 0 1-16,-3 3 3 0,3-3 2 0,4-1 0 15,1-1 8-15,4 1-4 0,2-2 3 0,1-1-1 16,5 0 1-16,0 0-2 0,0 0 1 0,0 0 2 16,0 0-5-16,0 0 5 0,0 0 0 15,0 0 0-15,0 0 1 0,0 0-2 0,0 0-3 16,0 0 3-16,0 0-2 0,0 0 3 0,0 0-3 16,0 0-4-16,0 0-1 0,0 0-2 0,0 0 1 15,0 0-3-15,8 0 4 0,-8 0-6 0,0 0 6 16,0 0-1-16,0 0 0 0,0 0 3 0,0 0-6 15,0 0 4-15,4 0-1 0,-4 0 7 16,0 0 20-16,0 0 15 0,0 0 14 0,5 0 4 0,-5 0-6 16,5 0-8-16,-5 0-12 0,3 0-8 15,-3 0-17-15,3 0-7 0,0 0-3 0,-3 0-3 0,1-7 3 16,2 7-1-16,-1 0-2 0,-1-6 3 16,2 6-3-16,0 0 4 0,-3 0-1 0,3 0-1 15,-1 0 2-15,-1 0-5 0,1-7-1 0,-1 7 3 16,-1 0 2-16,2 0 1 0,-2 0 1 0,2 0-3 15,-1 0 0-15,-1 0-1 0,0 0 1 0,0 0 2 16,0 0-2-16,0 0 4 0,0 0-1 0,0 0 1 16,0 0 1-16,0 0-3 0,0 0 0 0,0-1-3 15,0 1 1-15,0 0 3 0,0 0-2 0,0 0 2 16,0 0 0-16,0 0 2 0,0 0-3 0,0 0 0 16,0 0-1-16,0 0-2 0,0 0 9 0,0 0-2 15,0 0-1-15,0 0 1 0,0 0-7 16,0 0 3-16,0 0-2 0,0 0 2 0,0 0-2 15,0 0 0-15,0 0 3 0,0 0-3 0,0 0 4 16,0 0-2-16,0 0 0 0,0 0 0 0,0 0-1 16,0 0 2-16,0 0-3 0,0 0-1 0,0 0 2 15,0 0 2-15,0 0-1 0,0 0 1 0,0 0 0 16,0 0-2-16,0 0 3 0,0 0-2 0,0 0-1 16,0 0-2-16,0 0-1 0,0 0 6 15,0 0-5-15,0 0 5 0,0 0-3 0,0 0-4 0,0 0 3 16,0 0-3-16,0 0 0 0,0 0 2 0,0 0 1 15,0 0 1-15,0 0 2 0,0 0-5 0,0 0 1 16,0 0-1-16,0 0 0 0,0 0 0 16,0 0-1-16,0 0 3 0,0 0 1 0,0 0 1 0,0 0 4 15,0 0-4-15,0 0 0 0,0 0 0 16,0 0 1-16,0 0-2 0,0 0-16 0,0 0-65 16,0 0-72-16,0 0-30 0,0 0 11 0,0 0 9 15,0 0-2-15,0 0-120 0,0 12-185 0,15-3 57 16</inkml:trace>
  <inkml:trace contextRef="#ctx0" brushRef="#br0" timeOffset="36089.11">14946-4613 1363 0,'0'-2'23'0,"0"-2"11"0,0 3 6 0,0-2 16 16,0 0-16-16,0 0 6 0,0 3 16 0,0-3-3 15,0 2 4-15,0-2-11 0,0 1-17 0,0 0-8 16,0 1-13-16,0 0-7 0,0 1-10 0,0 0-12 16,0 0-1-16,0 0-8 0,0 0 5 0,0 0 6 15,0 0 1-15,0 0 10 0,0 11-4 0,0 0 0 16,0 2 6-16,0-1-6 0,16 6 2 15,-5-1 2-15,-2 3-1 0,2-2 2 0,-2 1 1 16,2-1 1-16,2-2 2 0,-4-3 6 0,-1-2 31 16,4-1 26-16,-1-4 9 0,-2-2-2 0,1-4-27 15,4 0-28-15,3 0-7 0,3-20-3 0,5-1-4 16,4 1 2-16,-1-4-1 0,5-2 1 0,-1 0 2 16,-2-4-2-16,-1 7-1 0,-5-2-1 0,-4 4-4 15,-3 1-23-15,-2 3-36 0,-1 0-41 0,-4 3-54 16,-1 1-79-16,-9 5-158 0,11-1-56 0,-5 3 56 15</inkml:trace>
</inkml:ink>
</file>

<file path=ppt/ink/ink14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5:31.992"/>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0 35 3019 0,'0'0'2'16,"0"0"0"-16,0-11-1 0,0 1 2 0,0 10-3 15,0 0-11-15,0 0-67 0,0 0-101 0,0-7-132 16,0 7-156-16,0-7-210 0,0 7 98 15</inkml:trace>
</inkml:ink>
</file>

<file path=ppt/ink/ink14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5:32.271"/>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0-1 3189 0,'8'0'7'0,"-8"0"-1"0,0 0-1 0,0 0-5 16,0 0-5-16,0 0-4 0,0 0-20 0,0 0-76 15,0 0-124-15,0 0-94 0,0 0-149 0,0 0-220 16,0 0 122-16</inkml:trace>
</inkml:ink>
</file>

<file path=ppt/ink/ink14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5:05.072"/>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-1964-2099 1460 0,'-4'0'3'0,"-1"0"17"0,-1 0 5 0,-2 0-3 15,4 0 0-15,-1 0-17 0,-1-10 9 0,2 10 20 16,-1-8 8-16,-2 8 10 0,2-9-6 0,0 9-23 16,1-4-6-16,-2-1-8 0,3 1 1 0,-2-1 11 15,2 3 3-15,0 1 2 0,0-2 2 0,0 1-2 16,0 0 2-16,2 2-1 0,-1-2-4 0,0 2-7 15,2 0 3-15,-1 0-5 0,-1 0-4 0,-1 0 4 16,3 0-13-16,0 0-1 0,0 0 0 16,0 0-3-16,0 0 4 0,0 0-1 0,0 0-1 15,0 0-1-15,0 0-5 0,0 0 4 0,0 0 1 16,0 0-2-16,0 0 5 0,0 0-5 16,0 0 0-16,0 0 0 0,0 0 0 0,0 0-2 0,0 0 0 15,0 0 5-15,0 0-5 0,11 0 9 0,-5 0 1 16,3 0-3-16,5 0 3 0,0 0 0 15,8 0-4-15,4 0 2 0,1 0-3 0,7 0-2 0,2 0 2 16,2 0 2-16,3 0 5 0,2 0-4 16,2 0-2-16,2 0 1 0,4 0-5 0,-3 0-6 15,7 0-13-15,-2 0-29 0,0 0-26 0,-3 0-16 16,3 0-52-16,-4 0-67 0,-2 0-173 0,-1 0-21 16,-7 0 66-16</inkml:trace>
</inkml:ink>
</file>

<file path=ppt/ink/ink14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4:43.220"/>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-4543 436 1176 0,'0'-1'20'0,"0"-3"1"16,0 1-1-16,0 2-2 0,0 0-17 0,0 1-1 15,0 0-4-15,0 0 7 0,0 0-12 0,0 0 3 16,0 0-3-16,0 0 1 0,0 12 6 0,0-2-4 15,0 0 7-15,0-1-6 0,0 4 3 0,0-2 7 16,0 1-3-16,14-1 1 0,-4 3-3 0,1-5-5 16,-2 2-1-16,0-1 0 0,-1 0-1 0,3 0 12 15,-2-2-2-15,1 2 3 0,1-3-1 16,1 0-7-16,-1-1 8 0,-1-1-1 0,3 2-6 0,-1-2 3 16,-2 2-1-16,2 1 8 0,-1-1-46 15,-2 4-167-15,0 2-107 0,0 3-6 0</inkml:trace>
</inkml:ink>
</file>

<file path=ppt/ink/ink14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6:13.780"/>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1855 117 1133 0,'-14'-9'23'15,"4"2"-6"-15,-4 0 9 0,-3 0 3 0,2-2-16 16,-3 1 29-16,0-2 10 0,-2 0-11 0,-3 1-4 16,0 0-18-16,-1 2-7 0,-2 0 20 0,-1 0 19 15,-2 1-5-15,-3 1-7 0,-1 0-7 0,-4 5-15 16,-2 0 4-16,-2 0-4 0,-5 0-9 15,-2 16 1-15,-2-3-8 0,-5 2 5 0,-1 0 1 0,0 2-4 16,-2 2 9-16,2 1 4 0,-1-1 9 16,1 2-6-16,2 1-6 0,-1 0-11 0,3-2-4 15,2 1 4-15,3-3 2 0,3 1 2 0,3-3-3 16,5 1-4-16,2-2 2 0,4-1 0 0,3-2-8 16,2-1 3-16,4 1-2 0,1 1-6 0,0-2 6 15,4 5 4-15,-1-3-10 0,0 2 8 0,4 2 4 16,-4 3 0-16,2-2 0 0,0 6 2 0,-1-1-4 15,0 2-8-15,-1 1 16 0,-1 2-8 16,1 0 0-16,-1 0 1 0,1 1-10 0,2-3 4 0,0 1 3 16,3 0 4-16,3-1 1 0,-1-1 3 15,6-1-1-15,1 0-4 0,0 2 2 0,3-2-2 0,0 1 4 16,0-1 61-16,10 2 6 0,4 1 2 16,0-2-3-16,2 1-57 0,4 0 2 0,4-1 20 15,2 0 11-15,5-2 6 0,2-1-11 0,5-3-19 16,3 1-15-16,5-5 1 0,1-1 6 0,1-3 5 15,2-1 5-15,1-4-4 0,2-4-2 0,-3-2-2 16,1 0-4-16,1 0-6 0,-2 0 3 0,2-11 6 16,-2 1 14-16,-3-1 27 0,0-5 14 0,2-1 28 15,-2-2 11-15,-2-2 8 0,-2-4 24 0,-4-3-12 16,-2-1 11-16,-4-2-19 0,-4-3-36 0,-3-1 4 16,-6 0-3-16,-4-4-13 0,-5 0 0 15,-5-2-26-15,-6 1-30 0,0-2-4 0,0 2-1 0,0 0-12 16,-12-1 1-16,0 3 5 0,-2 1-12 15,3 2-5-15,-1 2-65 0,0 3-73 0,0 1-77 16,0 6-79-16,1 2-35 0,2 4-40 0,0 2-193 16,3 3-76-16,-2 0 93 0</inkml:trace>
</inkml:ink>
</file>

<file path=ppt/ink/ink14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6:14.761"/>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1005 249 1403 0,'-4'-8'24'0,"-1"-4"23"16,1 4 20-16,-4-5 19 0,0 2-11 0,1 1-16 16,-1-1-16-16,1-2-8 0,-3 1-14 0,1 3-2 15,2-4 16-15,-4 2 5 0,-1 1 1 0,1-1-6 16,-1 1-19-16,0 0-5 0,-3 2 4 0,1-1 9 16,0-1-1-16,-1 3-4 0,-3 1-9 15,3 0-6-15,-2-3 3 0,-1 5-9 16,0-1 6-16,0 2-3 0,-1 0 2 0,0 0 0 0,-3 2-3 0,-2-1 3 15,0 2-7-15,-4 0-1 0,-4 0 2 0,-1 11-2 16,-5-2 7-16,0 2-3 0,0 3-2 16,-1-1 5-16,-1-1-8 0,2 3 7 0,2-3-1 15,4 1-6-15,3-2 3 0,5-3-8 0,1 2 2 16,5-3-4-16,3 3 1 0,1-2 5 0,3 3 1 16,1-4 2-16,2 4-5 0,-1 0 3 0,1 0-1 15,-1 2 0-15,5-1 2 0,-2 0 2 0,-1 4-4 16,4-2 7-16,0 1-1 0,2-1-3 0,-1 3 4 15,2 0-2-15,0 0 3 0,0 3 1 0,0 2-2 16,0 1-2-16,0-1 2 0,12 0 1 16,-1 4-3-16,0 0 5 0,-1 2-6 0,3-2 8 0,2 4 2 15,1-2 2-15,1 1 3 0,3 0-9 16,0 2 2-16,-1 0 0 0,4-4 0 0,0 0-3 16,0-3 5-16,1 0-6 0,0 0 0 0,1-4 5 15,-1-5-4-15,0-1 15 0,2-3 16 0,-2-2 13 16,-1-4 8-16,4-5 1 0,4 0-7 0,1 0-7 15,3-13 8-15,6-4 5 0,3-3 1 0,7-3 22 16,2-5 26-16,4-4 2 0,-4-4 16 0,0 0-22 16,-4-5-9-16,-7 1-17 0,-5-1-21 0,-9 1 4 15,-8 3-19-15,-5-2 7 0,-6 4-11 0,-9-2-9 16,0 1-14-16,0 5-14 0,-12 1 6 0,-1 2-2 16,-3 0-3-16,0 5-1 0,1 0-15 15,-2 5-77-15,0 2-96 0,0 2-102 0,2 3-49 16,2 4-37-16,0 7-81 0,1 0-106 0,-1 0 62 15</inkml:trace>
</inkml:ink>
</file>

<file path=ppt/ink/ink14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6:17.478"/>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7452-1176 1279 0,'0'-8'8'0,"0"8"0"0,0 0-5 0,0-5-1 15,0 5-5-15,0 0 4 0,10 0 19 0,-10-4 17 16,9 0 11-16,-2-1 2 0,1 0-1 0,-1-1-7 16,3 2 5-16,-1 0 12 0,1 0-3 0,-1-1 8 15,0 1-1-15,-1 2-6 0,-2-1 5 0,-1-1-8 16,-1 4-8-16,-1 0-9 0,-3 0-10 0,2 0-4 16,-2 0-8-16,0 0-4 0,0 0 2 0,0 0 1 15,0 0 4-15,0 11 3 0,0-3-2 16,1 1-5-16,2-1-1 0,0 4-2 0,-1 3-4 15,4 0-2-15,0 2-4 0,3 3 0 0,0 2 1 16,-3 3 2-16,3-4-3 0,2 4-1 0,-3-3 6 16,1 3 8-16,-5-3 11 0,2 0 16 0,-1-3-4 15,-2 0-4-15,0-2-9 0,0-3-12 0,-3 0 2 16,3-4 2-16,-3 1 2 0,0-3 1 0,0-2 4 16,0-1 3-16,0-2 19 0,0 1 20 0,0-3 21 15,0 0 24-15,0-1 16 0,0 0 17 0,0 0 6 16,0 0-27-16,0 0-36 0,0 0-36 0,0 0-43 15,0 0-3-15,-10-12 1 0,0 2-3 16,3-2 3-16,-2 0-4 0,3-2-3 0,-2 0 1 16,2-5 6-16,-2 2-4 0,4-5 2 0,1 2-1 15,3-4-6-15,0-1 8 0,0 1-8 0,0 1-3 16,0-4 5-16,0 1-2 0,12 0 7 0,0 0 3 16,-1 0-9-16,1 2 3 0,-2 0-5 0,1 2-1 15,0 3 7-15,-1 0-3 0,-1 4 0 0,1 6-5 16,-1-2 0-16,0 3-1 0,-2 3 2 0,4 5 2 15,-2 0-7-15,5 0 3 0,-2 0 4 0,5 0 2 16,-2 13 6-16,2 0-4 0,2 1-2 16,1-2-3-16,0 3 2 0,0 3 1 0,1-1 0 0,0 3 1 15,-1-2 9-15,0 4 13 0,-4-2-7 16,1 3 3-16,-3 1-1 0,-1-1 22 0,-4 0 19 16,-1 3 1-16,-2-2-9 0,-1 3-34 0,-4-3-6 15,1 0 2-15,-2 2 3 0,0-2 6 0,0-4-10 16,0-1-1-16,0-2-9 0,0-5 6 0,0-3 3 15,0-1 10-15,0 0 20 0,0-6 4 0,0-1 17 16,0 0 13-16,0-1 2 0,0 0 4 0,0 0-6 16,0 0-22-16,0 0-17 0,0 0-20 0,0 0-11 15,0 0-1-15,0-8 6 0,0 8-1 0,0-12-5 16,0 4-31-16,0 2-51 0,-11-1-33 0,11-3-56 16,0 0-37-16,0 3-62 0,0-3-88 15,0-1-67-15,0-2-77 0,0 1-179 0,0-4 23 0,-6 2 122 16</inkml:trace>
  <inkml:trace contextRef="#ctx0" brushRef="#br0" timeOffset="1348.51">7313-934 1380 0,'-3'-6'25'0,"1"2"6"0,2 0 26 0,0-1 36 16,0-1 0-16,0 3 19 0,0-3-13 0,0-1-30 16,0 1-21-16,0-3-5 0,0-2 7 15,0 5 12-15,0-3 15 0,11-2-4 0,-11 1-6 0,7 1-9 16,-1 0-6-16,-1-2 2 0,1 3-4 16,0-2-1-16,0 2-13 0,0 0-17 0,0 1-8 15,2 1-1-15,0 1 1 0,-1 3 10 0,2 0 9 16,-1 0 6-16,4 2 5 0,0 0-4 0,3 0-9 15,1 0-13-15,2 0-4 0,0 0-12 0,-1 0 3 16,-2 0-5-16,2 10-3 0,-2-10 8 0,-2 5-4 16,1-5 7-16,-5 7 4 0,0-3 3 0,0 2 10 15,1-1 12-15,-3 1 11 0,-2-2 12 0,-1 5 9 16,1-1-7-16,-2 6-12 0,-2-1-18 0,1 2 13 16,-2 2 6-16,0 3-1 0,0 2 1 15,0 0-25-15,0 3-5 0,-12-1 5 0,0-1 3 0,4 2-6 16,-1-2 3-16,0 1-20 15,1-5 2-15,8-1 3 0,-6-4-22 0,6 1 15 0,-6-6-5 16,6 0-2-16,0-4 15 0,0 0 3 0,-3 0-4 16,3-2-3-16,0 0-8 0,0 0-6 0,0-3 10 15,0 3-11-15,0-3 15 0,0 0-1 0,0 0-5 16,0 0 13-16,0 0-8 0,0 0 12 0,0 0 15 16,0 0 8-16,0 0 3 0,0 0 3 0,0 0-4 15,0 0 7-15,0 0 1 0,0 0-3 0,0 0-3 16,0 0-5-16,0 0-13 0,0-9-8 0,0 9-10 15,0-10-13-15,0 2 12 0,6-1-7 16,-6 1 1-16,8-4 4 0,-4 3-7 0,1-3 3 16,-1-3 8-16,2 2-3 0,-1-4-5 0,-2 0 1 15,0 0-11-15,0-2 8 0,-1-1 6 0,-1 0-2 16,1-4-3-16,-2 1-2 0,0-1-6 0,0-3 8 16,0 4-6-16,0 0 2 0,0-2 3 0,0 4-2 15,0 2 9-15,0 1-4 0,0 3-1 0,0 0-10 16,0 2 3-16,0 2 2 0,0 4-6 0,0-3 9 15,0 3-8-15,0 1 0 0,0-3 6 0,0 2-6 16,9-1 2-16,0 1-2 0,1-1-2 0,4-1 10 16,0 0 4-16,-1-1-2 0,1-1 4 15,0 2 2-15,-1 3-13 0,1-5 10 0,0 2-3 16,-2 3-7-16,-1-1 16 0,-1 1-12 0,-1-1 3 16,-1 5 2-16,1-2-8 0,-4 3 3 0,1 0 0 15,-2 1-5-15,1 0 0 0,-1 0 3 0,4 0-8 16,-2 11 9-16,2-11 3 0,-2 13-1 0,3 0 10 15,-2 1-10-15,2 1-1 0,1-3 3 0,-3 4-4 16,2-2 4-16,0 1 1 0,1 0-4 0,-1 0-1 16,0-2 10-16,0 0-5 0,-2-2-3 0,3 2 5 15,-1-3-8-15,-2-1 0 0,1-2 11 0,-2 1-8 16,0-1-5-16,-1-1 10 0,1 3-8 0,-2-2 7 16,-1 1 5-16,2 1-2 0,-2 0-1 0,0 1-3 15,1 2-1-15,-1-2-6 0,1 3 4 0,-1 0 6 16,0-3-3-16,0 4 6 0,1-1-1 15,-1-3-10-15,0 1 1 0,0 2 4 0,0-6-1 16,2 1 0-16,-4-1-2 0,2-1-4 0,-1-2-1 16,-2 4 8-16,3-2 1 0,-3-1 5 0,0 3 0 15,0 1-2-15,0 1 1 0,0 1-4 16,0 2 5-16,0-1-3 0,0 6 9 16,0-2 7-16,0 3-2 0,0 0 1 0,0-2-10 0,0 3-7 0,0-2 0 15,0 1-1-15,0-6 3 0,0 2-4 0,0-5-3 16,0-1 4-16,0-2-4 0,0-1 11 0,0 0 0 15,11-1 2-15,-2-5 3 0,0 2 0 0,3-2 0 16,0 0 6-16,2 0-1 0,1 0 10 16,0 0 1-16,3-15-8 0,-1 4 3 0,0 0-15 15,1 0 8-15,-1-1 4 0,-2 0 21 0,0 0 3 16,0-2-6-16,-1 2 23 0,-2-3-4 0,0 2 12 16,0 2-4-16,-1-3-23 0,-2 2-10 0,0 1-11 15,-3-3 7-15,2 4-14 0,-3 1-15 0,-1 1 6 16,2 2-11-16,-3-1 2 0,0 2 9 0,0 0 0 15,-1 2-6-15,1 1 6 0,-3 1 5 0,0 0-19 16,0 1 11-16,0 0-1 0,0 0-5 0,0 0-8 16,0 0 2-16,0 0-3 0,0 0-57 15,0 0-43-15,0 0-66 0,0 0-60 0,0 0-28 16,0 0-26-16,0 0-76 0,0 10-90 0,-11 0-140 16,2 0-211-16,-5 5 136 0</inkml:trace>
</inkml:ink>
</file>

<file path=ppt/ink/ink15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5:58.129"/>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356-467 924 0,'-8'-6'-8'16,"2"-1"4"-16,1 1-3 0,1 0 6 0,-2 0 8 15,0-2-8-15,1 4 8 0,0-3-10 0,2 1-8 16,0 3-25-16,3-1-63 0,0 0-45 0,0 2-31 15,0 0-3-15,0-4 46 0,0 1 50 0</inkml:trace>
  <inkml:trace contextRef="#ctx0" brushRef="#br0" timeOffset="-990.72">1501-1160 2088 0,'0'-7'9'15,"0"-4"8"-15,0 4 31 0,0-3 19 0,0 3 21 16,0 2 17-16,0-3-9 0,0 2-2 0,0 3-21 15,-8 2-26-15,8 1-23 0,-9 0-17 0,1 0-14 16,2 0 0-16,-4 0-2 0,-1 0 1 16,-3 12 9-16,-1 2 10 0,0-4 22 0,-2 3 11 15,4-2 3-15,-3 2 5 0,3-3-10 0,1-1-11 16,5-2-4-16,0-1-12 0,2 0-3 0,1-3-1 16,2-1-2-16,-1 1-3 0,2-3-2 0,1 0-4 15,0 0-2-15,-2 4 7 0,1-4 6 0,1 4 6 16,-2 0 8-16,-1 1-10 0,2 3-5 0,-4-1-5 15,2 1-7-15,-2 5 7 0,1-2-1 0,-1 0 1 16,1 2 3-16,-1 0 3 0,2 0 2 0,-1 0-5 16,-1 0 0-16,2-1-6 0,0-2-3 15,0 3 6-15,3-3 3 0,-3 1 1 0,3 0 2 0,0-1 0 16,0 0-8-16,0-3-3 0,0 4 5 16,0-4-4-16,0 4 5 0,0-5-1 0,0 2-2 15,0-2 0-15,0 0 2 0,9 0 0 0,-9 1-5 16,0-4 6-16,5 1-9 0,-5 0 7 0,0-3 6 15,0 0 0-15,0-1 19 0,0 0 15 0,0 0 12 16,0 0 11-16,0 0 2 16,0 0-2-16,0 0 5 0,0 0-9 0,0 0-3 0,9 0-14 0,-9 0-16 15,7-6-7-15,1-1-6 0,1-1-9 0,0 0-1 16,2 0 0-16,2-2-11 0,4 0 7 0,1 1-9 16,2-2-1-16,1 1 6 0,2 2-7 15,1 0 9-15,2 3-4 0,-3 1-1 0,1 1 1 16,-1 3-4-16,-3 0 0 0,-2 0 1 0,-1 0-1 15,-4 0-2-15,-2 0 7 0,-2 9-4 0,-1-9 2 16,-2 9 2-16,1-9-5 0,-4 6 3 0,1-6 8 16,-1 7-5-16,0-7 8 0,-2 6-1 0,-1-6-5 15,0 3 6-15,0-3-7 0,0 0 2 0,0 0-1 16,0 0 4-16,0 0 0 0,0 0 0 0,0 0 1 16,0 0-1-16,0 0 0 0,0 0 6 0,0 0-4 15,0 0-4-15,0 0 3 0,0 0-12 0,0 0 9 16,0 0-3-16,0 0-32 0,0 0-63 0,0 0-142 15,0 0-164-15,0 0-185 0,0 0-303 0,0-6 126 16,0 6 169-16</inkml:trace>
  <inkml:trace contextRef="#ctx0" brushRef="#br0" timeOffset="3845.03">1098-1013 1742 0,'-10'-11'31'0,"10"0"32"16,-13 5 33-16,6-1 28 0,7 0-5 0,-9-4-11 15,3 7-24-15,6 0-31 0,-5 0-33 0,0 1-24 16,5 3-9-16,0 0-1 0,0 0 47 16,0 0 42-16,0 11 37 0,0 4 30 0,0 3-27 0,0 6-44 15,0 5-27-15,11 7-34 0,-11 2-14 16,11 4-14-16,-5 0-10 0,-2-2-4 0,-4-1 8 16,9-2 17-16,-1-4 56 0,-2 4 115 0,2 0-4 15,-2 3 3-15,0 4-47 0,-3 5-109 0,1 4 2 16,0 1-5-16,-1-2-7 0,-3-3 6 0,0-8-6 15,0-2 5-15,0-9 4 0,0-6-9 0,0-5 3 16,0-2 2-16,7-3-1 0,-7-3 5 0,0-2-4 16,0-3 4-16,0-2 1 0,0 0 3 0,9 0 3 15,-9-4 1-15,0 0-1 0,0 0-2 0,0 0-4 16,0 0-7-16,0-17-34 0,0 5-43 0,0-5-47 16,0-3-83-16,0-6-65 0,0-6-64 0,14-5-73 15,-5-2-178-15,-9-2-26 0,12-5 109 16</inkml:trace>
  <inkml:trace contextRef="#ctx0" brushRef="#br0" timeOffset="2953.54">1496-1107 841 0,'0'0'76'15,"0"0"44"-15,-9 0 8 0,9 0 3 0,-8 0-82 16,2 0-33-16,6 0-4 0,-6 0 7 0,0 0 6 16,2 0-5-16,-3 0 3 0,1 0 13 0,0 0 8 15,-3 13-6-15,0 3 11 0,-3-4-19 0,0 10-6 16,-2 0 3-16,-3 5-18 0,-2 2-6 0,-3 3-8 16,3-1 7-16,-3 0-4 0,-2 3-4 0,1-4 4 15,-1-2-6-15,1-3 0 0,2-1 4 16,3-2-2-16,3-4-4 0,-1-4 4 0,6-1 3 15,2-4-3-15,1-3 6 0,2-1 2 0,4-1-2 16,-3-3 7-16,4 0-8 0,0-1 4 0,0 0-4 16,0 0 0-16,0 0 6 0,0 0-10 0,0 0-2 15,0 0-12-15,0 0-6 0,8 0-15 0,-8 0-4 16,6 0-7-16,0 0-25 0,-1 0-16 0,-2 0-60 16,3 0-98-16,-2 0-68 0,-1 0 36 0</inkml:trace>
  <inkml:trace contextRef="#ctx0" brushRef="#br0" timeOffset="3381.7">1186-666 1735 0,'0'-7'37'0,"0"-2"27"15,0 0 24-15,0 3 22 0,0-1-17 0,0 2 1 16,0 0 5-16,0 0 11 0,0-1-2 16,0 4-11-16,0-2-17 0,0 3-27 0,-6-2-14 0,6 2-16 15,0 1-16-15,0 0-9 0,0 0-17 16,0 0-3-16,0 0-3 0,0 0 2 0,0 0 1 0,0 0 4 16,0 10 3-16,0-2 3 0,0 2 8 15,9-1 1-15,2 5 2 0,3-2-3 0,2 1-2 16,4 2 3-16,-2 2 5 0,0-1 5 0,2 1-2 15,1-1 0-15,1 1-4 0,1 1-2 0,-2-4 1 16,2 1 1-16,-2 1 7 0,5-3-3 0,-4 2 2 16,1-3 0-16,-2 0-10 0,-2-2 6 0,-3 0 0 15,1-2 0-15,-3-2 2 0,-4 0-3 0,0-3-2 16,-6 1 4-16,2-1-3 0,-3-2 5 0,0 1 0 16,-1-2 1-16,-2 2 3 0,0-2-3 0,0 0-2 15,0 0 1-15,0 0-1 0,0 0-5 16,0 0-37-16,0 0-54 0,0 0-50 0,0 0-46 15,0 0-21-15,0 0-38 0,0 0-219 0,0 0-39 16,0 0 58-16</inkml:trace>
  <inkml:trace contextRef="#ctx0" brushRef="#br0" timeOffset="4613.81">1341-848 2520 0,'0'-7'11'0,"0"5"13"0,0 2 19 0,-14 0 17 16,2 0-3-16,0 14-12 0,-1 0-21 0,-1 2-18 16,2 0-13-16,0 1-3 0,4-1 2 0,0 1 2 15,8-1 1-15,0 1 0 0,0-2 1 0,0 2 2 16,0-1-2-16,14 0 6 0,-2-2-7 15,0 2-20-15,0-7-13 0,2 1-8 0,-3-1 12 0,1-5 19 16,0 0 28-16,2-4 12 0,-1 0 7 0,0 0 7 16,0-11 1-16,1-3-7 0,0-4-12 15,-1-1-1-15,-2-6 4 0,-7 2 4 0,-4-4-6 16,0 1-9-16,0-1-17 0,-19 4-3 0,-3 2 0 16,-2 7 0-16,-3 5 0 0,-4 9-7 0,1 0 1 15,3 0 1-15,-1 11-2 0,1 2 6 0,0 7 0 16,4 3-12-16,2 4 3 0,2-2 0 15,4 3 10-15,3 2 74 0,0 7 19 0,1 6 4 0,1 5-5 16,2 1-79-16,5 5-29 0,3-1-34 16,0-4-9-16,0 1 32 0,0-11 12 0,18-9 28 15,4-6 19-15,2-9-19 0,5-6 9 0,3-9-1 16,4 0-6-16,0-20 2 0,4-3 7 0,2-4 50 16,-1-8 32-16,-3-3 60 0,-4 1 26 0,-7 1-42 15,-4-1-21-15,-6 4-30 0,-8 5 29 0,-9 4 19 16,0 0-76-16,0 1-139 0,-20-2-47 0,0-4-7 15,-2 0 66-15,2 4 101 0,-5-3-22 0,1 5-21 16,0 4-7-16,0 4-2 0,1 7-2 0,0 8-6 16,2 0 4-16,1 0 4 0,0 18 4 0,4 4 4 15,-1 0 4-15,2 5 4 0,-1 3 2 0,3 9 4 16,-2 6-9-16,-1 4-39 0,4 4-27 0,0 0-39 16,3-3-11-16,1-2 44 0,2-5 19 0,6-10 39 15,0-8 22-15,0-7-4 0,14-7 9 16,-2-4 4-16,2-7 6 0,3 0 7 0,1 0-4 15,5-14-2-15,4-8-8 0,0-6-6 0,4 0 21 16,1-9 11-16,-4 3 35 0,0-3 2 0,-4 2-6 16,-6 0 19-16,-4 3 19 0,-5 4 38 0,-4 5-15 15,-5 1-32-15,0 2-73 0,0 1-62 0,-16-1-21 16,4 3-10-16,0 0 22 0,0 2 9 0,0 1 18 16,1 2 4-1,-1 5-6-15,1-1 2 0,1 8-1 0,-2 0-2 0,-1 0-13 0,3 14-32 0,1-1-18 16,0 1-1-16,2-1 20 0,0 6 42 0,2 4 16 15,-1 2-2-15,2 5 1 0,1 2-9 16,3 1 3-16,-2-1 10 0,2-1-7 0,0-5 9 0,0-5 7 16,14-10 4-16,-1-11 12 0,3 0-7 15,-3 0-1-15,4-13-10 0,0-6 14 0,-1-3 9 16,3-4-2-16,0 0 13 0,-2-2-16 0,-2 3 1 16,-1 1 0-16,-2-1-140 0,-1 0-184 0,-1-4-14 15,3-3-1-15,-3 0 120 0,4-2 113 0,-2 0-97 16,2 5-157-16,-4-1-250 0,2 4 11 0,-1 8 103 15</inkml:trace>
  <inkml:trace contextRef="#ctx0" brushRef="#br0" timeOffset="-1706.57">1084-975 1316 0,'-6'-9'28'0,"2"-2"21"0,-2 1 8 15,3-1 23-15,-3 0-1 0,3-3 11 0,-2 2 33 16,2-1 9-16,0 5-5 0,1-3-10 0,-1 2-19 16,2 1-14-16,-1 3-17 0,2-1-24 0,0 4-30 15,0-1-23-15,0 3-11 0,0 0 28 0,0 0 46 16,0 0 44-16,0 16 28 0,0-1-5 15,11 4-24-15,1 3-35 0,-3 4-31 0,-3-1-18 16,3 8 6-16,-4-2-1 0,3-2 4 0,-8 4-8 16,6-5-20-16,-3-1-3 0,1-4 4 0,-1-1 3 15,0-3 0-15,-1-5 4 0,-1 0-3 0,-1-6 4 16,2 1 2-16,-1-3-2 0,1 0 29 0,-2-3 14 16,0 2 13-16,1-5 15 0,-1 0-7 0,0 0-1 15,0 0-4-15,0 0-2 0,0 0-19 0,0 0-9 16,0 0-9-16,0 0-13 0,0 0 8 0,0 0-5 15,0 0 3-15,0 0-3 0,0 0-1 0,0 0 9 16,0 0-3-16,0-8 3 0,0 8-1 16,0 0-13-16,0-6 3 0,0 6 2 0,0 0-11 15,0 0 9-15,0-5-14 0,0 5-7 0,0 0 1 16,0 0-3-16,0 0 3 0,0 0 3 0,0 0-2 16,0 0 2-16,0 0 2 0,0 0 1 0,0 10-1 15,0-10 0-15,0 0-2 0,0 4 6 0,0 1 0 16,0-5 0-16,0 4-1 0,0-2-5 0,0 3 12 15,0-4-3-15,0-1 6 0,0 0-2 0,0 0-4 16,0 0-2-16,0 0-2 0,0 0 4 0,0 0 0 16,0 0 1-16,0 0-2 0,0 0 4 15,0 0-8-15,0 0 0 0,0 0-2 0,0 0-3 16,0 0 10-16,0 0 3 0,0 0 5 0,0 0-9 16,0 0-4-16,0 0 3 0,0 0-4 0,0 0 9 15,0 0-8-15,0 0 4 16,0 0-1-16,0 0-4 0,0 0 3 0,0 0-28 0,0 0-21 0,0 0-22 15,0 0-30-15,0 0-6 0,0 0-1 0,0 0-11 16,0 0-6-16,0 0-17 0,0 0-29 0,0 0-17 16,0 0-31-16,0 0-37 0,0 0-73 0,0 0-148 15,0 0 2-15,0 0 83 0</inkml:trace>
  <inkml:trace contextRef="#ctx0" brushRef="#br0" timeOffset="5069.74">2246-1256 1994 0,'9'-17'52'0,"1"0"50"0,-4 0 57 0,0 3 57 16,-2 1 6-16,-2 3-1 0,-1 0-33 0,1 2-46 15,-2 2-72-15,0 5-54 0,0 1-28 16,0 0-20-16,0 0 11 0,0 0 21 0,0 16 54 15,0 1 31-15,0 5 13 0,0 3 6 0,0 8-38 16,0 6-22-16,12 4-2 0,0 7-30 0,-3 2-8 16,3 7 17-16,-1-5-3 0,1 6 14 0,2-2-6 15,-2 0-16-15,2-1-6 0,1-4-3 0,0 0 3 16,0-4-1-16,-1-4 3 0,3-3-6 0,-5-5-2 16,0-7 9-16,0-5 1 0,-1-5 3 0,-5-3 3 15,1-6-13-15,-2-4-4 0,-4-2 9 0,2-4 7 16,-1-1 22-16,-2 0 19 0,0 0-4 0,0 0-8 15,0 0-24-15,0 0-12 0,0 0-7 0,0-9-1 16,0-2 0-16,0 3-8 0,0-1-7 16,-9-2-21-16,9-1-26 0,0 3-43 0,-9-4-32 15,9 0-44-15,-9 2-42 0,9-4-34 0,0 2-39 16,0-2-14-16,0 2-27 0,0-2-94 0,0 2-165 16,0 0 79-16</inkml:trace>
  <inkml:trace contextRef="#ctx0" brushRef="#br0" timeOffset="5705.91">2829-937 2111 0,'5'-11'24'0,"-3"4"27"16,1-2 22-16,-3 2 42 0,3-1 16 0,-3 0 12 16,0 0 9-16,0 2-19 0,0 2-11 0,0 0-11 15,0 0-8-15,0 4-4 0,0-5-19 0,0 3-7 16,0 2-18-16,-8 0-18 0,8 0-15 0,-11 0-25 16,2 0-5-16,2 0-4 0,-4 13 0 0,-1-4 5 15,-2 1 2-15,-1-1 0 0,-3 4 7 0,-3 2-2 16,-2 2 5-16,2 1-2 0,-2 1-2 15,1 0 5-15,4-2-8 0,3-2 4 0,1-3 1 16,5-2-6-16,0-4 6 0,2-1 7 0,2-4 16 16,2 0 19-16,0 2 21 0,0-3 3 0,0 0-7 15,1 0-3-15,-1 0-9 0,0 0-2 16,3 0 8-16,-3 0 2 0,3 0-5 0,-1 0-18 0,-1 0-11 16,1 0-11-16,1 0-18 0,-2 0 10 0,2 0-9 15,0 0-10-15,0 0 7 0,0 0-8 0,0 0 2 16,0 0 6-16,0 0 0 0,0 0 1 0,0 0 7 15,0 0-7-15,0 0 7 0,0 0-3 0,0 0-6 16,0 6 7-16,0-6-9 0,6 5 12 16,-6 1 5-16,8 0-12 0,-8 0 8 0,6 3-2 15,-2-3-5-15,3 2 8 0,-1 0-1 0,0-2-3 16,-2 1-4-16,2 2 10 0,0-3-4 0,-1 0-2 16,4 0-2-16,2 1-1 0,1 0 0 0,2-1-2 15,2 0 7-15,5 3 1 0,1-3 1 0,4 0 5 16,-2 2-7-16,2 0-7 0,1-2-1 0,0 2 4 15,1 0 6-15,-4-2-1 0,2 2-1 0,-2-2-2 16,-4-2-1-16,-2 0 2 0,-3 0 5 0,-3-1 1 16,-2 0-1-16,-4 1-2 0,-2-3-2 15,-1 0-6-15,-3-1-19 0,0 0-28 0,0 0-36 0,0 0-59 16,0 0-86-16,0 0-108 0,0 0-107 16,0 0-78-16,0 0-210 0,0 0 70 0,0 0 144 15</inkml:trace>
  <inkml:trace contextRef="#ctx0" brushRef="#br0" timeOffset="26373.9">85 5 1813 0,'-9'-4'-14'0,"9"3"4"0,-11 1 1 0,11 0 28 15,0 0 34-15,0 16 14 0,-7 3 7 0,7 2-12 16,0 5-14-16,0 4-13 0,-8 5-9 0,5 1-17 16,3 4-7-16,-4 1 11 0,-1 1 3 0,2-1 3 15,-2 3 4-15,1 0-14 0,1-3-7 0,-2 1 2 16,1-2-6-16,-1-3 3 0,1-4 3 0,1-2 0 16,1-5 2-16,2-5-5 0,0-2 0 15,0-5-6-15,0-2-14 0,0-4-20 0,0-2-34 16,0-2-35-16,0-2-27 0,0 1-36 0,0-2-59 15,0-1-163-15,0 0-23 0,0 0 58 0</inkml:trace>
  <inkml:trace contextRef="#ctx0" brushRef="#br0" timeOffset="26644.6">109 162 2026 0,'4'-19'40'0,"-4"6"24"15,0 0 9-15,0 4-8 0,0 0-39 0,0 5-6 16,0 4 21-16,0 0 32 0,0 0 14 16,0 17 0-16,0 5-25 0,0-1-23 0,0 6-10 15,0 0-21-15,0 4-1 0,10 3-2 0,-1 1-3 16,-1-3 1-16,-2 3-5 0,2 0 5 0,-2-1 1 16,-2-3 1-16,2 1 0 0,-3-4-2 0,2 0 0 15,-1-5 1-15,-1-1-9 0,0-3-16 0,0-4-28 16,1-1-24-16,-3-6-15 0,2 1-6 0,-1-5-1 15,-2 3-23-15,0-4-26 0,0 0-32 0,0-2-46 16,0-1-54-16,-14 0-101 0,2 0-25 0,0 0 70 16</inkml:trace>
  <inkml:trace contextRef="#ctx0" brushRef="#br0" timeOffset="26838.87">-89 528 1778 0,'-16'-4'30'0,"0"1"17"0,-1 0 19 16,3-1 40-16,1 2 14 0,-1 0 19 0,2-1-12 15,1 1-41-15,4 0-48 0,-1 2-35 0,6 0-8 16,2-1-1-16,0 0 8 0,0-3-1 0,20 1-1 16,1-3 4-16,5 0-2 0,3-5-1 0,3 2 1 15,4-1 0-15,2-3-24 0,5-3-43 0,1 4-41 16,2-2-54-16,-1-1-42 0,1 0-20 0,-2 0-77 16,0 0-116-16,-3 2 2 0,-6 2 65 15</inkml:trace>
  <inkml:trace contextRef="#ctx0" brushRef="#br0" timeOffset="26997.49">231 466 1517 0,'-32'22'22'0,"-3"2"26"0,2-5 34 0,-1 5 26 0,2-4 4 15,5-1 0-15,0-2-22 0,4 0-19 0,3-4-26 16,5 0-25-16,4-4-14 0,4-4-1 0,7-4 1 16,0 4 5-16,0-5 1 0,10 0-2 0,6 0-1 15,2 0-2-15,6-15 0 0,7 2-7 0,2-2-39 16,8-1-52-16,5-3-61 0,2 1-90 0,8-2-157 15,0 1-86-15,1-2 60 0</inkml:trace>
  <inkml:trace contextRef="#ctx0" brushRef="#br0" timeOffset="27581.85">860 292 2189 0,'-8'-14'20'0,"1"3"33"0,0-1 45 0,0 1 36 0,1 2-4 0,1 1-37 15,1 1-56-15,-1 5-39 0,2 1-19 16,3 1 1-16,0 0 10 0,0 0 5 0,0 0-2 16,11 14 3-16,-1-1-3 0,1-1-8 0,1 2 0 15,0-2-3-15,2 2 2 0,0-1 12 0,-1 0 11 16,1 0 58-16,-2-1 4 0,0 4-1 0,-1-3-5 15,3 0-57-15,-2 0 3 16,0 0-7-16,0 0 3 0,-1-5 2 0,-1-1-1 0,-1-2 9 0,-1-1 9 16,-2-2 18-16,-3 0 22 0,2-2 11 0,-4 0-7 15,2 0-17-15,-1 0-19 0,2-13 25 0,-1 2 40 16,2 0 27-16,-4-2 13 0,2 0-36 0,-1 0-44 16,-1-2-35-16,1-2-65 0,-1-3-9 0,-1-1 2 15,4-6-1-15,-4 1 44 0,1-2 4 16,2 0 0-16,-1 0 3 0,-1 5-2 0,1 4-4 15,-1 6-7-15,-1 4-3 0,0 2-2 0,3 7 6 16,-1 0 4-16,1 0 0 0,3 0 2 0,0 11 2 16,1 3-2-16,6 0-4 0,-1 1 6 0,1 1-10 15,3 1 2-15,-3 2 8 0,2-2-1 0,-1-1 2 16,0 1-2-16,-2-1 2 0,-1-4 0 0,-2-1 3 16,-2-1 6-16,-1-3 0 0,-3-2 1 0,2-1 6 15,-2-2 5-15,-3-2 12 0,0 0 22 0,2 0 18 16,-2 0 5-16,0 0-8 0,1 0-26 15,-1 0-19-15,0-11-25 0,0 0 1 0,0 1-3 0,0-6-8 16,0 2 18-16,0-6 1 0,0-2-16 16,0-4 4-16,0-4-30 0,0 1-29 0,0-3-9 15,0 2-25-15,0 2-17 0,0 2-34 0,0 5-57 16,0 2-83-16,8 3-66 0,-8 7 10 0,6 5 4 16,-6 4-33-16,6 0-84 0,0 0 39 0,-2 11 77 15</inkml:trace>
  <inkml:trace contextRef="#ctx0" brushRef="#br0" timeOffset="27950.83">1639 188 2215 0,'0'0'16'0,"0"0"25"16,0-16 38-16,0 6 42 0,0 1 15 16,-11-2 4-16,11 0-10 0,-13 3-19 0,3-3-10 15,1 5-13-15,2-1-26 0,-1 3-23 0,-1 4-25 16,1-6-21-16,2 6 1 0,-1 0-4 0,1 0 0 15,-2 0 5-15,0 12-1 0,-1 1 3 0,0 3 1 16,2 1-3-16,-2 2 1 0,1 3 1 0,2-1 0 16,1 3 0-16,2-2-3 0,3-1 1 0,0-1 10 15,0 1 2-15,0 3 0 0,0-1 11 0,11 1-14 16,-11 3 5-16,9-1-4 0,-9-2-8 0,11-1 7 16,-4-3-6-16,-1-4 0 0,2-5-1 15,-4-2 7-15,-1-4 6 0,2-3 4 0,-2-1 1 0,-1-1-3 16,1 0-4-16,-2 0 0 0,2 0-6 15,2-16-1-15,-2 1 3 0,1-3-6 0,2-1 7 16,-3-5-3-16,0 0 1 0,2-1 0 0,-2 1-3 16,0 0-14-16,0 2-36 0,-1-1-32 0,1 5-43 15,0 0-27-15,0 3-3 0,1-1-10 0,2 5-13 16,1-2-37-16,0 2-65 0,2 0-101 0,0 2-138 16,0 1 63-16,1 2 101 0</inkml:trace>
  <inkml:trace contextRef="#ctx0" brushRef="#br0" timeOffset="28597.05">1025 400 2571 0,'-32'2'1'0,"2"1"13"0,0 0 19 0,2-3 25 16,4 0 8-16,1 0-18 0,5 0-27 0,4 0-24 15,7 0-7-15,7 0 9 0,0 0 4 0,12 0 2 16,6 0-1-16,5 0-1 0,9 0 5 0,6 0-2 16,7 0-3-16,5-17-6 0,5 2-5 15,-2 0 7-15,2 0-3 0,-2-2 6 0,-3 1 7 16,-7-1 4-16,-7 3 7 0,-10 5 13 0,-6-2 9 16,-8 0 4-16,-6 0 0 0,-6 4-16 0,0 1-14 15,-17-3-14-15,-4 5-2 0,0-1 1 0,-5 4 4 16,-3 1 0-16,-3 0-5 0,-1 0-4 0,2 12-2 15,-1-1-5-15,4-2-1 0,0 2 3 0,7 0-9 16,3 0 0-16,4-2 8 0,3 3 7 0,5 0 12 16,6 4 2-16,0 3 4 0,0 4-6 0,0 1 0 15,0 3 1-15,17 0-6 0,0-3 6 0,4 3-4 16,2-10 3-16,6-6-3 0,3-11-3 0,6 0 1 16,3 0-3-16,1-13 8 0,4-2-3 15,-1-7 1-15,-4-1 2 0,-1-2-10 0,-5 2 12 16,-8-1 6-16,-4 0-2 0,-5 1 2 0,-7 3-11 15,-11 1-14-15,0 1 4 0,0 1-5 0,0-1-1 16,-16 3 6-16,0 1-6 0,-4 2 5 0,-4 1 0 16,-2 6-7-16,-3 5 5 0,-1 0-5 0,2 0-3 15,-1 0 4-15,5 16-6 0,3-3 1 0,3 1 4 16,6-2-4-16,1 1 11 0,5 0-9 0,3-2-12 16,3-1 0-16,0 2-4 0,0 0 17 0,0 0 19 15,0 2 11-15,10 1 3 0,1-4-5 0,-2 1 0 16,2-2 4-16,-1-2 5 0,3-2 5 15,2-6-1-15,1 0 4 0,6 0-6 0,-1-19 7 16,5-2 1-16,0-4-11 0,1-2 6 0,0-2-3 16,2-4 5-16,-2 0 14 0,-1-2-4 0,-1 1-2 15,-6 2-10-15,-2 2-13 0,-5 2-2 0,-3 1-6 16,-4 6-4-16,-5 0 3 0,0 3-11 0,0 5-4 16,-12 0-28-16,-2 7-76 0,-1 6-80 0,-3 0-106 15,-5 0-110-15,-4 22-276 0,-7 6 1 0,-2 1 110 16</inkml:trace>
  <inkml:trace contextRef="#ctx0" brushRef="#br0" timeOffset="30704.95">4114 462 2564 0,'-13'14'20'0,"2"-2"20"0,2-6 22 16,3-1 33-16,0-5-2 0,1 0-3 0,2 0-18 16,3 0-32-16,0 0-19 0,0 0-16 15,12 0-3-15,3-14-2 0,4 2 8 0,5-1-9 0,6 0-41 16,5-5-64-16,5 4-90 0,4-4-85 16,3 1-101-16,0 0-230 0,2 0 25 0,1 0 93 15</inkml:trace>
  <inkml:trace contextRef="#ctx0" brushRef="#br0" timeOffset="30525.15">4113 142 2243 0,'-5'0'30'0,"1"0"28"15,-2 0 46-15,1 0 51 0,0 0 30 0,1 0 19 16,-1 0 1-16,1 0-25 0,-1 0-30 0,2 0-31 16,0 0-27-16,0 0-13 0,2-7-29 0,-2 7-9 15,3 0-20-15,0 0-15 0,0 0-3 0,0 0-2 16,0-6-5-16,0 6 1 0,0-5 2 0,0 2-7 16,10-1 2-16,1-1 0 0,-2 3-2 0,2-2 7 15,-1-3 1-15,2 1 2 0,2 2-3 0,0-4-26 16,-1 0-10-16,1 1-6 0,1-3-23 0,3 2-5 15,4-4-66-15,-1 0-80 0,5 1-59 0,-2-2-62 16,2 2-26-16,-2 1-68 0,-1 1-171 16,-3 1 65-16,-2 5 103 0</inkml:trace>
  <inkml:trace contextRef="#ctx0" brushRef="#br0" timeOffset="29274.95">2213 143 1396 0,'-6'-12'24'0,"1"4"27"0,1-5 29 16,-1 2 26-16,2 1-5 0,-1-3-1 0,2 2-6 16,-1-1 2-16,1 0-2 0,-1-1-5 15,2 4-5-15,1 0-27 0,0 1-24 0,-3 1-23 16,3 5-25-16,0 2 12 0,0 0 22 16,0 0 27-16,0 0 15 0,12 14-3 0,-3 3-2 0,3 2-14 15,0 0-4-15,2 3-2 0,1 4-13 0,2-1-14 16,0 2-7-16,-1-4-9 0,0 1-3 0,-1-3 4 15,-2-3 2-15,0-1 0 0,-3-6 2 0,-2 1 4 16,-1-6 4-16,-1 0 12 0,-1-2 44 0,0-3 48 16,-2 0 55-16,-2-1 41 0,2 0-7 0,-1 0-24 15,-2 0-51-15,3 0-51 0,-3-16-52 16,3-1-23-16,0-5-7 0,4-2 0 0,-1-6 18 0,2-5-8 16,1-3 1-16,-1-4 4 0,-1 1-4 15,1 0-3-15,-2 2-1 0,-1 3 0 0,-2 5-20 16,-2 3-35-16,2 5-61 0,0 7-97 0,0 4-102 15,-1 1-4-15,1 11 16 0,3 0 45 0,-2 0 43 16,3 0-57-16,-1 12-171 0,1 3-57 0,-1-2 75 16</inkml:trace>
  <inkml:trace contextRef="#ctx0" brushRef="#br0" timeOffset="29676.12">2790 55 1973 0,'0'-12'23'0,"0"4"35"15,0-3 35-15,0-2 31 0,0 2 15 0,-12 0-1 16,3 0-4-16,-2 1 8 0,3 2-21 0,8-1-18 16,-12 4-31-16,3-1-39 0,3 2-35 0,2 3-19 15,4 1-6-15,-5 0-2 0,0 0 13 0,5 0 8 16,-3 0 1-16,2 15 7 0,-2-2 2 0,-3 4-2 16,1 1 4-16,1 3-5 0,-1 3 0 0,2 3-6 15,-3 0 0-15,5 0 0 0,1 0 0 0,0-3 3 16,0 0 2-16,0-5 5 0,0 3 1 0,0-3 5 15,10-2 0-15,1 1-4 0,-2-1 1 0,-2-1-4 16,3-2 1-16,-4 0-6 0,1-4-2 16,2-1-2-16,0-3 0 0,-2-3 2 0,-1 1 11 15,-2-4-1-15,1 0 4 0,-1 0 5 0,-1 0-4 16,2-13 3-16,-2-3 5 0,0 5-6 0,2-7-3 16,-2 0-2-16,3-4-13 0,-2-2 0 0,2-4-2 15,2-1-1-15,1-4 5 0,5-1-4 0,2 1-4 16,3-2 4-16,0 5-3 0,4 4 14 0,0 3-3 15,-2 5 2-15,3 3-1 0,1 4-11 0,-1 3 7 16,2 6-3-16,0 2 1 0,-1 0-36 16,1 0-52-16,-1 0-56 0,-3 14-56 0,1 2-23 0,-3 1-35 15,-2-3-82-15,-4 4-160 0,-1-1 14 16,-3 2 84-16</inkml:trace>
  <inkml:trace contextRef="#ctx0" brushRef="#br0" timeOffset="30153.12">3223 89 2081 0,'0'-16'11'15,"0"-3"17"-15,0 0 16 0,0-1 17 0,10 0 11 16,-2 1 5-16,-8-1-4 0,9 4-21 0,0 2-22 16,-1 1-22-16,-1 3-7 0,3 3 2 0,0 5 3 15,1 2 4-15,1 0 4 0,2 0 0 16,1 14 2-16,3 3 0 0,-1-2-12 0,1 5 4 15,-1 0-6-15,1 2-3 0,-1 3 2 0,-2 0-5 16,-2-1 0-16,-2 1-5 0,-2-2 0 0,-1 0 1 16,-2-4-2-16,-2-2 4 0,-1 0 2 0,-1-5 0 15,0-2 3-15,-1-3-1 0,-1-1 1 0,0-4 7 16,0 1 5-16,0-3 38 0,0 0 30 0,0 0 37 16,0 0 29-16,0 0 1 0,0 0 3 0,0 0-19 15,0 0-10-15,0 0-24 0,-8 0-25 0,8 0-16 16,0 0-24-16,-6-7-9 0,6 1-8 0,-4-3-11 15,-1 3-3-15,2-4-6 0,-1-2 6 0,-1-3-4 16,4-3 3-16,1-1-1 0,0-5-4 16,0-1 5-16,0-4 4 0,13-3-1 0,-2-1 1 15,6 5 5-15,-4 1-8 0,1 0 2 0,1 4-7 16,-1 5-10-16,-2 3 4 0,-1 1 4 0,-2 4-2 16,-3 6 6-16,-2-2-4 0,-1 3 2 0,2-1 1 15,-4 4 2-15,2 0 4 0,-1 0-7 0,1 0 6 16,-1 0-4-16,-1 0-19 0,2 11-43 0,-1-11-35 15,1 9-47-15,0-9-45 0,-2 7-14 0,2 3-41 16,-1-5-19-16,1 3-14 0,-2 1-65 0,-1-1-167 16,0 4-7-16,0-1 76 0</inkml:trace>
  <inkml:trace contextRef="#ctx0" brushRef="#br0" timeOffset="32185.57">5446 36 1970 0,'3'-9'21'0,"0"-2"35"16,-3 2 29-16,0 2 26 0,0 0 7 0,0 1-14 15,0-2-11-15,0 2-27 0,-10 1-25 0,10 0-26 16,-13 3-20-16,4 2-1 0,0 0-2 0,0 0 9 16,-1 0 2-16,-4 11 3 0,-3 0 5 0,-1 4 6 15,0 0 15-15,-2 0 18 0,0 0 6 16,2 1 1-16,1-2-13 0,2-3-12 0,3 0-7 0,1-5 0 15,1 1 10-15,4-1 12 0,0 0 10 0,1-2-9 16,0-1-8-16,4 0-12 0,-2-3-12 16,3 1 0-16,0 2-9 0,0-3-5 0,0 0-5 15,0 0-3-15,0 0 4 0,0 0 1 0,0 0 1 16,0 0 10-16,9 0 15 0,3 11-2 0,-1-1 1 16,2 1-4-16,1-2-16 0,3 1 0 0,-1 1 5 15,3-2-6-15,0 2 1 0,0-3 1 0,-1 1 0 16,2-2-2-16,-2-1 0 0,2 1 1 0,-2-3-3 15,-1 1 4-15,-1-3 2 0,2 1-1 0,-1-2 1 16,-2 1-4-16,-1-2-3 0,0 2-22 16,-1-2-38-16,-4 0-50 0,1 0-50 0,-4 0-37 15,0 0-29-15,-3 0-13 0,0 0-40 0,-2 0-71 16,1 0-139-16,-1 0-32 0,-1 0 93 0</inkml:trace>
  <inkml:trace contextRef="#ctx0" brushRef="#br0" timeOffset="31796.78">5221-69 1318 0,'-9'-6'14'0,"5"-2"13"0,1-1 21 15,3 2 22-15,-5-3 11 0,4 4 14 0,-2-2 3 16,1 1 0-16,1-2-15 0,1 2-10 0,-2 0-6 16,2 0 6-16,0-1 27 0,0 1 19 0,-1-2 22 15,-1 0 1-15,0 3-26 0,1 1-33 0,-1 2-49 16,-1 2-33-16,2 1-19 0,-2 0 24 15,1 0 29-15,2 11 18 0,0 2 29 0,0 2-3 16,0 4 1-16,0 3-10 0,0 7-17 0,11 1-25 0,-11 1-12 16,12 7-3-16,-3-2 11 0,-3 1 2 15,3-2-10-15,-4-2 1 0,1-2-10 0,2 0-2 0,-2-4 0 16,-2-2-1-16,-1-4-4 0,0 3 1 16,0-8 5-16,-3-2 0 0,0-1-5 0,0-1 3 15,0-3-5-15,3-2-1 0,-3-1 5 0,2-1-1 16,-1 0 1-16,-1-3-3 0,2 2 4 0,-2 0-4 15,0 1-21-15,0-5-25 0,0 3-36 0,0 0-31 16,0 0-15-16,0-3-17 0,0 0-16 0,0 0-17 16,0 0-27-16,0 0-37 0,0 0-38 0,0 0-107 15,0 0-133-15,0 0 76 0,0 0 89 0</inkml:trace>
  <inkml:trace contextRef="#ctx0" brushRef="#br0" timeOffset="32738.57">5931-247 2914 0,'0'-10'-4'16,"0"0"42"-16,0 0 53 0,-17 1 32 0,17 5 16 15,-14 0-50-15,5 1-64 0,9 3-42 0,0 0-16 16,0 0 8-16,0 0 3 0,0 11 4 15,0 3 4-15,0 1-4 0,0 0 0 0,0 3-7 16,0-1-6-16,12 2 10 0,-1 2 87 0,-2 4 71 16,0 3 4-16,3 0-1 0,-1 1-77 0,0 1-60 15,-1 2 1-15,1-2-4 0,-2-3 1 0,2-5 3 16,-4-5-2-16,-1-1 6 0,-1-9-4 0,1-1-1 16,-5-1 14-16,1-3-5 0,-2-1 4 0,0-1-9 15,0 0-5-15,0 0-4 0,0 0 2 0,0 0 0 16,-11 0 1-16,2-12-2 0,0 3-10 0,-5 0 6 15,2 0-8-15,-1 2 5 0,-3-1-2 0,1 4 0 16,-3 4 4-16,0-7-4 0,0 7 8 16,-2 0 2-16,2 0-4 0,-2 0 9 0,0 10-10 15,0 2-9-15,4 1 8 0,-3 2-1 0,6 0 1 16,-2 2 11-16,4 3-8 0,0-1 8 0,2 1-1 16,5 1 0-16,1-1 3 0,3 1-14 0,0-3 7 15,0 1 0-15,0 0 1 0,0-4 2 0,10 2-2 16,2-4 1-16,-1-2-4 0,3-1 5 0,-2-3 2 15,1-1-2-15,3-5 4 0,-3 2 0 0,4-3-3 16,0 0-2-16,-1 0-2 0,3 0-4 16,-3-15 4-16,1 2-3 0,1 0 7 0,1 0 3 15,-4-1-9-15,0 2 2 0,0-4-1 0,-1 3-7 16,-1-1 10-16,0-2-2 0,-1 4-11 0,-3-4-17 16,0 3-45-16,0-4-48 0,-3 4-44 0,2 2-36 15,-4-1-22-15,1 1-15 0,-1-1-25 0,-1 4-38 16,0 0-101-16,1 3-158 0,-4 2 64 0,0-2 94 15</inkml:trace>
  <inkml:trace contextRef="#ctx0" brushRef="#br0" timeOffset="33403.71">6444 147 1076 0,'-12'4'17'0,"-2"-1"21"15,0 0 22-15,1-1 33 0,-1 1 29 0,2-3 22 16,-2 1 28-16,1 0 7 0,2-1-10 0,-1 0-15 15,1 0-21-15,1 0-13 0,1 0-9 0,-4 0 0 16,3 0 1-16,1 0-3 0,0 0-17 0,1 0-30 16,3 0-36-16,1 0-24 0,2 0-14 0,2 0 6 15,0 0 3-15,0 0 6 0,15 0-1 0,2 0 3 16,1 0-2-16,7-11 0 0,7 11 5 0,3-12-6 16,2 1 2-16,3 2-8 0,4-2-11 15,-3 2-12-15,0 1-14 0,-1-1-9 0,-6 1-2 16,-3 1 9-16,-5-2 2 0,-4 4 6 0,-3-1 12 15,-6 2-9-15,-2 1-45 0,-3-3-40 0,-5 5-45 16,-3-2-42-16,0-1-15 0,0 0-58 0,0 1-155 16,0 1-38-16,-14-1 70 0</inkml:trace>
  <inkml:trace contextRef="#ctx0" brushRef="#br0" timeOffset="33624.51">6482-146 2637 0,'-11'-1'11'0,"1"1"21"0,-4 0 27 0,0 0 36 16,1 0 13-16,-1 0 1 0,-1 0 2 0,3 15-16 15,1 3-16-15,2 2 9 0,4 3-24 0,2 7-16 16,3 1 1-16,0 6-35 0,0 0 9 0,17 0-11 16,0 5-8-16,-1-2 7 0,3 4-13 0,-1-6 10 15,2-1-4-15,1 2-5 0,-1-5-22 0,-2-1-76 16,0-5-53-16,-3-2-78 0,0-4-77 0,-1-1-46 15,-3-2-128-15,-2-3-202 0,-5-1 100 0</inkml:trace>
  <inkml:trace contextRef="#ctx0" brushRef="#br0" timeOffset="34856.17">7428 27 1705 0,'6'-17'32'0,"-6"0"42"16,0 2 44-16,0 0 40 0,0 3-2 0,0 1-13 15,0-1-15-15,0 2-11 0,0 0-5 0,0 5-16 16,0 0-23-16,-10 2-33 0,10-1-24 0,-13 4-12 15,6 0 1-15,-4 0 11 0,2 12 5 0,-2 0 18 16,-2 2 7-16,-2 3 10 0,-4 0 11 0,3 7-5 16,-4-4-7-16,2 1-6 0,-1 4-5 15,1-3-8 1,2 0-2-16,0-2-11 0,3-3-13 0,2-2 1 0,0-1-5 0,4-2-1 0,2-4-2 16,2-3-6-16,0 1 4 0,3-3 0 0,0-1 3 15,0-1 4-15,0-1 2 0,0 0 8 0,12 0 0 16,2 0-6-16,1 0 1 0,3 0-9 0,5 0 2 15,3 0-2-15,4 0-4 0,4 0 0 0,1-10 3 16,1 10 5-16,1-8-2 0,-1 8-3 0,1 0-5 16,-4 0 2-16,-1 0-2 0,-3 0 3 0,-2 0 1 15,-3 0-4-15,-4 0-12 0,0 0-24 0,-4 0-34 16,-2 0-30-16,-3 0-32 0,-1 8-26 0,0-8-24 16,-3 10-24-16,1-3-10 0,-2-1-24 0,-2 1-23 15,1 1-62-15,1-1-155 0,-1 0 3 16,-1-1 81-16</inkml:trace>
  <inkml:trace contextRef="#ctx0" brushRef="#br0" timeOffset="34492.88">7155-91 1642 0,'0'-8'26'0,"0"-3"34"16,0 2 22-16,0 0 35 0,0 0 15 0,0 0 8 15,0-1 4-15,0 6-24 0,0-4-41 0,0 3-52 16,0 1-20-16,0 4 17 0,0 0 44 0,0 0 41 16,0 13 14-16,0 1-20 0,0 6-42 0,0 1-14 15,0 6-2-15,10 3-8 0,-1 4 1 0,2 0-17 16,-2 3-12-16,3-1-4 15,-1-1-3-15,0-2 2 0,-2-2-8 0,0-1 6 0,0-4 2 16,-1-2 1-16,1-3 2 0,-5-1-3 0,2-6 0 16,-1 0-1-16,-2-4 0 0,0-3 1 0,-2-3 2 15,1 2 2-15,-2-5 2 0,0 1-1 0,0 0-1 16,0-2 0-16,0 0-3 0,0 0-5 0,0 0-28 16,0 0-36-16,0 0-35 0,0 0-37 0,0 0-12 15,0 0-6-15,0 0-14 0,0-8-27 0,0 8-37 16,0-6-38-16,0 1-51 0,0 1-79 0,0-5-32 15,0 4 78-15</inkml:trace>
  <inkml:trace contextRef="#ctx0" brushRef="#br0" timeOffset="36874.68">8028 296 1908 0,'-18'0'22'0,"3"0"47"0,-4 0 43 0,3 0 42 15,0 0 16-15,3 0-14 0,-1 0-20 0,2 0-31 16,4 0-32-16,1 0-33 0,5 0-23 0,2-7-8 16,0 7-7-16,12-13 1 0,5 5 1 0,1-4 0 15,5 1-2-15,4-1-11 0,5-1-54 16,3 1-70-16,2-2-99 0,4 2-133 0,0 1-262 15,1-3 12-15,2 0 100 0</inkml:trace>
  <inkml:trace contextRef="#ctx0" brushRef="#br0" timeOffset="36721.93">8157 59 469 0,'-1'0'27'0,"-4"0"23"0,2 0 5 16,-2 0 13-16,2 0-19 0,0 0-27 0,-1 0 7 16,1 0-18-16,-2-11 3 0,4 11 25 0,-4-12 14 15,2 12 42-15,0-9 6 0,0 1-5 0,0 2-12 16,1 6-11-16,-1-8-4 0,0 1 0 15,0 0 0-15,0 3-19 0,2-3 2 0,-2 0-2 16,0 4-7-16,0-5 1 0,-2 2-10 0,1 0-8 16,2-2-4-16,-1 1-2 0,-2 0 12 0,1-2 12 15,1-1 10-15,0 3 8 0,-2-4-6 0,2 3-3 16,2 2 4-16,-2-1-1 0,1 0 11 16,-1 1 2-16,2-1 6 0,-2 0 1 0,3 0-2 0,-2 1 9 15,0-3 4-15,1 0 13 0,1-2 3 0,-2 2 6 16,1-4 10-16,-1 6-6 0,1 1-2 0,1-2-16 15,0 4-28-15,-3-1-23 0,3 3-27 16,0 2-16-16,-2 0-11 0,1 0-5 0,-1 0 2 16,1 0-5-16,1 0 8 0,0 13 3 0,0 2 10 15,0-2 2-15,0 2 1 0,12 3-9 0,-4 2-2 16,1 3 66-16,1 4 8 0,1 4 13 0,0-1 6 16,-1 6-53-16,2 0-16 0,-3-1 3 0,2 1-16 15,0-1-6-15,-1-3 5 0,-1-3-5 0,-1-2 2 16,0-3 4-16,-1-2-3 0,-1-4-5 0,-1 0 8 15,-1-7-2-15,1 0-5 0,0-3 5 0,-4-1 0 16,1-3-2-16,-1-2 4 0,-1 2 1 0,2-4-9 16,-1 0 3-16,1 0-10 0,-1 0-5 0,-1 0-18 15,0 0-31-15,0 0-20 0,0 0-47 16,0 0-31-16,0 0-40 0,0 0-35 0,0 0-8 16,0 0-4-16,0 0 10 0,0-6-27 0,0 6-12 15,0 0-60-15,0-6-109 0,0 6 21 0,-12 0 75 16</inkml:trace>
  <inkml:trace contextRef="#ctx0" brushRef="#br0" timeOffset="35105.67">8101 209 3123 0,'-12'0'29'0,"3"-12"34"0,-2 0 27 0,2-2 22 16,0 0-28-16,1 2-37 0,4 2-28 0,4-1-21 16,0 1 2-16,0 2 2 0,15-5-1 15,3 2 1-15,3-1-3 0,7 1-2 0,2 0-21 16,2-1-35-16,1 0-35 0,2 3-43 0,-1 1-25 16,-2 1-23-16,-2-2-14 0,-3 5-24 0,1-3-25 15,-6 3-26-15,-3 0-47 0,-4 2-52 0,-5 2-52 16,-2 0 48-16,-8 0 100 0</inkml:trace>
  <inkml:trace contextRef="#ctx0" brushRef="#br0" timeOffset="35308.21">8228-5 2136 0,'-10'0'25'16,"-1"0"27"-16,2 0 41 0,3 0 32 0,-2 0-13 16,4 0-18-16,-1 0-43 0,1 0 12 0,2 12 9 15,-1 0 10-15,2 1 25 0,1 0-33 0,0 4-22 16,0 4-15-16,0 4-17 0,0 2-14 0,0 4 1 15,0 2-3-15,12-2-2 0,-2 3 5 0,1-2-2 16,-2 1 3-16,0 1-2 0,0-3 3 0,1 3-28 16,-1-6-59-16,1 1-61 0,-2-2-63 0,2-1-48 15,0-2-36-15,-3-5-51 0,-1 0-178 0,2-3-25 16,-2-3 93-16</inkml:trace>
  <inkml:trace contextRef="#ctx0" brushRef="#br0" timeOffset="35828.1">8541 114 2613 0,'2'-21'47'0,"1"-2"39"0,-2 2 27 0,-1-1 17 15,2 2-28-15,2 0-17 0,-1 3-18 0,4 1-20 16,0 4-28-16,4 1-22 0,-1 3-6 0,4 3-4 15,1 5 5-15,2 0-1 0,0 0-5 0,2 15 3 16,0 2 11-16,0 5 15 0,1 1 3 16,-3 1 7-16,1 5 11 0,-1-1 0 0,-2 2 9 15,-1-1-2-15,-2-1-13 0,-3-1-13 0,-2-1-1 16,1-5 0-16,-2-1 1 0,-1-1-5 0,-2-5-5 16,-2-2-2-16,-1-3 1 0,2-2 22 0,-2-2 28 15,0 1 33-15,0-6 15 0,0 0-2 0,0 0-26 16,0 0-31-16,0 0-20 0,0 0-14 0,0 0-12 15,0-14 0-15,0 0-3 0,-12 1 3 0,3-5-1 16,9-2 4-16,-10-2 5 0,10-3-8 16,0-3 10-16,0 1 14 0,0 0-12 0,0 1 8 15,0 1-4-15,10 3-11 0,-1 2 4 0,-9 7-4 16,12-1 1-16,-5 6-13 0,-7 2 4 0,8-1-9 16,-2 4-5-16,-1-1 6 0,-1 4-2 0,1 0 3 15,-1 0 2-15,4 0-2 0,-2 0-2 0,0 10-3 16,2 0 6-16,-2-2-3 0,0-1 11 0,1 2 9 15,-1 1-9-15,0-2 11 0,2 2-12 0,-2 0 8 16,-1 0 8-16,2 1-5 0,-1-1 11 0,4 1-11 16,-3 0-3-16,2-1-8 0,2 1-38 0,-2-2-38 15,0 0-55-15,0-1-58 0,0 0-43 0,-1 0-46 16,-2-4-16-16,-1 1 7 0,-1-2-3 0,-2 2-36 16,-2 3-179-16,0-2-38 0,-16 1 80 0</inkml:trace>
</inkml:ink>
</file>

<file path=ppt/ink/ink15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6:36.620"/>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65 352 985 0,'-6'-7'15'0,"1"0"17"15,1-6 15-15,1 2 27 0,-3-1 19 16,-1-2 13-16,1 0 1 0,0 0-22 0,0 1-17 0,2-2-6 16,-1 2 10-16,2-1 22 0,0 0 11 15,2-1 1-15,-1-1-8 0,2 2-6 0,0-2-12 16,0-1-15-16,0 3 7 0,0-3 14 0,11 2 2 16,-2 1 8-16,0 1-12 0,-2 2-27 0,1 1-25 15,-8 2-21-15,8 3-16 0,-4 1-17 0,-4 2-3 16,6 2 5-16,-1 0 24 0,-2 0 50 0,3 14 41 15,-1 1 7-15,4 3 0 0,0 7-18 0,4 3-24 16,3 7-7-16,0 6-26 0,7 6-31 16,-2 4-10-16,2 6 33 0,1 6 47 0,4 9 34 0,-1 7 22 15,2 4-26-15,-2 7-40 0,2 3-22 16,0 6-19-16,-2 2 2 0,1 0-7 0,-2-2-6 16,-2-8-12-16,-3-3-12 0,-1-6 1 0,-5-8 6 15,-1-2 14-15,-2-7 57 0,0 0-4 0,-1-3-7 16,-5-4 5-16,3 4-60 0,-2 0 13 0,2-3-2 15,1-2-13-15,-1-3 2 0,1-7-8 0,-2-4 12 16,1-4 5-16,-1-4 3 0,1-3 9 0,-2-5-10 16,2 1 3-16,-1 2 6 0,1-2-9 0,-1 2 3 15,2 1-2-15,3 1 1 0,-3-2-5 0,1 0 4 16,-1-4 0-16,1 0-14 0,-2-5 16 0,-1-5-9 16,-2-1-2-16,-2-5 7 0,1 1-9 0,-4-5 4 15,1-3-4-15,1 2 2 0,-1-1 4 16,-2-2-4-16,3 0 3 0,-2-1 4 0,1 0-10 0,-2 0 6 15,3 0-7-15,-3 1 1 0,0-1 0 16,0 3-5-16,0-3-4 0,0 1-5 0,0-1 3 16,0 4 3-16,0-5 10 0,0 2 1 0,0 0 9 15,0-2-4-15,0 1-2 0,0 0 3 0,0-1-4 16,0 0 3-16,0 0 3 0,0 0-14 0,0 0-24 16,0 0-21-16,0 0-27 0,0 0-46 0,0 0-42 15,0 0-55-15,0 0-62 0,0 0-42 0,0 0-40 16,7 0-14-16,-7-6-108 0,6 6-27 0,-1-9 106 15</inkml:trace>
</inkml:ink>
</file>

<file path=ppt/ink/ink15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6:38.789"/>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117 255 2221 0,'-27'13'9'0,"6"0"26"16,0-5 35-16,5-3 37 0,6-3 22 0,-1-2-7 15,5 0-25-15,1 0-40 0,5 0-30 0,0 0-21 16,0 0-7-16,17-14 4 0,4 0-3 0,7-1 5 15,4-2-19-15,10-3-34 0,7-4-32 0,4-2-37 16,9 3-26-16,5-3-22 0,3 1-29 16,-3 0-63-16,4 1-216 0,-6 1-37 0,-1 3 63 15</inkml:trace>
  <inkml:trace contextRef="#ctx0" brushRef="#br0" timeOffset="-604.93">412-270 1616 0,'5'-8'31'16,"2"1"31"-16,-4 3 21 0,0-1 20 0,0-1 1 15,0-1-5-15,-1 0 1 0,-2 1-1 0,0 2-20 16,0 0-17-16,0-2-15 0,0 1-17 0,0 3-10 16,-9-3-6-16,9 2-6 0,0 1-1 0,-8-1-4 15,8 2-6-15,0 0 2 0,0 1-4 0,0 0 0 16,0 0 6-16,0 0-5 0,0 0 0 0,0 0 4 15,0 0-2-15,0 0 5 0,0 0 0 0,0 0 3 16,0 0-5-16,0 0 3 0,0 0-2 0,0 0-2 16,0 0 6-16,0 0 0 0,0 0 0 15,0 0 2-15,0 0-2 0,0-9 2 0,0 9 0 16,0-4 0-16,0 4-1 0,0-5-5 0,0 5 1 16,0-4-4-16,0 4 3 0,0 0-1 0,0 0 1 15,0 0-1-15,0 0-6 0,0 0 4 0,0 0 2 16,-10 0-4-16,10 0 4 0,0 0-3 0,0 0-4 15,0 0 7-15,0 0-2 0,0 0-2 0,0 0 1 16,0 0-6-16,0 0 6 0,0 0 0 0,0 0-1 16,0 0 6-16,0 0-5 0,0 0 6 15,0 0 3-15,0 0-5 0,0 0 7 0,0 0-4 0,0 0 5 16,0 0 6-16,0 0-1 0,0 0 1 16,0 0-10-16,0 0 1 0,0-9-2 0,0 9 6 15,0-9 4-15,0 9 1 0,0-6 2 0,0 2-4 16,0-1-3-16,0 2-1 0,0-2-3 0,0 3-3 15,0-1 7-15,0 1-3 0,0 1-1 0,0-2-4 16,0 1-1-16,0 2-6 0,0-1 4 0,0 1 4 16,0 0-6-16,0 0 4 0,0 0-5 0,0 0-1 15,0 0 4-15,0 0 0 0,0 0 2 0,0 0 3 16,0 0 0-16,0 0 9 0,0 0-1 0,0 0 0 16,0 0-3-16,0 0-8 0,0 0 1 0,0 0 1 15,0 0-1-15,0 0 2 0,0 0-1 0,0 0-1 16,0-9 1-16,0 9 0 0,0-8 6 15,0 8 6-15,0-8 13 0,0 8 10 0,0-3-2 16,0 3-7-16,0 0-16 0,0 0-21 0,0 0-13 16,0 0 5-16,-13 0 21 0,13 11 20 0,-13 5 7 15,-1 4 5-15,-1 7-18 0,0 1-11 0,-4 7-1 16,1 4-11-16,-3 2 1 0,1 1 1 0,0 0-1 16,4-2 7-16,-1-2-5 0,3 3-1 0,1-4 2 15,2-5-5-15,0 1 6 0,2-3 0 0,3-4 3 16,3-3 2-16,0-1-6 0,3-4-24 0,-3-3-35 15,3-2-32-15,0-1-39 0,0-4-14 0,0 0-7 16,0-4 3-16,0 3 9 0,9-6 18 16,-9-1 15-16,14 0 0 0,-8 0-18 0,5 0-36 15,-5 0-43-15,4-11-81 0,1-1-57 0,1-3-15 16,-1-3 64-16</inkml:trace>
  <inkml:trace contextRef="#ctx0" brushRef="#br0" timeOffset="-369.1">433-281 1888 0,'16'-30'45'15,"-4"6"41"-15,0 0 35 0,-5 7 27 0,1 2-19 16,-6 4-30-16,-2 5-31 0,0 1-32 0,0 4-18 16,0 1 15-16,0 0 16 0,0 12 22 15,-10 3 4-15,10 4-25 0,-13 1-18 0,7 4-19 0,-3 5-5 16,1 2-5-16,0 2 3 0,8 1-1 16,-6 3-3-16,3 0 6 0,3 0-2 0,0 2 4 15,0-2-1-15,0 0-6 0,0-1 6 0,0-2-2 16,0-2-2-16,0-3-4 0,0-2-27 0,0-4-15 15,0-2-24-15,0-2-20 0,0-5-9 0,-10-3-19 16,10-1 0-16,0-4-3 0,-8-1-16 0,8-3-30 16,-8 3-72-16,2-5-97 0,0 0-145 0,-1 0 30 15,-2 0 97-15</inkml:trace>
  <inkml:trace contextRef="#ctx0" brushRef="#br0" timeOffset="-199.83">169 110 1992 0,'-20'-8'30'0,"2"3"34"16,4-3 36-16,-2 1 33 0,4 1 2 15,1 2-2-15,2-3-15 0,1 3-29 0,5-2-36 16,0 0-31-16,3 2-22 0,0-3-4 0,0 1 8 16,15-1-5-16,2 0 1 0,3-3-2 0,3 2-5 15,4-2 4-15,2-1-28 0,3-2-21 0,3 2-36 16,-2 0-39-16,3 0-15 0,1 0-29 0,-2 3-19 16,1-3-32-16,1 6-117 0,-7-1-138 0,-1 3 40 15,-5 0 77-15</inkml:trace>
  <inkml:trace contextRef="#ctx0" brushRef="#br0" timeOffset="697.11">1259-367 2086 0,'4'-11'7'0,"-4"-2"9"0,0 2 16 0,0 2 20 0,0 0-1 15,0 2 1-15,0 1-16 0,-13 1-22 16,13 2-8-16,0 3-14 0,0 0 0 0,0 0-1 15,0 0-3-15,0 0 8 0,0 0 5 0,-4 0-2 16,4 0 6-16,0 0-1 0,0 0 0 0,0 0 7 16,0 0 0-16,0 0 10 0,0 0 7 0,0 0 10 15,0 0 14-15,0 0 7 0,0 0 10 0,0 0 2 16,-14 0 3-16,14-10-14 0,-12 10-6 0,1-10-13 16,2 10 0-16,-1-8 1 0,1 8-13 15,-2 0-9-15,2 0-22 0,1 0-9 0,-1 0 0 0,0 0 4 16,1 10 7-16,-2 4 2 0,1 4 2 0,-2 3 1 15,-3 5 0-15,2 0-1 0,2 2-5 0,0 3 5 16,1 0 2-16,5 0-3 0,4-3 5 16,0-2-10-16,0 0-13 0,13-2-22 0,-2-3-24 15,4 1-16-15,2-4-8 0,0-4 7 0,-1-1 6 16,4-6-3-16,0-1 5 0,0-6 9 0,-1 0 4 16,4 0 13-16,-2 0 18 0,5-17 6 0,-3 2 7 15,3-3 13-15,-3-1-9 0,4-3 8 0,-4 2 4 16,-4-1 15-16,1-4 35 0,-3 0 33 0,0 2 23 15,-8-2 4-15,1 3-3 0,-7-1-3 0,-3 0 3 16,0 4-8-16,0 2-2 0,0 1-14 0,-13 6-25 16,1 1-15-16,-2 1-23 0,0 5-24 15,2-2-12-15,1 4 2 0,-4 1-3 0,2 0 8 16,2 0 8-16,-3 17-2 0,5-2 3 0,-5 0-6 16,2 4 3-16,2 3 1 0,-1 0 1 0,2-1 3 15,-2 3-11-15,5 0 1 0,-3-1-12 0,5 1-10 16,1-2 9-16,3-3 1 0,0 0 3 0,0-3 16 15,0-3-8-15,0 0 2 0,13-7 8 0,-5 0-1 16,4-6 5-16,-3 0-1 16,5 0-3-16,2-12 0 0,1-4-1 0,3-1-1 0,0 2 4 0,-1-4 2 15,4-2 2-15,-3 1-7 0,-3-1 0 0,-1-2 0 16,-2 3-5-16,0-1 10 0,-5-3-11 0,0 3-32 16,-5-1-24-16,3 1-35 0,-4 1-47 0,3 3-34 15,-6 2-33-15,0 2-40 0,0 3-59 16,0 1-196-16,0 5-55 0,0-2 73 0</inkml:trace>
  <inkml:trace contextRef="#ctx0" brushRef="#br0" timeOffset="1222.45">1653-322 2264 0,'1'-12'19'0,"-1"1"34"0,0 0 43 15,0 0 38-15,0 0 14 0,0 1-18 0,0-1-38 16,0 4-41-16,0-1-42 0,0 2-19 16,0 4-11-16,0 2 2 0,0 0 5 0,0 0 0 15,0 0 7-15,11 0 0 0,-3 14-2 0,4-3 2 16,-2 1 0-16,4 6 1 0,1 0 6 0,-1 3 4 16,3 0 0-16,-5 1 1 0,1 2 0 0,1 2-5 15,0-3-2-15,-2 2 0 0,-1-3 0 16,-2 1 5-16,-2-4-3 0,-1 1 5 0,0-3 4 0,-1-5 16 15,-2-1 15-15,0-2 5 0,-3-1 9 0,3-3 10 16,-3-3 16-16,0 0 25 0,0 0 24 0,0-2-11 16,0 0-19-16,0 0-34 0,0 0-37 0,0 0-15 15,0-15-9-15,0 0-3 0,0-2 6 16,0-3 5-16,0 1 7 0,0-5-12 0,0-1 1 16,0-3-12-16,0-3-4 0,0 2 9 0,14-2-8 15,-2 0 4-15,-2 2 2 0,4 0-1 0,1 3 1 16,2 4-4-16,-3 3-5 0,-1 3 4 0,4 2-6 15,-5 4 5-15,5 3-2 0,-3 2 6 0,2 1-2 16,-4 4 1-16,5 0 4 0,0 0-14 0,0 0 8 16,2 13-1-16,-2 0-6 0,0-2 11 0,-1 3-1 15,1 3 2-15,-2-1 2 0,-1 1 1 0,0 3 3 16,-1-2-6-16,0 0 5 0,-6 2 2 0,5 0 0 16,-4-5-2-16,1 0-5 0,-3-2-11 0,5-1-48 15,-5-3-53-15,1-2-73 0,-4-3-76 0,3 0-40 16,-3-3-41-16,1 2-47 0,0-3-182 15,-1 0 0-15,0 0 100 0</inkml:trace>
  <inkml:trace contextRef="#ctx0" brushRef="#br0" timeOffset="1529.88">2570-567 2600 0,'0'-14'26'0,"0"0"33"15,0 1 36-15,-17 1 49 0,4-1-1 0,2 4-10 16,-4 2-36-16,-2 2-45 0,1 0-28 0,-1 3-22 15,0 2-1-15,0 0-4 0,1 0-1 0,1 0-4 16,1 15 3-16,3-2-3 0,-1 0 1 16,4-1 1-16,2 5 0 0,0-3 4 0,6 2 3 15,0 1 6-15,0-2-5 0,0 1-1 0,9 0-3 16,5 2 0-16,0-6 5 0,2 5-4 0,3-1 1 16,-3-2 0-16,1 1-1 0,3-1 2 0,-3 1 2 15,-4 0-5-15,4-2-1 0,-5 3-1 0,-4-4 1 16,1 1 2-16,-2 0-3 0,-1 1 4 0,1-2-9 15,-4-1 11-15,-2-1 9 0,-1-1-3 0,0 4 8 16,0-2-7-16,0-1-3 0,0 0 5 16,-14 0-6-16,1 1 1 0,2 2-8 0,-1-1-41 15,-2-3-77-15,-2 5-83 0,-1-1-78 0,0-1-53 16,-3 2-53-16,1-5-221 0,0 1 46 0,0-4 91 16</inkml:trace>
  <inkml:trace contextRef="#ctx0" brushRef="#br0" timeOffset="2420.6">3308-540 2216 0,'-3'0'18'0,"3"-12"31"0,-3 3 28 0,3-2 22 15,0 3-7-15,0-1-23 0,0 0-29 0,0-1-21 16,11 2-14-16,1 2-8 0,-4-1-5 0,1 2-4 16,1 4 3-16,2 1-5 0,-1 0 1 0,3 0 0 15,-5 0 2-15,1 0 3 0,3 12 8 16,-3-1 0-16,2 3-2 0,2-2 0 0,-3 2-3 15,1 0 11-15,-2 1 7 0,1 3 4 0,-2-1 5 16,0-1-6-16,-1 1 2 0,-2-3 0 0,-3 2 1 16,3-3-2-16,-4-1-4 0,1 0 3 0,0-4 13 15,0-1 18-15,-3-1 26 0,0-1 23 0,3-3 17 16,-3 0 29-16,0-2 12 0,3 0 1 0,-3 0-17 16,0 0-41-16,0 0-30 0,0 0-39 0,0-13-11 15,0 2-7-15,0-1-8 0,0 0 6 0,0-3-6 16,0 1 9-16,0-4-9 0,0-2-1 0,0-1 5 15,0 0-14-15,0-2 4 0,0 1 5 0,10 0-5 16,0 1 0-16,0 1 2 0,1 2 2 0,1 1-6 16,2 4 8-16,-2 2-18 0,-2-2-25 15,4 3-18-15,-2 3-62 0,-1 1-46 0,-1 1-57 16,3 1-52-16,0-1-17 0,-1 3-10 0,2 2-10 16,0-1-52-16,2 1-163 0,-2 0 33 15,3 0 87-15</inkml:trace>
  <inkml:trace contextRef="#ctx0" brushRef="#br0" timeOffset="2796.82">4058-713 2358 0,'3'0'46'0,"1"0"46"15,-1-11 50-15,-3 4 46 0,0 7 4 0,0-10 3 16,0 3-12-16,0 1-18 0,-13 0-28 0,13 1-44 0,-10 3-27 16,10 2-39-16,-11 0-22 0,11 0-10 15,-9 0-9-15,3 0 4 0,-2 0 1 0,-1 0 5 16,-4 13-6-16,-4 3 10 0,-3 0-3 0,-3 4-3 15,-2 0 5-15,-3 3-2 0,-1 3 6 0,2 2-7 16,4-1 3-16,3 0-6 0,4 0-3 0,2 0 12 16,5-3-3-16,1 1 4 0,7-5-6 0,1 0 2 15,0-8 1-15,0 2 4 0,0-4-3 0,15-3 0 16,-1-2 1-16,-1-4 9 0,0-1 0 0,3 0 1 16,1 0-6-16,3-9-3 0,-1-3 3 0,4-4-1 15,0-2 8-15,-2 0-6 0,2-1 5 0,3-5 3 16,-2 2-6-16,-1 0-1 0,0 3 2 15,-4 2 1-15,-2-2-5 0,-2 5 3 0,-1 2-9 16,-6 4-8-16,1 0 8 0,-3 4-15 0,-2 1 4 16,-1 1-10-16,0 2-21 0,1 0-10 0,-1 0-28 15,0 0-35-15,0 0-65 0,1 9-51 0,-1-9-32 16,0 14 47-16,6-3 86 0,-4 1 22 0,4 0-9 16,-1 2-145-16,2 1-272 0,-1-1-51 0,5 2 67 15</inkml:trace>
  <inkml:trace contextRef="#ctx0" brushRef="#br0" timeOffset="3155.35">4309-985 2262 0,'15'-17'-1'0,"-1"3"-1"0,0 1-7 15,-4 3-17-15,4 0-62 0,-2 0-74 0,5 4-111 16,-1 1-221-16,3 1 17 0,-3 4 75 0</inkml:trace>
  <inkml:trace contextRef="#ctx0" brushRef="#br0" timeOffset="3025.39">4490-553 3258 0,'0'-8'25'16,"0"-3"25"-16,0 4 19 0,-12 1 10 0,12 2-34 16,-11 2-29-16,11-1-35 0,0 3-17 0,0 0 9 15,0 0 0-15,0 0 15 0,0 0 9 0,0 13 0 16,0-1 4-16,0 2 6 0,14-2-6 0,-1 6 10 15,-4 1-10-15,8 1-10 0,-5 1-22 0,2 2-34 16,-3-2-10-16,2 0-17 0,-1-1 8 16,-1-1 10-16,1-2-1 0,-4-4 12 0,1 0 0 0,-3-4-7 15,-1-3-37-15,-2-1-67 0,0-5-99 16,-3 0-279-16,0 0-48 0,0-17 81 0</inkml:trace>
  <inkml:trace contextRef="#ctx0" brushRef="#br0" timeOffset="3563.05">4664-667 1909 0,'5'10'15'0,"6"-2"30"0,-5-1 36 16,0 2 28-16,1 2-5 0,-1-1-15 0,0 4-27 16,4-1-31-16,-3 3-6 0,5 0-9 0,-4 2 12 15,4 1 7-15,-4-1 5 0,2 1 9 0,-1-1-17 16,2 2-12-16,-5-1-3 0,0-1-17 0,2-1 2 15,-2-2 8-15,0-3-3 0,-1-2 12 0,-1-1 15 16,-2-3 35-16,-2-2 50 0,3-1 49 16,-3-1 26-16,0-2 4 0,0 0-31 0,0 0-62 15,0 0-38-15,0-13-41 0,0 2-21 0,0-4 4 16,6 2-4-16,-2-5-2 0,2-3 1 0,5-4-12 16,-2-2 4-16,8-1 5 0,-1-1-4 0,4 0 9 15,3-1-11-15,0 4-6 0,6 2 3 0,-2 5 1 16,3-3-1-16,2 7 5 0,-1-1-8 0,-1 5-8 15,-4 4 7-15,3 4-3 0,-7 3 4 0,0 0 6 16,-6 0-1-16,1 0 5 0,-2 10 2 0,-1 1-8 16,1 2 7-16,-1 0-4 0,-4 2 2 15,4-2 4-15,-3 3-9 0,-1-1 11 0,0-1 3 16,-1 0-2-16,0 0-9 0,0-2-41 0,-2 1-60 16,1-2-58-16,1-2-73 0,0 0-60 0,-1-3-49 15,-2 0-72-15,3-4-226 0,3-2 36 0,0 0 105 16</inkml:trace>
  <inkml:trace contextRef="#ctx0" brushRef="#br0" timeOffset="1984.97">2761-873 3168 0,'0'-12'34'16,"0"1"38"-16,0-1 46 0,-10 0 33 0,10 3-16 15,-9 2-37-15,9 1-55 0,-8 1-35 16,8 5-26-16,0 0-4 0,0 0 6 0,0 0-2 15,0 11 3-15,0 1-1 0,11 2 1 0,-2 4 2 16,2 1 6-16,1 7 4 0,1 1 6 0,4 4 4 16,0 3 0-16,2 2-6 0,1 2-7 0,3 0 2 15,0 3-1-15,1-3 13 0,-7 1-2 0,6-2 0 16,-7-2-4-16,-1-4-1 0,-1-2 5 0,-3-3-1 16,1-3 5-16,-4-5-1 0,-2-3-4 0,-3-2 3 15,0-4 5-15,1-3-5 0,-4-2-2 0,0-2-10 16,0-2-38-16,0 0-39 0,0 0-41 0,0 0-26 15,-13-10 25-15,-1-1 36 0,0-2 33 0,-2 0 28 16,-4-3 9-16,-3-3 7 0,0 0 13 16,0-3 3-16,4 0 1 0,-1-1 1 0,3 1 29 15,1 1 31-15,3 1 18 0,3 3 6 0,4-1-19 16,1 6-24-16,2-4-21 0,3 4-15 0,0 1-5 16,0 0-6-16,17 0-2 0,6 2 0 0,-1-1 6 15,6-3 1-15,1 2-1 0,4 0 8 0,3 0-10 16,1 2-6-16,-1-1-22 0,4 2-41 0,-1 1-60 15,-2 0-63-15,-1 1-56 0,-2 1-37 0,-3 1-25 16,0 2-22-16,-2 0-116 0,-5 1-107 16,-4 0 84-16</inkml:trace>
  <inkml:trace contextRef="#ctx0" brushRef="#br0" timeOffset="4185.42">5720-1125 3204 0,'0'-28'62'0,"0"1"53"0,0 3 50 16,0 5 26-16,0 1-45 0,0 3-45 0,-9 5-53 15,9 4-32-15,-9 2-22 0,9 4-18 16,0 0 11-16,0 0-1 0,0 0 2 0,0 10 8 15,0 4-12-15,0 3 10 0,0 4 1 0,12 5 4 16,-2 2 6-16,3 7-4 0,0 3-4 0,2 3 0 16,1 3 4-16,0-3-1 0,1 2 8 15,1 0-3-15,-1-3-6 0,1 0-1 16,-3-1 3-16,2-2 0 0,-3-1-2 0,2-3 4 0,-3-1-1 0,-1-2 5 16,-2-3 0-16,0-1-3 0,-1-5-13 0,-3-3-19 15,3-1-10-15,-5-7-10 0,-1-2 13 0,2 0 4 16,-3-5 18-16,-1 2-12 0,-1-5-42 0,0 0-11 15,0 0-14-15,-17 0 23 0,-2 0 45 0,-3-19 25 16,0 4 11-16,-6-4 0 0,-4-2-11 16,3-3-1-16,-2-4 2 0,-1 1 51 0,4-4 23 15,1 0 13-15,0 0 31 0,4 1-24 0,6 2-21 16,3 1-15-16,5-1-30 0,5 2-28 0,4 1-6 16,0 1 4-16,13 1-12 0,7 0 7 0,8 1 2 15,5 2-6-15,8 0 6 0,6 2-5 0,5 2 5 16,4 1 0-16,5 3-2 0,-4 1 2 0,-2 3-2 15,-2 1 1-15,-9 3 2 0,-4 0 7 0,-8-1 16 16,-10 4 27-16,-3-2 26 0,-9 2 22 0,-4 1 5 16,-3 0-13-16,-3 0-13 0,0 0-27 0,0 0-27 15,0 0-20-15,0 0-12 0,0 0-6 16,0 10-3-16,0-10 9 0,-13 8-1 0,13-1 6 16,-9 1 2-16,9 3-7 0,0 0 7 0,0 4-7 15,0 0 5-15,0 5 7 0,0 2-2 0,16 1 3 16,4 3 4-16,3 0-11 0,4 2 1 0,5-1 9 15,1 0-11-15,7 1 9 0,-2-2-8 0,0 0 1 16,-3-3 4-16,-5 0-4 0,-1-3 3 0,-6-2-6 16,-6-3 32-16,-5-2 14 0,-6-5 27 0,-6 2-4 15,0-3-29-15,0-4-2 0,0 0-21 0,0-1 11 16,0 1 6-16,0-1-1 0,-15 2 1 0,-4 1-70 16,-5 3-92-16,-6 1-108 0,-4 3-159 0,-10 3-160 15,-6-2-237-15,-6 2-163 0,-5 0 157 16</inkml:trace>
  <inkml:trace contextRef="#ctx0" brushRef="#br0" timeOffset="4976.02">-369 2459 920 0,'-9'-7'17'0,"-1"1"1"0,-1 2 12 0,2-3 1 15,-2 3-14-15,2-2 6 0,-1-1-16 0,0 3 3 16,0-3-2-16,2 1-8 0,-1 2 4 15,0-1 0-15,3 0-8 0,-3-1-61 0,3 1-122 16,1 2-87-16,-4-1 6 0</inkml:trace>
  <inkml:trace contextRef="#ctx0" brushRef="#br0" timeOffset="61729.62">-634 1937 1119 0,'0'0'14'0,"0"-1"16"0,0 1 17 0,0-5 12 0,0 4-10 15,0-3-2-15,0 4-6 0,0-3 3 16,-6 1 1-16,6 0-7 0,0 0 1 0,-5-2-12 16,5 3-1-16,-5 0-1 0,2-1-9 0,2-1-3 15,-1 1-3-15,1-1 0 0,-1 2 3 0,2 1 5 16,-3-2 2-16,3 2 3 0,0 0-3 0,0-3 4 16,0 3 8-16,-3-2-5 0,3 0 1 0,-1 2 3 15,-1 0-6-15,2-2-3 0,0 0-2 0,0-1-8 16,0 3-3-16,0 0 5 0,0-1 1 15,0 1-6-15,0-3-4 0,0 1-2 0,0 2-4 0,0-2 3 16,0-2 1-16,0 4-7 0,0 0 3 16,0-2-4-16,0-1-2 0,0 2 4 0,0 1-1 0,6-1 3 15,-6 1 1-15,0-2-7 0,5 2-3 16,-5 0-1-16,0 0-2 0,4 0 5 0,1 0 1 16,-2 0-4-16,0 0-2 0,-1 0 4 0,2 0 1 15,1 9-2-15,-1 2 4 0,2-3-4 0,0 2-3 16,4 2 5-16,-4 0 1 0,3 0 3 0,-2 3 18 15,2-1 13-15,1 4-3 0,-3 0 1 0,1 3-14 16,-1-2-9-16,1 5 0 0,-4-1-5 0,1 4 3 16,-3 0 2-16,1-2 2 0,-3-1 0 0,0-2 1 15,0 0-5-15,0-2-2 0,0-5 8 16,0 1-8-16,0-3 3 0,0-2 2 0,0-1-5 0,0-3 2 16,0 1 3-16,0-3-1 0,0-1 6 15,0 0 10-15,0-1 16 0,0-2 16 0,0-1 18 16,0 0 12-16,0 0-4 0,0 0-13 0,0 0-20 15,0 0-22-15,0 0-14 0,0-15-1 0,-7 4-4 16,7-1 1-16,-7 2-1 0,2-5-1 0,1-2-4 16,4-2 5-16,-3 0 0 0,0-1 1 0,1-1 6 15,2 1-5-15,0-1 6 0,0 0 11 0,-1 2 6 16,-1 2 6-16,2 4-10 0,0-2-16 0,0-2-8 16,0 4-5-16,0-6 0 0,0 2 6 0,14-1-3 15,-4-3 1-15,4-1-1 0,-2 0-2 16,2 1-2-16,-3 1 2 0,2 0 5 0,-1 5-7 15,1-2 7-15,-1 6-3 0,-2 1-2 0,1 3 5 16,-2 0-6-16,-1 3 0 0,-2 0 4 16,1 2-5-16,-1 0 3 0,-1 2 2 0,1 0-4 15,0 0 5-15,0 0-3 0,2 0-1 0,-2 0-1 0,1 0-3 16,3 12 6-16,-4-1 2 0,1-2 5 0,1 2 10 16,-1 0-1-16,1 4 19 0,-2 3 8 0,3 3-3 15,-1 4-8-15,-2 1-14 0,-2 5-10 0,2 2-1 16,-1 3 9-16,0-2-7 0,-1 3-4 0,-1-3 1 15,2 0-7-15,-2-5-3 0,0-3 8 0,1-1-4 16,1-4 2-16,-5-4 4 0,3-2-10 0,-2-3 6 16,3-1 0-16,-3-2-2 0,1 1 4 15,-1-3-3-15,1-2 2 0,-2 1 0 0,0-3 2 16,1 3 1-16,-1-3-3 0,0 1 2 0,0-3 3 16,0-1-4-16,0 1 3 0,0-1 3 0,0 0-8 15,0 0 5-15,2 0 6 0,-2 0-2 0,3 0-1 16,-3 0 0-16,0 0-6 0,0 0-34 0,3 0-54 15,-3 0-60-15,0 0-56 0,1 0-37 0,2 0-47 16,2 0-194-16,2 0-12 0,-4 0 70 16</inkml:trace>
  <inkml:trace contextRef="#ctx0" brushRef="#br0" timeOffset="35587.06">1840 1545 2826 0,'-17'0'16'0,"2"0"41"0,1 0 54 16,0 0 49-16,-2 0 19 0,4 0-25 0,-2 0-50 15,3 0-48-15,2 0-38 0,3 0-15 16,2 0-10-16,0 0-2 0,4 0 6 0,0 0-2 16,0 0 7-16,0 0 0 0,11 0 1 0,3 0 2 15,1 0-5-15,5 0 6 0,1 0-12 0,5 0-9 16,0 0-8-16,1 0-27 0,2 0-23 0,-3 0-19 16,-2 0-26-16,-1-9 13 0,-4-1 30 0,1 1 14 15,-3 5-10-15,0-5-48 0,-5 4-53 0,1-1-48 16,-2 1-28-16,-2 0-18 0,-1 1-36 0,1-1-163 15,-3-1 7-15,2-1 77 0</inkml:trace>
  <inkml:trace contextRef="#ctx0" brushRef="#br0" timeOffset="36176.01">2376 1211 2983 0,'0'-11'40'16,"0"2"46"-16,0 3 35 0,0 3 17 0,0-1-41 15,0 1-47-15,-11 3-36 0,11 0-24 0,0 0 4 16,0 0 16-16,0 19 4 0,0-2 8 0,0-1-7 16,0 6-20-16,0 2-5 0,0 0-3 15,0 1-2-15,11 3 12 0,1-1-9 0,-5-1-3 0,3-5 6 16,-1 3-8-16,-2-6 26 0,-1 3 135 16,2 1 5-16,4 0 0 0,-6 1-15 0,8 1-130 15,-7-5 0-15,3 2 1 16,-4-3-1-16,1-3 6 15,-4-2-6-15,0-6 27 0,-3-5 46 0,3 0 46 0,-3 0 86 0,0-2 81 0,0 0-6 0,0 0-41 16,0 0-90-16,0-13-101 0,0 0-27 0,-12-2 29 16,2-2 24-16,0 0 14 0,3-3-15 0,-2-3-39 15,-2 0-29-15,-1-4-69 0,4-3-70 0,-4-1 1 16,5-2 8-16,-2-2 52 0,1 2 77 0,2 1-7 16,-2 3 7-16,5 1-7 0,-3 6-11 0,3 2-3 15,3 7-11-15,-3 3-54 0,3 2-59 0,0 5-39 16,0 3-5-16,0 0 39 0,0 0 67 15,0 0 43-15,0 13 10 0,0 0 20 16,12 0-4-16,-4 2 2 0,1-2-5 0,2 6-16 0,-2-1-28 16,1 0-35-16,-1 0-30 0,2 2 4 0,-5-3 34 15,0-1 37-15,2 0 35 0,-2 0 10 0,-2 0 1 16,2-1 0-16,-2 2 3 0,-1-3-2 0,0 0 0 16,0 0 1-16,1-2-9 0,-1 0 5 0,0-5 8 15,0 1-10-15,-3-2 8 0,3-3 2 0,-3 0-12 16,3-1 8-16,-3-2 3 0,2 0 7 0,-2 0 17 15,0 0 10-15,0 0 5 0,0 0-3 16,0 0-13-16,0 0-9 0,0 0-5 0,0 0-8 16,0 0-3-16,0 0-1 0,0 0-6 0,0-8 6 15,0 8-22-15,0 0-33 0,0 0-38 0,0-6-71 16,0 2-66-16,0 4-77 0,0-4-70 0,0 1-87 16,0-1-207-16,0 0-65 0,0 0 113 15</inkml:trace>
  <inkml:trace contextRef="#ctx0" brushRef="#br0" timeOffset="36477.04">2787 802 2885 0,'0'-20'38'0,"0"1"44"0,0 1 28 0,0 2 7 15,0 3-43-15,0 2-19 0,0 3 8 0,0 8 3 16,17 0 16-16,6 0-7 0,4 17-30 0,8 2-7 16,5 2-14-16,4 7-11 0,7 6 22 0,-1 2 3 15,7 5 5-15,-7 3 7 0,1 4-22 0,-4 1-1 16,-1 0-3-16,-7 3-16 0,-2-2-3 0,-7 1-9 16,-7-1 5-16,-6-4 10 0,-7-1-1 0,-10 1 0 15,0 0 4-15,-21 0-11 0,-8-2-3 16,-7 3-29-16,-7-4-60 0,-4 0-65 0,-6-2-92 15,-3-2-81-15,0-3-61 0,-4-5-65 0,4-5-214 16,2-4 8-16,0-5 114 0</inkml:trace>
  <inkml:trace contextRef="#ctx0" brushRef="#br0" timeOffset="35310.17">1348 1342 1789 0,'0'-4'-1'0,"-13"-2"11"0,3 3 23 0,1-2 22 16,-2 3 21-16,2 2 0 0,0 0-11 0,1 0-10 16,-1 0-9-16,-2 11-4 0,1 0 2 0,-2 2-1 15,-2 4 2-15,-6 0-5 0,4 6 0 0,-4 1 5 16,0-1 2-16,-3 1 9 0,2 4-6 15,0-5-3-15,0 0-4 0,2 0-5 0,1-3 4 0,0 1 2 16,4-4-1-16,-3-2 1 0,4 1 4 16,1-6 2-16,1-1 15 0,0 0 5 0,2-3 9 0,2 0 3 15,2-5-6-15,1 1-9 0,1 0-13 16,3-2-15-16,0 0-11 0,0 0 4 0,0 0-15 16,0 0 1-16,0 0-10 0,0 0 0 0,12 0 1 15,0-8-2-15,0 8-1 0,2-9-2 0,4 9 8 16,2-7-3-16,4 1 2 0,2 6-8 0,0-5-3 15,4 5 2-15,-3-6 1 0,5 4 1 0,2 2-5 16,-7 0 1-16,2 0 4 0,-2 0 1 0,-1 0-1 16,-3 0-5-16,-7 0-3 0,1 0-3 15,-3 0-9-15,-5 0-20 0,-1 0-31 0,-2 0-32 0,-3 0-32 16,0 0-24-16,0 0-24 0,-3 0-26 16,3 0-22-16,-2 0-25 0,2 0-28 0,-1 0-60 15,2 0-154-15,-1 0-3 0,3 0 81 0</inkml:trace>
  <inkml:trace contextRef="#ctx0" brushRef="#br0" timeOffset="34827.35">1001 1312 1004 0,'0'-3'15'0,"0"-1"2"15,0 3 5-15,0-2 3 0,0 0-15 16,0 2-7-16,0-1 0 0,0-1-3 0,0 1-2 16,-9 0 4-16,9 1-5 0,-6 0 3 0,6 1-4 15,0 0 2-15,-4 0-4 0,4 0-9 0,-3 0-17 16,-1 0-17-16,4 0-28 0,-3 0-17 0,0 0-4 15,0 0-1-15,0 0 18 0,2 0 16 0,-2 0 24 16,0 9 18-16,3-9 17 0,-5 6 6 0,4-6 3 16,-2 0 0-16,1 0-3 0,-1 0 0 0,3 0 6 15,0 0 41-15,-3 0 55 0,3 0 27 0,-3 0 14 16,3 0-23-16,0 0-34 0,0 0-9 0,0 0-3 16,0 0-8-16,-3 0-15 0,1 0-11 0,1-6-14 15,-1 6-6-15,1-8-7 0,-1 8-3 0,1-6 5 16,-1 2-3-16,2 4 2 0,0-2 5 15,-3-2-10-15,3 1 1 0,0 3-4 0,0 0-5 16,0-3 6-16,0 2-2 0,0 1 14 0,0 0 1 16,0-2 8-16,0-1 3 0,0 3-11 0,0 0-1 15,0 0-5-15,0 0-5 0,0 0-2 0,0 0-2 16,0 0-4-16,0 0 6 0,0 0 3 0,0 0 5 16,0 0 3-16,0 0-2 0,0 0 4 0,0 0-7 15,0 0 1-15,0 0 1 0,0 0-9 0,0 0 5 16,0 0 2-16,0 0-8 0,0 0 9 0,0 0 8 15,0 0 0-15,0 0 10 0,0 0 3 16,0 0-5-16,0 0 5 0,0 0-5 0,0 0-8 16,0 0 0-16,0 0-4 0,0 0-5 0,0 0 4 15,0 0 2-15,0 0 4 0,0-10 12 0,0 10 7 16,0 0 3-16,0-6 0 0,0 6-4 0,0 0-8 16,0 0-3-16,0-7-11 0,0 7-3 0,0 0-9 15,0-4 1-15,0 4 0 0,0 0-5 0,0 0 8 16,0-2-4-16,0-3 2 0,0 2 8 0,0 3 0 15,0-1-2-15,0-3 3 0,0 3-5 0,0-1 1 16,0-1 2-16,-6 3 2 0,6-1-2 0,-4-3 1 16,2 2 1-16,1 0 0 0,-2-1 4 15,3 1 0-15,-3-1 2 0,3 0-5 0,0 1 6 16,-3-2 2-16,3 1-1 0,0-1 6 0,-4 0-4 16,1-1 7-16,2 3-3 0,1-2-5 0,-3 2-11 15,3-2-19-15,-3 4-8 0,3 0-7 0,-3 0-4 16,3 0 3-16,-3 0 2 0,3 0 3 0,0 12 4 15,0 1 1-15,0-2 4 0,0 4-2 0,0 2 3 16,0 3 2-16,0 2-8 0,9-1 7 0,-9 3-2 16,11 2-4-16,-5-2 7 0,1 1 3 0,2 2 1 15,-3-3 4-15,0 0 2 0,2 3-6 0,-3-1 3 16,1 1 0-16,0-4-2 0,-3 2 4 0,0-5-1 16,-3 2 8-16,1-5 3 0,-1-2 0 0,0-4 2 15,0 0-1-15,0-1 2 0,0-5 20 0,0-1 27 16,0 0 30-16,0-2 29 0,0-1 10 15,0-1 2-15,0 0-27 0,0 0-36 0,0 0-33 16,0 0-30-16,-7-11-12 0,7-1 2 0,-9-2-6 16,4-1-1-16,-1-2 6 0,-2-8-5 0,2 2 4 15,0-8 1-15,-1 1 4 0,1-1 0 0,3-4-1 16,-4-1-6-16,3 1-1 0,1 2 1 0,-3 1 6 16,1 2-5-16,2 4 1 0,-1-1-5 0,2 8 1 15,-1 0 7-15,0 7-10 0,3 2 4 0,-3 3-9 16,2 3-5-16,-1 1 2 0,2 3 0 0,0 0 4 15,0 0 2-15,0 0 0 0,0 18-2 0,0 0 7 16,12 1-1-16,-6 2-1 0,5 4 2 16,-4 3-3-16,3 0 0 0,0 3 7 0,2 2 2 15,-4 2-2-15,4 0 11 0,-4 2-8 0,1-3 4 16,-3 4 2-16,1-1-8 0,-4 0 7 0,1-3-12 16,-1-1-1-16,-3-3 8 0,0-4-7 0,0-2 8 15,0-2-2-15,0-3-1 0,0-4 4 0,0-4-3 16,0-2 5-16,0-3 11 0,0-1 19 0,-10-4 13 15,10-1 18-15,0 0-8 0,0 0-7 0,0 0-12 16,0 0-18-16,0 0-11 0,0 0-8 0,0-8-3 16,0-2 3-16,0 2 3 0,0-2-6 0,-6 1-2 15,6-4 6-15,0 0-9 0,0 2 5 0,0-1 1 16,0-4-14-16,0 3-3 0,0 1-23 16,0 0-15-16,0 0-17 0,0 1-19 0,0 2-32 15,0 0-44-15,0 1-64 0,0 3-81 0,0-3-63 16,0 5-88-16,0-1-191 0,0 0 14 0,0 2 118 15</inkml:trace>
  <inkml:trace contextRef="#ctx0" brushRef="#br0" timeOffset="37080.44">927 1248 1395 0,'0'-12'22'0,"0"3"33"0,-14-1 31 0,7-1 32 16,-2 0 8-16,-2-1 0 0,0-2-7 0,-1-1 4 16,-2 1 1-16,1 2 3 0,1 1-5 15,-5 1-24-15,3 5-20 0,-1-1-19 0,-2 6-8 0,1 0 11 16,-1 19 5-16,0 3 11 0,-6 6 1 15,-2 7-15-15,0 8-2 0,-4 6-15 0,2 6-17 16,1 4-5-16,1 3-2 0,2 1 11 0,5 2 10 16,4 0 1-16,5-1-16 0,3-2-23 0,6-3-12 15,0 1 5-15,15-1 1 0,2-5 7 0,2-1-11 16,6-5-11-16,2-8-41 0,5-2-7 0,-2-6 18 16,4-3 4-16,4-8 40 0,1-4-8 0,4-3-69 15,4-6-63-15,-2-4-62 0,5-4-59 0,3 0-14 16,-1 0-52-16,-2-12-205 0,0-2-18 0,-7 1 78 15</inkml:trace>
</inkml:ink>
</file>

<file path=ppt/ink/ink15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6:52.772"/>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0 382 1081 0,'8'-7'3'0,"-5"1"-3"15,-2-1 0-15,-1 2-7 0,3 0 0 0,1 0 3 16,2 0 6-16,-3-1 13 0,3-2 18 0,4-1 17 16,-1 1 7-16,5-4-5 0,3 1-18 0,3-2-15 15,2 2-11-15,3-3 1 0,4 1-3 0,1-2 0 16,2 2 1-16,4-3 1 0,2 2-4 15,-1-1 1-15,2 1-5 0,1 1-1 0,1 1 5 0,0-2 0 16,0 5-6-16,0-1 6 0,-2 1-9 0,1 1 0 16,-1 2 3-16,1-1-3 0,-1 0 4 15,-1 3-2-15,0-1 1 0,3 1-3 0,0 0 2 16,3 1 0-16,-4 0 6 0,4 0-1 0,0 1 3 16,3 0-3-16,-2 2-6 0,2 0 7 0,-1 0-2 15,1 0-1-15,0 0 0 0,2 0-1 0,-1 0-2 16,2 0 6-16,0 0-3 0,4 0 1 0,0 0 2 15,-1 0-1-15,4 0 3 0,-4 0-4 0,0 0 2 16,2 0-3-16,-2 0-1 0,0 0 3 0,-3 0 1 16,2 0-2-16,-2 0 2 0,-2 0-8 0,3 4 1 15,-1-4 6-15,-2 8 1 0,-1-3 2 0,3 0 5 16,2 0-8-16,-2 0 0 0,3 0 1 0,1 2-5 16,3-2 5-16,4 0-5 0,4 1 5 0,5 1-2 15,3 0-2-15,6-3-2 0,0 2 4 0,9 1 6 16,-4-3-3-16,5 1-4 0,-4 1 2 15,2 0-8-15,-5 1 4 0,0 1 6 0,-3-2-4 16,1 1 9-16,-1 0-7 0,3-3 5 0,0 2-6 16,2-3-7-16,4 1 8 0,-2-4 0 0,7 0-3 15,1 0 3-15,0 0-2 0,4 0-8 0,-1-13 5 16,5 1 1-16,5 3-3 0,3 1 9 0,4-2 2 16,1 2-8-16,0-1 23 0,-2 0 19 0,1 5 3 15,-3-3-1-15,-4 1-19 0,0 0-20 0,-5 0-9 16,1-1 6-16,-1 1 2 0,-1 1-8 0,1-1 16 15,0 3-2-15,-2-1-5 0,-4 1 2 0,-4 1-10 16,-4 1 2-16,-3-1 3 0,-7 2 2 16,-7 0-2-16,-4 0 0 0,-6 0-2 0,-3 0 1 15,-5 10 1-15,-2-10 0 0,-5 11-3 0,-2-1 1 16,-3-2 4-16,-2-8-1 0,-2 6 2 0,-1-6-3 16,2 6-1-16,0-6 3 0,3 0 2 0,5 0 0 15,4 0 0-15,5 0-7 0,5 0-2 0,3 0 4 16,4 0-4-16,-2-12 9 0,0 12-3 0,-4 0-6 15,-3 0 7-15,-2 0-4 0,-8 0 0 0,-1 0 2 16,-6 0 2-16,-1 0-8 0,-4 0 12 0,-4 0-2 16,-3 0 0-16,-2 8-6 0,1-8-5 15,-2 6 3-15,-2-6 1 0,-3 0 10 0,0 0-5 0,-1 0-3 16,0 0-3-16,-3 0 4 0,2 0-1 16,0 0 5-16,-1 0 1 0,3 0-10 0,0 0 4 15,5 0 5-15,2 0-1 0,2 0 0 0,2 0 1 16,1 0-6-16,2 0-2 0,0 0 7 0,2 0-2 15,-3 0-2-15,3 0 4 0,-2 0 0 0,-2 0-2 16,1 0 4-16,-1 0-1 0,-1 0-3 0,0 0-1 16,-3 0-3-16,0 0-2 0,-2 0 3 0,-1 0 3 15,-2 0-5-15,2 0 0 0,-3 0 9 0,-1 0-4 16,-2 0 3-16,-2 0 4 0,2 0-11 0,-3 0 0 16,-2 0 5-16,-3 0-1 0,-1 0 48 0,-2 0 45 15,-2 0 10-15,-2 0 0 0,-5 0-45 16,0 0-37-16,0 0-16 0,0 0 1 0,0 0-2 15,0-11-3-15,0 11 0 0,0-9-28 0,0 9-58 16,0-6-114-16,0 6-199 0,0 0-99 0,-12 0 61 16</inkml:trace>
</inkml:ink>
</file>

<file path=ppt/ink/ink15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4:23.679"/>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10222-2335 1632 0,'6'-8'7'0,"0"2"-1"0,-4 0 7 0,-1 1-4 15,-1 1-3-15,0-1 8 0,0 2 0 0,0 0 9 16,0 1-4-16,0 1-7 0,0 0-7 0,0 1-7 15,0 0-2-15,0 0-2 0,0 0 2 0,0 0-2 16,0 0 3-16,0 0-2 0,0 0 2 16,0 0 6-16,0 0-7 0,0 0 5 0,0 0-3 15,0 0-6-15,0 0 5 0,0 0 1 0,0 0-4 16,0 0 4-16,0 0 4 0,0 0-9 0,0 0 3 16,6 0-1-16,-6 0-4 0,5 0 4 0,-5 0-2 15,8 0 3-15,-4 8 1 0,1-8 1 0,1 9 10 16,-2-2-2-16,2-1 6 0,0 2 1 0,1 1-4 15,-1-4-1-15,-2 3 1 0,4 1 4 0,-4-2-5 16,2 1 1-16,-1 0-4 0,1 1 1 0,0-2 7 16,0 2 6-16,2-3 3 0,-2 1-7 0,-2 1-6 15,4-1-8-15,-3-1-1 0,1 0 3 0,-2-1-7 16,1-1 6-16,1 1-6 0,-2-1 1 16,1-2 5-16,-2 3 0 0,2-5-1 0,-4 1 2 15,1-1 6-15,-1 0 3 0,1 0 27 0,-2 0 20 16,1 0 23-16,2 0 15 0,0 0-1 0,0 0 1 15,0 0-19-15,2-12-17 0,4 3-26 0,-1-1-23 16,2-1-9-16,2 0-3 0,-1-2 1 0,3 0 1 16,-2 1-2-16,0 0 0 0,0-1 2 0,2 2-5 15,-4 2 3-15,-1-2-1 0,2 5-1 0,-3 0 4 16,1-1 1-16,-5 3 2 0,2-2-5 0,-3 3 3 16,2 0-3-16,-2 0 1 0,2 1-2 0,-4 0-8 15,2-1 0-15,0 3-5 0,-1-1 1 0,1 1 1 16,-2-1 3-16,1 1-6 0,-2 0-13 15,0 0-14-15,0 0-20 0,0 0-21 0,0 0-15 16,0 0-21-16,0 0-13 0,0 0-11 0,0 0-34 16,0 0 0-16,0 0 33 0,0 0 2 0,0 0-18 15,0 0-39-15,0 7-39 0,-9-7-2 0,9 8 84 16</inkml:trace>
  <inkml:trace contextRef="#ctx0" brushRef="#br0" timeOffset="755.15">10471-2278 975 0,'0'0'56'0,"0"-4"14"0,0 2 2 0,0-1 2 16,0 0-56-16,0 3-12 0,0-5 5 0,0 3-5 15,0 0 3-15,0-1-1 0,0 1-8 0,0-2-1 16,0 4 2-16,0-1-7 0,0 0 6 0,0-1 3 16,0 0-9-16,0 1 12 0,0-1-6 0,0 1-6 15,0 0 9-15,0-1-10 0,0 2 2 0,0 0 11 16,0 0-9-16,0 0 6 0,0-2 14 0,0 2 9 16,0 0 19-16,0 0 21 0,0 0 3 15,0 0 1-15,0 0 0 0,0 0-19 0,0 0-4 16,0 0-3-16,0 0-5 0,0 0 2 0,0 0-3 15,0 0-5-15,0 0-1 0,0 0-5 0,0 0-1 16,0 0 0-16,0 0-5 0,0-7 3 0,0 7-5 16,0 0 0-16,0-6-4 0,0 6-11 0,0 0 3 15,0 0 0-15,0-7-2 0,0 7 0 0,0 0-4 16,0 0-2-16,0 0 2 0,0 0 0 0,0 0 1 16,0 0-4-16,0 0 3 0,0 0 5 0,0 0-7 15,0 0 7-15,0 0-3 0,0 0-1 0,0 0 8 16,0 0-8-16,0 0 4 0,0 0-3 15,0 0-1-15,0 0 6 0,0 0-6 16,0 0-2-16,0 0-1 0,0 0-4 0,0 0 3 0,0 0 1 16,0 0 1-16,0 0-4 0,0 0-4 0,0 0-1 15,0 0-3-15,0 0-1 0,0 0 6 0,0 0-1 16,0 7 3-16,0-7 5 0,0 6-5 0,0-3 5 16,11 1-2-16,-11-2 0 0,9 2 4 0,-9-1-3 15,6 2 0-15,2-2-2 0,-4 1 0 0,-1 0 0 16,0-1 2-16,2 2-6 0,-1-2 7 15,1 2-5-15,-2-3-1 0,3 2 5 0,-1 1-10 0,-2-3 9 16,0 3-2-16,1-2 4 0,-1 2 9 16,2-3-4-16,-4 3-3 0,2-1 0 0,0-2-9 15,0 0 6-15,2 3 4 0,-2-3-1 0,0 1 6 16,0-2-6-16,2 1 5 0,-1-1-1 0,1 0 8 16,2-1 96-16,-1 0 52 0,7 0 21 0,0 0-4 15,2 0-90-15,5-15-52 0,3 2-19 16,1 0-3-16,1-1 2 0,-3 0-3 0,3 1 1 0,-4-2-10 15,0 2-6-15,-3 0 3 0,-1 2-1 0,-3 2 4 16,-1 0 3-16,-5 3-2 0,0 2-1 0,-4 2-2 16,-2 0-24-16,-2 0-70 0,0 2-82 0,0 0-98 15,0 0-122-15,0 0-122 0,0 0-70 0,0 0 99 16,-11 0 143-16</inkml:trace>
  <inkml:trace contextRef="#ctx0" brushRef="#br0" timeOffset="65969.3">124 40 1624 0,'0'-4'17'0,"0"-4"8"16,0 5 19-16,-15-4 17 0,3 4 5 0,1-1 5 16,2 2 1-16,0-1-7 0,9 0-14 0,-9 1-13 15,3 2-15-15,6 0-13 0,-6 0-5 16,3 0-6-16,3 0-8 0,-5 0 0 0,2 0-3 0,3 0 4 15,-3 0-1-15,0 14 3 0,0-3 2 16,-1 1-4-16,1 1 6 0,-4 1-1 0,4 1-2 16,2-1 5-16,-2 2-3 0,1-4 0 0,2 1-1 15,0 0-2-15,0-3-1 0,0 0 5 0,0-2-1 16,9-1 2-16,-9-2 5 0,13-3-1 0,-13 3 1 16,7-5 5-16,1 1 1 0,-8-1 5 0,7 0 16 15,-1 0 12-15,1 0 12 0,-1 0 5 0,0-13-3 16,1 2-3-16,1-4-11 0,-1 3 2 0,0-2-8 15,-3 1 2-15,1-2 15 0,-2 4 7 16,-3 1 12-16,0 3-10 0,0-2-11 0,0 5-25 0,0-3-13 16,0 7-9-16,-11-1-8 0,11 1-4 15,-11 0-2-15,11 0 0 0,-9 0-7 0,2 0 3 16,7 0-1-16,-11 0-1 0,4 12 7 0,-3-1 3 16,1 3-5-16,0-2 2 0,2 3-6 0,-3 1-9 15,6-2-1-15,-2 0-8 0,3-1-7 0,3-3 1 16,0 0 2-16,0-3 9 0,0 1 21 0,0-5 5 15,12 0 4-15,-1-1 7 0,-4-2-1 0,2 0 1 16,0 0 2-16,1 0-3 0,-1-13-3 0,1 0-1 16,2-3-1-16,-1 4 1 0,0-4 3 0,-4-1 2 15,2 4 7-15,-4-2 14 0,-4 2 8 0,-1 0 13 16,0 5 0-16,0 1-17 0,0 0-16 0,0 1-13 16,-13 3-10-16,13 0 2 0,-12 3-3 0,4 0-7 15,-1 0-2-15,9 0-3 0,-8 0 2 16,2 0 7-16,0 12 1 0,-1-2 4 0,1 1 0 15,-2 3-2-15,-1-1 3 0,3 4-11 0,-2-2 2 16,2 1-2-16,2-3-9 0,0-1 3 0,3 0-5 16,1-5-10-16,0-1 6 0,0 2 10 0,0-7 8 15,0-1 11-15,0 2 4 0,9-2-1 0,-9 0 9 16,9 0 8-16,-9 0 0 0,6 0 6 0,2-16 3 16,-2 4 7-16,-2 0 18 0,1-3 3 0,0 3-2 15,-2-3-13-15,0 3-15 0,-3 1-19 0,0 1-4 16,0 0-8-16,0 3-4 0,0 2 2 0,0 0-37 15,-11 1-68-15,11 2-94 0,0 2-98 0,0 0-30 16,-9 0-92-16,9 0-127 0,0 0 103 16</inkml:trace>
  <inkml:trace contextRef="#ctx0" brushRef="#br0" timeOffset="67722.1">2225-141 2267 0,'0'-10'45'0,"-14"2"49"0,2-3 47 0,12 3 51 0,-11 2-3 16,4 0-24-16,7 2-37 0,-8-1-57 0,8 3-52 16,0 0-30-16,0 2-17 0,0 0 2 0,0 0 8 15,0 0 4-15,0 0 5 0,0 11 7 0,0 0 2 16,0 0 1-16,0 6 2 0,11-2-3 0,1 4 1 16,0 1-2-16,0 0 4 0,2-1-6 0,-1 1 4 15,0-6-1-15,-1 3-1 0,-3-5 6 0,-2 0-10 16,1-2 7-16,-2-2-2 0,-1-3 6 0,-1 0 2 15,1-3 0-15,-4 1 2 0,2-3-3 16,-3 0 7-16,2 0 5 0,-2 0 11 0,1 0 15 16,1 0-6-16,-1-11-7 0,2 1-10 15,1-1-19-15,-1 1 1 0,1-2-3 0,1-3-1 0,-1 3-1 16,1-1-2-16,1 2-1 0,-3 0-4 0,1 4-1 16,-1 0-8-16,2 3 2 0,-2 3 1 0,0-2 2 15,3 3 7-15,0 0 0 0,5 0 3 0,0 0 5 16,-1 0-3-16,5 11-2 0,-1-11-3 0,1 11-4 15,0 0 0-15,1-3 5 0,-4 1 1 0,0-2 5 16,-3-1 0-16,2-1-4 0,-4 0 6 16,-1 1-3-16,0-4 2 0,-1 1 10 0,-4-3-1 0,2 0 47 15,-1 0 62-15,0 0 37 0,-2 0 42 16,0 0-31-16,0 0-64 0,0-13-47 0,1 0-40 16,1-4-24-16,-1 0 11 0,2-4-4 0,0-3-2 15,0-3 6-15,-3-1-7 0,3 0 0 0,-1-2-15 16,-2 2-22-16,0 3-30 0,0-1-36 0,0 5-43 15,0 2-77-15,3 2-98 0,-3 5-104 0,0 2-76 16,1 5 15-16,2 1-148 0,-1 4 110 0,2 0 128 16</inkml:trace>
  <inkml:trace contextRef="#ctx0" brushRef="#br0" timeOffset="68135.95">2805 28 2304 0,'10'4'13'15,"-5"0"10"-15,0-4 25 0,-1 0 31 0,-1 0 17 16,-3 0 10-16,3 0-10 0,-3 0-37 0,0 0-29 16,0 0-8-16,2 0-14 0,-2 0 9 0,0 0-4 15,0 0-2-15,0 0-3 0,0 0-3 0,0 0 2 16,0 0-6-16,0 0 3 0,0 0 1 0,0 0 0 16,0 0 2-16,0 0-2 0,0 0 3 0,0 0-2 15,0 0-1-15,0 0 1 0,0 0-6 0,0 0 4 16,0 0-4-16,0 0-3 0,0 0-1 0,0 0-2 15,0 0-3-15,0 0 0 0,0 0-5 0,0 0 0 16,0 0 0-16,0 0-5 0,0 0 1 16,0 0-4-16,0 0 4 0,0 0 4 0,0 7 6 15,0 3 5-15,0 0 4 0,0 0 6 0,0 3-1 16,-12 3 9-16,-1 3-1 0,3 0 1 0,-2 3-6 16,0-1-6-16,1-1-8 0,-1 0-3 0,3-3 2 15,3-2-5-15,1-4 4 0,5-1 1 0,0-3 1 16,0-3 2-16,0-1-2 0,0 1 7 0,0-4 1 15,0 1 32-15,0 2 63 0,14-3 23 0,-4 0 15 16,4 0-22-16,3 0-58 0,-1 0-26 16,7 0-13-16,1-13-7 0,5 4-2 0,3-3-1 15,2 1-43-15,1-2-74 0,6-2-101 0,-2 0-127 16,2-1-144-16,0 1-277 0,-3-4 99 0</inkml:trace>
  <inkml:trace contextRef="#ctx0" brushRef="#br0" timeOffset="68465.72">4100-27 2897 0,'5'0'3'0,"-1"0"-1"16,-4 0-1-16,0 0 2 0,0 0-4 0,0 0-4 15,0 0-25-15,0 0-110 0,0 0-153 0,0 0-96 16,0 0-306-16,0 0 107 0</inkml:trace>
  <inkml:trace contextRef="#ctx0" brushRef="#br0" timeOffset="69347.97">5589-205 1958 0,'-8'-9'33'0,"-1"-2"31"0,1-2 44 0,-1 5 45 0,3-3 11 16,2 2 8-16,-3 1-5 0,1 1-11 0,2 1-16 15,1 3-39-15,3-2-39 0,-3 4-42 0,3 1-30 16,-3 0-15-16,3 0 1 0,0 0 0 16,0 0 1-16,0 0 13 0,0 11-1 0,0 1 5 15,13 2-1-15,0 1 7 0,-6-1 2 0,5 4-1 16,2 3 2-16,0 0-7 0,-1 2-1 0,-1-1 6 16,2-1-1-16,-2 0 1 0,2 0 0 0,-3-3-3 15,1-1 3-15,-2 0 0 0,-1-5 3 0,2 1 3 16,0-3 1-16,-2 0 2 0,-3-6 4 0,2 2 45 15,-2-4 51-15,0-1 37 0,1-1 5 0,-1 0-41 16,0 0-54-16,2-16-9 0,-2-1 5 16,2-2-7-16,1-3 2 0,-3-2-29 0,1-3-23 15,0-1 14-15,-1 0-10 0,-2 1 1 0,2 2 4 16,0 2-14-16,-3 4 8 0,2 2-5 0,-5 8 0 16,3 0-4-16,3 4-5 0,0 5 13 0,-4 0-9 15,4 0 7-15,3 0 5 0,-2 10-3 0,6 3 5 16,3 0-1-16,4 5-2 0,3-2-6 0,-2 2 2 15,5 2 3-15,-3-1 0 0,2 1 0 0,-3-2 1 16,-3-2-1-16,-2-1-3 0,-2-2 9 0,-1-5-6 16,-5 2 8-16,-1-4 7 0,-5-5 31 0,3-1 66 15,-6 0 27-15,0 0-4 0,0 0-35 0,0-17-70 16,0-4-39-16,0-1 1 0,0-4 13 16,0-3 0-16,0-4 12 0,0-4-4 0,0-2-6 15,0 2 5-15,0 0-7 0,-9 7 1 0,9-2-16 16,-6 6 2-16,6 4-24 0,0 2-52 0,0 10-50 15,0 2-74-15,0 3-74 0,0 3-11 0,0 2-6 16,0 0-17-16,0 0-30 0,12 0-111 0,1 13-251 16,-2-5 94-16</inkml:trace>
  <inkml:trace contextRef="#ctx0" brushRef="#br0" timeOffset="69635.92">6532-157 3117 0,'6'-10'5'0,"-2"10"10"16,-4-7 15-16,3 7 12 0,-3 0-5 15,0 0-16-15,0 0-23 0,0 0-15 0,0 0-2 16,0 0 2-16,0 15 7 0,0-3 5 0,0 4-3 16,0 0 7-16,0 5 7 0,14 2 2 0,-5 3 7 15,0 2-1-15,-1 3-7 0,-2-2-7 0,2 1-1 16,-2-1 0-16,0-1 4 0,0-3 3 0,-2-5-3 15,2 0 3-15,-3-3 1 0,2-4-2 0,-3-2 2 16,-1-3 5-16,2 1-2 0,-3-7 1 0,0 0 8 16,0-2-7-16,0 0-16 0,0 0-47 0,0 0-105 15,0 0-98-15,0 0-88 0,0-10-79 16,0-1-105-16,-11 2-58 0,-1-2 100 0</inkml:trace>
  <inkml:trace contextRef="#ctx0" brushRef="#br0" timeOffset="69915.39">6670-21 2315 0,'8'-12'34'0,"-2"4"34"16,0-2 48-16,-2 4 37 0,-1 1 12 0,-3 0-9 16,0 1-32-16,3 1-25 0,-3 3-39 0,0 0-22 15,0 0-19-15,0 0-12 0,0 0-7 0,0 0-3 16,0 0 12-16,0 0 13 0,0 8 17 16,0-8 21-16,0 9 2 0,0 1 7 0,-10-2-3 0,1 3-15 15,-2-1 1-15,-1 2-12 0,-2 2-10 0,0 2-12 16,1-2-11-16,-2 2-5 0,-2-1-5 15,6 0-2-15,-1-2 5 0,1-2-5 0,5 0 2 16,3-3 8-16,3-1-7 0,0 2 2 0,0-5 3 16,13 3-1-16,0-4 8 0,1 2 1 0,6-3 0 15,-1 0-1-15,4-2-9 0,6 0 9 0,1 0-2 16,1 0-3-16,4 0 4 0,-2-11-26 0,4 11-50 16,-4-12-90-16,-1 3-141 0,-2 9-122 0,-7 0-133 15,-3 0-275-15,-4 0 140 0</inkml:trace>
  <inkml:trace contextRef="#ctx0" brushRef="#br0" timeOffset="66856.73">448 283 1815 0,'0'-13'19'15,"0"3"20"-15,0 0 24 0,0 2 22 16,0 3 3-16,0-3 2 0,-12 0-13 0,12 0-14 0,-8 4-11 15,8-4-24-15,0 3-10 0,0 3-9 0,0-3-14 16,0 4-9-16,0-2-8 0,0 2-5 16,0 1-2-16,0 0 10 0,0 0 8 0,0 0 3 15,0 0 7-15,0 11-3 0,12-1-2 0,-3-2 4 16,3 3-3-16,1 2 1 0,0-1 4 0,1 3 2 16,0-1-1-16,-1 2 3 0,1-3-4 0,0 2 0 15,-1-2 4-15,1 0-3 0,-3-4 4 0,1 1-4 16,-3-5 6-16,-3 1 17 0,3-5 62 0,-4-1 64 15,-2 0 36-15,0 0-9 0,1 0-62 0,-1-11-63 16,2-3-38-16,-1-1 3 0,-1 0 13 0,0-5 3 16,2-1-1-16,-2-2-11 0,-1 0-13 0,1-1 8 15,-3 1-9-15,1 1 5 0,1 1-2 16,-1 2-16-16,1 2 3 0,-2 3-6 0,0 0-4 16,3 6 0-16,-3-1 2 0,1 5-7 0,1-1-1 15,-1 5 6-15,1 0-1 0,2 0 7 0,1 0 5 16,1 0 4-16,3 12-7 0,2-12 7 0,-1 11-6 15,3-1-3-15,0-1 5 0,1 2-1 0,0-3 3 16,-1 1 2-16,-2-1 1 0,-1 1-7 0,0-2 2 16,-3-1 5-16,-1-1-2 0,0-3 17 0,-3 1 0 15,-1-2 42-15,-1-1 57 0,1 0 40 0,-2 0 41 16,0 0-34-16,0 0-59 0,0-12-61 0,0-3-36 16,0 1-21-16,0-3 6 0,0-3 6 15,0-1 3-15,0-2 4 0,12-1-2 0,-3 1-6 0,-9-1-4 16,8 4-7-16,-1 3-16 0,-2 3-27 15,-5-1-63-15,7 5-77 0,-7 3-99 0,5 2-24 16,-2 4 43-16,-3 1 13 0,6 0 33 0,0 0-73 16,3 0-260-16,0 10 23 0,5 1 84 0</inkml:trace>
  <inkml:trace contextRef="#ctx0" brushRef="#br0" timeOffset="67039.69">1212 155 2384 0,'0'1'26'0,"0"-1"21"0,0 0 24 0,0 0 17 16,0 0-21-16,0 0-23 0,0 0-26 0,0 0-21 16,0 0-9-16,0 8 1 0,0-8 1 0,0 9 3 15,0-1 4-15,0 0 6 0,0 2 3 0,0 1 1 16,0 3 0-16,0 0-12 0,0 2-44 0,10 4-47 16,-2-2-67-16,-8 1-74 0,8 1-92 0,-2 1-235 15,-2-4 46-15,-4 3 81 0</inkml:trace>
  <inkml:trace contextRef="#ctx0" brushRef="#br0" timeOffset="71431.58">726 621 618 0,'0'0'59'16,"0"0"43"-16,0 0 22 0,0 0 22 0,0 0-48 15,0 0-28-15,0 0-3 0,0 0-1 0,0 0-5 16,-9 0 16-16,9 0 8 0,0 0-10 16,-9 0 7-16,9 0-22 0,-8 0-22 0,3 0-11 15,-1 0-6-15,3 0-4 0,-1 0 7 0,2 0 1 16,-1 0 2-16,2 0-2 0,-2 0-3 0,1 0 2 15,2 0 3-15,-3 0 1 0,3 0-6 0,-1 0-6 16,-1 0-12-16,0 0-1 0,1 0-6 0,1 0 3 16,0 0 4-16,0 0-9 0,-2 0 6 0,2 0-3 15,0 0-7-15,0 0 6 0,0 0-1 0,0 0-4 16,0 0 2-16,0 0 0 0,0 0 1 0,0 0 2 16,0 0 3-16,0 0-3 0,0 0-4 0,0 0 2 15,0 0 2-15,0 0 1 0,0 0 3 16,0 0 0-16,0 0-3 0,0 0 3 0,14 0-2 15,-2 3 4-15,0 2-2 0,2-2 2 0,3 0 3 16,-1-1-7-16,4 1 6 0,3-1-2 0,0-2 2 16,3 0 4-16,-2 0-3 0,3 0-1 0,1 0-1 15,2 0-1-15,-1-11 2 0,3 11-1 0,-2-14-2 16,2 3-1-16,0 1-6 0,-2 3-6 0,-2-3-21 16,-3 3-22-16,-3 2-18 0,-3 5-25 0,-2-8-5 15,-6 8-27-15,-2 0-42 0,-2 0-82 0,-4 0-143 16,-1 0 46-16,-2 0 64 0</inkml:trace>
  <inkml:trace contextRef="#ctx0" brushRef="#br0" timeOffset="72867.05">1192 875 1369 0,'0'-17'20'0,"0"3"38"16,0 3 18-16,0 1 21 0,0 4-6 0,0 4-35 0,0-2-26 16,0 1-27-16,0 3-25 0,0 0-7 15,0 0 0-15,0 0 7 0,0 11 5 0,0 0 8 16,0 2 2-16,0 0 4 0,0 6-2 0,0 3 0 16,0-1 2-16,0 3 0 0,0 0-1 0,0 0-1 15,0 0-3-15,0-1 4 0,6-1 3 0,-1-2-1 16,-2-3 6-16,1-3-6 0,-2 0 2 15,1-3 3-15,1-1-1 0,-2-4 3 0,-1 0 1 0,1-2 5 16,-1-2 6-16,-1-2 11 0,3 0 42 16,-3 0 30-16,0 0 25 0,0 0 21 0,2 0-26 0,-2 0-37 15,0 0-29-15,0 0-33 0,0-11-19 16,0 2 0-16,0 9-4 0,-14-10-3 0,4 1-1 16,1 3 0-16,-1 6-2 0,1-8-1 0,2 8-5 15,-1 0 2-15,1 0-1 0,0 0-3 0,0 0 2 16,2 0-2-16,1 0-1 0,-1 0 7 0,4 12 0 15,-2-2 4-15,-2 1 4 0,4-2-2 0,-2 2 5 16,1 1-5-16,2 2 4 0,0-1-1 0,0-4-1 16,0 2 3-16,0 0-2 0,0-4 2 0,0 2 3 15,11-2 1-15,-4-3 0 0,-7 0 1 0,11-1 2 16,-2-3 19-16,0 0 23 0,2 0 9 0,-1 0 4 16,4 0-15-16,3-18-20 0,2 2-9 15,1-2-6-15,3-2 0 0,0-6-3 0,-2 3 2 16,0-2-5-16,-1-3-1 0,-2 0-1 0,-1 3-4 15,-6 1 5-15,1-2-4 0,-3 4-11 0,-3-1-11 16,2 3-38-16,-2 4-34 0,-3 5-45 0,1 0-61 16,-2 5 3-16,1 2 22 0,-2 4-27 0,2 0-119 15,0 0-90-15,0 0 13 0</inkml:trace>
  <inkml:trace contextRef="#ctx0" brushRef="#br0" timeOffset="72003.73">2442 524 2062 0,'-15'4'-1'0,"-1"-4"4"16,3 0-3-16,1 0-1 0,3 2-6 0,2-2-15 15,0 0 4-15,5 0-3 0,2 0 7 0,0 0 12 16,0 0 1-16,0 0 7 0,17 0 2 15,1 0 1-15,5 0-1 0,4 0 1 0,5 0-1 16,5 0-2-16,4-11 3 0,1-1-6 0,4 1-3 16,-1-1-2-16,1-1-27 0,1 1-32 0,-4 0-40 15,-2-3-49-15,0 3-69 0,-5 1-120 0,-4 4-71 16,0-1 53-16</inkml:trace>
  <inkml:trace contextRef="#ctx0" brushRef="#br0" timeOffset="73591.62">2907 510 1967 0,'0'-8'24'0,"0"1"26"0,0 0 30 16,0 1 30-16,0 0-6 0,0 1-20 0,0 3-35 16,0 0-42-16,0 2-26 0,0 0-13 0,0 0-2 15,0 0 9-15,0 0 3 0,0 9 11 0,0 0 7 16,0 2 1-16,0 3 2 0,9 0-1 0,-9 3 3 16,10 0-1-16,1 4 5 0,0 0-4 0,-7 2-3 15,5-2 2-15,-3 3-3 0,-1-4 1 16,2-3 3-16,1 1 4 0,-3-4 0 0,1 0-1 15,-2-4 0-15,1-3-5 0,-4-1 1 0,2-1 3 16,-1-2-2-16,1-1 4 0,-2 1 2 0,1-1 0 16,-1-2 8-16,3 1 3 0,-4-1-2 0,0 0 7 15,0 0-1-15,0 0 0 0,0 0 2 0,0 0-10 16,0 0-7-16,0 0-6 0,-16-11-2 0,6 2 1 16,-1 0 1-16,-1-1 0 0,0 0-2 0,-2 2 21 15,0-2 13-15,2 1 11 0,0 3-1 0,-2 1-21 16,4 5-14-16,-2 0-12 0,1 0-5 15,3 0-4-15,-1 0 0 0,2 0-1 0,-1 11 6 16,2-2 3-16,2-2-2 0,-1 0 8 0,3 6-2 16,-1-2-2-16,2 1 4 0,1 2-1 15,0 0-3-15,0 0 6 0,0-1-1 0,12 2-3 0,-3-3 2 16,0 2 4-16,0-3-1 0,1-3 5 0,-1 1 2 16,0-3 0-16,0-1 13 0,5-5 16 0,-4 0 9 15,5 0 0-15,2-16-11 0,1 4-18 0,4-5-7 16,2-2-1-16,0-3-1 0,3-2-3 0,1-6-27 15,1-2-68-15,1 1-66 0,0-3-73 0,-2 0-75 16,-1 1-170-16,-1 1-110 0,-3 2 75 0</inkml:trace>
  <inkml:trace contextRef="#ctx0" brushRef="#br0" timeOffset="81999.68">2720 2232 1585 0,'-15'-6'27'0,"5"2"16"0,10 0 17 0,-10-1 17 0,1 3-8 0,3-3 1 16,0 2 0-16,6-3 4 0,-6 3-7 16,1-2-8-16,2 1-4 0,0-3-8 0,0 4-3 0,0-2 1 15,0 0-6-15,1 0-2 0,-1 2-3 16,0-4 4-16,2 3 3 0,-2-2-6 0,1-1 2 16,-1 5-4-16,2 0-7 0,1-3-2 0,-3 2-5 15,3 0-16-15,0 1 1 0,-2 2-11 0,2 0-3 16,0 0 6-16,0 0-3 0,0 0 4 0,0 0-2 15,0 0-3-15,0 0 3 0,0 0 0 0,0 0-1 16,0 0 4-16,0 0-4 0,0 0 5 0,0 0 1 16,0 0-5-16,0 0 3 0,0 0-4 0,0 0 3 15,0 0-2-15,0 0 2 0,0 0 5 0,0 0 0 16,0 0 3-16,0 0-5 0,0 0-1 0,0 0 0 16,9 0 2-16,-9 0 2 0,12 0-1 0,-4 0 0 15,1 0 0-15,0 0-2 0,0 0-1 16,0 0 3-16,2-10-1 0,3 3 7 0,2 0-2 15,-1-2-2-15,4 1 2 0,-1-1-5 0,5-1 1 16,3 1 4-16,-1 0-3 0,3-1-1 0,1 0 2 16,-1 2-4-16,1-5 1 0,0 2 1 0,-2-1-2 15,1 1-2-15,-1 0-3 0,-4 1-1 0,1 2-2 16,-4 0 4-16,-5 1-1 0,2 1 0 0,-2-1 1 16,-3 2 1-16,-1 2 3 0,-1 0 2 0,-2 1 2 15,0 0 2-15,-5 2 1 0,1-2-3 0,-4 2 4 16,2 0-3-16,-2 0-2 0,0-5 6 0,0 5-6 15,0 0 0-15,0 0-1 0,0-1-8 0,0-1-1 16,-9 1-3-16,-2-1-15 0,11 0-35 16,-9 2-53-16,-3 0-60 0,4 0-46 0,-6 0-36 15,2 0-44-15,-1 0-111 0,-3 13-32 0,0-1 76 16</inkml:trace>
  <inkml:trace contextRef="#ctx0" brushRef="#br0" timeOffset="82326.81">3019 1833 1851 0,'0'-7'24'0,"-11"-1"16"16,11 1 17-16,-13-2 29 0,5 3 2 0,-3 0 12 16,2-1 6-16,3-2-3 0,-3 1-3 15,5 1-4-15,-4 1-7 0,2-1 1 0,3 4-10 16,-3-3-15-16,1 2-9 0,2 0-26 0,0 0-20 0,3 2-12 16,-3-1-18-16,3 1 2 0,0 2-5 15,0 0 5-15,0 0 0 0,0 0 1 0,0 0 7 16,0 0-3-16,0 0 6 0,12 0 2 0,-1 0 7 15,3 0-1-15,-4 0 5 0,7 7-1 0,3-7-5 16,2 8 4-16,4-8-1 0,-1 4-3 0,0-4-2 16,1 6-3-16,0-3-6 0,-3 4 2 0,-2-3-3 15,-1 1-2-15,-5 1 5 0,-1 0 1 0,-7-1 3 16,-1 6 7-16,-3-3-1 0,-3 1 3 0,0 8 5 16,-12 2-5-16,-3 1 0 0,-2 6 2 0,-2 2-2 15,-4 2 5-15,0 3 0 0,-1 0-22 16,-1 1-56-16,4-4-68 0,1-2-68 0,1-1-51 15,7 0-34-15,-4-5-100 0,7-1-137 0,2-5 68 16</inkml:trace>
  <inkml:trace contextRef="#ctx0" brushRef="#br0" timeOffset="83570.89">4515 1765 1585 0,'4'-10'29'16,"3"1"15"-16,-4 5 20 0,-3-1 16 0,3 1-10 15,-3 0 0-15,0 0-12 0,0 4-11 0,0-5-17 16,0 5-19-16,0-2-6 0,0 2-4 0,-11 0-7 15,11 0 2-15,-12 0 0 0,4 0-5 0,-1 0-1 16,-2 0 1-16,2 13 0 0,-3 0 3 0,-1-2 5 16,-1 4 4-16,0-2-3 0,2 0 2 0,1 0 2 15,-1 2-5-15,2-4 2 0,-1 2 4 0,2-1-5 16,0 0 4-16,4 0 1 0,-5-1-6 0,5-2 4 16,1 4-8-16,-4-6 1 0,3 0 4 15,1 0-3-15,4 0 5 0,-3-5 0 0,0 0-1 16,3 3 1-16,-3-3-4 0,3 0 1 0,0-2 2 15,0 2-1-15,0 0 0 0,0-2 0 0,0 0-3 16,0 0 4-16,0 0 6 0,0 0-2 0,0 0 2 16,0 0 2-16,0 0-2 0,0 0 10 0,0 0 2 15,0 0 2-15,0 0 7 0,0 0 4 0,0 0 5 16,0 0 1-16,0 0-1 0,0 0-2 0,0 0 0 16,0 0 4-16,0 0-5 0,0 0-5 0,0 0-7 15,0 0-15-15,0 0-5 0,0 0-3 0,0 0 1 16,0 0 0-16,0 0 4 0,0 0 5 15,0 0 2-15,0 0 10 0,12 0 5 0,-2 0 0 16,-2 0-9-16,4 0-6 0,-3 0-8 0,2 0-5 16,3 0 3-16,-2 0-5 0,-2 0 0 0,1 0 1 15,-2 0 1-15,2 0-1 0,-2 0 0 0,-2 0 3 16,0 0-4-16,2 0 4 0,-5 0 4 0,5 0-8 16,-6 0 10-16,3 0-2 0,1 0-3 0,0 7 6 15,-2 1-1-15,4-3-3 0,-3-1-41 0,1 3-50 16,3-1-56-16,-4-2-74 0,1 3-43 0,2-4-123 15,-4 4-136-15,-1 1 75 0</inkml:trace>
  <inkml:trace contextRef="#ctx0" brushRef="#br0" timeOffset="82995.5">4225 1733 1867 0,'-6'-8'27'0,"-2"-1"23"0,2 1 25 16,3 0 29-16,-6 0-9 0,4 4-17 0,-1-1-27 16,2 1-34-16,2 3-29 0,-1 1-7 0,3 0-10 15,0 0 1-15,0 0 9 0,0 0 0 0,0 10 6 16,0 1 6-16,0 1 0 0,0 3 4 0,0 5 2 16,9 2-3-16,-9 4 3 0,9 4-4 0,-9 1 6 15,0 3 6-15,0-3 3 0,0 3 2 16,0-2-9-16,0-1 2 0,0-1-6 0,0-2 5 15,0-2 2-15,0-3-9 0,0 1 3 0,0-7-5 16,0 3 3-16,0-8 4 0,0-1-4 0,0-1 2 16,0-3 1-16,0-2 1 0,0-1-1 0,0-1 4 15,0 0-3-15,0 0-2 0,0-1 7 0,0-1-4 16,0 0 3-16,0 2 0 16,0-3-3-16,0 0 9 0,0 0-1 0,0 0 2 0,0 0 8 0,0 0 16 15,0 0 13-15,0 0 22 0,0 0 15 0,0 0-9 16,0 0 1-16,0 0-6 0,0 0-11 15,0 0-16-15,0-10-15 0,0 10-22 0,0-8-7 0,0 1-13 16,0 0-31-16,0 1-34 0,0-3-47 16,0 0-44-16,0-4-44 0,0 2-57 0,0-2-128 15,0-4-156-15,0 1 64 0,0-2 97 0</inkml:trace>
  <inkml:trace contextRef="#ctx0" brushRef="#br0" timeOffset="84206.7">5080 1479 2208 0,'0'-13'31'16,"0"2"31"-16,0 0 19 0,0 5-2 0,0 0-38 15,0 5-45-15,0 1-25 0,-11 0-9 0,11 0 2 16,0 0 13-16,0 11 9 0,0-1 7 0,0 4 4 16,0 2 5-16,0 5-3 0,11 1 3 0,-2 6 3 15,-9 1-8-15,11 1 2 0,-4 2 0 0,-1 1 2 16,0-2 3-16,0-2-3 0,-3 0 0 0,2-4 0 16,1 0 3-16,-3-4-1 0,2-2 1 0,-2-2 1 15,3-1-1-15,-3-4-2 0,0-1 1 0,0-3-3 16,-3 0 3-16,3-5 3 0,-2 2 3 15,-1-3 8-15,3 1 1 0,-3-2 27 0,0-1 28 16,0 0 13-16,0 0-2 0,0 0-26 0,0 0-34 16,0-11-12-16,0 0-7 0,-10 0-6 0,1 0 3 15,-2-3-14-15,-1 3 2 0,1 1 2 0,-1-1-9 16,2 3 5-16,-4 8-3 0,0 0-3 0,-1 0 2 16,1 0 4-16,1 0 4 0,-1 19 4 0,2-2 1 15,-2 3-5-15,1 1 7 0,0 3 4 0,3-3-7 16,-1 6 7-16,2 0-6 0,3 0-4 0,1 1 8 15,2-4 3-15,3 1-8 0,0 0 1 0,0-3 2 16,0-4-7-16,11-1 9 0,-11-4 4 0,14-2 2 16,-5-4 7-16,-2-1 15 0,2-4 29 0,-1-2 21 15,4 0 27-15,-1 0 4 0,1 0-19 16,2-15-24-16,2-2-27 0,7-2-25 0,0-5-5 16,0-4-5-16,4-4-1 0,2 0 1 0,-2-1-4 15,-4-1 8-15,3 0-2 0,-5 5-2 0,-3 1-21 16,-1 1-50-16,-3 6-66 0,-5-2-60 0,-2 5-51 15,-1 2-42-15,-2 1-46 0,-4 5-221 0,0-1-19 16,0 6 89-16</inkml:trace>
  <inkml:trace contextRef="#ctx0" brushRef="#br0" timeOffset="74342.95">5766 333 1547 0,'-10'4'25'0,"1"0"28"0,-2-1 29 0,-1 1 29 15,1-2-4-15,2 2 6 0,-2-3-3 16,2 1-1-16,-1 0 2 0,4-2-19 0,-2 0-20 16,2 0-30-16,0 0-30 0,3 2-15 0,1-2-14 15,2 2 1-15,0-2 6 0,0 2-1 0,0-1 13 16,0-1 0-16,17 0 5 0,3 0 4 0,7 0-6 15,6 0 2-15,10-16-3 0,13 3-1 0,10-4 2 16,9-2 0-16,7-1 2 0,11-4-2 0,3 3 4 16,4-7-4-16,2 4-5 0,-4 0-3 0,-2-1-6 15,-6 4-2-15,-5 3 6 0,-9-2 1 0,-9 7 1 16,-8-1 3-16,-9 3-2 0,-11 1 5 16,-7 6 6-16,-12 0 4 0,-3-2 0 0,-7 2 0 15,-4 2-7-15,-6-2-6 0,0 0 0 0,0 2-3 0,0 0 0 16,0-3 2-16,-13 2 1 0,4-2-15 15,9 2-41-15,-11 0-59 0,2-1-58 0,-2 3-70 16,2 1-86-16,3 0-187 0,-8 0 35 0,-2 0 84 16</inkml:trace>
  <inkml:trace contextRef="#ctx0" brushRef="#br0" timeOffset="74847.89">6453 302 2221 0,'0'0'30'0,"0"-10"31"0,0 1 35 15,0 2 37-15,-11 7-1 0,2-8-14 0,9 8-35 16,-6-6-45-16,6 6-38 0,0 0-26 0,0 0-4 16,0 0 6-16,0 0 9 0,0 0 6 0,0 15 3 15,9 0 3-15,2 2-2 0,-2 1 3 0,4 5 1 16,1 1 1-16,-2 4 1 0,-1 0-1 0,1 2 0 15,-1-1-1-15,2 1-4 0,-4 0 2 0,2-4 0 16,1-1-1-16,-4-2 7 0,1-4 0 16,2-1 3-16,-2 1-2 0,-2-4 3 0,2-3-1 15,-1-1-1-15,-2 1 8 0,-3-5 2 0,3-2 20 16,-1 0 68-16,-2-4 43 0,-3-1 2 0,0 0-21 16,0 0-65-16,0 0-46 0,0-14-8 0,0-3 2 15,0-2-12-15,-11 1 2 0,2-3-5 0,1-2 4 16,-1 2 3-16,-1 0-8 0,-2 0 3 0,1 2-10 15,-3 4-1-15,-1 1 1 0,-2 4-1 0,4 6 3 16,-1 0-1-16,-3 4-3 0,2 0 4 0,1 0-4 16,-2 15 6-16,2 3 4 0,2 1-4 0,1 2 0 15,2 3 5-15,2 2-2 0,1-1 5 0,6 2 5 16,0 0-5-16,0-1 7 0,0-3-9 16,12-1 7-16,1-2-1 0,1-3 3 0,3-5 2 15,2-1-2-15,1-1 3 0,3-6 3 0,-3-4 4 16,6 0-3-16,-2 0 7 0,5-14-10 0,4-3 2 15,4-7 4-15,-1-4-32 0,3-5-56 0,4 1-85 16,-3-2-93-16,-1-2-80 0,-3 1-113 0,-2 2-265 16,-11 1 89-16</inkml:trace>
  <inkml:trace contextRef="#ctx0" brushRef="#br0" timeOffset="87815.14">9147-120 1971 0,'-11'4'-1'16,"2"-2"-4"-16,-3 2 4 0,3 1-3 0,3 2 1 16,-2 0 8-16,-1 1-4 0,5 1-1 0,-2 0 0 15,1-1-4-15,0-1 0 0,4 2 2 0,-2-5 0 16,3 0 1-16,0 1-1 0,0-4 2 0,0 3 1 16,0-4 5-16,0 2 20 0,0-1 30 0,0-1 27 15,0 0 23-15,7 0 12 0,-7 0-2 0,10 0 2 16,-4 0-3-16,0-10-9 0,0 0-11 15,0-1-18-15,0-3-11 0,2 2-9 0,1-4-9 16,-5 0-2-16,2-1-2 0,-3-2-3 0,0 4-1 16,-3-2-6-16,0 3-17 0,0 3-13 0,0 1-8 15,0 1-9-15,0 6 4 0,-12 2-3 0,3-1 1 16,0 2 5-16,0 0-5 0,0 0 2 0,-3 14 8 16,1 0-4-16,-1 1 5 0,0 2 2 0,3 2-3 15,-2-1-7-15,5 0 8 0,0 0-9 0,1-4-2 16,2 0 11-16,3 1-4 0,0-4 4 0,0-1 5 15,0-3-6-15,0 1-3 0,0-2-7 0,0-1-5 16,0-1 0-16,12-4 10 0,-4 0 13 16,0 0-1-16,-2 0 9 0,0 0-7 0,3 0-6 15,0-13 5-15,2-2-3 0,-2-2 2 0,1 0-5 16,1-4 1-16,0 0 5 0,-2-2-6 0,1-1 16 16,-4 1-1-16,2 5-6 0,-4-2 4 0,-2 7-6 15,-2 0-11-15,0 2 0 0,0 7-6 0,0-2-7 16,0 3 4-16,-14 3-2 0,5 0 2 0,-1 0 2 15,0 12 6-15,0 0 3 0,-2 5-6 0,1 1 1 16,-3 4-1-16,5 0-4 0,-1 1 10 0,4 2-1 16,1 0-5-16,2-4 0 0,3-1-3 15,0-2 3-15,0-1 3 0,0-5 1 0,0 0 6 16,0-2-5-16,0-6 2 0,9 4 1 0,-9-5-3 16,11 1 4-16,-11 0-1 0,9-4 0 0,-2 0 6 15,0 0 5-15,-1 0-1 0,1 0 2 0,-2 0 3 16,-1 0 18-16,1-11 17 0,1 11 4 0,-3-12-9 15,2-2-18-15,1 2 10 0,-3-3 21 0,1 3 3 16,-1-3-3-16,0 2-30 0,-3-1-25 0,0 2-4 16,0 3-7-16,0 3-2 0,0 2-1 0,-10 4-10 15,-3 0 9-15,3 0 4 0,2 0 2 0,-2 0 8 16,-3 16-6-16,3-4-1 0,-2 1 2 0,3-2-3 16,1 5-23-16,0-5-31 0,2 2-57 15,2-5-50-15,4-1-35 0,0-2-43 0,0 0-17 0,0 0-30 16,0-1-62-16,15-2-209 0,-3-1 29 15,0 0 85-15</inkml:trace>
  <inkml:trace contextRef="#ctx0" brushRef="#br0" timeOffset="89640.59">9741-393 1465 0,'0'-7'22'0,"-3"-3"22"0,3 3 17 16,0 0 19-16,-3 3-1 0,-2-1-4 0,4 1 1 16,-4-2-7-16,2 1-2 0,-2 2-7 0,1 0 7 15,-4-1-4-15,4 1-4 0,-2 3-2 0,1-4-11 16,-2 2 0-16,2 2-10 0,2-2-10 0,3 2-11 15,-3 0-12-15,3 0-12 0,-3 0-8 0,3 0 2 16,0 0 2-16,0 0 5 0,0 0 4 0,0 0 4 16,0 14-2-16,0 0 5 0,14 3 5 0,-4 5-6 15,1 2 0-15,-2 6 2 0,0 1-7 0,0 1 2 16,-1 1 0-16,1-2-1 0,-2 2 4 16,1-7-4-16,-2-3 3 0,0-3-1 0,2-3-6 15,-4-1 12-15,1-5-5 0,-1-3 0 0,-1-2 0 0,0-2-2 16,-1 2 1-16,1-5 3 0,0 4-3 15,-1-5 3-15,-1 1-2 0,1 2 1 0,-1-2 9 16,-1-1-6-16,0 0 4 0,0 0 4 0,2 0-5 16,-2 0 2-16,0 0 1 0,1 0-3 0,1 0-3 15,-2-10-3-15,3 0-3 0,0-1-6 0,3-1 3 16,1-3 1-16,4-2 1 0,3-1 2 0,1 0 0 16,3-1 2-16,2 1-4 0,0-1 0 0,1 4-1 15,0-1-2-15,-1 5 3 0,3 1-2 0,-4 2-2 16,-2 1 2-16,1 3-2 0,-2 4 0 15,-3 0 0-15,-1 0 0 0,-3 0 3 0,-1 11 4 16,-3-1 2-16,-1 3-2 0,-4-2-2 0,0 4-1 16,0 1 3-16,0 1 4 0,-13 1 5 0,-3 1 7 15,-2 2 1-15,-2 1-1 0,-1 0-2 0,-6 1-9 16,-1 0 25-16,1 1 18 0,-2-4 10 0,5-2 15 16,-2-1-22-16,3-5-8 0,5-2 6 0,1-4 2 15,5-1 14-15,3 0 9 0,0-4 6 0,3 0 3 16,1-1-6-16,2 0-16 0,3 0-23 0,0 0-16 15,0 0-12-15,0-12-11 0,0 12-2 16,0-11-19-16,0 0-20 0,0 2-23 0,9-2-20 0,1 3-2 16,2-4-21-16,-2 2-19 0,1-1-42 15,1 1-50-15,0 0-30 0,-1 3-7 0,0 2 6 0,-2 5-12 16,-2 0-178-16,-1 0 10 0,-1 0 58 16</inkml:trace>
  <inkml:trace contextRef="#ctx0" brushRef="#br0" timeOffset="90087.77">10366-20 2123 0,'-7'-7'31'16,"-2"1"28"-16,3-1 29 0,-2 2 33 0,2-1-16 15,1 2-24-15,1 1-38 0,-1 1-37 0,4 1-18 16,1 1-3-16,0 0 7 0,0 0 1 0,0 0 4 16,0 14 3-16,0-1 4 0,10 0 11 15,0 2 5-15,-10 1-2 0,9 6-5 0,-3-1-8 0,-6 1-5 16,7 0 18-16,-7 2 18 0,0-2 6 15,0 3 6-15,0-3-16 0,0 0-15 0,0 2-1 0,0-6 4 16,0 0-3-16,0-3 13 0,-10-1 18 16,10-3 13-16,-8-3 25 0,8-2 6 0,0-2 0 15,-6-1-4-15,6-3 1 0,0 0-16 0,0 0-22 16,0 0-22-16,0 0-19 0,0-11-7 0,0 1-3 16,0-1 0-16,0-7-2 0,0 1 6 0,0-1 3 15,0-1-1-15,0-2-16 0,9 2-11 0,-9 1-28 16,8 1-38-16,-8 1-48 0,9 3-70 0,-9 2-59 15,4 3-53-15,1-1-33 0,0 4-71 0,-1 2-186 16,-1-4 88-16,3 6 90 0</inkml:trace>
  <inkml:trace contextRef="#ctx0" brushRef="#br0" timeOffset="90276.8">10947 20 2703 0,'0'-13'6'0,"0"2"4"0,0 0-3 15,0 11-1-15,-13-11-7 0,3 11-4 0,10-7-19 16,-8 7-64-16,8 0-92 0,0 0-70 0,0 0-113 16,0 0-232-16,0 0 94 0</inkml:trace>
  <inkml:trace contextRef="#ctx0" brushRef="#br0" timeOffset="90425.89">11234-2 2369 0,'0'0'2'0,"0"-13"-3"0,0 13 1 16,0-13-6-16,0 13-36 0,0-9-64 0,0 9-111 15,0-7-251-15,0 7-85 0,0-6 67 0</inkml:trace>
  <inkml:trace contextRef="#ctx0" brushRef="#br0" timeOffset="90571.67">11606-111 2327 0,'0'0'14'16,"0"-10"11"-16,0 10 9 0,0-15 2 0,0 4-11 15,0 2-12-15,0 9-8 0,0-9-22 0,0 9-49 16,0-5-68-16,-8 5-95 0,8 0-97 0,0-5-209 15,0 5 50-15,0 0 92 0</inkml:trace>
  <inkml:trace contextRef="#ctx0" brushRef="#br0" timeOffset="91095.02">11914-414 2584 0,'0'-14'31'0,"0"1"32"16,0-4 39-16,0 4 48 0,0 0 20 0,0 4 19 15,0-1-12-15,0 1-35 0,0 0-48 0,0 1-58 16,0 3-29-16,0 2-19 0,0 0-9 0,0 3 3 16,0 0 6-16,0 0 3 0,0 11-2 0,11 0 4 15,-1 0-1-15,2 3-11 0,2 3 12 0,-2 1 7 16,2 3-1-16,0-1 11 0,-2 4-3 0,0 4-10 16,-1 2 1-16,-1 1 8 0,-1 1 0 0,0 0 3 15,0 0-4-15,-1-3-8 0,-2-1 5 16,2-3-8-16,-7-4 3 0,4-2 0 0,-1-7-4 15,-1 0 14-15,-1-4 1 0,1-4 1 16,-2 1 12-16,1-1-12 0,1-3 2 0,-3-1 1 0,0 0-5 16,0 0 6-16,0 0-1 0,0 0 1 0,0 0-9 15,0-14-5-15,0 3-4 0,0-1 4 0,0-4-1 16,0-1-5-16,3-3 14 0,0-1-10 0,2-2 1 16,4 0 8-16,1-1-12 0,4 5 2 0,3 0 7 15,3 0-1-15,1 3-3 0,2 3 1 0,1 0-5 16,-1 1 0-16,2 4-5 0,0 2-1 0,-1 2-3 15,-3 0-3-15,2 4 12 0,-5 0-1 16,1 0 2-16,-4 14-4 0,-3 0-3 0,-5-3 4 16,0 1-1-16,-3 1 4 0,-1-1 0 0,-3-1-1 15,0-1 13-15,0 3 11 0,0-2 12 0,-17 1-2 16,1 4-11-16,-4-2-6 0,-4 3-5 0,-4 3-2 16,-2-2 4-16,0 2-2 0,-1-4-7 0,-1 0 4 15,3-3 0-15,5-3-1 0,3 0 2 0,3-6 3 16,4-1-3-16,5 0-7 0,1-2-20 0,4-1-53 15,-1 0-68-15,4 0-74 0,1 0-65 0,0 0-42 16,0 0-45-16,0-11-223 0,0 11-53 0,0-14 91 16</inkml:trace>
  <inkml:trace contextRef="#ctx0" brushRef="#br0" timeOffset="91405.14">12681-216 3156 0,'6'-9'20'0,"-1"-4"15"0,-1 7 24 0,-1-2 33 15,-3 7 1-15,0 1-4 0,0 0-22 0,0 0-38 16,0 0-30-16,0 0-13 0,0 0 0 0,0 9-4 16,0-3 8-16,0 2 5 0,0 1-3 0,0 3 7 15,14 0 4-15,-5 1-11 0,0 3 4 16,0 1 4-16,-1 1-1 0,-1 1 12 0,2 1-5 15,-1 0 5-15,-2-1 0 0,3 3-9 0,-4-2 3 16,2-2-1-16,-2-2-5 0,0-1 7 0,-1 1 0 16,-1-4 0-16,0-1 4 0,0-4-6 0,-3 1-24 15,2-1-45-15,-1-2-47 0,-1 3-46 0,0-4-34 16,0 1-31-16,0-1-29 0,0 0-32 0,0-1-62 16,0 1-192-16,0-4-10 0,-10 0 80 0</inkml:trace>
  <inkml:trace contextRef="#ctx0" brushRef="#br0" timeOffset="91662.53">12831-65 2407 0,'0'-6'25'0,"0"-1"22"0,0-1 37 15,0 1 36-15,0 0 19 0,0 2 15 0,0-1-15 16,0 2-16-16,0-1-41 0,0 4-34 0,0-1-19 16,0 2-26-16,0 0-10 0,0 0-13 0,0 0-4 15,0 0 3-15,-6 11 11 0,6-3 12 0,-6 3 5 16,2-1 3-16,1 1 6 0,0 1 7 0,-2 3 16 15,0 2-2-15,1-1-9 0,-4 1-13 16,4 2-12-16,-1-5-2 0,1 2-4 0,-1-1 5 0,4-3-3 16,1-1 2-16,0-2 8 0,0 0-4 15,0-2 10-15,0-3-3 0,13 2 1 16,-2-3-16-16,2 1-38 0,4 0-52 0,3 1-65 0,0-5-66 16,2 4-65-16,4-4-58 0,-1 4-86 0,-3-1-201 15,1-2 74-15,-6 4 112 0</inkml:trace>
  <inkml:trace contextRef="#ctx0" brushRef="#br0" timeOffset="103009.25">15103-68 1539 0,'0'0'1'0,"-13"0"-8"0,0 0 1 16,4 0-2-16,9 0-3 0,-7 11 12 0,7-1-1 15,0-1-4-15,0 1 2 0,0-2-5 0,0 2 2 16,0-4 7-16,0 2 10 0,0-2 4 0,0-1 5 16,12-5 17-16,-3 0 7 0,0 0 10 0,0 0 3 15,-1 0-7-15,-1 0-4 0,1-17 10 0,0 1 16 16,-4 1 9-16,2-2-4 0,-4 2-6 0,-2-2-10 16,0 1 3-16,0 2 6 0,0-1-17 0,0 3-11 15,-12 0-27-15,-1 3-20 0,4-1 4 16,-1 3-14-16,-4 4 4 0,2 3-1 0,-3 0-4 15,1 0 10-15,-3 13 0 0,-1 1 4 0,1 2-1 16,1 1-4-16,-1 3 1 0,0 2 3 0,4-1-1 16,0-2-1-16,6 1 2 0,1-3-2 0,4-2 3 15,2-3 4-15,0-1-2 0,0-1-1 0,0-3 5 16,11 0 2-16,-2-3 2 0,-9 0 7 0,12-3 6 16,0-1 13-16,-1 0 2 0,-2 0-3 0,2 0-2 15,1-16-6-15,0-2 9 0,0 2 22 0,-1-4 18 16,1 3 13-16,-3 1-1 0,-3-1-14 0,-1 2-10 15,-2 2-16-15,-3-1-15 0,0 4-9 16,0 3-15-16,0 1-10 0,0 1 0 0,-11 4-7 16,11 1-4-16,-12 0 7 0,1 0-4 0,2 0 8 15,-3 12 2-15,1 2-4 0,-1-2 2 0,-1 4 0 16,2 0-1-16,-1-3-1 0,1 2 5 0,4-1-3 16,-3 0 2-16,6-4-1 0,1 1-3 0,0-1 0 15,3-4 2-15,0 0 4 0,0-1-1 0,0-4 4 16,0 1 0-16,0 1 1 0,0-3 4 0,9 0-2 15,0 0-2-15,0 0-3 0,3-12 2 0,2-3-1 16,1 3 1-16,2-4 1 0,0 0-1 16,-1 0-4-16,-2 3 2 0,-2-3 5 0,-3 5-8 0,-1 1 3 15,-8 2-1-15,0 1-8 0,0 2 4 16,0 1-3-16,0 2-4 0,-12 1-2 0,1 1 3 16,2 0-1-16,-2 0 6 0,1 0 5 0,-2 12-6 15,-1-1 7-15,0 3-6 0,1-3-3 0,1 2 2 16,0 1-3-16,2-2 4 0,0 0 1 0,1 1 0 15,4-3-1-15,-1 0-1 0,1-1-2 0,4-2 2 16,-2-1 2-16,2 1 1 0,0-2 0 0,0-1 0 16,0 0-1-16,0-3 3 0,0 2-1 0,0-1 4 15,0-2 1-15,0 0 2 0,9 0 3 0,-3 0 2 16,4 0-4-16,-3 0 0 0,2 0-5 0,2-12-3 16,0-2 2-16,1 3-1 0,1 0 2 15,-2-1-3-15,-2 2 7 0,0-1-6 0,-1 0 6 16,-4 5 2-16,1-1-5 0,-4 0 1 0,-1 4-3 15,0-2-9-15,0 0 4 0,0 4-3 0,0 1 3 16,0-3 0-16,0 3-3 0,-10 0 0 0,1 0-1 16,9 0 2-16,-9 0 2 0,-1 0 0 0,1 0 2 15,3 13-4-15,-1-5-3 0,-2 2 3 0,3-4 1 16,-2 4 2-16,0-3 3 0,1 3 1 0,2 0-1 16,1-4-2-16,-1 3 0 0,2-5 3 0,2 2-1 15,-3-3 6-15,4 1-6 0,0-2 4 0,0-2 1 16,0 0 3-16,0 0 5 0,0 0-6 0,0 0-2 15,0 0-3-15,0 0-6 0,10-12 1 16,-10 2 3-16,12 2 3 0,-3-6 1 16,0 4 3-16,-3-2-4 0,2-2 0 0,-2 3 0 0,-2 3-2 15,-1-4 1-15,0 4-1 0,0 1-2 0,-3 1 4 16,0 1-1-16,0 2 4 0,0-3 4 0,0 5-7 16,0 0 0-16,0 1-9 0,0 0-3 0,0 0 0 15,0 0-1-15,0 0 0 0,0 0-3 0,0 0 6 16,0 0 2-16,-9 12 1 0,9-1 9 0,-6 0-7 15,-1-1 0-15,1 1 2 0,1 0-2 16,-1 0-4-16,1 0 5 0,2-3-1 0,0 0-3 0,0-1 10 16,2 0-4-16,-1-4-1 0,2 2 5 15,0-2-5-15,0-2 3 0,0-1 5 0,0 0-4 16,0 0 4-16,0 0-1 0,0 0 3 0,0 0 4 16,0 0-5-16,0 0-4 0,0 0-7 0,0 0-2 15,0 0 2-15,0-10 0 0,0 10 3 0,9-9-6 16,-9 9 4-16,0-7-3 0,0 7 5 0,0-5 3 15,0 5-5-15,0 0 0 0,0 0-9 0,0 0 0 16,0 0 2-16,0 0-2 0,0 0 0 0,0 0-1 16,0 0 2-16,0 0 3 0,0 0-2 0,0 0 10 15,0 9-1-15,0-3-3 0,0 1 5 0,0 1-8 16,0-4 4-16,-7 4-3 0,7-1 4 0,0 0-4 16,0-3 1-16,0 0 8 15,0 0-3-15,0-1 3 0,0 1 3 0,0-3 1 0,0 0 5 16,0-1-5-16,0 0-3 0,0 0-1 0,0 0-2 15,0 0 5-15,0 0-2 0,0 0 0 0,0 0-7 16,0 0 2-16,0-9-3 0,0 9-3 0,0-8 2 16,0 8-1-16,0-4 1 0,0 4 1 0,0-7-2 15,0 7 1-15,0 0-5 0,0 0-3 0,0 0 4 16,0 0-7-16,0 0 7 0,0 0-2 0,-9 0-1 16,9 0 4-16,0 0 0 0,0 0-2 0,0 0 3 15,0 0-1-15,0 0 2 0,0 10 7 0,0-5-4 16,0-5 6-16,0 7-5 0,0-1-8 15,0 1 7-15,0-6-4 0,0 5 8 0,0-5 5 16,0 3-10-16,0-4-1 0,0 1-2 0,0-1 0 0,0 0 7 16,6 0 6-16,-6 0-1 0,3 0 4 15,-3 0-5-15,0 0 1 0,4 0-3 0,-4 0-6 16,0 0 3-16,3-10-1 0,-3 10 4 0,0-11 3 16,2 3-6-16,-2 0-1 0,0-1-3 0,0 5 1 15,0 4 3-15,0-7 2 0,0 7-4 0,0-6-5 16,0 6 2-16,0 0-6 0,0 0 1 0,-9 0-2 15,9 0-2-15,0 0 5 0,-6 0 1 0,6 0-2 16,-5 0 8-16,1 0-4 0,-1 0 1 0,2 10 3 16,1-3-6-16,-1-7-2 0,2 9 6 0,-2-4-2 15,3 0-2-15,-2 0 5 0,2-3-1 16,0 5 0-16,-3-6 3 0,3 2 2 0,0 0-3 16,0-2 3-16,0 3-5 0,0-3 4 0,0 3 0 15,0-3-2-15,0-1 8 0,0 0-4 0,0 0-3 16,0 0 0-16,0 0 0 0,0 0 0 0,0 0 5 15,0 0-1-15,0 0-4 0,0 0 2 0,0 0-3 16,0 0 8-16,0 0-6 0,0 0 1 0,0 0-9 16,0 0-46-16,0 0-44 0,0 0-65 0,0 0-62 15,0 0-39-15,0-6-44 0,0 6-89 0,11 0-93 16,-11 0-17-16,11-8 96 0</inkml:trace>
  <inkml:trace contextRef="#ctx0" brushRef="#br0" timeOffset="103753.98">15939-246 1747 0,'-7'-11'30'15,"0"1"16"-15,1-1 12 0,-3 3 14 0,0-1-9 16,-1 1 4-16,1 4 4 0,-1-4 2 0,-1 3-10 16,-3 5-8-16,1 0-10 0,-1 0-8 15,2 0-13-15,-5 0-5 0,-1 13-7 0,1-2-6 16,1 0 7-16,-1 6-9 0,0-2 3 0,2 0-5 15,1 2-6-15,4 3 3 0,1 0-2 0,3-1 6 16,1-2 0-16,2 1 0 0,3-1-1 0,0 0-2 16,0-1 3-16,12-1-1 0,2-3 2 0,-2 0-1 15,2-2 1-15,-1 0-2 0,5-2 0 0,1-2-3 16,-1-2 1-16,-1 0 1 0,1 0 3 0,-1-2 2 16,-1 2-8-16,-2-3-1 0,-2 4-2 0,-1-4 3 15,-2 2-4-15,-5-1 4 0,2 0-3 0,-3 2 0 16,-3-1 5-16,0-2-3 0,0 1 1 0,0 2-3 15,0-1 7-15,0 0-5 0,0 2 4 0,-10-2-1 16,10 2-1-16,-11-2 6 0,11 2 4 16,-9 1 9-16,-2 1-26 0,1 4-41 0,-2 2-68 15,0-2-71-15,-2 1-76 0,0-1-139 0,1 3-116 16,0-6 64-16</inkml:trace>
  <inkml:trace contextRef="#ctx0" brushRef="#br0" timeOffset="104151.12">16335-510 1960 0,'0'-15'13'0,"-14"3"28"0,5 0 32 0,2 0 35 15,7 2 18-15,-8 1 1 0,0 1-4 0,8 1-13 16,-4 1-17-16,-1-1-26 0,5 7-28 0,0-4-27 16,-1 4-24-16,1 0-7 0,-3 0-6 0,1 0 4 15,2 0 23-15,0 14 21 0,0-4 37 0,0 3 8 16,0 1-3-16,11 3 25 0,-2 2-29 0,2 4-1 16,-1 4-13-16,1 1-42 15,1 5 0-15,2 2-2 0,-1 0 2 0,3 2-1 0,-3-2 0 16,2 4-4-16,-1-4 2 0,0 1 1 0,-2-5-3 15,-2-2 14-15,3-1-9 0,-4-4 4 0,-3-2 3 16,1-4-9-16,-2-6 2 0,0 0-2 0,-2-5 0 16,0-2 5-16,-3-3 7 0,1 2-6 0,1-4-1 15,-1 0-9-15,1 0-31 0,-2 0-44 0,0 0-70 16,0 0-95-16,1 0-76 0,-1 0-67 0,2-12-162 16,-2 2-63-16,0 0 101 0</inkml:trace>
  <inkml:trace contextRef="#ctx0" brushRef="#br0" timeOffset="104544.87">16730-275 2622 0,'3'-15'59'0,"0"1"51"16,-3 0 45-16,0 1 46 0,0 5-24 0,0 1-33 16,0 3-35-16,0 0-41 0,0 2-37 0,0-1-20 15,-11 3-11-15,11 0-11 0,-9 0 2 0,9 0-2 16,-10 15 2-16,0-3 2 0,3 0 5 0,-2 8 1 15,-2 1 6-15,0 1-2 0,2 2 0 0,-1 2-2 16,2 1-1-16,0 2 0 0,4-4-6 16,-1 1 7-16,2 0 5 0,3-2-7 0,0 0 4 0,0 1-4 15,0 0-18-15,0-6 4 0,12 2-1 16,-2-5 4-16,-3-3 8 0,4 0 4 0,-1-7 5 16,1-1-2-16,0-5 4 0,1 0-4 0,2 0 1 15,2-16-3-15,-1-3-3 0,2 0 0 0,1-6 2 16,1 1-3-16,0-7 6 0,0 1 4 0,-3-3-3 15,1 1 0-15,0-1-6 0,-4 1-3 0,-1 1 0 16,-1 1 5-16,-2 6 9 0,-1 1-4 0,-4 8-2 16,4 0-8-16,-3 6-6 0,-4 1 2 0,2 8 3 15,2 0 5-15,-1 0 2 0,1 0-1 16,1 0-11-16,3 0-20 0,3 12-27 0,2 1-56 16,1-4-42-16,3 2-48 0,2-2-45 0,1 2-21 0,2-3-49 15,3-1-100-15,0 1-175 0,-1-4 82 16</inkml:trace>
  <inkml:trace contextRef="#ctx0" brushRef="#br0" timeOffset="104902.13">17422-352 2371 0,'0'-15'16'0,"-9"2"33"15,0 0 25-15,9 2 16 0,-9 2-3 0,0 3-23 16,1 1-33-16,4 3-16 0,-2-2-17 0,6 1-10 15,-5 2 5-15,4-1 1 0,-2 1 2 0,3 1 1 16,0 0-1-16,0 0 6 0,0 0 0 16,0 0 5-16,0 0 3 0,0 0-4 0,0 0 2 15,0 0-4-15,0 0-2 0,0 0 0 0,0 0-8 16,0 0 0-16,0 0-1 0,-13 0 0 0,1 0 5 16,0 0 3-16,-2 11 3 0,-1 1 8 0,-3 2-3 15,-2 1 9-15,-1 5 4 0,-2 4 4 0,0-1 7 16,4 5-3-16,0 0-6 0,4 1-12 0,2 1-6 15,0-2-4-15,7 0 0 0,2-1 1 0,1 0 1 16,1-5 2-16,2 2 1 0,0-5 1 0,0-1 6 16,17-1-2-16,0-4-1 0,1-5 5 15,5 0-7-15,3-2-29 0,2-6-50 0,3 0-58 0,-1 0-72 16,5 0-23-16,-2 0-34 0,2-15-115 16,0 2-195-16,0-2 49 0,-3-2 81 0</inkml:trace>
  <inkml:trace contextRef="#ctx0" brushRef="#br0" timeOffset="105134.66">17568-443 2623 0,'-6'-22'46'0,"1"3"47"0,1-1 50 16,1 3 34-16,0 2-35 0,0 2-53 0,0 7-60 16,1 6-39-16,1 0-12 0,1 0 9 0,0 0 11 15,0 15 15-15,0 5 5 0,13 1-10 0,0 5 6 16,-1 0-8-16,0 4-7 0,2 2 12 15,-2 4-3-15,0 2-4 0,0 0 4 0,-1 2-4 16,-2-4 3-16,1 2 1 0,-2 0 3 0,1-3-27 16,-3 0-71-16,-1-5-67 0,-2-2-76 0,-2-3-66 15,-1-3-24-15,0-6-69 0,0-4-202 0,0-2 54 16,0-6 90-16</inkml:trace>
  <inkml:trace contextRef="#ctx0" brushRef="#br0" timeOffset="105412.93">17884-397 2495 0,'8'-20'44'0,"-2"4"40"16,-2 4 56-16,-4 3 40 0,0 2-14 0,0 7-29 15,0-4-64-15,0 2-45 0,0 2-35 0,-10 0-8 16,-1 0 4-16,2 0 3 0,-2 0 15 0,-1 17 13 16,-3-1 15-16,-2 1 15 0,-1 3 5 0,-2 1-7 15,0 1-10-15,1 0-8 0,1-1-16 0,-1 0-10 16,4-5-4-16,3 1-2 0,3 0-4 15,3-2 3-15,1-2 17 0,5 0 21 0,0-1 14 0,0 1 6 16,0 1-4-16,18-2-23 0,-1-1-2 16,4-1-4-16,2-2-17 0,5 0 2 0,2-2-1 0,2-5-1 15,3-1 5-15,1 0 1 0,1 0-17 16,-1 0-20-16,-1 0-54 0,0 0-65 0,-3 0-84 0,-3-8-81 16,0 8-56-16,-1 0-94 0,-2 0-257 15,2 0 73-15,-3 0 110 0</inkml:trace>
  <inkml:trace contextRef="#ctx0" brushRef="#br0" timeOffset="106373.03">19336-626 2286 0,'7'0'57'0,"1"0"53"0,-2 0 67 0,-3 0 63 16,0 0-5-16,-3 0-9 0,0 0-37 0,0 0-36 16,0-9-45-16,0 9-36 0,0 0-24 0,0-9-36 15,-9 9-11-15,9 0-9 0,0 0-5 0,-7 0 5 16,7 0-2-16,0 0 1 0,0 0 1 0,-5 0 3 16,5 11 2-16,-6-1 4 0,0 1 2 0,0 5 7 15,0 1 3-15,0 4-8 0,0-3-3 16,-2 4-12-16,2 1 3 0,1-1 1 0,1 0 6 0,-1-1 0 15,2-2 0-15,2 1 0 0,-1 0-4 0,1-1 0 16,1-2-11-16,0-2-2 0,0-2 10 0,0-6-3 16,0-1 9-16,0-6 3 0,0 0-3 15,0 0 7-15,0 0-6 0,12-10 6 0,-5-4-4 16,4 0-2-16,0-4 10 0,1-4-5 0,3-2-7 16,2-4 7-16,1 1-12 0,3-6-3 0,2 5 7 15,0 0-3-15,1 2-1 0,-1 1 7 0,1 4-4 16,-3 2-9-16,2 6 10 0,0 4-3 0,-2 2-2 15,0 7 3-15,1 0-3 0,-1 0-21 0,0 0-29 16,0 0-40-16,-1 10-53 0,0 0-30 16,-2-1-42-16,0 4-9 0,1-3-25 0,-3 4-14 15,0 0-39-15,0 0-181 0,-1 0-38 0,-2 1 67 16</inkml:trace>
  <inkml:trace contextRef="#ctx0" brushRef="#br0" timeOffset="106732.15">19872-605 2277 0,'0'-23'15'0,"0"-4"32"0,0-1 37 16,0 0 35-16,8 0 21 0,-8-2-9 0,12 2-17 15,-3 4-21-15,0 0-33 0,2 3-25 0,-2 2-23 16,0 4-20-16,3 3-3 0,2 2-2 0,-1 4 5 16,6 3 4-16,0 3 0 0,3 0 1 0,0 0-4 15,4 0-2-15,-2 14-3 0,1 1 5 16,-1 1 3-16,-1 4 4 0,-3-1 6 0,-4 3-7 15,1 2 3-15,-3 1-6 0,-4-1 1 0,-1 1 2 16,-3-2 1-16,-1 0 4 0,-2-2 2 0,-3-1 3 16,0 0-4-16,0-5 7 0,0 0 17 0,-17-2 25 15,4-2 36-15,-1-3 29 0,-1-3 21 0,1-1 6 16,0-4-17-16,1 0-32 0,-1 0-33 0,0-12-25 16,1-2-11-16,2-2-2 0,2-1-5 0,-2-6-16 15,4 1 3-15,2-4-6 0,1-3-10 0,4-1 11 16,0-1-7-16,0-1-3 0,18-1 4 0,-3 4-30 15,3-1-36-15,1 5-48 0,2 1-95 16,0 1-85-16,2 3-112 0,0 4-135 0,-2-1-254 16,2 3 114-16</inkml:trace>
  <inkml:trace contextRef="#ctx0" brushRef="#br0" timeOffset="106009.78">18798-498 2522 0,'2'-17'32'16,"-2"-2"29"-16,0 0 44 0,0 0 38 0,-12 3 7 15,1-1 5-15,0 4-27 0,1 0-24 0,10 5-43 16,-11 1-45-16,11 2-24 0,-9 1-16 0,9 4 3 15,0 0 9-15,0 0 10 0,0 11-4 0,0 2-2 16,17 2 2-16,-2 3 0 0,2 3 1 0,1 3 7 16,2-2-6-16,-2 3-3 0,2 2 4 15,-1-3-3-15,0-1 5 0,-3-1 6 0,1 1 1 16,-2-3-5-16,-3-3 3 0,-1-2 2 0,-2-4 38 16,-3-2 44-16,2-1 35 0,-5-7 28 0,0-1 0 15,0 0-20-15,-2 0-33 0,2 0 4 0,-1-16 0 16,2 0-15-16,-1 2-12 0,2-3-35 0,1-7-35 15,2 0-21-15,1-4 13 0,1-3-3 0,0-1-36 16,0-3-30-16,1 1-44 0,-1 3-31 0,0-3-12 16,-3 8-20-16,1 3-52 0,-2 3-80 0,0 4-45 15,-2 5-14-15,3 2 23 0,0 4 30 0,-1 5-88 16,3 0-106-16,2 0 67 0</inkml:trace>
  <inkml:trace contextRef="#ctx0" brushRef="#br0" timeOffset="106874.68">20759-824 3682 0,'9'0'39'0,"-4"-17"42"0,-5 1 27 0,0-1 5 0,0 2-41 16,0 2-44-16,0-1-30 0,0 3-36 0,0 2-66 16,0 0-118-16,0 4-174 0,0 5-69 0,0 0-73 15,0 0-236-15,0 0 143 0,0 0 101 16</inkml:trace>
</inkml:ink>
</file>

<file path=ppt/ink/ink15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4:25.974"/>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4994 156 1709 0,'-5'-9'16'0,"1"0"11"0,2 2 17 0,1-3 24 0,-1 1 9 0,2 1 14 0,-2-2 9 15,-1 0-5-15,2 1-6 0,-2-1-3 16,1-1 1-16,-1 3-2 0,2-2-4 0,-2 4-4 16,1-2-7-16,-1 2-5 0,0-1-2 0,2 3-10 15,-1-1-13-15,2 3-7 0,-1-2-13 0,-1 3-17 16,1-1-5-16,1 2-12 0,0 0 1 16,0 0 4-16,0 0-7 0,0 0 1 0,0 0-5 0,0 0 0 15,0 0 8-15,0 0 4 0,0 10 4 0,0-2 7 16,9 1-3-16,0-1 2 0,1 1 2 0,3 3-10 15,0 2 8-15,1 0-3 0,0 0 1 0,2 0 4 16,1 2-5-16,1-3 5 0,0 0 0 0,1-2 1 16,-1-3-1-16,0 1 2 0,2-6 2 15,-2 1 1-15,3-4 36 0,1 0 17 0,0 0-2 16,4 0 1-16,0-18-32 0,3-2-25 0,1-1 1 16,5 0-2-16,-1-6 1 0,2 0 5 0,-1-3-5 15,-2 1 5-15,-1-2-6 0,-3 3 3 0,-2 1 2 16,-5 1-1-16,-6 3 3 0,1 2-1 0,-6 3 1 15,-1 0-2-15,-4 5-3 0,1 3 1 0,-4 2-1 16,-2 2-11-16,-1 1 1 0,0 1 1 0,0 3-10 16,0-2 7-16,0 3 3 0,0 0-9 0,0 0 2 15,0 0-14-15,0 0-15 0,0 0-9 0,0 0-24 16,-7 0-14-16,-3 10-34 0,0 1-35 0,1-1-23 16,-2 1-22-16,-3 1-10 0,-2 3-28 0,0-2-65 15,-2 1-163-15,2-1 9 0,0 1 78 16</inkml:trace>
  <inkml:trace contextRef="#ctx0" brushRef="#br0" timeOffset="416.7">5375-2 2063 0,'-8'-9'24'0,"1"9"19"0,1-10 24 0,-2 3 27 16,2 7-7-16,0-7 3 0,0 7-18 15,1-6-24-15,1 6-20 0,1 0-25 0,1 0-13 16,1 0-8-16,1 0-1 0,0 0 5 0,0 0 6 16,0 0 1-16,0 11 7 0,0-2-1 0,13 1 1 15,-1 3 8-15,2 3 6 0,0 1-1 0,-1 2 0 16,1 3-1-16,3 2-10 0,-1-3 2 0,1 4-3 16,0-1-1-16,0 0 4 0,-2-2-7 0,0-2 5 15,2-1 1-15,-4-2 67 0,1-4 62 0,0-2 44 16,-1-1 35-16,1-5-44 0,3-5-50 0,2 0-36 15,1 0-38-15,6-18-25 0,4-3-7 0,2-3-11 16,5-1 10-16,1-4 3 0,-2 1 5 16,2 0-1-16,-3 0-2 0,-3 4 0 0,-5 1-5 15,-1-1-7-15,-5 4 3 0,1 2-11 0,-6 2 0 16,-2 3 10-16,-3 0-11 0,-1 2 10 0,-2 3 6 16,-2 2-7-16,-3 1-6 0,0 1 3 0,-1-1-4 15,-1 4-3-15,-1 0 5 0,0 1-36 0,0 0-58 16,0 0-56-16,0 0-58 0,0 0-23 0,0 0 7 15,0 0 5-15,0 0-6 0,-9 13-75 0,-2 1-223 16,2 2-37-16,-3-3 71 0</inkml:trace>
  <inkml:trace contextRef="#ctx0" brushRef="#br0" timeOffset="40754.65">4453 1070 356 0,'0'0'138'16,"0"0"7"-16,0 0 9 0,0 0-9 0,0 0-118 15,0 0 17-15,0 0 0 0,0 0 31 0,0 0-4 16,0 6-6-16,0-6 11 0,0 0-7 0,0 0-6 16,0 0 3-16,0 7-10 0,0-7 5 15,0 0 3-15,0 0 0 0,0 4 2 0,0-4-7 16,0 4-3-16,0-4-12 0,0 0-9 0,0 2-8 15,0-2-5-15,0 0-2 0,0 0-7 0,0 0 0 16,0 0-7-16,0 2-3 0,0-2 1 0,0 0-2 16,0 0 1-16,0 0-4 0,0 0 1 0,0 0-2 15,0 0 5-15,0 0 3 0,14 0-5 0,2 0 2 16,3 0 0-16,3 0-5 0,9 0 6 0,1-10-1 16,4 10-3-16,4-11 0 0,4 1 1 0,-2 2 2 15,4 2 2-15,1 0 1 0,0 0-8 0,0-1 3 16,0 0-3-16,0-1-1 0,-1 1 7 15,-1 0-4-15,-2-1 0 0,-5-1 1 0,-3 5-5 16,-3-3 3-16,-5 3-1 0,-6-2 2 0,-1 4 5 16,-8-4-3-16,0 4 10 0,-4 1 14 0,-4 1 10 15,-1 0 9-15,-3 0 4 0,3 0-10 0,-3 0-12 16,0 0-5-16,0 0-4 0,0 0-3 0,0 0 7 16,0 0 4-16,0 0-3 0,0 0 1 0,0 0-9 15,0 0-6-15,0 0-3 0,0-7 1 0,-9 7 0 16,9 0 0-16,0-7 0 0,-7 7-3 0,7-5-1 15,0 5 0-15,0-5 0 0,-5 5-5 16,5-1-1-16,-4-1 4 0,4 1-5 0,-5-1 5 0,5 0-1 16,-1 2 3-16,-3-1-1 0,3 0-1 15,1-2 1-15,-2-1-6 0,1 3 4 0,-1-1-4 16,2 2 2-16,-1-1 3 0,1 1-3 0,0-2 4 16,-2 2-3-16,1 0-1 0,-1 0 2 0,2-3 2 15,0 3 0-15,0 0 0 0,0 0-4 0,0 0 2 16,0 0 1-16,0-2 0 0,0 2 0 0,0 0-2 15,0 0 1-15,0 0 0 0,0 0 0 0,0 0 2 16,0 0-2-16,0 0 0 0,0 0 0 16,0 0-2-16,0 0 2 0,0 0 1 0,0 0-2 0,0 0 1 15,0 0 2-15,0 0-5 0,0 0 3 0,0 0 0 16,0 0-3-16,0 0 5 0,0 0 0 0,0 0-2 16,0 0-2-16,0 0 3 0,0 0-3 0,0 0 4 15,0 0 2-15,0 0-7 0,0 0 5 16,0 0-3-16,0 0 1 0,0 0 4 0,0 0-4 15,0 0-4-15,0 0 4 0,0 0-3 0,0 0 0 16,0 0 7-16,0 0-3 0,0 0 2 0,0 0-2 16,0 0-1-16,0 0-3 0,0 0 5 15,0 0 1-15,0 0-1 0,0 0-1 0,0 0-8 0,0 0 3 16,0 0 2-16,0 0-1 0,0 0 3 0,0 0-2 16,0 0 1-16,0 0 4 0,0 0-1 0,0 0-1 15,0 0-3-15,0 0 0 0,0 0 1 16,0 0 2-16,0 0-3 0,0 0 2 0,0 0 3 15,0 0-1-15,0 0 1 0,0 0-1 0,0 0-2 16,0 0-1-16,0 0 3 0,0 0-3 0,0 0 0 16,0 0 4-16,0 0 0 0,0 0-1 0,0 0-1 15,0 0-2-15,0 0 3 0,0 0-4 0,0 0 2 16,0 0 0-16,0 0-5 0,0 0 2 0,0 0 3 16,0 0-1-16,0 0 2 0,0 0 4 0,0 0-7 15,0 0 0-15,0 0-2 0,0 0 1 0,0 0 1 16,0 0 2-16,0 0 1 0,0 0 2 0,0 0-2 15,0 0 2-15,0 0-5 0,0 0 1 0,0 0 2 16,0 0-3-16,0 0 4 0,0 0 1 0,0 0 0 16,0 0 1-16,0 0-1 0,0 0-6 15,0 0 5-15,0 0 0 0,0 0-2 0,0 0 2 16,0-10 0-16,0 10-7 0,0 0 10 0,-10-11-12 16,10 11 6-16,0-7 6 0,0 7-7 0,-9-9 8 15,9 5-6-15,0-2 0 0,-8 2 1 0,8 0 2 16,-5 1-7-16,5-2 5 0,-3 3-4 0,3 0 1 15,0 1 2-15,-4-2 0 0,4 2 1 0,0-1-1 16,0 2 2-16,0 0-2 0,0 0 0 0,0 0 2 16,0 0-4-16,0 0 0 0,0 0-5 0,0 0-15 15,0 0-20-15,0 0-23 0,0 0-16 16,0 0-3-16,0 0-3 0,0 0 3 0,0 0-4 0,0 0-6 16,0 0-3-16,0 0-20 0,0 0-12 0,0 0-29 15,0 0-40-15,0 0-177 0,0 0 16 16,-11 0 53-16</inkml:trace>
  <inkml:trace contextRef="#ctx0" brushRef="#br0" timeOffset="109549.87">10403-5635 1724 0,'-15'-6'19'0,"-3"0"12"0,0 0 29 16,-1 1 30-16,-3 0 17 0,0-1 21 0,-2 0 18 15,0 0 3-15,-1-1 4 0,3 1 8 0,-1-1-7 16,5 1 0-16,1-3-28 0,3 3-33 0,4 0-40 16,2 1-41-16,4 0-15 0,2 1-9 0,2 2-7 15,0 0 10-15,0 0 2 0,11 0 3 16,5-3 5-16,7-2-1 0,6 1-5 0,9-2-5 15,11-4-5-15,5 2-3 0,5-3 3 0,5 2-11 16,-1-2 1-16,0 4-1 0,-7 3 0 0,-4 0 9 16,-8-1 12-16,-10 2 7 0,-7 3 15 0,-7 0 6 15,-7 1 5-15,-13-1-9 0,0 1-14 0,0 1-8 16,-13-2-20-16,-10 0 6 0,-3 2 3 0,-9 0 7 16,-6 0 7-16,-7 0 1 0,-7 0 2 0,-1 13 0 15,-2-1 0-15,3-1 11 0,4 1 1 0,7-4 2 16,6 0-2-16,9-2-16 0,4 1-6 0,9-7-11 15,7 5 2-15,9-3 4 0,0 3 9 0,0-2 6 16,10 2 2-16,7 2 8 0,6-1-8 16,6 1 9-16,12-4-7 15,6 2-2-15,7-3 3 0,10-2-6 0,3 0-2 0,3 0 1 16,-3 0-5-16,-5 0 7 0,-7-10 19 0,-8 10 69 0,-14 0 65 16,-9-11 16-16,-7 11-11 0,-17-6-78 0,0 6-55 15,0-10-28-15,-14 4-9 0,-7 0 11 0,-5 1-16 16,-4 1 12-16,-3 0 1 0,-4 1-30 0,-1 3-37 15,2 0-57-15,-2 0-68 0,3 0-67 0,3 0-50 16,2 10-56-16,4 0-79 0,0-10-247 16,6 15 95-16</inkml:trace>
</inkml:ink>
</file>

<file path=ppt/ink/ink15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4:42.264"/>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-2028 154 1168 0,'0'-4'3'0,"0"-1"0"0,-9 1 0 16,9-1 1-16,0 2-1 0,-6-4-1 0,6 2 1 15,0-2 2-15,-8 1-5 0,8 2 9 0,-4-2 10 16,4 1 8-16,0 1 20 0,-5 1 1 0,5-3 2 16,0 2-4-16,-4 2-20 0,4 0-2 0,-6 1-5 15,6 0-3-15,-5 1 10 0,5-2-8 0,-4 2-4 16,4 0 0-16,0 0-15 0,0 0-8 0,-5 0 2 15,5 0-11-15,0 0 6 0,0 0 7 0,-6 0-7 16,6 0 9-16,-5 0 1 0,5 0 1 0,0 0 1 16,0 12 0-16,0-5-2 0,-4 2-2 0,4-2 0 15,0-1 0-15,0 4 1 0,0-3-1 16,0 3 0-16,0-2-1 0,0 2 0 0,0-2 2 16,0-1 6-16,0 2 0 0,0-1-3 0,0-3 3 0,0 3 0 15,0-1 1-15,0-1 0 0,0-1 0 16,0 1-3-16,10-2-1 0,-10 1 14 0,11 1-6 15,-3-1 1-15,-8-1-31 0,10 4-95 0,-10-3-176 16,9 2-96-16,-4 3 30 0</inkml:trace>
</inkml:ink>
</file>

<file path=ppt/ink/ink15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4:41.341"/>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0 31 1013 0,'0'0'9'0,"0"0"8"0,0-10-1 16,0 10 4-16,0 0-3 0,0-10-2 16,0 10 9-16,0 0 3 0,0-5 3 0,0 5-7 0,0-6-4 15,0 6-11-15,0 0-13 0,0 0-1 16,0 0-6-16,0 0 0 0,0 0 3 0,0 0 3 16,0 0-6-16,0 0 9 0,0 0-7 0,0 0-2 15,0 0 3-15,0 0-5 0,0 0 5 0,0 0 0 16,0 0 8-16,0 0 1 0,0 10 2 0,0-4-2 15,0 2-3-15,0-1 6 0,0 1-5 0,0-1-2 16,0 2 2-16,0 1-10 0,0-1 9 0,0 3 7 16,0-2-6-16,0 2 2 0,0 1 4 0,0 0-6 15,0 3-4-15,0-4 10 0,0 6-13 0,0-3-5 16,0 2 9-16,0-2 0 0,0 1 0 0,0 1 10 16,0-3-6-16,0 3-7 0,0 0 13 15,0-2 1-15,0 4 6 0,0 1 1 16,0 1-10-16,0-2-8 0,0 1 1 0,0 0 6 15,0-1 0-15,0-2 16 0,0-2-6 0,0-4-12 0,0 2 7 16,0-5-7-16,0-3 7 0,0-3 11 0,0 3 3 16,0-5 6-16,0 0 0 0,0 0 2 0,0 0-12 15,0 0 4-15,0 0-10 0,0 0-5 0,0 0-1 16,0 0-7-16,0 0-3 0,0 0-8 0,0 0-13 16,0 0-46-16,0 0-131 0,0 0-110 0,0 0 15 15,0 0 43-15</inkml:trace>
</inkml:ink>
</file>

<file path=ppt/ink/ink15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7:41.050"/>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29 1221 1921 0,'-3'0'14'0,"0"0"22"0,-5 0 25 0,5 0 19 16,-1 0 16-16,2 0 1 0,-2 0-8 0,2 0 0 16,1 0-16-16,-1-8-17 0,2 8-18 0,0 0-20 15,0-9-13-15,0 2-5 0,0 1 0 0,18-3 3 16,2-2-2-16,4-4-3 0,10-3 6 0,7-5-6 15,12-3 2-15,14-2 0 0,9-6-3 16,16-2 3-16,15-5 3 0,11-3 1 0,16-1-3 0,13-4 3 16,11-4-5-16,14 1-1 0,10-4 3 15,8 0-1-15,1 4 2 0,1-2 4 0,-1 6-3 16,-6 4-3-16,-7 2-1 0,-19 10 3 0,-10 2 6 16,-17 2 23-16,-21 4 28 0,-15 4 64 0,-17 1 60 15,-18 4 19-15,-19-1-9 0,-12 5-56 0,-10-1-51 16,-8-1-42-16,-12 2-15 0,0-2-9 0,0 0-23 15,0 0 5-15,-13-1-2 0,-3 2-3 0,6-1 6 16,1 4 1-16,-2-1-7 0,2 1-33 0,-2 3-64 16,5-1-118-16,-1 3-139 0,-2-1-114 0,1 5-241 15,-4 0-26-15,1 0 144 0</inkml:trace>
</inkml:ink>
</file>

<file path=ppt/ink/ink15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3:26.885"/>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1654 118 2060 0,'0'0'18'0,"0"0"8"0,-11 0 9 16,11 0 11-16,-9 0 1 0,-2 0 7 0,1 0 13 16,-3 0-12-16,0 0-17 0,-5 0-18 0,-2 0-16 15,-3 0 4-15,-1 0-3 0,-5 0 9 16,-1 0 11-16,-2 10 19 0,-2-10 13 0,-1 0 17 15,0 0 24-15,0 0-4 0,0 0 11 0,1 0-9 16,0 0-31-16,2 0-10 0,-1 0-15 0,1-14-17 16,0 5-7-16,0 0-7 0,0-1 3 0,-1 1 10 15,-2-2-1-15,0 4 11 0,0-4-5 0,3 4-16 16,0-3 18-16,2 2-2 0,1 4 17 0,2-3 23 16,2 4-7-16,6 0-2 0,0 1-10 0,4-1-19 15,-1 2-14-15,5 1-8 0,-1 0-4 0,4 0 11 16,4 0-7-16,1 0-7 0,-2 0-6 0,2 0-12 15,1 0 11-15,2 0 10 0,-1 0-12 0,1 0 3 16,0 0-15-16,0 0 7 0,0 0 2 16,0 0 0-16,0 0 6 0,0 0-3 0,0 0 0 15,0 0 9-15,8 9 8 0,-8 3-21 0,6 3 12 16,-6 5-7-16,6 6-4 0,-6 3 20 0,0 8 5 16,0 4-1-16,0 5 2 0,0 6-4 0,0 2-1 15,0 3-1-15,-12 2-9 0,2 0 0 0,0-1-7 16,2 4-2-16,-1-2 9 0,0-1 0 0,1-2 0 15,1 2 6-15,-2-1-2 0,4-2-3 0,-1 2 3 16,2-2-13-16,-1 1-6 0,0 1 8 0,-1-2-1 16,0 0 12-16,2 3 8 0,-2-1-13 0,1-3 11 15,-1 2-5-15,3 0-3 0,-2-1 12 16,2 0-16-16,0-2-1 0,0 3 6 0,2-4 3 16,-2 1-4-16,-2 0 7 0,1 1-2 0,-1 0-3 15,1 2-11-15,-3-1 11 0,1 2-9 0,-1-2-18 16,-1 2 32-16,-1-4-23 0,0 3 18 0,0-5 7 15,1-3-8-15,-1-1 14 0,2 0-23 0,-1-4 11 16,2 2-10-16,-2-3 1 0,2 2 18 0,0-1-5 16,0 1-2-16,1 1 1 0,-1-4-6 0,2 2-6 15,-2 0 4-15,0-3-3 0,0 0 5 0,0-1-1 16,1-1 5-16,-3-2-3 0,4 0-8 16,-1 0 14-16,-1 0-9 0,2 0-9 0,-1 1 12 0,-2 1-18 15,2 0 8-15,0 3 22 0,-1-1-16 16,2 4 15-16,-2-2-13 0,0 0-2 0,1 0 0 15,1 0-4-15,-1 0 16 0,0-3 7 0,4 0 4 16,-2 1 1-16,1 0 9 0,1 1-18 0,-2 0 0 16,1 1 14-16,1 1-14 0,-1 2 6 0,2-3 6 15,-1 5-10-15,-1 0 1 0,1-1-5 0,1 1 5 16,0 0-14-16,0-2 7 0,0 1-8 0,0-1-9 16,0-4 35-16,0-1-12 0,0 0 9 0,0-3-6 15,0 1-22-15,0 2 2 0,0-2-3 0,0 0 19 16,0 2 15-16,0 0 1 0,0 3 27 0,0 1-44 15,0 0 1-15,0 3-12 0,0-2-15 0,0 3 30 16,0 0-19-16,0-2 12 0,-9 0-12 0,9-5 4 16,-11 1-5-16,3-3 0 0,8-3-2 15,-6-3 0-15,0-2 7 0,6-2-1 0,-4-1 0 16,1-1 4-16,3-1-11 0,-5 0 9 0,2 2-1 16,1 1-9-16,1 2-2 0,-2 2 13 0,3-1 1 15,-3 2-14-15,1 0 23 0,1-1-25 0,-1-3 1 16,1 0 19-16,-1 0-9 0,1-3 1 0,-1-5-8 15,2 1 12-15,-3-4-14 0,3-3 17 0,-1-4-12 16,-1-2-3-16,2-4 17 0,-1 0-14 0,1 1 23 16,-2-2-14-16,2 0-18 0,0 1 16 0,-3-3-10 15,3 4 7-15,0-1 18 0,0 2-14 16,-1 0 10-16,1 1-6 16,0-1-6-16,0 1-7 0,0-1-7 0,0-1 6 0,0-1-10 0,0-2 16 15,0 0-1-15,0-4-6 0,0 3 22 0,0-2-8 16,0 1 3-16,0-1 3 0,9 0-10 0,0 4-6 15,1-1-5-15,4 3 14 0,4-1-5 0,4 0 7 16,5-1 14-16,6-2-16 0,7-1 1 0,4-3-5 16,4 0 1-16,7 0-5 0,3 0 7 0,1-16-9 15,5 2-4-15,1-2 6 0,-1 5-8 0,0 11 13 16,-4-15-5-16,-2 5-10 0,0 10-7 0,-5 0-15 16,-6 0-3-16,-4 0-6 0,-7 0-6 15,-6 0-1-15,-4 0 3 0,-6 0 10 0,-5 0 13 0,-4 0-6 16,-7 0-21-16,-2 0-70 0,-2 0-123 15,0 8-131-15,0-1-145 0,-14 1-302 0,1 1 83 16,-1 0 146-16</inkml:trace>
</inkml:ink>
</file>

<file path=ppt/ink/ink16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3:34.105"/>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0 15 2675 0,'0'-7'-8'0,"0"1"-11"0,14 6 10 0,-2 0-3 15,0 0 5-15,3 19 12 0,3-1-15 0,4 4 6 16,5 3 6-16,5 2 6 0,3 1 9 0,6 4-3 16,3 1-2-16,4-3 4 0,4 2-9 0,-2-1-54 15,5 1-90-15,-1-2-148 0,3 3-360 0,-1-3 25 16,-4-1 88-16</inkml:trace>
</inkml:ink>
</file>

<file path=ppt/ink/ink16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3:33.948"/>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536 11 2398 0,'0'-6'2'16,"0"4"4"-16,0-1-6 0,0 3-1 0,-14 0 6 15,-1 11 12-15,0 7 32 0,-4 3 25 16,-2 12-3-16,-2 10-4 0,-1 7-23 0,-3 8-27 15,-4 5-3-15,1 5-9 0,-2 3-3 0,0 2 7 16,3-5-3-16,1 0 1 0,0-3-5 0,2-5 3 16,5-6 5-16,1-4-8 0,1-7 6 0,2-5-32 15,3-7-34-15,4-4-29 0,1-8-29 0,1-5-34 16,0-3-82-16,2-11-213 0,2 0-144 0,-2 0 60 16</inkml:trace>
</inkml:ink>
</file>

<file path=ppt/ink/ink16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8:22.124"/>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57 357 3241 0,'-7'-8'39'0,"1"-2"25"0,-1 2 5 15,0 1 24-15,4 1-16 0,-3 0 4 0,1 1 8 16,2 3-4-16,0 1-3 0,0 1-11 0,2 0-4 16,-1 0-18-16,1 0-13 0,-1 0-26 0,1 0-11 15,1 0 6-15,0 0-13 0,0 0 9 0,0 0-4 16,0 0-5-16,0 0 7 0,0 0-3 15,0 0 4-15,0 0-1 0,10 0-3 0,2 0 3 16,2 0 4-16,0 0-5 0,10-11 1 0,3 2-5 16,7-2 6-16,4-5 3 0,6 2-5 0,6-2 8 15,3-2-11-15,0 0-13 0,6 1 1 0,1-1-8 16,2-1 12-16,-1 3 8 0,-1 1 1 0,-2 1-6 16,1 1-15-16,-4-1 9 0,-3 1-12 0,-8 5 21 15,-5-1-1-15,-4 1-9 0,-8 0 18 16,-7 0-2-16,-3 6 5 0,-7-2 6 0,-3 2-6 0,-7 1-1 15,0-1-4-15,0 2 2 0,-20 0 16 0,0 0-31 16,-7 14 14-16,-5-3-2 0,-8 1-12 0,-4 2 57 16,-6-2-15-16,-1 0 4 0,-4 2 0 15,-4 1-39-15,-4 0 8 0,0 3-15 0,-1 1 6 16,0 0 8-16,-1 1 0 0,1 2 20 0,0-2 11 16,8-3 16-16,7-1-8 0,7-2-9 0,8-2-19 15,9-4-16-15,5-3 7 0,11-1-3 0,1-3-8 16,8 0-3-16,0-1 5 0,0 0 2 0,12 0 4 15,3 0 4-15,7-12 0 0,5 1-2 0,8-2 6 16,12-2-22-16,6-4-12 0,8 0-9 0,6 1-8 16,3-4-11-16,0 3 3 0,-5 2 2 0,-1-1-8 15,-10 3 9-15,-7 4-9 0,-6 3-10 0,-12 2 20 16,-6-1 18-16,-9 7 24 0,-14 0 6 16,0 0 0-16,0 0 13 0,-17 13 22 0,-6-1 28 15,-4 2 13-15,-5 1-22 0,-9 4-27 0,-9 6-18 16,-6 2-18-16,-7 3 36 0,-2 3 18 0,-5-2 25 15,2 3 33-15,1-6-3 0,9-2-24 0,11-6-31 16,11-6-38-16,8-1-32 0,10-8-2 0,8-1-1 16,10-1 0-16,0-3 15 0,0 0-1 0,0 0 2 15,0 0 18-15,16 0-7 0,1 0 9 0,4 0-5 16,4-12 0-16,5 2 1 0,5-1-2 0,4 0-2 16,5 1 3-16,5-2-6 0,-2 1 2 0,-1-2 2 15,-4 1 1-15,-1 1-4 0,-3-2-1 16,-6 3 10-16,-6 0-10 0,-6 4 11 0,-2 0-4 15,-4 1 0-15,-2 2 0 0,-3 2 16 0,-3-1 3 16,-2 1 15-16,-1 1 0 0,-1 0-4 0,1 0 2 16,0 0-26-16,-3 0 16 0,0 0-19 0,0 0 11 15,0 0 3-15,0 0-15 0,0 0-2 0,0 0-4 16,0 0 0-16,0 0 1 0,0 0 0 0,0 0-4 16,0 0 4-16,0 0-1 0,-8 0 11 0,8 0-19 15,0 0 5-15,0 0 7 0,0 0 0 0,0 0 4 16,0 6 0-16,0-6-3 0,0 0 0 0,0 0 20 15,0 0-1-15,0 6-4 0,0-6 4 0,0 0-1 16,0 0 4-16,0 0 12 0,0 0-4 16,0 0-9-16,0 0 1 0,0 0 1 0,0 0 9 15,0 0-1-15,-12 0 16 0,12 0 2 0,0 0-12 16,-9 0 11-16,9 0-13 0,0 0-2 0,0 0 15 16,0 0-6-16,0 0 4 0,0 0-2 0,0 0-2 15,-7 0-5-15,7 0-14 0,0 0 4 0,-5 0-6 16,5 0-1-16,0 0 11 0,-5 0-23 0,5 0 10 15,0 0-4-15,0 0 5 0,0 0 8 0,0 0-7 16,0 0 9-16,0 0-7 0,0 0 3 0,0 0-15 16,0 0 4-16,0 0-1 0,0 0-1 15,0 0-3-15,0 0 3 0,0 0-11 0,0 0-2 16,0 0 4-16,0 0-17 0,0 0 7 0,0 0-5 16,0 0 10-16,0 0-1 0,0 0 1 0,0 0 7 15,0 0-9-15,0 0 1 0,0 0-2 0,0 0 4 16,0 0-2-16,0 0 2 0,0 0 5 0,0 0-9 15,0 0 19-15,0 0-9 0,0 0 0 0,0 0-1 16,0-5-9-16,0 5 0 0,0 0-2 0,0 0-2 16,0 0 3-16,0 0 2 0,0 0 2 0,0 0-11 15,0 0 3-15,0 0-5 0,0 0-1 0,0 0 8 16,0 0 7-16,0 0-5 0,0 0 3 0,0 0 7 16,8 0-9-16,-8 0 6 0,0 0-4 0,0 0-10 15,0 0 8-15,0 0-3 0,0 0 0 16,0 0 1-16,0 0-4 0,0 0 11 0,0 0-1 15,0 0-5-15,0 0 2 0,0 0-2 0,0 0-5 16,0 0 19-16,0 0-10 0,0 0-4 0,0 0 8 16,0 0-7-16,0 0-4 0,0 0 2 0,0 0 2 15,0 0-3-15,0 0 7 0,0 0 3 0,0 0-9 16,0 0 1-16,0 0-3 0,0 0-2 0,0 0 7 16,0 0 0-16,0 0-5 0,0 0 4 0,0 0-7 15,0 0 3-15,0 0 11 0,0 0-5 0,0 0 1 16,0 0-2-16,0 0-5 0,0 0 2 0,0 0 2 15,0 0-1-15,0 0 1 0,0 0-6 0,0 0 5 16,0 0-3-16,0 0 3 0,0 0 2 0,0 0-4 16,0 0 2-16,0 0 2 0,0 0 1 15,0 0-1-15,0 0 0 0,0 0-2 0,0 0 1 16,0 0-4-16,0 0 0 0,0 0 2 0,0 0 5 16,0 0 7-16,0 0-10 0,0 0-2 0,0 0-2 15,0 0-3-15,0 0 12 0,0 0-5 0,0 0-9 16,0 0 16-16,0 0-12 0,0 0 10 0,0 0 6 15,0 0-12-15,0 0 3 0,0 0-6 0,0 0-1 16,0 0 5-16,0 0-3 0,0 0 7 0,0 0-8 16,0 0 6-16,0 0 3 0,0 0-5 0,0 0 4 15,0 0-4-15,0 0 1 0,0 0-2 16,0 0-7-16,0 0-23 0,0 0-32 0,0 0-54 16,0 0-72-16,0 0-88 0,0 0-49 0,0 0-7 15,0 0 36-15,0 0 62 0,0 0 20 0,0 0-26 16,0 0-70-16,0 0-67 0,0 0-56 0,0 0-119 15,0 0-145-15,0 0 113 0</inkml:trace>
  <inkml:trace contextRef="#ctx0" brushRef="#br0" timeOffset="20482.26">229 485 1661 0,'-8'0'1'0,"2"0"8"0,-1 0 2 0,1 0-1 16,2 0 3-16,-2 0-2 0,3 0 3 0,-1 0 10 16,1 0 5-16,3 0 2 0,-2 0-5 0,1 0 0 15,1 0-6-15,0 0-5 0,0 0-2 0,0 0-12 16,0 0-1-16,0 0-5 0,0 0 2 0,0 0 14 16,0 0 5-16,-3 0 15 0,3 0 5 0,0 0-2 15,0 0 8-15,0 0-3 0,0 0 0 0,0 0-9 16,0 0-15-16,0 0-1 0,0 0-5 0,0 0 3 15,0 0 4-15,0 0-6 0,16 0 4 0,1 0-8 16,3-13-1-16,4 0-4 0,7-1-2 0,5 1 2 16,3-4-4-16,4 0 5 0,4 2-2 15,2-4-1-15,1 1 0 0,0 2 4 0,-2 2 0 16,-2 2 0-16,-2 0-1 0,-4 4-3 0,-2-3 0 16,-4 3 1-16,-3 0 3 0,-7 1 0 0,-3 1 9 15,-4 1 28-15,-3 2 43 0,-7-1 31 0,-1 4 3 16,-6 0-27-16,0 0-44 0,0 0-30 0,0 0-3 15,0 0 6-15,-15 0 12 0,3 0 13 0,0 0-1 16,3 0 2-16,-2 0-18 0,2 0-15 0,2 0-8 16,-3 0-12-16,3 0 16 0,-1 0-3 0,2 0-3 15,0 0-2-15,-2 0 0 0,4 0-6 0,1 0 2 16,0 0 4-16,3 0-11 0,-3 0 9 16,3 0-2-16,0 0-1 0,0 0 3 0,0 0 1 15,0 0 2-15,0 0-4 0,0 0 1 0,0 0-4 16,0 0 5-16,0 0 6 0,0 0-4 0,0 0 1 15,0 0-2-15,0 0 2 0,0 0 3 0,0 0-3 16,0 0-1-16,0 0-4 0,0 0 2 0,0 0 2 16,0 0 2-16,0 0 0 0,0 0-5 0,0 0 1 15,0 0 1-15,0 0 0 0,0 0 2 0,0 0 1 16,0 0-3-16,0 0 0 0,0 0-4 0,0 0 1 16,0 0-4-16,0 0 3 0,0 0 6 0,0 0-2 15,0 0 7-15,0 0-2 0,0 0-6 0,0 0 1 16,0 0-4-16,0 0 0 0,0 0 0 15,0 0 1-15,0 0 7 0,0 0-1 0,0 0 2 16,0 0-1-16,0 0 1 0,0 0-6 0,0 0 4 16,0 0-3-16,0 0-4 0,0 0 9 0,0 0-3 15,0 0 0-15,0 0 0 0,0 0 1 0,0 0 2 16,0 0-3-16,0 0 6 0,0 0-8 0,0 0 3 16,0 0 4-16,0 0-12 0,0 0 5 0,0 0-5 15,0 0 1-15,0 0 6 0,0 0 2 0,0 0 2 16,0 0-6-16,0 0-1 0,0 0 2 0,0 0-5 15,0 0 4-15,0 0-2 0,0 0 4 0,0 0 2 16,0 0-4-16,0 0 5 0,0 0-9 16,0 0 0-16,0 0 9 0,0 0-4 0,0 0 3 0,0 0-2 15,0 0-3-15,0 0 1 0,0 0-3 16,0 0 8-16,0 0-6 0,0 0 3 0,0 0 1 16,0 0-5-16,0 0 2 0,0 0-2 0,0 0 2 15,0 0 0-15,0 0 5 0,0 0-2 0,0 0-6 16,0 0 3-16,0 0-2 0,0 0 4 0,0 0 0 15,0 0-7-15,0 0 5 0,0 0 0 0,0 0 1 16,0-13 4-16,0 13-5 0,0 0 2 0,0 0 1 16,0-9-2-16,0 9-1 0,0 0-3 0,0 0-3 15,0 0 8-15,0 0 3 0,0-7-10 16,0 7 10-16,0 0-7 0,0 0-3 0,0-6 9 0,0 6-8 16,0 0 3-16,0 0 4 0,0 0-7 15,0 0 4-15,0 0 2 0,0 0-9 0,0 0 3 16,0 0 6-16,0 0-7 0,0 0 2 0,0 0 3 15,0 0-9-15,0 0 9 0,0 0 0 0,0 0 3 16,0 0-1-16,0 0-2 0,0 0 4 0,0 0-11 16,0 0 8-16,0 0-3 0,0 0-3 0,0 0 7 15,0 0-3-15,0 0-3 0,0 0 2 0,0 0 0 16,0 0 1-16,0 0 3 0,0 0-2 0,0 0-2 16,0 0-3-16,0 0 5 0,0 0-4 0,0 0 2 15,0 0 2-15,0 0-6 0,0 0 5 0,0 0 1 16,0 0-7-16,0 0 4 0,0 0-5 15,0 0 2-15,0 0-2 0,0 0 6 0,0 0-1 0,0 0-1 16,0 0 9-16,0 0-11 0,0 0 8 16,0 0-7-16,0 0 0 0,0 0 7 0,0 0-9 15,0 0 5-15,0 0-3 0,0 0 1 0,0 0-3 16,0 0 5-16,0 0 0 0,0 0-1 0,0 0 6 16,0 0-6-16,0 0 7 0,0 0-6 0,0 0 2 15,0 0 5-15,0 0-8 0,0 0 8 0,0 0-8 16,0 0 1-16,0 0 0 0,0 0 4 0,0 0 5 15,0 0-5-15,0 0 4 0,0 0-6 0,0 0 2 16,0 0 0-16,0 0-2 0,0 0 0 0,0 0 0 16,0 0 5-16,0 0-1 0,0 0-1 15,0 0-2-15,0 0-1 0,0 0 2 0,0 0 0 16,0 0 0-16,0 0-2 0,0 0-1 0,0 0 1 16,0 0-2-16,0 0 0 0,0 0 3 15,0 0 2-15,0 0 1 0,0 0 5 0,0 0-4 0,0 0-3 16,0 0 1-16,0 0-4 0,0 0-2 0,0 0 3 15,0 0-2-15,0-8-1 0,0 8 2 0,0 0 4 16,0 0 1-16,0-9-3 0,0 9 1 16,0-5-3-16,0-1 1 0,0 6 0 0,0-3 1 0,0 0-3 15,-8 1 2-15,8-1 8 0,0 3-9 16,0-1-1-16,-6 0 2 0,6-1-4 0,-1 0 2 0,1 0 7 16,0 2-8-16,0-1 0 0,0 1 7 15,0 0-14-15,0 0 7 0,0 0 0 0,0 0-4 16,0 0 12-16,0 0-8 0,0 0 0 0,0 0 0 15,0 0-8-15,0 0 11 0,0 0 2 0,0 0-6 16,0 0 8-16,0 0-7 0,0 0-4 0,0 0 6 16,0 0 1-16,0 0 1 0,0 0-1 0,0 0-5 15,0 0-1-15,0 0 3 0,0 0 1 0,0 0 4 16,0 0 0-16,0 0-2 0,0 0 0 0,0 0-2 16,0 0 2-16,0 0 2 0,0 0-6 0,0 0 5 15,0 0-3-15,0 0 2 0,0 0 0 0,0 0 3 16,0 0-3-16,0 0-8 0,0 0 18 15,0 0-15-15,0 0 5 0,0 0 5 0,0 0-10 16,0 0 10-16,0 0-5 0,0 0 2 0,0 0-7 16,0 0 0-16,0 0 8 0,0 0-10 0,0 0 11 15,0 0-1-15,0 0-1 0,0 0 5 0,0 0-4 16,0 0-8-16,0 0 0 0,0 0 1 0,0 0-1 16,0 0 7-16,0 0-4 0,0 0 2 0,0 0 0 15,0 0-2-15,0 0 4 0,0 0-5 0,0 0 1 16,0 0 7-16,0 0-5 0,0 0 1 0,0 0 3 15,0 0-8-15,0 0 6 0,0 0 5 16,0 0-5-16,0 0 3 0,0 0-3 16,0 0-4-16,0 0 7 0,0 0 0 0,0 0-8 0,0 0 3 15,0 0-7-15,0 0 9 0,0 0 7 0,0 0-11 16,0 0 5-16,0 0-6 0,0 0-1 0,0 0 11 16,0 0-6-16,0 0-4 0,0 0 4 0,0 0-1 15,0 0-1-15,0 0 1 0,0 0 2 0,0 0-3 16,0 0 9-16,0 0 0 0,0 0-1 0,0 0-5 15,0 0-1-15,0 0 2 0,0 0-8 0,0 0 7 16,0 0 1-16,0 0-4 0,0 0 1 0,0 0 5 16,0 0-5-16,0 0 6 0,0 0-2 0,0 0-6 15,0 0 0-15,0 0-6 0,0 0 3 16,0 0 2-16,0 0 1 0,0 0 7 0,0 0-3 16,0 0 1-16,0 0 1 0,0 0-8 0,0 0 2 15,0 0 7-15,0 0-7 0,0 0 6 0,0 0-9 16,0 0-4-16,0 0 6 0,0 0 1 0,0 0 6 15,0 0 4-15,0 0-3 0,0 0-6 0,0 0-1 16,0 0-4-16,0 0-3 0,0 0 6 0,0 0 6 16,0 0-2-16,0 0 5 0,0 0-13 0,0 0 1 15,0 0-3-15,0 0 2 0,0 0 7 0,0 0-6 16,0 0 6-16,0 0-5 0,0 0 5 0,0 0 2 16,0 0 0-16,0 0-2 0,0 0-4 15,0 0 6-15,0 0-2 0,0 0 1 0,0 0 0 16,0 0-5-16,0 0-1 0,0 0 5 0,0 0 0 15,0 0 0-15,0 0 3 0,0 0-5 0,0 0 0 16,0 0 2-16,0 0-5 0,0 0 4 0,0 0 1 16,0 0-2-16,0 0 4 0,0 0-2 0,0 0 3 15,0 0-3-15,0 0-3 0,0 0 1 0,0 0 2 16,0 0 7-16,0 0-5 0,0 0 0 0,0 0-5 16,0 0-1-16,0 0 6 0,0 0-2 0,0 0 1 15,0 0 1-15,0 0 0 0,0 0 3 0,0 0-3 16,0 0 0-16,0 0-2 0,0 0 0 0,0 0 5 15,0 0-3-15,0 0 1 0,0 0-3 0,0 0 0 16,0 0 5-16,0 0 0 0,0 0 2 0,0 0-5 16,0 0 1-16,0 0-4 0,0 0-1 15,0 0 7-15,0 0-5 0,0 0 7 0,0 0-2 16,0 0-9-16,0 0 6 0,0 0-1 0,0 0 4 16,0 0 5-16,0 0-8 0,0 0-5 0,0 0 3 15,0 0 0-15,0 0-2 0,0 0 5 0,0 0-1 16,0-10-2-16,0 10 3 0,0-7-1 0,0 7 1 15,0-5 5-15,0 5-4 0,0 0 2 0,0-6-4 16,-9 2-4-16,9 0 5 0,0 1-6 0,0 0-1 16,-8 0 5-16,8 1 2 0,0-2-3 0,-5 4 5 15,5-3-6-15,0 1-1 0,0 1 7 16,0 1-2-16,0 0 4 0,-3 0 2 0,3 0-2 0,0 0-1 16,0 0 4-16,-3 0-6 0,0 0-2 15,3 0 2-15,-1 0-6 0,1 0 4 0,0 0 3 16,0 0-5-16,0 0 0 0,0 0-2 0,0 0-3 15,0 0 7-15,0 0-5 0,0 0 1 0,0 0 2 16,0 0-2-16,0 0 2 0,0 0-4 0,0 0 1 16,0 0 1-16,0 0-1 0,0 0 3 0,0 0 1 15,0 0-4-15,0 0 5 0,0 0-1 0,0 0-3 16,0 0-1-16,0 0-1 0,0 0 2 0,0 0-1 16,0 0 6-16,0 0-1 0,0 0-1 0,0 0-4 15,0 0-1-15,0 0-1 0,0 0 0 0,0 0 5 16,0 0 0-16,0 0-1 0,0 0 3 15,0 0-5-15,0 0 0 0,0 0-2 0,0 0-3 16,0 0 6-16,0 0 0 0,0 0 2 0,0 0 2 16,0 0-1-16,0 0-5 0,0 0 6 0,0 0-3 15,0 0-2-15,0 0 0 0,0 0-2 0,0 0 1 16,0 0 2-16,0 0 3 0,0 0-6 0,0 0 5 16,0 0 0-16,0 0-5 0,0 0 6 0,0 0-3 15,0 0 7-15,0 0-2 0,0 0-3 0,0 0 3 16,0 0-8-16,0 0 10 0,0 0-5 0,0 0 0 15,0 0 0-15,0 0 2 0,0 0 0 16,0 0-4-16,0 0 1 0,0 0-4 0,0 0 3 0,0 0 2 16,0 0 3-16,0 0 0 0,0 0-1 15,0 0 1-15,0 0-1 0,0 0 0 0,0 0 0 16,0 0 2-16,0 0-6 0,0 0 0 0,0 0 6 16,0 0-1-16,0 0-4 0,0 0 8 0,0 0-12 15,0 0 5-15,0 0 6 0,0 0-10 16,0 0 9-16,0 0-5 0,0 0-1 0,0 0 1 0,0 0 3 15,0 0-1-15,0 0 1 0,0 0 1 0,0 0-6 16,0 0 2-16,0 0 4 0,0 0-4 16,0 0 0-16,0 0 3 0,0 0-7 0,0 0 2 0,0 0 4 15,0 0-5-15,0 0 6 0,0 0-4 16,0 0 5-16,0 0-1 0,0 0-3 0,0 0 3 16,0 0 2-16,0 0-7 0,0 0 2 0,0 0 2 15,0 0-5-15,0 0 4 0,0 0 0 0,0 0 1 16,0 0-1-16,0 0 3 0,0 0-6 0,0 0 0 15,0 0 1-15,0 0 4 0,0 0-2 0,0 0-3 16,0 0-1-16,0 0-3 0,0 0 3 0,0 0 4 16,0 0-1-16,0 0 1 0,0 0 4 0,0 0-1 15,0 0-7-15,0 0 4 0,0 0-4 0,0 0-2 16,0 0 6-16,0 0-3 0,0 0-1 0,0 0 3 16,0 0 4-16,0 0-5 0,0 0 3 15,0 0-4-15,0 0-3 0,0 0 5 0,0 0-4 0,0 0 6 16,0 0-1-16,0 0-3 0,0 0 2 0,0 0-1 15,0 0 0-15,0 0 3 0,0 0-5 16,0 0-1-16,0 0 2 0,0 0-2 0,0 0 3 16,0 0 1-16,0 0-4 0,0 0 5 0,0 0 1 15,0 0 0-15,0 0 5 0,0 0-7 0,0 0 3 16,0 0-3-16,0 0-3 0,0 0 6 0,0 0-8 16,0 0 3-16,0 0 2 0,0 0-3 0,0 0 10 15,0 0-4-15,0 0-4 0,0 0 1 0,0 0-9 16,0 0 7-16,0 0 2 0,0 0-2 0,0 0 4 15,0 0-2-15,0 0-2 0,0 0 4 0,0 0 1 16,0 0-6-16,0 0 1 0,0 0-1 16,0 0 1-16,0 0 4 0,0 0 2 0,0 0-4 0,0 0 1 15,0 0-1-15,0 0-3 0,0 0 3 16,0 0 2-16,0 0 1 0,0 0 0 0,0 0-2 16,0 0 4-16,0 0-5 0,0 0 0 0,0 0 6 15,0 0-11-15,0 0 8 0,0 0 2 0,0 0-8 16,0 0 6-16,0 0-6 0,0 0 1 0,0 0 0 15,0 0 0-15,0 0 0 0,0 0 1 0,0 0 1 16,0 0 2-16,0 0 2 0,0 0-6 0,0 0 3 16,0 0-6-16,0 0 7 0,0 0 1 0,0 0 1 15,0 0 2-15,0 0-9 0,0 0 3 16,0 0-4-16,0 0 7 0,0 0-3 0,0 0 2 0,0 0 0 16,0 0-5-16,0 0 8 0,0 0-7 15,0 0 3-15,0 0-1 0,0 0-6 0,0 0 6 16,0 0-4-16,0 0 7 0,0 0-2 0,0 0 2 15,0 0 2-15,0 0-6 0,0 0 3 0,0 0-7 16,0 0 5-16,0 0-2 0,0 0 1 0,0 0 3 16,0 0-2-16,0 0-1 0,0 0 1 0,0 0 3 15,0 0-3-15,0 0 3 0,0 0-1 0,0 0-5 16,0 0 1-16,0 0 2 0,0 0-3 0,0 0 3 16,0 0-2-16,0 0 2 0,0 0 0 15,0 0-3-15,0 0 5 0,0 0-2 0,0 0-3 16,0 0 5-16,0 0-1 0,0 0-4 0,0 0 4 0,0 0-2 15,0 0-2-15,0 0-5 0,0 0 7 16,0 0 1-16,0 0 0 0,0 0 5 0,0 0-7 16,0 0 5-16,0 0 2 0,0 0-4 0,0 0-2 15,0 0 1-15,0 0-9 0,0 0 2 0,0 0-35 16,0 0-32-16,0 0-24 0,0 0-19 0,0 0 5 16,0 0-5-16,0 0-11 0,0 0-23 0,0 0-29 15,0 0-53-15,0 0-55 0,0 0-110 0,0 0-31 16,0 0 86-16</inkml:trace>
</inkml:ink>
</file>

<file path=ppt/ink/ink16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8:29.834"/>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0 308 2112 0,'13'-7'-3'0,"-4"5"-2"0,-3-3 1 15,-2 4-2-15,-4-3 1 0,0 3 2 16,0 1-3-16,0 0-1 0,0 0-1 0,0 0-1 16,0 0-2-16,0 0-1 0,0 0-5 0,0 0 3 15,0 11 3-15,0-2-1 0,0 0 7 0,0 3-9 16,0 4 2-16,0 1 6 0,0 6 0 0,0 2 10 15,0 2-6-15,0 1 1 0,0 0 1 0,0 0-1 16,8-2-2-16,-8-1 5 0,9-4 42 0,-3-2 44 16,2-4 45-16,1-3 37 0,1-2-16 0,3-1-27 15,2-5-24-15,6-4-36 0,3 0-25 0,5 0-4 16,6-14 26-16,8-6-2 0,8-6 9 0,12-7 8 16,6-3-36-16,9-8 10 0,7-5-2 0,3-1-18 15,2-4 3-15,-5 4-9 0,-8 2-6 0,-7 3 7 16,-9 6-4-16,-13 7-4 0,-7 4 1 15,-12 6-5-15,-6 3-3 0,-6 6-4 0,-7 0-1 16,-2 4-3-16,-5 3-7 0,0 1 5 0,-2 1-6 16,-1 1-5-16,0 2-2 0,0 1-27 0,0 0-54 15,0 0-56-15,0 0-62 0,0 0-21 0,0 0 22 16,-9 0 17-16,-4 13 10 0,4-1-45 0,-7 4-127 16,-2-1-195-16,0 2 54 0,-6 2 89 0</inkml:trace>
  <inkml:trace contextRef="#ctx0" brushRef="#br0" timeOffset="359.4">986 92 2196 0,'6'-11'18'16,"-3"4"15"-16,-3 1 16 0,0-2 14 0,0 3-8 15,0 3-9-15,0 0-10 0,0 0-12 0,0 2-13 16,0 0-16-16,0 0-13 0,0 0-13 0,0 0 1 15,0 0 8-15,0 11 0 0,0 1 15 0,0-2-1 16,0 6 5-16,0 3 6 0,0 5-5 0,0 6 7 16,0 7 2-16,12 7 7 0,-3 5 3 15,-3 3-10-15,4-2 3 0,2 3-6 0,-2 0 1 0,4-5 83 16,3-6 56-16,3-5 35 0,4-6 27 16,6-7-37-16,5-6-34 0,6-5-31 0,8-13-19 15,8 0-44-15,12 0-21 0,7-14-6 0,4-8-2 16,8 0 8-16,3-6-12 0,-3-2 10 0,1-1-6 15,-9 2-8-15,-7 0 9 0,-14 4-4 0,-9 1-3 16,-10 3 4-16,-10 4-3 0,-7 3 2 0,-8 1 2 16,-4 2-15-16,-5 0-41 0,-2 3-58 0,2-3-70 15,-2 2-75-15,-1 1-51 0,-3-1-53 0,1 2-70 16,1 4-185-16,-2-1 10 0,0 2 102 0</inkml:trace>
</inkml:ink>
</file>

<file path=ppt/ink/ink16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8:34.613"/>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69 240 1477 0,'-6'-9'2'16,"-1"-1"10"-16,0-1 15 0,1 1 18 0,-3 0 19 16,4 0-2-16,-4-1-5 0,4 2-9 0,-1 1-17 15,6-1 3-15,0 1-11 0,0 1-3 0,0-4 5 16,0 1 0-16,0 1 7 0,0 0 6 0,0 1-6 16,0 1-12-16,14-2-2 0,-14 3-13 0,0 2-6 15,11 1-1-15,-11 0-5 0,0 2-1 0,0-1 0 16,12 2 1-16,-12-2 1 0,10 1 5 15,0-1 2-15,3-1 3 0,10 0-4 0,4 0-3 16,8-1 4-16,9 2-3 0,8-2-3 0,9 4 3 16,1 0-2-16,3 0 0 0,2 0 7 0,1 0-6 15,-4 15-2-15,2 0-3 0,-7-1 1 0,-6 4-1 16,0 0-2-16,-4 0 7 0,-5 2-5 0,-5 0 5 16,-2 3 3-16,-5-3 4 0,1 4-4 0,-3-3-2 15,-1 3 1-15,-1 2-5 0,-6-2-1 0,-2 4 9 16,-3 3-2-16,-8 3 11 0,-9 3 14 0,0 6-4 15,-12 6 9-15,-13 6-5 0,-3 4-9 0,-12 5 0 16,-7 1 0-16,-2 0 5 0,-1-5 10 16,0-1 16-16,2-6-5 0,4-2-9 0,1-10-2 15,7-5-10-15,1-2 3 0,4-4-4 0,4-3-9 16,-2-2-6-16,6-2-9 0,4-2 2 0,-1-3 1 16,3-4-3-16,6 2-1 0,-1-6 1 0,5 1-4 15,4-2 4-15,0-2 2 0,3 1 5 0,0 1 1 16,0-3 1-16,0 2 0 0,19 2 2 0,-2 2 0 15,6 0 12-15,6-1 14 0,4 3 0 0,10 1-1 16,7 0-17-16,9 3-12 0,11 1-2 0,3 0 0 16,12 3 4-16,1 0-8 0,2 2 1 0,-1-1 4 15,0 3-5-15,-8-4 2 0,-11 3-4 0,-7-3-4 16,-13-3 2-16,-11 1 3 0,-11-3 4 16,-10 3 9-16,-16-3 9 0,0 3 5 0,-15 3 1 15,-12 6-3-15,-13 4-11 0,-16 5-1 0,-11 8-5 16,-12 3-1-16,-12 4 2 0,-6 6-4 0,-5 1-1 15,-1 1 0-15,1-1-7 0,10-1 2 0,6-4 1 16,11-5-6-16,15-4 4 0,10-2 0 0,14-4-1 16,10-3 8-16,12-2 3 0,14-2-1 0,0 1 5 15,11-3-2-15,9 1-1 0,5 0 1 0,9 0-1 16,11-3 1-16,6 4 1 0,11 1-5 0,8-2 7 16,6 3-11-16,6 0 1 0,0 2 2 0,-2-3-10 15,-5-1 4-15,-9 1 3 0,-6-5-1 0,-16 4 4 16,-12-1 5-16,-10-1 0 0,-22 2 6 15,0 3 13-15,0 3-2 0,-26 6-2 0,-10 2-5 16,-10 3-12-16,-7 4 2 0,-6 3-5 0,-11 3-1 16,-1 3 0-16,-2 0-2 0,-3 2 2 0,6-2-1 15,0 1 2-15,8-2-5 0,6-2-3 0,10-3 8 16,10 0 6-16,12-3-2 0,7-4 2 0,17-3-1 16,0-2-7-16,17-4 7 0,4 0-3 15,11-8-3-15,7 0 4 16,5-4-5-16,5-4-1 0,-2-2-1 0,1-3-9 0,-3-3-2 0,-6 2 6 0,-7-2-1 15,-9 3 13-15,-7-3 43 0,-16 7 9 0,0-3 4 16,0 5-5-16,-12 2-32 0,-9 5-9 0,-8 2-6 16,-4 4-4-16,-10 4 0 0,-2 1-2 15,-9 7-1-15,1-2 1 0,0 3 2 0,2 0-5 16,0 1 3-16,9 1 0 0,8 0 0 0,15 0 0 16,5-4 1-16,14 1-2 0,0-2 1 0,24-2-3 15,8-2-1-15,8 0-5 0,2-5-2 0,5 0 6 16,2-1 2-16,1-2 3 0,-4 2-1 0,-5 2 35 15,-5-2 70-15,-7 1 71 0,-9 1 29 0,-7 2-18 16,-13-1-54-16,0 4-66 0,-19 1-27 0,-4 1-14 16,-8 4-12-16,-5 2 12 0,-7 1-10 0,1 3-6 15,-8 3-12-15,4-3-12 0,2 3 4 0,5-8 2 16,2-2 8-16,8-5-11 0,10-6-3 0,5-7-20 16,5-8-28-16,9-4-14 0,0-5-41 15,0-4-43-15,17-4-67 0,-2-4-91 0,-2-4-100 16,-2 0-320-16,1 0 9 0,-4-13 114 0</inkml:trace>
</inkml:ink>
</file>

<file path=ppt/ink/ink16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8:54.663"/>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159 439 1388 0,'0'-9'3'0,"-13"-1"25"15,-1 1 20-15,0 3 17 0,4-1 17 0,0 0-4 16,-2-1-11-16,3 2 0 0,-1 2-7 0,5-1 1 16,-3 1 2-16,1-3 5 0,1 4-1 0,0 0-3 15,1-2 3-15,-1 2-14 0,2-2-5 0,-1 3-8 16,0-1-11-16,2-1-8 0,0 2-7 0,2 0-7 15,1 2-9-15,-2-2-4 0,1 1-7 0,1 1-9 16,0 0-1-16,0 0-1 0,0 0-1 0,0 0 4 16,0 0 7-16,0 10 2 0,0-2 8 15,7 1 5 1,6 1-2-16,-3 1 2 0,4 2-4 0,-1 2 2 0,6 2 2 0,0 1 0 0,3-1 6 16,0 3-3-16,1-1-4 0,2-1-1 0,0 1-1 15,-2-1 0-15,0-4 7 0,3 0-1 0,-3-1 2 16,-4-4 4-16,3 0 4 0,-3-2 58 0,0-4 33 15,2-3 12-15,-1 0 8 0,2 0-55 0,1-16-31 16,4-3-15-16,1-3-11 0,4-5-3 0,1-6-1 16,0-4 5-16,4-2 4 0,-5 1 2 15,3-6 3-15,-5 5-6 0,-4-2-10 0,-5 2-1 0,-1 4-3 16,-5 1 7-16,-3 4 21 0,-4 2 12 16,-1 6 4-16,-2 3-8 0,0 2-23 0,-5 3-10 15,1 5-7-15,-1 3 0 0,0 0 2 0,0 4-9 16,0 2 1-16,0-2-31 0,0 2-44 0,0 0-31 15,0 0-60-15,0 0-31 0,0 0 20 0,0 0 24 16,0 0 36-16,0 11 16 0,-11 1-41 0,2 4-100 16,0 1-164-16,-4 2-49 0,-1 0 65 0</inkml:trace>
  <inkml:trace contextRef="#ctx0" brushRef="#br0" timeOffset="312.36">692 190 1876 0,'0'0'15'0,"0"0"15"0,-10 0 14 16,-1-11 17-16,2 11 2 0,1-12 15 0,2 12 11 15,-4-10 1-15,7 10-6 0,-3 0-33 0,1 0-26 16,-1 0-27-16,3 0-14 0,0 0-5 0,0 0 1 16,0 0 12-16,-2 14 3 0,2 4 10 0,-1 1-6 15,-2 7 1-15,1 0 0 0,0 6 1 0,1 1 3 16,4 1-5-16,0-1 0 0,0-3-2 15,0-2-1-15,0-3 0 0,14-3 5 0,-4-2 2 0,1-7 9 16,-2-2 48-16,3-2 49 0,0-2 43 0,0-6 14 16,4-1-33-16,0 0-57 0,5 0-43 0,5-17-19 15,5-1-15-15,5-4 4 0,5-4 0 16,6-2-1-16,0-1-6 0,0-2-20 0,0 1-24 16,1 2-57-16,-7 3-55 0,-5 1-65 0,-4 7-62 15,-5 0-27-15,-6 7-109 0,1 2-128 0,-7 6 87 16</inkml:trace>
</inkml:ink>
</file>

<file path=ppt/ink/ink16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9:23.635"/>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-47 684 1829 0,'-20'0'6'0,"3"-9"4"0,2 9 13 0,1-7 24 15,2 7 26-15,2-6 22 0,-1 6 4 0,0 0-8 16,4 0-27-16,1 0-26 0,1 0-20 0,2 0-19 16,3 0-6-16,-1 0 0 0,1 0-1 0,0 0 4 15,0 0 0-15,0 0 10 0,0 0 2 0,0 0 0 16,0 0 1-16,7 0-1 0,2 0 2 0,0 0 7 16,0 0 3-16,2 6-3 0,3-6-1 0,3 5-4 15,1-2-5-15,5-3 0 0,1 4-1 0,3 0 1 16,5-1 2-16,4-3 6 0,2 3 1 15,3-2-3-15,5 1 8 0,0-2-2 0,4 2 6 16,3-2 3-16,5 0-9 0,2 0-6 0,3 0-4 16,3 0-1-16,6 0 1 0,5-11-2 0,1 2-1 15,5-4-2-15,-1 5-2 0,6-2 5 0,-1-1-2 16,-2-1 1-16,1-1-3 0,0-2 2 0,-6 2-4 16,-1 1-1-16,-5-4-1 0,-1 3-2 0,-7 0 5 15,-3 2 0-15,-3 0 7 0,-4-1-4 0,3 3-6 16,-6-2 0-16,0 0 3 0,4 0-1 0,2 0 5 15,0-4-1-15,3 1-4 0,1 0-1 0,3 2-2 16,-3-2-1-16,2 3 3 0,-1 1 2 0,-2 1 0 16,-1 1-2-16,-5 2 2 0,2 0 0 0,-8 1-4 15,-3 2 4-15,1 0-5 0,-5-1 3 16,-4 3 1-16,1-2 1 0,-4 3 1 0,-2-2-3 16,-1 2-1-16,-1 0 2 0,-2-4-2 0,1 4 3 15,-2 0 3-15,1 0-5 0,-1 0 4 0,1-1-3 16,-1 1-4-16,-2-2 4 0,2 2-1 0,2-1 2 15,2-3 3-15,-1 4-7 0,1-4 4 0,1 2-5 16,-1 1 3-16,2-4 3 0,-1 4 2 0,-1-4 2 16,0 2-5-16,-1 0 2 0,2-2-9 0,-4 2 7 15,2-3 0-15,-2 3-1 0,1-3 4 0,-2 3-5 16,1 0 2-16,-1-2-2 0,-2 2 1 16,-1-1-1-16,0 0-2 0,-5-2 5 0,5 3-1 15,-3-4-1-15,-1 5 4 0,1-5-8 0,2 3 1 16,-3-1 2-16,4 0-3 0,-2 0 5 0,2 3-2 15,3-5-2-15,-2 4 0 0,2 2 1 0,-1-2 1 16,4-1 0-16,-5 3 3 0,-1 0-5 0,1 1 4 16,-1 0-1-16,-3 0-2 0,1 0 3 0,-1 0-2 15,-1 0-2-15,4 0 5 0,0 0-3 0,1 0-1 16,1 0 2-16,-2 0-4 0,4 0 5 0,-4 0 1 16,3 10-6-16,-4-10-1 0,0 6 4 0,-2-6 0 15,-4 0 4-15,4 5 2 0,-3-3-6 0,0-2-3 16,-2 0 8-16,-3 4 0 0,2-4-2 0,2 0 2 15,-2 0-5-15,3 0-2 0,-3 0 4 16,2 0 1-16,-2 0-1 0,0 0 2 0,1 0-4 16,-3 0 0-16,-3 0-2 0,2-7 2 0,0 7 5 15,-2-7-3-15,-2 7-1 0,0-7-1 0,0 2-1 16,-1 3 2-16,0-2 1 0,-1 1-2 0,-2 0-3 16,-1 2-1-16,-2-2 4 0,0 1 0 0,0 0 2 15,1-1-2-15,-2 2 2 0,-1-1-2 0,2 0-2 16,-3 1 0-16,0-3-1 0,3 4-4 0,0-1 10 15,-3-1-6-15,3 1 0 0,0 1 8 0,-1-2-10 16,-2-1 9-16,3 3-2 0,-3 0 0 16,2-2-4-16,-1 1 6 0,2 0-3 0,0 1-2 0,-3-2 9 15,3 0 4-15,0-1 17 0,2 2 8 16,-2-2-3-16,0-1-8 0,3 0-14 0,0-2-12 16,-1 3-1-16,1-4-6 0,1 5-2 0,-1-3 6 15,0 0 0-15,2 4 1 0,-2-3 3 0,5 2-4 16,-2 0 3-16,3-2 3 0,-1 4-1 0,2-1 2 15,4-1-3-15,3 0-1 0,-1 2-2 0,4-2 1 16,-3 2 0-16,0 0 4 0,4 0-3 0,-4 0 1 16,-5 0-1-16,5 0 3 0,-4 0 0 0,1 0-2 15,3 0 3-15,-3 0-5 0,1 0 5 16,0 0 1-16,-3 0 0 0,2 7-8 0,-6-7 2 0,-2 0 2 16,-5 0 1-16,2 0 9 0,-3 0-2 15,-1 0 0-15,-2 0-3 0,0 0-1 0,0 0 2 16,0 0-1-16,0 0 19 0,0 0 19 0,0 0 13 15,0 0 3-15,0 0-12 0,-9-9-26 0,9 9-5 16,-6-11-9-16,6 2 1 0,-9 5 5 0,4-5-3 16,-1 1 3-16,0 1 0 15,0-2 11-15,0-2 3 0,-2 1-8 0,2 2-6 0,-2-9-12 0,-1 3-7 16,5-3 6-16,-5-2-2 0,3-3 3 0,-4 0 1 16,3-4-3-16,-4 0 5 0,-1 2 0 0,-2-4 0 15,1-2 4-15,-4 2 3 0,0 3 15 0,2-4 23 16,-2 4 4-16,1 0-2 0,4 2-19 15,-4 1-24-15,1 3-9 0,5-1-7 0,-4 1 0 16,2 1-5-16,-2 2 6 0,2-1 4 0,-2 3 3 16,1-2-1-16,3 3-4 0,-3 1-1 0,4 2 2 15,-2 0 2-15,3 1 6 0,2 5-7 0,-1-2 0 16,1-1 0-16,-3 4-4 0,4 0 6 0,-4-2-2 16,0 2-2-16,4 2 7 0,-4-3-1 0,3 2 1 15,0-1-5-15,-2 3-2 0,2-2-3 0,-1 0 2 16,-2 2 8-16,-2 0-4 0,-1 0 6 15,-5 0-7-15,-3 0 1 0,-1 0-4 0,-5 0 1 0,0 0 4 16,-4 0-3-16,-3 9 4 0,-4-9 0 0,1 0 1 16,-2 0 5-16,-3 0-5 0,1 0-2 15,-2 0-5-15,2 0 3 0,-2 0-1 0,2 0 2 16,1 0 5-16,-1 0-4 0,1 0 5 0,2 0-6 16,-2 0 1-16,6 0-1 0,-4 0-5 0,1-7 7 15,-1 7-6-15,4-4 8 0,-2 4-3 0,1 0-4 16,4-6 4-16,-2 6-3 0,2 0-1 0,-1 0 5 15,3 0-1-15,-3 0 0 0,2 0 5 0,-4 0-2 16,4 0 0-16,-4 0-5 0,-1 0 1 0,1 0 1 16,-4 0 2-16,1 0 1 0,-4 0-3 0,1 0-6 15,-7 0-1-15,4 0 0 0,-2 0 3 0,-2 0-5 16,1 10 4-16,-2 1-3 0,1-11 2 16,-1 9 8-16,4-3-6 0,-2 2 5 0,1 1-1 15,1-1-1-15,4-3-6 0,-1 1 9 0,4 2-2 16,3-2 4-16,1-3 2 0,4 2-8 0,2 1 1 15,4-2-8-15,0-2 6 0,1 1 1 0,3 2 2 16,-2-2 0-16,2-2 0 0,-2 4-6 0,2-2 0 16,-5-2 4-16,3 1 3 0,-2 3 4 0,-1-4-2 15,-1 1 4-15,1-2-5 0,-3 0-2 0,3 0 2 16,-4 0-5-16,1 0-2 0,-3 0 6 0,2 0 2 16,1 0-3-16,-1-11 7 0,1 11-6 0,-3-9-5 15,2-1 0-15,-1 3-2 0,3 1 5 0,-6-1-2 16,2 2 0-16,-1-1-2 0,1 1 2 0,0 0 1 15,2 1 1-15,1 3 7 0,-1 0-6 16,1-1 0-16,-3 0 2 0,5 2-3 0,-4 0-9 16,3 0 10-16,-4 0 0 0,1 0-1 0,3 0 8 15,-1 0-11-15,2 0 1 0,-2 0 0 0,3 0 2 16,0 0 7-16,0 0-5 0,2 0 2 0,-2 0-7 16,1 0 2-16,-1 0 4 0,0 0-6 15,0 0 5-15,2 0-1 0,1 0-2 16,-3 0 1-16,1 0-1 0,0 0 1 0,1 0 5 0,-2 0-3 0,2 0 1 15,-2 0-3-15,0 0 0 0,-1 0 3 0,-2 0-1 16,4 0 5-16,-6 0-5 0,2 0 2 0,1-7-1 16,-3 7 0-16,2-13 0 0,-1 5-1 15,3-3 1-15,0 2-7 0,-2 0 4 0,0-1-3 16,3 1-8-16,-1 0 15 0,0 1-8 0,-1-1 5 16,4 5 6-16,-2-4-8 0,6 5 3 0,-2-2-6 15,-1 1 1-15,0 2 0 0,-3 0 4 0,2 1 4 16,-2 0-6-16,-4 1-8 0,-2 0 0 0,-3 0 3 15,2 0 3-15,-2 0 8 0,2 0 4 0,-2 11-10 16,1-11 10-16,0 13-13 0,2-7 1 0,0 3 6 16,1-2-10-16,1 1 5 0,0-1-3 0,3 1 7 15,-4-1 1-15,1 1-1 0,-4 1-1 0,3-1-8 16,-6 3 3-16,-2 0 6 0,-1-5 3 0,1 3 1 16,-2 0-4-16,-3-4 5 0,3 1-5 15,-3-2-7-15,3-1 12 0,0-3-10 0,3 1-2 16,-1 2 13-16,1-2-8 0,3-1-3 0,-2 0 1 15,4 0 2-15,0 0-3 0,2 0 11 0,-1 0-3 16,2 1-7-16,0 1 4 0,-1 0-10 0,1-1 5 16,1 0 0-16,2 2-3 0,0 0 10 0,2-1-4 15,3 3 0-15,0-4 2 0,3 1-7 0,1 1 5 16,1 0-1-16,2 0-4 0,1-2 4 0,2 1 2 16,1 3-4-16,1-4 4 0,1 2-2 0,1-1 1 15,2-1 2-15,0 0-3 0,0-1 5 0,2 0-5 16,-1 0 2-16,2 0 5 0,0 0-7 0,0 0 4 15,0 0 0-15,0 0-5 0,0 0 3 0,0 0-1 16,0 0 3-16,0 0-1 0,0 0 0 16,0 0-3-16,0 0-4 0,0 0 4 0,0 0 1 15,0 0 0-15,0 0 1 0,0 0-3 0,0 0-5 16,0 0 7-16,0 0-3 0,0 0 1 0,0 0 0 16,0 0-8-16,0 0 5 0,0 0-5 0,0 0-3 15,0 0-1-15,0 0-4 0,0 0 0 0,0 0 0 16,0 0 7-16,0 0 1 0,0 11 5 0,0-2 2 15,0 1-1-15,14 1-1 0,-4 6-2 0,-1 2 2 16,4 3 3-16,-1 4 2 0,0 1-1 16,2 1 1-16,-1 5-1 0,2 0-7 0,1 4 4 0,-1 0 2 15,0 2-2-15,-1 2 4 0,-1 3-3 0,1-1-1 16,0 4 4-16,-1-1 4 0,1 3-4 16,-2 1 10-16,0-3-8 0,0-4 1 0,-2-1 3 15,0-2-11-15,-1-3 7 0,-1-4-1 0,-1-1 5 16,0-4 0-16,-1-2-2 0,-2 0-3 0,2-4-4 15,-1 0 0-15,-2-5 2 0,3-4 4 0,-3 0 2 16,1-2 3-16,-2-5-2 0,0 5-7 16,-1-7 1-16,1 1 1 0,-2-2-3 0,0 0 6 0,0 1 0 15,0-2-4-15,0 0 3 0,0-1-1 0,0 1-3 16,0-2 9-16,0 2-7 0,0-2 3 16,0 0 5-16,0 0-7 0,0 0 10 0,0 0-3 0,0 0-6 15,0 0 5-15,0 0-3 0,0 0 0 16,0 0 1-16,0 0-5 0,0 0-1 0,0 0-4 15,0 0 0-15,0 0 0 0,0 0 3 0,0 0-1 16,0 0-5-16,0 0 1 0,0 0-4 0,0 0 9 16,0 0 5-16,0 0 1 0,0 0-4 0,0 0 0 15,0 0-3-15,0 0 0 0,0 8 5 0,0-8-8 16,0 9 8-16,0-2-3 0,0 1 0 0,0-1 8 16,0-1-10-16,0 1 2 0,0 1 1 0,7-2-7 15,-7 1 4-15,6 0 0 0,-6-2-1 0,3 1 4 16,0-2 0-16,-3 0-1 0,2 1 2 15,-1-2-2-15,1 0-2 0,-1 0 2 0,-1-3-1 16,0 4 1-16,0-2 7 0,0-2-3 0,0 0 8 16,0 0-3-16,0 0-3 0,0 0-2 0,0 0 2 15,0 0 5-15,0 0-4 0,0 0 3 0,0 0-2 16,0 0 1-16,0 0 0 0,0 0 8 0,0 0 0 16,0 0-4-16,0 0 11 0,0 0-9 0,0 0 0 15,0-6 2-15,0 6-6 0,0-9-2 0,0 9-32 16,0-5-74-16,0-1-109 0,0 1-102 0,0-1-78 15,0 1-56-15,-12-6-165 0,2 5 35 0,-7-2 103 16</inkml:trace>
  <inkml:trace contextRef="#ctx0" brushRef="#br0" timeOffset="885.89">-898 189 2005 0,'0'-11'16'0,"0"1"23"0,0 0 39 0,0-1 40 15,0 4 18-15,0 2 4 0,0 0-29 0,0 4-44 16,0 1-42-16,0 0-34 0,0 0-16 0,0 0-2 16,0 0 3-16,0 0 7 0,0 0 4 15,0 0 4-15,0 8 2 0,0-8 0 0,14 10 2 16,0 0-1-16,1-2 3 0,0 2-3 0,3 0 0 15,0 0 2-15,2 2-2 0,-2 0 5 16,4 3 1-16,-3-2-4 0,1 1 6 0,0 0-7 0,0-2 6 16,-2 0-1-16,-1 1 0 0,-1-2 6 0,1-2-4 15,-3 1 0-15,-1-1 28 0,1-1 81 0,-2-1 39 16,2 1 55-16,-2-2 8 0,2-2-43 0,1-4-22 16,3 0-40-16,5 0-34 0,4-18-38 0,10-3-23 15,4-9-4-15,10-8-7 0,8-5 4 0,10-6 4 16,1-5-22-16,4 0-34 0,-4 2-46 15,-3 0-51-15,-7 7-45 0,-8 8-39 0,-11 6-77 16,-9 6-104-16,-12 7-244 0,-7 7-34 0,-13 3 118 16</inkml:trace>
  <inkml:trace contextRef="#ctx0" brushRef="#br0" timeOffset="-3065.88">135 416 1363 0,'0'-11'22'16,"0"-2"23"-16,0 5 13 0,0-2 16 0,0 2-4 15,0 1-11-15,-12 1 0 0,12 2-13 0,-11 2-16 16,11-3-8-16,-7 5-11 0,7-2-3 0,0 2-7 16,0-2-6-16,0 2 2 0,0 0-2 0,0 0 8 15,0 0 0-15,0 0 1 0,0 0-7 0,0 0 0 16,0 0-1-16,0 0 0 0,0 0 5 0,0 0-1 15,0 0 3-15,0 0-8 0,0 0 4 0,0 0 0 16,0 0-4-16,0 7 3 0,0-7 1 0,0 0-1 16,0 0 2-16,0 4 3 0,0-4-5 0,0 0 4 15,0 0-2-15,0 0 2 0,0 0 11 16,0 4 19-16,0-4 29 0,0 3 9 0,0-3 10 16,0 3-7-16,0-3-19 0,0 0-1 0,0 0-9 15,0 0-13-15,0 0-3 0,0 0-11 0,0 0-11 16,0 0 1-16,0 0-2 0,0 0-2 0,0 0 0 15,0 0-2-15,0 0-1 0,0 0 2 0,0 0-1 16,0 0 0-16,0 0 1 0,0 0-1 0,0 0 7 16,-10 0 0-16,10 0 33 0,0 0 20 0,0 0 6 15,0 0 8-15,-7 0-33 0,7 0-23 0,-6 0-9 16,1 0-8-16,-1 0-1 0,2 0-1 16,-1 0-2-16,0 0 4 0,-1 0-6 15,2 0 8-15,-2 0-3 0,1 0-1 0,1 0 5 0,2-8-6 16,-2 8 1-16,-1 0 0 0,4 0-2 0,-3 0 6 15,1 0-2-15,3 0-2 0,-1 0 0 0,-1 0-2 16,1 0 0-16,1 0 4 0,-2 0 1 0,2 0-1 16,-3 0 7-16,2 0-2 0,-1 0 4 0,1 0 6 15,-1 0-6-15,1 0 5 0,1 0-7 0,0 0 3 16,0 0 1-16,0 0-5 0,0 0 2 0,0 0-3 16,0 0-5-16,0 0 2 0,0 0-2 0,0 0-8 15,0 0 6-15,0 0-3 0,0 0 2 0,0 0-2 16,0 0-7-16,0 0 2 0,0 0-6 15,0 0 7-15,0 0-2 0,0 0 4 0,0 0-1 16,0 0 4-16,10 0 2 0,-1 0 0 0,1 0 4 16,2 0-4-16,1-11 5 0,4 11-7 0,3-11 2 15,1 2-1-15,3 3-3 0,2 0-1 0,-1-1 0 16,2 1 0-16,-1 3-2 0,0-2 7 0,-1 1-2 16,3 4 2-16,-3-2 2 0,3-2 1 0,-1 2-3 15,-1 1-2-15,1-1 4 0,1 2-7 0,1-3 8 16,-1 3 3-16,3 0-6 0,-1 0 3 0,0 0-3 15,4-2 2-15,2 2 1 0,-1-1-3 0,3 1 0 16,0-2 4-16,3 1-4 0,-1 1 2 0,1 0 0 16,0 0-1-16,-2 0 3 0,1 0-3 15,-1 0 1-15,2 0-2 0,-1 0 0 0,-1 0 4 16,1 0-2-16,-1 0-1 0,1 0 1 0,-1 0 2 16,1 0-3-16,-2-9 3 0,0 9-1 0,-1-14 1 15,1 7 3-15,-1 0-7 0,-1-1 2 0,-2 2-4 16,2-1-2-16,1 0 6 0,-2 0-3 0,0 1 1 15,-1 0 4-15,0 0-4 0,1-2 0 0,0 4 2 16,0-5-3-16,1 3 5 0,1-3-4 0,-1 2 7 16,3 1-5-16,2-2-3 0,0 0 3 0,0-1-4 15,5 2 3-15,0-3 2 0,1 0 1 16,0 2 1-16,1-2-7 0,-2 2-1 0,-2 0 1 0,-2 2-1 16,1-1 3-16,-3 0 0 0,-4 3 0 15,-3 0-4-15,-1 0 6 0,-1 3-1 0,-1-3 1 16,-4 3 1-16,0 1-4 0,1 0-2 0,-4 0 3 15,0 0-4-15,1 0 2 0,-1 0 4 0,2 0-4 16,-5 0 3-16,6 0 4 0,-2 0-4 0,-1 0 1 16,6 0-1-16,-5 0-1 0,5 0 6 0,-2 7-3 15,2-7-1-15,5 10 2 0,-5-10-6 0,4 4 2 16,0-4 3-16,1 6-3 0,-2-4 4 0,-2-2 1 16,-1 0-3-16,-2 5-2 0,-1-4-3 0,-2 2 1 15,5-3 2-15,-6 2 0 0,4 0-3 0,-4 0-4 16,6 1 2-16,-2-1 0 0,2 2 8 15,-2 2 2-15,-1-3-4 0,2 3 0 0,-3-3-4 16,-2 1 1-16,-3 2 4 0,0-4 2 0,-1 3 0 16,-2-1-4-16,-3 0-3 0,-2-1-43 0,-1-2-44 15,-5 4-51-15,-2-3-50 0,-4-2-23 0,0 1-51 16,0 2-82-16,-13-3-173 0,-4 0 48 0,-6 0 96 16</inkml:trace>
</inkml:ink>
</file>

<file path=ppt/ink/ink16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9:31.456"/>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1055 221 2522 0,'0'-12'27'16,"0"5"36"-16,-11 2 23 0,11 5 22 0,-12 0-29 15,-1 0-35-15,4 0-31 0,-1 0-20 16,3 15 1-16,-1-2-3 0,1 6 7 0,1-1-4 15,-2 5 2-15,2 1 0 0,0 5 9 0,1 1 2 16,2 1 1-16,3 0-4 0,0 0-5 0,0-1 0 16,0-2-2-16,0-3 7 0,0 2-8 0,11-6 1 15,-11 1 8-15,9-10-5 0,-9 2 7 0,8-4 5 16,-8-5 0-16,7 1 10 0,-7-5-1 0,5-1-3 16,-5 0-3-16,0 0-7 0,0-20-3 0,4-2 6 15,1 1 7-15,-1-5 14 0,1-4 3 0,1-1-3 16,0-2-11-16,2 1-6 0,-4 0 5 0,2 8-8 15,2 1-6-15,-2 3-2 0,0 4-23 0,-1 4 7 16,1 1-1-16,0 7-5 0,1-1 14 16,2 3-3-16,-2 0 8 0,2 1-5 0,0 1 2 15,0 0-3-15,1 0-33 0,1 0-47 0,0 0-67 16,2 0-67-16,0 10-18 0,-3-10-18 0,1 0-60 16,-1 0-178-16,1 0-27 0,-2 0 70 0</inkml:trace>
  <inkml:trace contextRef="#ctx0" brushRef="#br0" timeOffset="351.2">1143-200 2469 0,'-9'-36'49'15,"0"4"63"-15,0 1 63 0,1 8 50 0,1 6-30 0,-1 2-68 16,2 8-76-16,4 1-57 0,-1 6-29 16,2 0 0-16,1 0 9 0,0 0 7 0,0 12 11 15,0 1 7-15,15 3 0 0,-1 3 1 0,-1 3-2 16,4 4 1-16,0 4 8 0,4 4 1 0,-1-1-6 15,3 4 3-15,-2 1-2 0,2 1 3 0,-1 1-47 16,0 1-73-16,-1 0-63 0,-1 0-63 0,-1-5-9 16,-2 0 11-16,-5-2-10 0,-1-5-14 0,-3-1-7 15,-4-8-91-15,-4-3 32 0,0-4 72 0,0-6 112 16,-12 0 348-16,-2-7 93 0,-1 0 63 0,-2 0-2 16,-2-10-153-16,0-2-15 0,-2-3-8 0,1 0 20 15,1-1 10-15,0 0 17 0,1-2-14 0,5 0-36 16,0 3-47-16,3 0-62 0,5 3-40 15,-1-3-30-15,3 1-6 0,3 2 0 0,0-1 0 16,0-4 9-16,17-1-40 0,3-4-43 0,2-1-48 16,6-1-56-16,4-5-18 0,4 0-7 0,2-1-12 15,4-4-30-15,-1 4-84 0,0-4-204 0,-3 3 34 16,-1-1 82-16</inkml:trace>
  <inkml:trace contextRef="#ctx0" brushRef="#br0" timeOffset="635.68">1556-294 2580 0,'-4'0'29'0,"-1"0"34"0,1 0 19 16,-1 0 7-16,4 0-37 0,-4 0-48 0,3 0-19 15,1 0-7-15,1 0 1 0,0 0 15 0,0 13-2 16,0 0 4-16,14-2 2 0,-1 2-2 16,1 4 2-16,1 0-2 0,0 3 6 0,2-3-2 15,3 2 4-15,-2 1-6 0,2-3 2 0,-1-1 2 16,-2-2-2-16,-2-2 8 0,1-2 33 0,-4-4 59 15,-2 0 63-15,-2-3 66 0,-4-2 6 0,-1-1-19 16,1 0-44-16,-4 0-67 0,3 0-42 0,-3-17-33 16,0-1-21-16,0-5-3 0,0 0-1 0,0-7-2 15,0-2-11-15,0-3-16 0,0-2-36 0,-14 0-51 16,6-1-53-16,8 0-66 0,-9 0-63 0,3 2-56 16,6 3-37-16,-7 0-50 0,7 3-186 15,0 2 29-15,0 4 100 0</inkml:trace>
  <inkml:trace contextRef="#ctx0" brushRef="#br0" timeOffset="953.87">1839-568 2545 0,'0'0'10'0,"0"0"14"16,0 0 18-16,0 0 11 0,0 0-13 0,0 0-17 16,0 0-21-16,0 0-15 0,0 0 4 0,9 0-1 15,0 10 7-15,0-10-2 0,3 11 1 0,2 1-1 16,1-1-3-16,3 1 9 0,1 1-4 0,0 2 6 15,3 2-3-15,-4 1-5 0,1 0 5 16,0 1 0-16,-1-1 0 0,-3 1 4 0,0-3-4 16,-1 1 4-16,-3-2 1 0,-1-1 3 0,-1-2 17 15,-3-5 69-15,-3 2 77 0,0-5 80 0,-1-1 42 16,-2-3-32-16,0 0-57 0,0 0-80 0,0 0-59 16,0 0-36-16,-14-14-15 0,1 4-5 0,2-6 2 15,-3 1-7-15,-1-6-7 0,2-2-12 0,-4-6-14 16,3-2-8-16,4-5-18 0,-1-2 2 0,5-4-17 15,1 1-34-15,5 0-59 0,0 0-72 0,0 0-61 16,12 2-50-16,-1 2-29 0,3 2-75 16,1 0-193-16,2 4 66 0,-2 2 110 0</inkml:trace>
  <inkml:trace contextRef="#ctx0" brushRef="#br0" timeOffset="1266.54">2182-816 2087 0,'0'20'16'16,"-11"-2"21"-16,11-4 21 0,0-3 18 0,-7-1-10 15,7-3-15-15,0-1-20 0,0 0-17 0,0-4 5 16,0-2 39-16,0 0 48 0,0 0 36 0,0 0-5 16,13 0-41-16,1-11-48 0,1-2-30 15,3-2-7-15,5-2-11 0,2-6 12 0,-1-3-12 0,2-3 7 16,-5-2 6-16,0-3-6 0,-3 2 12 0,-4 2 19 16,-3 0 28-16,-4 6 33 0,-4 0 9 15,-3 5-6-15,0 6-15 0,0-1-28 0,0 5-11 16,0 4-16-16,-13 2-16 0,2 3-24 0,0 0-7 15,-2 0 0-15,1 14-3 0,-1 3 12 0,0 1-2 16,-2 2-2-16,1 8-2 0,0 3 9 0,2 2 1 16,1 3-8-16,4 1 12 0,1 1-10 0,1 3 6 15,5 0 10-15,0-2-27 0,0-2-18 0,14-1-27 16,0-1-33-16,1-6-30 0,3-2-15 0,5-7-25 16,3-3-40-16,4-9-4 0,3-8-43 0,5 0-53 15,3-16-207-15,2-7-47 0,2-6 77 0</inkml:trace>
  <inkml:trace contextRef="#ctx0" brushRef="#br0" timeOffset="-740.06">154 579 2526 0,'-3'7'2'0,"0"-3"-4"15,2-4-4-15,1 0 1 0,0 0-4 0,0 0 4 16,0 0 2-16,0 0-26 0,15-15-44 0,0 2-44 16,3-5-65-16,5-3-79 0,5-3-198 0,2-6-49 15,5-5 68-15</inkml:trace>
  <inkml:trace contextRef="#ctx0" brushRef="#br0" timeOffset="-908.24">575 849 2013 0,'0'0'22'0,"0"0"8"0,0 0 0 16,0 0-2-16,0 0-27 0,0 0-9 0,0 0 2 15,0 0-2-15,0 0 21 0,0 0 8 0,0 8 5 16,0-8 12-16,0 9-6 0,8-1-1 0,-8 0 7 16,6 0 7-16,-6 2-4 0,6-3-5 0,-2 3-11 15,3-2-3-15,-4 1-4 0,0-1 6 0,-2 0 4 16,2-1-5-16,0 0-7 0,-1-3-1 15,-1 3 12-15,1-5 47 0,-1 0 79 0,-1 1 86 0,0-3 68 16,0 0 19-16,0 0-7 0,0 0-93 16,0 0-79-16,0-14-72 0,-13 0-73 0,-1-4-3 15,-3-6-7-15,-3-5 9 0,-4-7 8 0,-5-4 1 16,-4-6-5-16,-5 0-10 0,-3-7 0 0,-2 0 8 16,-2 4 9-16,-1-3-1 0,4 5-5 0,1 1-9 15,3 5-4-15,3 5-3 0,6 3 4 0,5 7-5 16,4 5-5-16,5 3-14 0,6 5-44 0,0 2-34 15,9 3-16-15,0 2-12 0,0-4 8 0,13-1-25 16,4-2-53-16,1-4-44 0,3-1-37 0,7 0-4 16,-1-4 7-16,5-2-5 0,0 5-53 0,1-2-166 15,-2 5 10-15,-4 3 81 0</inkml:trace>
  <inkml:trace contextRef="#ctx0" brushRef="#br0" timeOffset="-352.98">613 719 2281 0,'-1'3'15'15,"-2"2"2"-15,1-5 10 0,2 0 16 0,-1 0 0 0,1 0 16 16,-2 0-10-16,2 0-18 0,0 0-15 16,0 0-17-16,0 0 2 0,0 0-3 0,12-12 6 15,-3-3-3-15,2 2-2 0,1-2 15 0,3-3-11 16,-1-3 2-16,1 0 0 0,0-1-7 0,-1 1 10 16,-2 1 2-16,-1 3 4 0,-4 1 12 0,-2 4 24 15,-2 3 38-15,-3 1 24 0,0 0 0 0,0 2-21 16,0 2-26-16,0 2-30 0,-11-1 0 0,11 0-13 15,-10 3-15-15,-1-3-1 0,3 3-17 0,1 0-9 16,7 0-1-16,-8 0 10 0,2 0-1 0,-1 13 0 16,2-2 5-16,0 4-7 0,4 0 8 15,-2-1 4-15,3 7 4 0,0 0 0 0,0 1-2 0,0 0 3 16,0 0-3-16,14-1-9 0,-1 2-41 16,-2-5-57-16,1 1-47 0,2-6-50 0,-1-2-16 15,1-2-6-15,1-4-48 0,2-5-186 0,-2 0-66 16,2 0 64-16</inkml:trace>
  <inkml:trace contextRef="#ctx0" brushRef="#br0" timeOffset="1599.99">3002-1578 2809 0,'0'-19'66'0,"0"3"76"0,-12 2 57 0,6 5 37 0,6 4-57 16,-12 3-66-16,3 2-57 0,1 0-44 0,2 0-8 15,-2 0-14-15,1 16-2 0,-2-3 1 0,1 3-3 16,-3 1 8-16,2 3-4 0,2 2 4 0,-1-2 5 16,5 2-6-16,0-1 4 0,3-1 2 0,0-1-5 15,0-2 6-15,17 0 1 0,1-1 2 16,0-1-1-16,2-1-1 0,3-2 6 0,4-1-3 16,0 0-1-16,2-1-3 0,2-1-4 0,-1-2 5 15,-3-1-4-15,-2 0 0 0,-4-1-4 0,-3 0-3 16,-4 0 15-16,-5-2 6 0,-2 1 7 0,-4 0 0 15,-3-1-5-15,0-2-5 0,0 4 9 0,0-3-5 16,0-1-4-16,0 7 11 0,-12 0-28 0,-1 3-38 16,-1 7-74-16,-3 1-117 0,-2 4-107 0,-6 4-79 15,1 3-95-15,0-4-206 0,-4-3 117 0,6-2 118 16</inkml:trace>
  <inkml:trace contextRef="#ctx0" brushRef="#br0" timeOffset="1895.53">3184-1281 2205 0,'40'-43'46'15,"-7"-1"50"-15,-1 3 65 0,-3 2 53 0,-6 2-1 16,-2 3-4-16,-7 2-35 0,-1-1-33 0,-2 3-24 16,-2 0-28-16,-1 0-8 0,-2 3-7 0,-2-1-13 15,-1 2-10-15,-1 2-17 0,-2-2 1 0,0 3 18 16,0-1 8-16,0 4 14 0,-14 0 10 0,2 4-12 16,0 1 10-16,-2 2-13 0,1 3-22 0,-1 2-29 15,0 4-32-15,2 4-13 0,0 0-1 0,0 0 15 16,1 13-4-16,0 6 3 0,1 3 5 15,1 2-5-15,1 7 4 0,1 2 3 0,2 4-2 16,2 0 1-16,3 3-3 0,0-2 9 0,0-4-9 16,17 1 8-16,-1-2 1 0,4-3-4 0,3-4 10 15,1-5-14-15,5 1 9 0,3-8-13 0,4-3-32 16,2-5-11-16,3-6-28 0,2 0-27 0,2-12-39 16,3-5-63-16,-1-7-77 0,0-5-62 0,-5-5-43 15,1-4-58-15,-4-6-224 0,-5-3 58 0,-9-2 110 16</inkml:trace>
  <inkml:trace contextRef="#ctx0" brushRef="#br0" timeOffset="2115.92">3625-2561 3352 0,'-12'-21'69'16,"1"4"56"-16,-1 1 31 0,1 5-2 0,5 7-75 16,-2 2-68-16,7 2-33 0,-1 0-6 0,2 0 0 15,0 13 10-15,0 0-4 0,13 6 19 0,0 3 23 16,2 7-1-16,5 4 15 0,4 9 19 0,5 5-12 15,2 9 7-15,4 3-11 0,1 6-28 0,4 3-2 16,1 2-16-16,1 3 13 0,1-4-3 0,-1 2 3 16,1-6-16-16,-1-2-39 15,-2-4-57-15,-1-6-75 0,-5-8-61 0,-3-6-62 0,-3-10-42 0,-5-4 3 16,-7-8-66-16,-4-7-250 0,-12-10 91 16,0 0 69-16</inkml:trace>
  <inkml:trace contextRef="#ctx0" brushRef="#br0" timeOffset="2246.05">4082-1759 2954 0,'-17'-51'49'15,"3"-2"68"-15,4-2 34 0,4 0 31 0,6-3-25 16,0 1-50-16,0-1-35 0,18 4-21 0,2-2-22 16,9 2-21-16,2 0-5 0,6 4-3 0,4 0-23 15,6 3-40-15,2 4-66 0,2 1-92 0,4 4-93 16,0 1-70-16,2 7-37 0,1 2-271 0,-2 6 55 16,-1 7 113-16</inkml:trace>
</inkml:ink>
</file>

<file path=ppt/ink/ink16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9:34.067"/>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954 2509 2641 0,'-99'76'5'0,"-1"1"13"15,1-3 44-15,3 1 44 0,4-6 63 0,2 0 28 16,10-4 9-16,7-7 4 0,10-1-51 0,10-14-38 16,12-7-59-16,9-8-57 0,10-8-18 0,8-7 2 15,14-13 24-15,0 0 37 0,18-15 22 0,16-11 22 16,13-17 24-16,21-20 2 0,26-26 10 0,28-21-1 15,25-29-22-15,31-23-33 0,27-25-13 0,24-20-3 16,23-11-37-16,12-9-39 0,8 1-81 0,5 4-73 16,-6 8-20-16,-12 13 14 0,-26 20 41 0,-23 22 22 15,-31 20 8-15,-30 24-73 0,-35 19-148 0,-34 17-147 16,-29 16-287-16,-29 13-88 0,-22 12 170 16</inkml:trace>
</inkml:ink>
</file>

<file path=ppt/ink/ink16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9:29.490"/>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1727-722 3098 0,'0'0'-8'0,"-14"5"5"16,-1-5-2-16,-4 8 3 0,1-3 19 0,-5-1 3 15,-1 1 7-15,-2 0 2 0,-2 0-10 0,-3 2 0 16,-4-2-7-16,0 1-1 0,-4-3 4 16,-2-1-8-16,0-2 6 0,-3 0-3 0,-2 0-2 0,1 0-13 15,-4-16-39-15,0 4-85 0,1 2-92 0,-5 1-108 16,-2 9-222-16,-3 0-144 0,-2 0 90 15</inkml:trace>
</inkml:ink>
</file>

<file path=ppt/ink/ink17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19:24.193"/>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79 376 2125 0,'-8'-15'2'0,"1"-5"2"0,-4 3 7 0,2 1 14 16,0 4 13-16,-2-2 17 0,4 4 11 0,0 3-3 15,1 2-17-15,3 3-22 0,2-2-29 0,1 4-20 16,-3 0-7-16,3 0-2 0,0 0 7 0,0 0 7 16,0 0 5-16,10 11 3 0,1 3-2 0,0-2 6 15,1 2 1-15,1 3 4 0,4-2 6 0,0 5-7 16,3-1 5-16,-2 3-2 0,2 1-3 0,-2 0 6 16,2 2-5-16,-1-1 2 0,-2 1 0 0,0-1-3 15,-1-3 5-15,0-3 3 0,-3 0 3 0,-1-7 43 16,2 1 40-16,-5-3 33 0,0-3 49 15,-1-3 10-15,0-1 18 0,-2-2 22 0,1 0-10 16,2 0-31-16,2-11-50 0,1-4-53 0,3-9-38 16,7-2-24-16,2-9 1 0,2-6-9 0,2-6 0 15,1-5 2-15,2-2-7 0,-4 5 3 0,-3-2-6 16,-2 3-4-16,-6 8 8 0,-2 4-8 0,-2 7 8 16,-6 4 8-16,0 7-14 0,-3 5 6 0,0 0-2 15,-3 7-6-15,0 1 0 0,0 3-1 0,0 0-5 16,0 0-4-16,0 2-9 0,0 0-12 0,0 0-7 15,0 0-11-15,0 0 4 0,0 0-4 0,0 0-4 16,0 0-12-16,0 0-31 0,0 0-31 0,0 0-36 16,0 0-40-16,0 0-7 0,0 0 38 15,0 0 39-15,0 13 21 0,0-2-28 0,-15 3-73 16,0 3-116-16,-2 4-168 0,-2 2 29 0,-3 4 83 16</inkml:trace>
</inkml:ink>
</file>

<file path=ppt/ink/ink17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0:04.401"/>
    </inkml:context>
    <inkml:brush xml:id="br0">
      <inkml:brushProperty name="width" value="0.05833" units="cm"/>
      <inkml:brushProperty name="height" value="0.05833" units="cm"/>
      <inkml:brushProperty name="color" value="#177D36"/>
      <inkml:brushProperty name="fitToCurve" value="1"/>
    </inkml:brush>
    <inkml:brush xml:id="br1">
      <inkml:brushProperty name="width" value="0.05833" units="cm"/>
      <inkml:brushProperty name="height" value="0.05833" units="cm"/>
      <inkml:brushProperty name="color" value="#ED1C24"/>
      <inkml:brushProperty name="fitToCurve" value="1"/>
    </inkml:brush>
  </inkml:definitions>
  <inkml:trace contextRef="#ctx0" brushRef="#br0">111 206 1618 0,'-12'-9'16'0,"1"9"18"15,2 0 14-15,0-9 13 0,3 3-5 0,-3 1-4 16,3 0 1-16,-2-1 6 0,2 0 4 15,-2 1-5-15,5 1-9 0,0-1-12 0,-1 0-9 16,1 1-8-16,3-3 7 0,-2-2-5 0,2 3 0 16,0-1-1-16,0-1-11 0,0-1-1 0,0 0-10 15,0 0-3-15,0 3 0 0,11-2-3 0,-4 1 6 16,1-1-7-16,3 1 2 0,-2 1 7 0,3-1-5 16,3-2 5-16,2 4 0 0,-1-3-2 0,4 0-2 15,1 2 3-15,-1-1 2 0,0 0-4 0,0 1 6 16,-4 1-3-16,1 1-1 0,-3 0 1 0,-4 2 1 15,-2-1 3-15,-2 1 11 0,-3 2 20 0,-1 0 4 16,-2 0 8-16,0 0-3 0,0 0-14 16,0 0-4-16,0 0-11 0,0 0-12 0,-11 0-2 15,11 9-8-15,-11-9 4 0,1 9-1 0,-1-3-5 16,2 1 9-16,-3-4-8 0,1 2 7 0,4-1 0 16,-1 1-6-16,2-2 5 0,0 0-7 0,6-1 2 15,0 1 3-15,0-3-2 0,0 0 4 0,0 0 1 16,0 0 0-16,0 1 1 0,14-1 5 0,-4 0-4 15,2 0 0-15,2 0 2 0,1 0-6 0,2 0 3 16,-2 0 0-16,0 0-3 0,0-10 1 0,-1 10 1 16,-2-8-2-16,-1 8 6 0,-4 0 0 0,3-8-4 15,-3 8 3-15,-2 0-4 0,-2 0 7 0,0 0 0 16,-3 0-2-16,0 0 8 0,0 0-3 16,0 0 13-16,0 0 4 0,0 0-1 0,0 0 5 15,0 0-15-15,0 0-3 0,-9 0-8 0,9 0-10 16,-11 0 4-16,3 0-2 0,2 0 2 0,2 0-2 15,-5 5-6-15,3-5-33 0,-3 4-50 0,1-1-63 16,2-3-74-16,1 4-128 0,1-4-199 0,4 2 34 16,0 0 82-16</inkml:trace>
  <inkml:trace contextRef="#ctx0" brushRef="#br0" timeOffset="-1467.37">340-250 161 0,'0'0'15'0,"0"0"25"0,0 0 21 0,0 0 49 16,0 0 43-16,0 0 23 0,0 0-5 15,0 0-36-15,0 0-63 0,0 0-40 0,0 0-12 0,0 0-20 16,0 0 9-16,0 0-2 0,0 0 2 15,0 0 11-15,0 0 7 0,0 0 0 0,0 0 0 16,0 0 13-16,0 0-4 0,0 0-3 0,0 0-2 16,0 0-15-16,0 0 2 0,0 0-4 0,0 0-1 15,0 0-5-15,0 0 2 0,0 0-4 0,0 0-7 16,0 0 5-16,0 0-8 0,0 0 8 0,0 0 4 16,0 0-5-16,0 0 3 0,0 0-1 0,0 0 1 15,0 0 4-15,0 0-4 0,0 0 5 0,0 0 2 16,0 0 1-16,0 0 9 0,0 0-1 0,0 0-7 15,0 0 7-15,0 0-11 0,0 0-6 16,0 0 8-16,0 0-10 0,0 0-4 0,0 0-1 16,0 0-2-16,0 0 5 0,0 0 8 0,0 0 3 15,0 0-5-15,0 0 7 0,0 0-7 0,0 0 13 16,0 0-2-16,0 0-4 0,0 0-7 0,0 0-11 16,-9 0 1-16,9 0 1 0,0 0 5 0,-11 0 5 15,11 8 11-15,-9-8-6 0,2 9 10 16,1-9-4-16,6 8-10 0,-8-8 5 0,2 6-9 0,1-6-2 15,2 6 5-15,-1-2-5 0,-1 0-2 16,2-1 0-16,2-2 2 0,-2 3 3 0,0-1 6 0,0-1-3 16,3-1 0-16,-2 0 1 0,1 1 5 15,1-2 10-15,-2 0 4 0,2 0 2 0,0 0-2 16,0 0-1-16,-1 0-2 0,-1 0-6 0,0 0 5 16,1 0-7-16,1 0-4 0,-3 0 10 0,3 0-11 15,-2 0 10-15,1 0-2 0,-1 0-7 0,1 0 5 16,1 0-10-16,0 0 0 0,0 0-2 0,-2 0 0 15,2 0-2-15,0 0 1 0,0 0 4 0,0 0-4 16,0 0 7-16,0 0-6 0,0 0 0 0,0 0 2 16,0 0-7-16,0 0 3 0,0 0-8 0,0 0 3 15,0 0 2-15,0 0 0 0,0 0 5 16,0 0-4-16,0 0-5 0,0 0 0 0,0 0 1 0,0 0-3 16,0 0 7-16,0 0-4 0,0 0 3 15,0 0 0-15,0 0-2 0,0 0 3 0,0 0-4 16,0 0-1-16,0 0 3 0,0 0 2 0,0 0-6 15,0 0 7-15,0 0-2 0,0 0-2 0,0 0 1 16,0 0 2-16,0 0-6 0,0 0 4 0,0 0-3 16,0 0 0-16,0 0 4 0,0 0-9 0,0 0 9 15,0 0-1-15,0 0-2 0,0 0 5 0,0 0-5 16,0 0-2-16,0 0-2 0,0 0 1 0,0 0 1 16,0 0-3-16,0 0 8 0,0 0-1 0,0 0 0 15,0 0 6-15,0 11-13 0,0-11 0 0,0 0 1 16,0 0-5-16,0 0 13 0,0 0 1 0,0 0-4 15,0 0 1-15,0 0-5 0,0 9 8 16,0-9-2-16,11 8 1 0,0-8 5 0,1 7-8 16,1-7 0-16,1 6 10 0,-2-6-7 0,5 0 1 15,1 0 6-15,-1 0-11 0,1 0 6 0,2 0-5 16,-2 0-2-16,-1 0 2 0,-1 0 0 0,1 0-2 16,-5 0 5-16,2 0-3 0,-2-9-1 0,-3 9 0 15,0 0-1-15,-4 0 5 0,-1 0-2 0,1-4 6 16,-3 4-1-16,-1 0-5 0,-1 0 3 0,0 0 0 15,0 0 0-15,0 0 20 0,0 0 9 0,0 0-4 16,0 0 4-16,0 0-20 0,0 0-14 16,-12 0 1-16,0 0-5 0,0 0 4 0,-4 0 2 0,-2 11-2 15,-5-2 0-15,-1 3 1 0,-3-1 1 16,-5 1-4-16,0 0 30 0,-1 1 24 0,2-1 30 16,1-2 33-16,1-1-10 0,3-1-23 0,6-2-18 15,2 0-28-15,2-3-19 0,5 2-10 0,2-5-11 16,3 2-1-16,1-1 2 0,2-1 5 0,3 0-5 15,-1 0-5-15,1 0 3 0,0 0-4 0,0 0 2 16,0 0 3-16,0 0-8 0,0 0-5 0,0 0 4 16,0 0 1-16,7 0 7 0,1 0 8 0,1 0 1 15,-3 0-6-15,3 0 6 0,3-8-2 0,-1 8 1 16,1-6-2-16,-1 6-1 0,1-5 1 16,-3 5 2-16,2-4 1 0,-4 1-1 0,-1 3-2 15,-1-3 0-15,-1 3 3 0,-4 0 1 0,2 0 2 16,-1 0-2-16,-1 0 5 0,0 0-2 0,0 0-4 15,0 0 2-15,0 0-6 0,0 0-3 0,0 0 2 16,0 0-1-16,0 0 1 0,0 0-6 0,0 0-33 16,0 0-47-16,0 0-56 0,0 0-44 0,0 0-24 15,0 0-28-15,0 0-55 0,11 0-222 0,3 0-9 16,-4 0 75-16</inkml:trace>
  <inkml:trace contextRef="#ctx0" brushRef="#br0" timeOffset="1715.14">88 140 1815 0,'-12'0'-4'0,"0"0"2"0,0 0 0 0,1 0-2 16,5 0 20-16,-2 0 33 0,4 0 32 0,-2 0 32 16,1 0 12-16,1 0-15 0,2 0-17 0,-1 0-20 15,3 0-27-15,-3 0-22 0,3 0-20 0,0 0-12 16,0 0-3-16,0-8 2 0,0 8 3 0,12 0-2 15,0 0 1-15,0 0 1 0,4-6 6 16,2 6 6-16,3 0-1 0,3-5 0 0,5 1 0 16,0-1-4-16,5 0-1 0,-1 0-7 0,0-2 2 15,-1 1 3-15,0 1-2 0,-5 1 8 0,-5 0-1 16,-3 1 5-16,-5 2 5 0,-5 1 0 0,-4 0 14 16,-5 0 4-16,0 0 4 0,0 0-5 0,0 0-15 15,0 0-9-15,-14 0-5 0,-1 9 1 0,-3-9 0 16,-4 10-6-16,0-3 16 0,-6 1 23 0,-2-1 11 15,0 0 11-15,-1 1-17 0,1 1-16 0,1-3 2 16,3-2-6-16,6 3 2 0,2-7-18 0,6 1-17 16,1 2 0-16,7-3-12 0,4 0 8 0,0 0 4 15,0 0 0-15,0 0 4 0,0 0 7 16,12 0-2-16,0 0 4 0,2 0 4 0,3 0 1 16,1 0 3-16,2 0-4 0,4 0 3 0,3-9-7 15,2 0 0-15,1 0-2 0,1-1-9 0,-2 2 7 16,-5 2-1-16,-3-1 8 0,-3 7 3 0,-4-7-2 15,-5 7 0-15,-3 0-6 0,-3 0 7 0,-3 0-1 16,0 0 3-16,0 0 13 0,0 0 4 0,0 0 10 16,0 0 10-16,0 0-10 0,0 0-6 0,0 0-9 15,0 0-12-15,0 0 1 0,0 0-3 16,0 0-3-16,0 0 0 0,0 0-5 0,0 0-2 16,0 0 6-16,0 0-1 0,0 0-2 0,0 0 2 15,0 0-3-15,0 0 1 0,0 0 1 0,0 0 4 0,0 0-4 16,0 0-2-16,0 0 3 0,0 0-4 15,0 0 3-15,0 0-1 0,0 0-1 0,0 0 2 16,0 0-6-16,0 0 1 0,0 0-3 0,0 0 3 16,0 0-1-16,0 0 0 0,0 0 8 0,0 0-6 15,0 0 3-15,0 0 3 0,5 0 1 0,-5 0 3 16,0 0 2-16,0 0 2 0,0 0-7 0,0 0 2 16,0 0 5-16,0 0 8 0,0 0 18 0,0 0 26 15,0 0 23-15,0 0 3 0,0 0-4 0,-8 0-30 16,8 0-24-16,-10 0-19 0,1 0-12 0,-1 0 9 15,1 0-6-15,-3 0 4 0,2 0-8 0,-3 0 1 16,0 0-1-16,-1 0-3 0,2 0 9 16,0 0-4-16,3 0-8 0,1 0 10 0,2 0-9 15,4 0-28-15,2 0-3 0,0 0-14 0,0 0 4 16,0 0 22-16,0 0 21 0,11 0-2 0,-2 0-27 16,2-9-49-16,-1 9-53 0,3-6-22 0,2 0-19 15,1-1 18-15,1 1 11 0,1-1-134 0,5-3-84 16,0-1-185-16,1-2 9 0,4-5 165 0</inkml:trace>
  <inkml:trace contextRef="#ctx0" brushRef="#br1" timeOffset="109546.47">173-218 183 0,'0'0'20'16,"0"0"25"-16,0 0 26 0,0 0 33 0,0 0 20 15,0 0-1-15,0 0-12 0,0 0-23 0,0 0-37 16,0 0-6-16,0 0-17 0,0 0-8 0,0 0-7 16,0 0-13-16,0 0 0 0,0 0 0 15,0 0-1-15,0 0-5 0,0 0-11 0,0 0-55 0,0 0-46 16,0 0-72-16,0 0-48 0,0 0 51 16</inkml:trace>
  <inkml:trace contextRef="#ctx0" brushRef="#br1" timeOffset="212947.07">383-174 1364 0,'0'0'16'0,"0"0"6"16,0 0-6-16,0 0 7 0,0 0-14 0,0 0 0 15,0 0 15-15,0 0 9 0,0 0 20 0,0 0 20 16,0 0 12-16,0 0 5 0,0 0-4 0,0 0-15 16,0 0-13-16,0 0-16 0,0 0-15 0,0 0-4 15,0 0-1-15,0 0 0 0,0 0 6 16,0 0-3-16,0 0-7 0,0 0-5 0,0 0-9 0,0 0 0 16,0 0 0-16,0 0-1 0,0 0 0 15,0 0-9-15,0 0 6 0,0 0 1 0,0 0-2 16,0 0 7-16,0 0 2 0,0 0 6 0,0 0 11 15,0 0 4-15,0 0-2 0,0 0 6 0,0 0-8 16,0 0-2-16,0 0-6 0,0 0-8 0,9 0-9 16,-9 0 0-16,7 0 0 0,3 0-5 0,-4 0 4 15,-2 0-4-15,4 0 4 0,-2 0 0 16,3 0-4-16,3 0 3 0,2 0-6 0,1 0 5 0,3 0 0 16,2 0 0-16,3 0 4 0,1 10-1 0,3-10 2 15,4 8 5-15,2-8-5 0,4 9 12 16,1-2-7-16,6-7-2 0,3 0 2 0,3 0-9 15,4 0 1-15,6 0-13 0,2 0-2 0,6-19-1 16,2 2 2-16,2 1 15 0,2-1 2 0,2-3 0 16,-2 2 0-16,-1-1 1 0,-3 2-6 0,-5 4-3 15,-5-2 5-15,-6 6-3 0,-5 1 3 0,-7 4-10 16,-7-1-5-16,-7 5 0 0,-7 0 2 0,-4 0 16 16,-7 0 2-16,-2 0 7 0,-5 0 14 0,-3 0-8 15,0 0 0-15,0 0-4 0,0 9-16 0,-12-9 3 16,-2 6 2-16,-3-6-6 0,-2 8 6 0,-4 0-3 15,-5 1-3-15,-3-1 5 0,-4 2-3 0,-2 1 0 16,-4 0 4-16,2 0-4 0,-2 2 2 16,1-4 2-16,1 1-2 0,-1-1 1 0,1 0 3 15,-1 0 2-15,-1-2-1 0,0 0 1 0,-1 1 5 16,-2 0 24-16,0-1 9 0,0-4 1 0,-2 4 1 16,4-3-23-16,-1 2-3 0,-1 1 7 0,3-3 13 15,1 1 33-15,6 1 32 0,-3-1 21 16,5-1-4-16,3 0-27 0,5-4-31 0,3 1-20 0,3-1-16 15,4 0-7-15,2 0 0 0,4 0-11 0,1 0-2 16,2 0-5-16,2 0-6 0,1 0-6 0,1 0 2 16,1 0 3-16,0 0-5 0,0 0 9 0,0 0-14 15,0 0 2-15,0 0-5 0,0 0 0 16,0 0 2-16,11 0-1 0,-2 0 13 0,4 0-7 16,6 0 12-16,3 0-5 0,6 0-3 0,5-9-14 15,8 0-2-15,6 0 5 0,3 0-34 0,8-1 18 16,3-6-13-16,1 4 3 0,0-4 35 0,-1 1 1 15,-2 0 9-15,-7 2-1 0,-5 0 0 0,-8 3 1 16,-8 3 3-16,-7 2-10 0,-9 3 12 0,-6-1-10 16,-9 3 3-16,0 0 4 0,0 0 1 0,-18 0 5 15,0 0-3-15,-2 0 1 0,-4 0-6 0,-2 10-5 16,-4-10 1-16,-2 10-3 0,-5 1-3 0,1 0-17 16,-2-1-72-16,3 0-69 0,0 1-85 15,5-3-103-15,5-1-218 0,6-1-38 0,7-1 84 16</inkml:trace>
  <inkml:trace contextRef="#ctx0" brushRef="#br1" timeOffset="89946.48">676-225 65 0,'-9'0'-1'0,"9"0"7"15,0 0 1-15,0 0-1 0,0 0 1 0,0 0-6 16,0 0-1-16,0 0 3 0,0 0-3 0,0 0 2 16,0 0 7-16,0 0 30 0,0 0 59 0,0 0 102 15,0 0 33-15,0 0-3 0,0 0-30 0,0 0-95 16,0 0-36-16,0 0-20 0,0 0-27 0,0 0-9 15,0 0-2-15,0 0-3 0,0 0 2 0,0 0 4 16,0 0-4-16,0 0-4 0,0 0-3 16,0 0-6-16,0 0 3 0,0 0 0 0,0 0 3 15,0 0-3-15,0 0-1 0,0 0 4 0,0 0-9 16,0 0 5-16,0 0-1 0,0 0 2 0,0 0-2 16,0 0-11-16,0 0-30 0,0 0-47 0,0 0-140 15,0 0-100-15,0 0 20 0,0 0 41 0</inkml:trace>
  <inkml:trace contextRef="#ctx0" brushRef="#br0" timeOffset="-740.72">1677-153 2283 0,'0'-7'13'0,"0"7"6"16,0-13 9-16,0 7 12 0,0-1 2 0,-13 7 16 15,3-5 4-15,1-1 0 0,0 0 8 0,1 0 7 16,0 1 5-16,1-2-7 0,1 4-18 16,-2-2-28-16,2 1-24 0,2-1-5 0,-1 1-10 15,5 0-12-15,0 3 0 0,0-1-2 0,0 1 2 16,0 1 10-16,0-2 3 0,0 1 2 0,14-1 0 15,-4 0 7-15,4-3-7 0,1-2 4 0,0-3 6 16,5 0-6-16,1-2 8 0,-1-1-7 0,3 3 0 16,-2-1-8-16,-1 2 3 0,-6 1-4 0,-1 4-1 15,-4 1 12-15,-3 1-2 0,-6 2 5 0,0 0-6 16,0 0-1-16,0 0-3 0,-15 13 1 0,-3-2 6 16,0 0-4-16,0 1 7 0,-4-1 21 0,3 0-3 15,-1-2 1-15,3 0 10 0,0-2-21 0,2-1 1 16,3-1-2-16,1-1-15 0,5-2 2 15,-1 1 6-15,2-2-6 0,1-1 3 0,2 4-2 16,2-4-15-16,0 0 8 0,0 0-2 0,0 0-7 16,0 0 9-16,0 0 0 0,14 0 2 0,-4 0 9 15,1 0 0-15,0-11 3 0,2 11 1 0,1-10 1 16,1 10 2-16,3-11-2 0,-1 1-3 0,3 0-1 16,-2 1 0-16,0-2-3 0,1 1-2 0,-1 0 0 15,-3 0 0-15,-1 2-1 0,-4 3 6 0,-1 0-1 16,-3 0-4-16,-1 3-5 0,-2 0-17 15,0 2-34-15,-1 0-31 0,-2 0-25 0,0 0-38 0,1 0-16 16,-1 0-23-16,0 0-31 0,0 0-54 16,0 0-117-16,0 0-47 0,0 0 65 0</inkml:trace>
  <inkml:trace contextRef="#ctx0" brushRef="#br0" timeOffset="792.73">1701-285 1699 0,'-6'0'2'0,"-2"0"-3"15,2 0 31-15,-1 0 24 0,1 0 12 0,-5 0 13 16,2 0-29-16,-3 0-27 0,-2 0-11 0,0 0-10 16,1 0 16-16,-3 0 58 0,1 0 32 0,2 0 23 15,-1 0-5-15,2 0-44 0,1 0-36 0,2 8-22 16,3-8-21-16,0 0-8 0,3 0-2 16,0 0-5-16,3 0 7 0,-2 0-5 0,1 0 4 0,1 0-2 15,0 0 0-15,0 0 3 0,0 0-8 16,0 0-1-16,0 0 1 0,0 0 0 0,12 0-3 15,-5 0 4-15,3 0 4 0,-3 0 0 0,2 0 9 16,-1 0 3-16,1 0-2 0,0 0 0 0,-3 0 3 16,3 0-5-16,-3 0 1 0,2 0 1 0,-3 0-1 15,-2 0 1-15,0 0 1 0,-3 0-1 0,0 0 2 16,0 10 0-16,0-10 1 0,0 0-2 0,0 8-5 16,-14-8 1-16,3 7 18 0,-1-7 7 0,0 6 1 15,0-1 1-15,-2-5-26 0,-1 5-5 0,-3-1 5 16,1-1-6-16,-1 2 24 0,1-2 10 0,0 0 1 15,2 1 0-15,3 0-15 0,1-3-16 16,4 1-9-16,2-2-3 0,5 0-12 0,0 0 5 16,0 0 2-16,0 0 6 0,0 0 10 0,14 0 5 15,-2 0-5-15,0 0 11 0,3 0-3 0,2 0-11 16,4-8 8-16,2 1-10 0,0 7 2 0,1-9 7 16,2 2 1-16,-2-1-1 0,4 1-7 0,-5 1 2 15,-2 1 4-15,-1 1-8 0,-5 0 8 0,-2 2-6 16,0 1-4-16,-6-1 14 0,-4 2-3 15,-3 0 10-15,0 0-9 0,0 0-1 0,0 0-3 0,0 0 0 16,0 0 8-16,-13 0-5 0,2 8 3 16,0-8 0-16,2 0-1 0,0 0-2 0,1 0-11 15,-1 0-40-15,0 0-50 0,3 0-52 0,0 0-64 16,0 0-94-16,1 0-211 0,2 0 25 0,-3 0 76 16</inkml:trace>
  <inkml:trace contextRef="#ctx0" brushRef="#br1" timeOffset="84234.31">787 1247 1060 0,'0'0'45'15,"-5"0"33"-15,5 0 13 0,-3 0 16 0,2 0-42 16,-2 0-29-16,1 0-10 0,-1-11 1 0,3 11 5 16,-2 0 5-16,1 0 2 0,1 0-12 0,-2 0-3 15,2 0-5-15,0 0-6 0,0 0-2 0,0 0-2 16,-1 0-8-16,1 0 4 0,0 0-2 0,0 0-6 15,0 0 9-15,0 0 7 0,0 0 5 0,0 0 0 16,0 0-4-16,0 0-8 0,0 0-3 16,0 0-2-16,0 0-2 0,0 0 2 0,0 0-6 15,0 0 7-15,0 0 0 0,0 0-3 0,0 0 4 16,0 0-5-16,0 0 4 0,0 0-1 0,0 0 3 16,0 0 2-16,0 0 0 0,0 0 12 0,0 0 9 15,0 0 5-15,0 0-4 0,0 0-9 0,12 0-9 16,-1 0-1-16,2 0-4 0,1 0-3 0,4 0-5 15,2 0-5-15,1 0 4 0,4 0-3 0,-4 0 3 16,0 0-2-16,-3 0 1 0,1-8 4 0,-6 8 1 16,1 0 7-16,-4-5-5 0,1 5 6 0,-2-6-3 15,3 3-5-15,-1-1 5 0,0 2-2 0,-2 0-2 16,-3 0 3-16,-2 0-4 0,1 2-2 0,-2-2 5 16,-3 2-3-16,0 0-1 0,0 0 0 15,0 0-4-15,0 0-1 0,0 0-9 0,0 0-19 16,0 0-18-16,0 0 1 0,0 0 13 0,0 0 5 15,11 0-31-15,1 0-74 0,1 0-227 0,4 0-65 16,1 9 49-16</inkml:trace>
  <inkml:trace contextRef="#ctx0" brushRef="#br1" timeOffset="105007.8">1134 1377 1544 0,'-21'3'1'0,"0"2"4"0,3-5-1 15,3 0 10-15,1 0 14 0,2 0 17 0,4 0 16 16,1 0 12-16,0 0-1 0,3 0-16 0,1 0-9 16,1 0-12-16,1 0-14 0,1 0 4 0,0 0-7 15,0 0-15-15,0 0-3 0,0 0-6 0,0 0 1 16,0 0 4-16,0-10-1 0,0 10-1 0,0-7 1 15,0 7 1-15,0-6 7 0,0 6 9 0,0-3 21 16,0 3 15-16,0 0 18 0,0 0-2 0,0 0-23 16,0 0-17-16,0 0-20 0,0 0-4 15,0 0 3-15,-12 0 17 0,0 0 13 0,1 0 7 16,-3 0 9-16,1 0-9 0,0 0-16 0,3 0-11 16,1 0-7-16,3 0-14 0,-1-9 6 0,7 9-2 15,-3 0-6-15,3 0 2 0,0 0-5 0,0 0-1 16,0-8 6-16,0 8-5 0,0 0 6 0,0-3 0 15,11-3-3-15,0 5 10 0,-2-4-6 0,3-1 1 16,-1 6 0-16,1-7 1 0,-2 2 2 0,0 1 4 16,-1 0 3-16,-2 0-1 0,-1 2 1 0,-3 0 9 15,-3 1 28-15,0 1 25 0,0 0 16 0,0 0 4 16,0 0-34-16,0 0-19 0,0 0-24 0,0 0-18 16,0 0 2-16,-12 0-11 0,2 0 9 15,0 0 3-15,0 0 9 0,-1 0 1 0,2 0-1 16,1 0 2-16,1 0-11 0,1 0 4 0,1 0-1 15,5 0-6-15,0 0-1 0,0 0 2 0,0 0-5 16,0 0 2-16,0 0-6 0,0 0-5 0,0 0-3 16,0 0 1-16,0 0 6 0,11 0 7 0,-2-10 7 15,0 10-2-15,2 0 2 0,-2-9-3 0,1 9 1 16,0-6 0-16,-3 6 6 0,-1-8-1 0,-1 8 4 16,-5-3 6-16,0 3-1 0,0 0 5 0,0 0 1 15,0 0-2-15,0 0-7 0,0 0-10 0,0 0-9 16,-12 0-1-16,0 0 2 0,1 0 7 0,-3 0 6 15,1 0-5-15,-1 4-1 0,-3-4-2 0,3 0-3 16,2 0-2-16,2 0 4 0,1 0-2 16,1 0-2-16,3 0 7 0,2 0-2 0,3 0-1 15,0 0 5-15,0 0-5 0,0 0 0 0,0 0 5 16,0 0-4-16,10 0 5 0,-10 0 1 0,12 0-2 16,-3 0 3-16,1 0-1 0,0-6-1 0,0 6-1 15,2-7 0-15,0 0-3 0,1 3 3 0,-1-2 2 16,-3-1 0-16,2 5-1 0,-4-2-2 0,-1-1 1 15,2 2-21-15,-4-1-43 0,1 1-50 0,-2-2-76 16,0 3-76-16,0 1-24 0,2 0-1 0,1 0-94 16,3 1-44-16,1 0 66 0</inkml:trace>
  <inkml:trace contextRef="#ctx0" brushRef="#br1" timeOffset="111194.55">1074 1653 1634 0,'-3'0'9'0,"1"0"17"0,1 0 14 16,1 0 7-16,0 0 3 0,0 0-3 0,-3 0-1 16,3-6 9-16,-2 6 6 0,2 0-3 0,-3 0-4 15,3 0-5-15,-1 0-16 0,-1 0-5 0,2 0-10 16,0 0-7-16,-2 0 1 0,2 0-4 0,0 0 10 16,0 0 1-16,0 0 6 0,0 0 4 0,0 0 1 15,0 0-1-15,0 0 1 0,0 0-6 16,0 0-7-16,0 0 1 0,0 0-8 0,0 0-1 0,0 0 2 15,0 0-2-15,0 0-4 0,0 0 3 0,0 0-4 16,0 0-3-16,0 0 0 0,0 0-3 0,0 0 3 16,0 0 1-16,0 0 3 0,0 0-4 15,0 0 1-15,0 0-3 0,0 0 3 0,0 0 4 16,0 0 2-16,0 0 1 0,0 0 1 0,0 0 1 16,0 0 0-16,0 0 5 0,0 0-2 0,0 0 0 15,0 0 0-15,0 0-4 0,0 0 7 0,0 0-6 16,0 0 4-16,0 0 2 0,0 0-10 0,0 0-1 15,0 0 1-15,0 0-8 0,0 0 6 0,0 0 3 16,0 0-3-16,0 0 3 0,0 0 8 0,0 0-3 16,0 0-2-16,0 0 5 0,0 0-5 15,0 0 1-15,0 0 1 0,0 0-3 0,0 0 1 16,0 0 2-16,0 0 3 0,0 0 5 0,0 0-6 16,0 0 2-16,0 0 2 0,0 0-9 0,0 0 1 15,0 0-4-15,0 0-4 0,0 0 0 0,0 0 0 16,0 0 1-16,0 0-1 0,0 0 0 0,0 0-2 15,0 0-3-15,0 0 2 0,0 0 0 0,0 0 2 16,0 0 1-16,0 0 0 0,0 0-2 0,0 0-3 16,0 0 3-16,0 0-5 0,0 0 5 0,0 0 0 15,0 0-3-15,0 0 6 0,0 0-4 0,0 0-4 16,0 0-28-16,0 0-69 0,0 0-70 0,0 0-78 16,0 0-89-16,0 0-130 0,0 0-134 0,0 0 85 15,0 0 115-15</inkml:trace>
  <inkml:trace contextRef="#ctx0" brushRef="#br1" timeOffset="84911.14">2026 1223 2045 0,'-8'0'25'0,"2"4"20"15,0-3 9-15,0 1 5 0,0 0-23 0,0 0-12 16,0 0-4-16,3-2-1 0,0 1-4 0,3 1-9 16,-2-2-10-16,2 1-2 0,0-1 0 0,0 0 3 15,0 2 5-15,0-1 0 0,9 1 2 0,4 0 1 16,0-2 2-16,4 1 1 0,1 0-5 0,5-1 1 16,3 0 6-16,1 0-7 0,5 0 6 0,0 0-3 15,1 0-6-15,4-13 0 0,-1 0-2 0,1 0 4 16,-2 2-5-16,-2 1 4 0,-4-1-2 0,-2 2 0 15,-9 3 4-15,-1 6 1 0,-6-5 6 0,-2 5-10 16,-6 0 2-16,0 0-3 0,-3-3-6 0,1 3 5 16,-1 0-5-16,0 0-20 0,2 0-27 15,-1 0-37-15,3 0-45 0,-1 0-63 0,3 0-123 16,0 0-185-16,3 0 49 0</inkml:trace>
  <inkml:trace contextRef="#ctx0" brushRef="#br1" timeOffset="105665.95">2099 1245 1941 0,'0'-3'15'15,"0"0"3"-15,0 0 14 0,0 1 16 0,0 0 8 16,0 2 28-16,-11-2 18 0,4 0 11 0,-1 1 7 16,2-3-14-16,-2 4-19 0,4 0-21 0,-1 0-24 15,1-2-20-15,2 2-10 0,2 0-12 0,-3 0-7 16,2 0 1-16,1 0-5 0,0 0 3 0,0 0-7 16,0 0-2-16,0 0 2 0,0 0 5 0,0 0 10 15,15 0 3-15,1 0-5 0,1 0-18 16,3 0-14-16,3-11 2 0,1 11 8 0,3-11 13 0,2 3 12 15,0-1 4-15,-2 1-5 0,-1 1 7 0,-6 3 3 16,-2-2-9-16,-4 3 2 0,-7-2-4 0,-7 5-4 16,0 0 4-16,0 0 3 0,-13 0 2 15,-1 0-8-15,-1 0 0 0,-2 0-2 0,1 0-6 0,-3 0 6 16,0 0 3-16,-1 9 7 0,2-9 6 16,-1 9 6-16,3-1-7 0,0-1-9 0,4-3-7 15,3-4-5-15,5 6 4 0,-1-3-1 0,5-3 1 16,0 0 8-16,0 2-2 0,0-2 2 0,0 3 6 15,0-1 2-15,14-2 1 0,-4 2-3 16,1-2 0-16,0 1-5 0,1-1 3 0,-2 0 2 0,4 0 8 16,-2 0-1-16,0 0-6 0,2 0-2 0,0 0-46 15,-1-12-54-15,1 2-62 0,-2 10-84 0,2-9-90 16,-3 2-188-16,-2 7-4 0,-2 0 85 0</inkml:trace>
  <inkml:trace contextRef="#ctx0" brushRef="#br1" timeOffset="106311.53">3560 1228 2128 0,'-14'0'-3'0,"4"0"-1"16,-3 0 0-16,4 0 11 0,-3 0 26 16,1 0 33-16,2 0 20 0,0 0 1 0,2 0-18 15,-2 0-23-15,1 0-20 0,2 0-10 0,1 0-6 16,2 0-12-16,0 0 0 0,2 0-5 0,-1 0-1 15,2 0 0-15,0 0-8 0,0 0-3 0,0 0 3 16,0 0 6-16,11 0 10 0,-2 0 8 0,3 0-5 16,2-11-1-16,4 3-3 0,2 1-10 0,3-1 2 15,-2 0-7-15,2 0 7 16,-5 4 7-16,-3-3 4 0,-1 3 12 0,-7 4-9 0,-2 0-2 0,-5 0-5 16,0 0-8-16,0 0 4 0,-17 0 1 0,0 0 0 15,-5 14-1-15,-4 1 5 0,-2-2 7 16,-5 2 0-16,-5 1 5 0,2-1-2 0,-4 2-7 15,2 1 3-15,2-2-2 0,2-2 2 0,4 2-1 16,7-6 0-16,3-2-2 0,5-1 0 0,5-2 5 16,5-3 7-16,5-2 6 0,0 0-6 0,0 0-2 15,17 0-6-15,1 0-4 0,5-14 0 0,0 4 6 16,1-1-42-16,3 3-38 0,0-1-62 0,-1 0-95 16,-1 2-90-16,-6-1-213 0,0 4 25 0,-6 4 88 15</inkml:trace>
  <inkml:trace contextRef="#ctx0" brushRef="#br1" timeOffset="85421.75">3399 1237 1896 0,'-9'0'21'0,"0"0"13"0,-1 0 9 15,0 0 24-15,-1 0 10 0,-2 0 19 0,2 0 22 16,-4 0 1-16,3 0-12 0,1 0-22 0,2 0-26 16,0 10-26-16,4-10-23 0,1 0-10 0,-1 0-5 15,5 0-3-15,0 0 7 0,0 0 0 0,0 4 3 16,0-4 4-16,14 0 4 0,-4 0-6 0,6 6-1 15,-1-6 5-15,1 0-9 0,4 0 6 0,3 0 2 16,1 0-7-16,-1 0 2 0,1 0 1 0,4 0-1 16,-4 0 1-16,-1 0-17 0,0-10-30 15,-2 10-18-15,-3-7-45 0,-1 7-14 0,-1-8-22 16,0 8-49-16,0-5-55 0,0-2-259 0,2 1-8 16,3-2 67-16</inkml:trace>
  <inkml:trace contextRef="#ctx0" brushRef="#br1" timeOffset="86017.7">4374 1240 2097 0,'0'0'16'0,"-12"0"20"0,0 0 18 15,-2 0 25-15,5 0 8 0,-2 0 1 16,-1 0 1-16,1 0-8 0,4 0-21 0,1 0-19 0,6 0-19 16,-6 0-17-16,6 0-7 0,-5 0-4 15,5 0 9-15,0 0 1 0,0 0 5 0,0 0 4 16,12 0-9-16,2 0 4 0,3 0-8 0,2 0 5 16,4 0 0-16,6 0-3 0,0 0 4 0,4 0-6 15,1 0 2-15,2 0 0 0,-1-8-1 16,0 8 1-16,0-11 1 0,-5 11-2 0,1-11 1 0,-4 3 3 15,-3 1-5-15,-1 1 5 0,-3 0-2 0,-5 6-4 16,-3-6-19-16,-4 3-43 0,-1 3-44 16,-4-2-58-16,0 2-41 0,-3 0-61 0,0 0-145 0,0-3-129 15,0 3 61-15</inkml:trace>
  <inkml:trace contextRef="#ctx0" brushRef="#br1" timeOffset="107077.73">4589 1275 1979 0,'-10'0'11'16,"1"0"10"-16,-2 0 24 0,11 0 17 0,-11 0 17 15,5 0 19-15,-1 0 2 0,7 0 4 0,-6 0-13 16,3 0-23-16,3 0-23 0,-3 0-22 0,3 0-16 15,0 0-7-15,0 0-6 0,0 0-1 0,0 0 2 16,0 0 3-16,0 0 4 0,0 0 3 16,15 0-1-16,0 0-2 0,2 0 2 0,1 0-1 15,2 0 2-15,3-8-2 0,1-3-1 0,0 3 2 16,-1 0-6-16,-2 2 3 0,-3-1 4 0,1 1-2 16,-7 2 10-16,-3 1-11 0,-9 3-5 0,0 0-3 15,0 0-7-15,0 0 7 0,-12 0 0 0,-2 0 2 16,-4 0 3-16,-3 13 1 0,-4-3 3 0,-2 1 2 15,-3 1-6-15,-7 2 2 0,2 0-2 0,0 1-3 16,0 3 5-16,3-6-3 0,5 4 1 16,4-4 1-16,4-3 0 0,6 0 4 0,6-3 2 0,7-4 21 15,0 0 9-15,0-2 0 0,12 0 4 16,3 0-23-16,3 0-7 0,7-10-8 0,2-1 2 16,5 0 1-16,3 1-14 0,3-2-40 0,-3 1-71 15,4 1-80-15,-5 1-102 0,-1 1-255 0,-3 8-55 16,-5-4 80-16</inkml:trace>
  <inkml:trace contextRef="#ctx0" brushRef="#br1" timeOffset="86597.87">5944 1293 2210 0,'-18'2'25'0,"1"-2"25"0,-1 0 50 0,1 0 55 15,2 0 27-15,1 0 23 0,1 0-15 0,4 0-27 16,1 0-26-16,2 0-26 0,3 0-20 0,1 0-19 16,1 0-23-16,-1-7-23 0,2 7-14 0,0-8-8 15,0 8-4-15,16-5-2 0,0-2 3 0,7-1-6 16,3-1 3-16,6 0 4 0,6-1-2 0,7-3 7 15,4-1-3-15,4 1-9 0,3-4-9 0,0 5 0 16,2-2-4-16,0 0 12 0,-2 1 12 16,-3 2-5-16,-1 0 0 0,-7 0-1 0,-2 3 0 0,-4-3 3 15,-7 3 2-15,-3 1 2 0,-5 0-3 16,-5 3-2-16,-6-1 7 0,-4 1 1 0,-2 0 6 16,-4 1 1-16,-2 3-5 0,-1-1-7 0,0 1-1 15,0-2-5-15,0 2-7 0,0-3-33 0,0 3-78 16,0 0-119-16,0 0-135 0,0 0-117 0,-11 0-305 15,1 0 77-15,-4 0 140 0</inkml:trace>
  <inkml:trace contextRef="#ctx0" brushRef="#br1" timeOffset="107894.01">5754 1268 1682 0,'-9'0'21'16,"3"0"14"-16,2 0 15 0,-2 0 22 0,1 0-6 16,2 0-3-16,-2 0-5 0,2 0-19 0,2 0-13 15,1 0-14-15,0 0-8 0,0 0-6 16,10-8-2-16,3 8 3 0,3-9 0 0,6 5 3 15,5-3-2-15,5-1 5 0,6-1-5 0,4 0-1 0,7-1 5 16,-1-1-8-16,6 0-12 0,-4 3-22 16,-2-3-49-16,-2 5-59 0,-7-1-85 0,-5 5-156 15,-8 2-60-15,-7 0 63 0</inkml:trace>
</inkml:ink>
</file>

<file path=ppt/ink/ink17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0:12.670"/>
    </inkml:context>
    <inkml:brush xml:id="br0">
      <inkml:brushProperty name="width" value="0.05833" units="cm"/>
      <inkml:brushProperty name="height" value="0.05833" units="cm"/>
      <inkml:brushProperty name="color" value="#177D36"/>
      <inkml:brushProperty name="fitToCurve" value="1"/>
    </inkml:brush>
    <inkml:brush xml:id="br1">
      <inkml:brushProperty name="width" value="0.05833" units="cm"/>
      <inkml:brushProperty name="height" value="0.05833" units="cm"/>
      <inkml:brushProperty name="color" value="#ED1C24"/>
      <inkml:brushProperty name="fitToCurve" value="1"/>
    </inkml:brush>
  </inkml:definitions>
  <inkml:trace contextRef="#ctx0" brushRef="#br0">1821 237 2467 0,'-16'-8'45'0,"0"0"46"0,1 0 50 15,1-1 47-15,0 0-9 0,4 1-17 0,-1-1-30 16,5 1-37-16,0-2-41 0,3 1-28 0,3-3-21 16,0 1-11-16,0-3 2 0,21 2-6 15,0-4 3-15,5-2 5 0,3 1-1 0,6-2 2 16,-2 1 1-16,4 4-6 0,-1-1 3 0,1 2-5 15,-2 0-3-15,-4 4-2 0,0 3 1 0,-5 1 1 16,-2 4 1-16,-1 1 5 0,-4 0 2 0,0 0 3 16,-6 0 1-16,1 0-5 0,0 10-2 0,-4 0-1 15,-1-1-1-15,1 2 8 0,-6 1 6 0,4-1 0 16,-4 2 6-16,-2 3 0 0,-2 0-11 0,0 3 8 16,0 0-11-16,0 2 2 0,-14 1 5 0,0 0 1 15,-1 0 9-15,-1 2-8 0,0-1-4 0,-2-1-1 16,0-1-4-16,-2-1 27 0,0 1 23 0,-1-1 28 15,0 0 6-15,1-2-9 0,-1 0-5 16,3-3-12-16,3-2-10 0,-1 0-6 0,4-4-13 16,2-1-23-16,2-2 8 0,3-3-3 0,2 1-9 15,2-1 7-15,1-2-17 0,0-1 5 0,0 1 0 16,0 3 3-16,0-2 7 0,14-1-2 0,2 3 9 16,5-3-6-16,5 2 7 0,5-1-6 0,2 0-4 15,5 1-6-15,0-1-6 0,2-2 7 0,-1 0 3 16,0 1 0-16,-2-1 6 0,1 0-9 0,-2 0 6 15,1 3 7-15,-1 1-19 0,-1-3-17 0,-1 1-42 16,-4-2-73-16,-4 1-55 0,-3 2-52 0,-5-1-39 16,-3-2-45-16,-6 0-96 0,-9 0-278 15,0 0 20-15,0 0 118 0</inkml:trace>
  <inkml:trace contextRef="#ctx0" brushRef="#br0" timeOffset="-774.81">1771 6 2191 0,'0'-6'51'0,"7"-3"50"15,-7 3 50-15,0 2 44 0,0 2-23 0,0 2-47 16,0 0-45-16,0 0-51 0,0 0-35 0,0 0 10 15,0 12 9-15,0-2 25 0,0 6 27 0,0-1 11 16,0 8-21-16,0 4-13 0,0 1-23 0,0 4-16 16,0 3 2-16,12 1-6 0,0 0-4 0,1 0-1 15,0-2 8-15,1-1 1 0,-2-1 4 16,-1-3-8-16,-1-6-1 0,1-1-1 0,-2-5 9 16,-1-2 2-16,-2-4 4 0,-2 0 3 0,1-2-6 15,-1-3 5-15,-1 1-8 0,-1-5 5 0,-1 2-4 16,3-2-12-16,-4 0-10 0,3-2-34 0,-3 0-41 15,0 0-81-15,0 0-120 0,0-10-96 0,0-1-126 16,0-5-151-16,0 1 102 0,0-6 120 0</inkml:trace>
  <inkml:trace contextRef="#ctx0" brushRef="#br0" timeOffset="-488.07">1959 13 2167 0,'9'-22'40'0,"0"4"46"0,-1 3 49 0,-4 3 57 16,1 1 27-16,-5 2 8 0,0 3-1 0,0 0-31 15,0 3-57-15,0 0-44 0,0 2-47 0,0 1-33 16,0 0-14-16,0 0-14 0,0 0-7 16,0 0 6-16,0 11 3 0,0-3-4 0,0 1 13 15,0 4 17-15,0 3 42 0,9 5 16 0,2 2-7 16,-2 7-16-16,1 5-40 0,4 3 0 16,3 2-3-16,-2 4-5 0,3-1 5 0,-1 0-4 0,-1 1 3 15,1-4 10-15,0-5-18 0,-5-3 3 0,0-3 6 16,-1-1-13-16,-4-7 14 0,-1-2-11 0,1-1 3 15,-4-3 7-15,1-3-1 0,-1-1 9 16,-1-2-7-16,-1-3-2 0,1-1 6 0,-1-3-8 0,-1-1-3 16,0-1-15-16,0 0-62 0,0 0-107 15,0 0-157-15,0 0-129 0,-15-14-118 0,0 0-243 0,-5-1 159 16</inkml:trace>
  <inkml:trace contextRef="#ctx0" brushRef="#br0" timeOffset="-1869.08">0 286 1576 0,'0'-14'25'16,"10"0"12"-16,-2 0 18 0,-2 3 20 0,0-2 5 15,-1 1 0-15,1-1-14 0,-3-1-19 0,4 1-17 16,1-2-1-16,1 1 8 0,-1 0 8 0,2 1-14 16,-1-2-11-16,4 4-14 0,-3 2-11 0,2-1 0 15,0 3-3-15,2 1 2 0,1 1-3 0,2 2 2 16,1 3-5-16,-1 0 1 0,0 0-1 0,1 0 1 16,-4 14 6-16,4-1-2 0,-3-2 1 0,-1 2 9 15,-2 4-2-15,-2-1 8 0,0 2 8 0,-3 2 13 16,-7 2 13-16,0 3 2 0,0 4-7 0,0 1-14 15,-14 2-6-15,1 1-6 0,-4 0 0 16,-3-4-3-16,1 2-2 0,-4-3 4 0,3-2 15 16,0-5 1-16,-2-2 3 0,2-1 9 0,2-3 14 15,1-3 19-15,2-3 8 0,4-3 3 0,2-2-20 16,0-2-22-16,4-2-2 0,-1 0-24 0,5 0-7 16,1 0-7-16,0-13-15 0,0-1 16 0,0-3 4 15,15 0-1-15,-1-7-1 0,2-1-6 0,4-3-5 16,4-2 3-16,1 1 5 0,0-3-4 0,3 1 5 15,-2 4 1-15,-4-1 7 0,1 3-2 16,-5 0-6-16,-1 3-5 0,-2 1-4 0,-3-2 5 0,-4 2 8 16,3 1 10-16,-4-3 10 0,-2 4 30 15,-1 2 14-15,-2 1 14 0,1 3 7 0,-3 1-19 16,0 3-8-16,0 2-20 0,0 4-23 0,0 2-15 16,0 1-12-16,-14 0-12 0,4 0-1 0,0 11 3 15,1 1 1-15,-1 2 13 0,-1 4 0 0,-3 5 0 16,1 2-4-16,2 6 8 0,-3 6 1 0,2 4 4 15,3 0 6-15,2 1-4 0,1 5 0 0,1-5-6 16,5-1 3-16,0-1-46 0,0-6-53 0,0-2-68 16,17-5-75-16,-2-4-30 0,0-2-35 0,2-5-45 15,-2-1-224-15,5-7-2 0,-1-1 88 0</inkml:trace>
  <inkml:trace contextRef="#ctx0" brushRef="#br0" timeOffset="-1500.92">1139 28 2201 0,'0'-10'26'0,"0"0"39"0,0 2 42 16,0 1 39-16,0 5 13 0,0-2-21 0,0 2-22 15,-9 2-38-15,9 0-38 0,-11 0-19 16,2 0-18-16,0 11 3 0,0 1 3 0,-5 6 18 16,0 1 10-16,1 5 9 0,-6 7-2 0,1 2-17 15,0 5-12-15,1 3-14 0,1 1 3 0,2 2-3 16,0 0 6-16,2-4-5 0,4 0 0 0,4-2-5 16,1-5 5-16,3-1 4 0,0-5-10 0,0-4 12 15,0 1-5-15,15-9 3 0,-1 0 3 0,-2-3 2 16,2-2-2-16,-4-4-2 0,4-1-1 0,0-2-19 15,-1 0-11-15,-1-3-53 0,1 0-54 16,-1 0-37-16,0 0-48 0,-2 0-3 0,1 0 0 16,-2 0-8-16,0 0-20 0,-1-9-95 0,-2 9-118 15,-1 0 22-15,-1 0 76 0</inkml:trace>
  <inkml:trace contextRef="#ctx0" brushRef="#br0" timeOffset="-1135.95">908 478 2447 0,'-9'0'44'0,"3"0"45"0,0 0 36 0,0 0 45 16,-1 0-18-16,3 0-33 0,-1 0-37 0,2 0-51 16,2 0-22-16,1 0-13 0,0 0 0 0,0 0 4 15,0 0 0-15,13 0 0 0,4 0-1 0,3 0 5 16,4-12 0-16,4 1-2 0,0 0 1 0,6-1-47 15,1-1-66-15,1 0-59 0,1-2-61 16,-4 2-36-16,2-3 3 0,-2 2-13 0,-1-2-74 16,2 2-85-16,-4-3-15 0,0 1 78 0</inkml:trace>
  <inkml:trace contextRef="#ctx0" brushRef="#br0" timeOffset="983.29">1865 1294 3830 0,'-12'10'-1'0,"2"0"12"0,4-7 18 0,3-3 11 15,3 0-1-15,0 0-3 0,11 0-9 0,7-17 2 16,8-3-4-16,10 0-1 0,8-7-18 15,14-4-16-15,12-6 6 0,18-6-11 0,17-5-29 0,18-6-76 16,17-2-127-16,13-5-160 0,16 0-143 16,2 1-346-16,4 2 125 0</inkml:trace>
  <inkml:trace contextRef="#ctx0" brushRef="#br1" timeOffset="51407.41">3113-730 1361 0,'0'4'0'15,"0"0"0"-15,0 3 24 0,0-1 11 0,0 1 12 16,0-1 17-16,0-1-10 0,0-2-3 0,0 4 6 15,-9 0 7-15,9-1-5 0,-6 2 5 0,6 1-12 16,-6-2-17-16,1 1-2 0,5 1-10 0,-6 0 2 16,2 0 1-16,1-3 4 0,-2 2 4 0,2 0-7 15,-2-2 7-15,2-1-4 0,0-1 12 0,2 0 6 16,-2-2 6-16,3-1 15 0,0-1 8 0,0 0 24 16,0 0 8-16,0 0 17 0,0 0-13 0,0 0-26 15,0 0-25-15,0 0-36 0,0 0-2 0,-11 0 6 16,11-10-4-16,-12 3-6 0,1-1-13 0,-1 2-4 15,0-2-1-15,0-2-3 0,0 3 7 16,-2-1-7-16,3 1 4 0,-2-3 16 0,2 2 6 0,-1-1 10 16,1 0 4-16,-1-2-11 0,2-1-8 15,-4 2-4-15,0 0-3 0,-2-3 9 0,2-1 3 16,-3 4 8-16,4-1 3 0,-4-2 1 0,0 2-9 16,0 0-6-16,4-3-8 0,-4 1-6 0,5-3 4 15,-2 4-8-15,-1-2-3 0,0 1-3 0,0 0-4 16,1-2 4-16,-3 5 1 0,1-6 6 0,-1 5-6 15,-1-2 1-15,1 0 1 0,-1 2-6 0,1 1 14 16,-1-1-4-16,0 0-3 0,-1 2-6 0,3 1 5 16,0 2-8-16,-2-3 3 0,2 2 0 15,0 1-12-15,0 1 13 0,-1 1-5 0,-1 2 10 0,1 0-9 16,-3 0 7-16,2 2-5 0,-2 0 0 16,1 0 5-16,-3 0-10 0,1 0 8 0,-2 0 6 15,0 13 0-15,2-3-1 0,-2 0 1 0,2 0-14 16,0 1 1-16,0 1 8 0,-1 2 0 0,1 1-1 15,0 1 12-15,1 2-14 0,-1 0-1 0,1 1 3 16,0 0-1-16,4 0-5 0,-3-1 3 0,4 1 3 16,2-1-4-16,0-1 14 0,3-1 2 0,1 3-3 15,0-2-3-15,1 0-6 0,2-1-6 0,0 2 1 16,3 3-3-16,0-1 8 0,1-1 0 16,2 2 4-16,0-3 4 0,0 2-1 0,0 1 2 15,0 0 0-15,9 0-4 0,2-1 13 0,-2 2 8 16,0-2 2-16,0-1-2 0,2 2-19 0,0-2 1 15,-1-1-4-15,-1 1 2 0,3-2 5 0,-1-1-5 16,0 1 0-16,-2-3 9 0,3 1-6 0,-3 0 0 16,2-2-5-16,-2 1-13 0,-2 0 7 0,3-2 2 15,-1 1 2-15,-3-1 7 0,3-1-7 0,-2 0-13 16,0-1 8-16,0 1 3 0,1-1 3 0,-1-1 6 16,2-3-1-16,-1 3-7 0,0 1 3 0,1 0 1 15,0 1-7-15,0-1 6 0,3-1 4 0,-1 2-9 16,-1-2 1-16,1 0 3 0,0-2-3 0,1 0 6 15,-2 1 8-15,1-2-16 0,-2 1 19 0,3-2 13 16,-1 2-7-16,1-1 12 0,-1 0-16 16,1 2-3-16,-2 0 8 0,4-1 0 0,-2-1 7 15,0 0-8-15,1 0-6 0,0 0 3 0,2 1-3 16,1 0 0-16,0-3 0 0,3 2-10 0,-1-1-2 16,2-1-8-16,1-2 8 0,0 3-1 0,0-4-6 15,2 0 12-15,0-1 3 0,-2 0-3 0,2 0 1 16,0 0-4-16,1 0-11 0,-1-13 4 0,1 2 3 15,-3 4 0-15,4-1-2 0,-3-1 0 16,3 1-1-16,-3 0-8 0,1 0 12 0,0-1 4 0,-2 1-5 16,1 0 10-16,-3-2-11 0,0 2-7 15,0 0 12-15,-2-3-11 0,1 0 6 0,2 0 5 0,-2-1-7 16,2-2 18-16,0 1 14 0,-1-2 0 16,1-2 11-16,-3 2-1 0,-2-2 2 0,-1-2 10 15,-4-3-15-15,1 2 3 0,-3-3 8 0,1-4-17 16,-8-1-5-16,2-4-10 0,-3-1-26 0,0-3-1 15,0-1 21-15,-13-4-12 0,-4 0 1 0,-3-3 3 16,-3-1 5-16,-4 1-4 0,-2 4-5 0,-7 1 2 16,-4 5-22-16,-2 1-17 0,-2 8-24 0,0 2-37 15,-3 6-28-15,1 5-10 0,0 3-56 0,7 4-81 16,4 2-109-16,3 3-100 0,6 0-201 0,7 0-76 16,2 0 145-16</inkml:trace>
  <inkml:trace contextRef="#ctx0" brushRef="#br0" timeOffset="735.55">2386-561 1827 0,'0'-7'14'0,"6"-1"22"0,-6 3 31 0,9 2 24 16,-5 0 16-16,-4 0 8 0,0 1 3 0,0-1 5 16,0 3 1-16,0 0-15 0,0 0-30 0,0 0-29 15,0 0-33-15,0 0-10 0,0 0-3 0,0 0 3 16,-13 0 4-16,2 13 6 0,-1-4 10 0,0-1 11 16,0-1 3-16,-2 2-4 0,0-3-7 0,2 1-5 15,1-1 6-15,2-1 13 0,2-2-2 0,2-2 5 16,1-1 1-16,4 0-9 0,0 0 2 0,0 0-5 15,0 0-2-15,0 0-8 0,0 0-9 0,0 0-10 16,0 0-10-16,0 0-3 0,0 0 1 16,0 0 8-16,0 0-10 0,0 0-1 0,0 0 5 15,9 0-7-15,-3 0 9 0,0 0 0 0,0 0 2 16,-1 0-1-16,1 0-10 0,-2 0 13 0,-1 0-13 16,0 10 7-16,0-3 12 0,-1-7-10 15,-2 9 8-15,0-3-4 0,0 0 2 0,0-1 4 0,0 2 12 16,-11-3 23-16,1 2 17 0,2-2 18 15,-3-1 1-15,2 0-10 0,-1-1-15 0,0-2-13 0,1 0-10 16,0 0-11-16,3 0 0 0,-1-13-10 16,2 2-10-16,0 0-7 0,5 0-2 0,0-2 0 15,0 0 7-15,0 0 5 0,0-2-10 0,14-2-1 0,0 1-1 16,-1 2 0-16,3-2 7 0,2 5-9 16,-1 3 5-16,1-2-2 0,0 5 8 0,0 5 7 15,0 0-9-15,1 0 0 0,-1 0-7 0,-3 16 1 16,2 1 10-16,-2 4 6 0,-3 3-13 0,-1 1 7 15,-2 5-7-15,-2 3 0 0,-2-1 9 0,-5 5-11 16,0-1 5-16,0-2-3 0,0-2 2 0,0-4 5 16,0-1-1-16,0-4 8 0,0-4 4 0,0-6 17 15,0-3 10-15,0-3 4 0,0 0 18 0,0-6 0 16,0-1-6-16,0 0 22 0,0 0 5 0,0 0-6 16,0-11-4-16,12-1-33 0,2 0-30 15,4-6-11-15,5 0 3 0,3-1-1 0,4-4 0 0,5 1-26 16,1-1-45-16,2 0-43 0,0 4-32 15,-1 1-22-15,1 2-20 0,-2 3-50 0,1 0-58 16,-4 4-53-16,-1 3-45 0,-5 6-14 0,-1 0-186 16,-6 0-33-16,-3 12 103 0</inkml:trace>
  <inkml:trace contextRef="#ctx0" brushRef="#br1" timeOffset="51964.93">3438-848 2748 0,'0'-8'39'0,"0"2"49"0,0-2 43 0,0 5 42 0,0-1-11 16,0 0-21-16,0 2-19 0,0 1-40 0,0 1-28 16,0 0-29-16,0 0-33 0,0 0 9 0,0 0-7 15,0 0-3-15,0 0 1 0,0 0-1 16,0 13 3-16,0-2-6 0,0 1 9 0,0 1-3 0,0 5 7 16,9 1 9-16,2-1-2 0,-4 1-9 15,3 0-4-15,-3 1 3 0,1 0 9 0,-1 1 3 16,1 0 11-16,-2-3 18 0,2 0 14 0,-1-3 26 15,1-2 11-15,1-4 10 0,0-3 21 0,3-6-21 16,5 0 6-16,1 0-9 0,6-20-35 0,7-2 15 16,1-3-28-16,7-5-12 0,5-5 0 0,2-2-23 15,4-2 3-15,-2 1-9 0,3 0-5 0,-4 3-1 16,-2 1 0-16,-5 5-1 0,-5 4-8 16,-5 4 24-16,-4 2-21 0,-6 6 17 0,-5 1-18 15,-3 4-20-15,-3 1-35 0,-3 5-78 0,2-2-31 16,-2 2-39-16,-2 2 1 0,4 0-9 0,-1 0-52 15,3 0-87-15,2 11-58 0,1-2-99 0,3 2-253 16,2 0 128-16</inkml:trace>
  <inkml:trace contextRef="#ctx0" brushRef="#br1" timeOffset="-207553.26">4630-1369 1441 0,'0'0'17'0,"0"0"2"15,0 0-1-15,0 0 1 0,0-7-8 0,0 3 9 16,0 1 8-16,0 0 17 0,0 0-4 0,0 3 0 16,-9-2-22-16,9 2 3 0,0 0 0 0,-4 0-13 15,4 0 15-15,0 0-18 0,-3 0-6 0,3 0-3 16,0 0 0-16,0 0 3 0,0 0-1 0,0 0 7 15,0 0-7-15,0 0-2 0,0 0 4 0,0 0-8 16,0 0 8-16,0 0 1 0,0 0-8 16,0 0 9-16,0 0-3 0,0 0 6 0,0 0 10 15,0 0-1-15,0 0 4 0,0 0-8 0,0 0-6 16,0 0-1-16,0 0 1 0,0 0-2 0,0 0 0 16,0 0-3-16,0 0 1 0,0 0-5 0,0 0-7 15,0 0-48-15,0 0-61 0,0 0-8 0,0 0-90 16,0 0-173-16,0 0 40 0,13 0 11 0</inkml:trace>
</inkml:ink>
</file>

<file path=ppt/ink/ink17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0:31.215"/>
    </inkml:context>
    <inkml:brush xml:id="br0">
      <inkml:brushProperty name="width" value="0.05833" units="cm"/>
      <inkml:brushProperty name="height" value="0.05833" units="cm"/>
      <inkml:brushProperty name="color" value="#177D36"/>
      <inkml:brushProperty name="fitToCurve" value="1"/>
    </inkml:brush>
    <inkml:brush xml:id="br1">
      <inkml:brushProperty name="width" value="0.05833" units="cm"/>
      <inkml:brushProperty name="height" value="0.05833" units="cm"/>
      <inkml:brushProperty name="color" value="#ED1C24"/>
      <inkml:brushProperty name="fitToCurve" value="1"/>
    </inkml:brush>
  </inkml:definitions>
  <inkml:trace contextRef="#ctx0" brushRef="#br0">120 231 1652 0,'0'-10'20'0,"-11"-3"28"16,-1 5 22-16,3 2 15 0,-2-1 4 0,-1-2-12 16,3 3-4-16,-2-3 9 0,2 3 3 0,5-1 4 15,-4 2 0-15,2 0-9 0,1 0-21 0,1 1-11 16,1-1-15-16,1 4-18 0,-1-2-17 0,3 3-10 15,-1 0-14-15,1 0-2 0,0 0 2 16,0 0-3-16,0 0 6 0,0 0-1 0,0 0 9 16,0 13 0-16,10-2 3 0,2 2 9 0,1 2 1 15,2 2-1-15,3 2 2 0,2 2-2 0,1 0-1 16,0 0 9-16,4 3 2 0,-1-1-9 0,0-3 1 16,1 2-6-16,-4-2 1 0,2-3 9 0,-4 0-1 15,3-3-2-15,-4 0 1 0,-3-2-3 0,-1-4 2 16,-2 0 9-16,-5-3-5 0,1 0 10 0,-3-3 53 15,-1-1 42-15,-2-1 54 0,1 0 37 16,-3 0-5-16,1 0-11 0,-1 0-21 0,0 0-51 0,0-12-51 16,0 1-28-16,0-3-45 0,0 2 14 15,0-5 3-15,0-2-7 0,0 1 7 0,0-2-1 0,0 0-8 16,0 4-1-16,0 3-1 0,0 1 3 16,0 4-1-16,0 4-2 0,0 1 7 0,0 1-19 15,0 0 5-15,0 2-8 0,0 0-17 0,0 0-5 16,0 0 10-16,0 0 6 0,0 0 22 0,0 0 8 15,14 0-6-15,-1 13 3 0,6 0-9 0,-1-1 6 16,3 2-2-16,0-1 0 0,2 0-1 0,0 2 6 16,-2-1 4-16,-1-2-13 0,-2 0 11 0,-4-1-7 15,0-1 0-15,-4-4 8 0,-1 1-4 0,-3-6 6 16,-1 4 4-16,-2-5 46 0,0 0 59 16,-3 0 42-16,2 0 49 0,-2 0-4 0,0 0-64 15,0-13-40-15,0 0-43 0,0-2-50 0,0-2 8 16,0-3 12-16,-14-1-16 0,3-7 9 0,1-1-8 15,-1-2-19-15,2 1 13 0,-2-1 1 0,2 0 11 16,-1 2-9-16,2 1 4 0,-1 5-18 0,1 2 5 16,2 1-5-16,2 7-24 0,-1 0-19 0,4 4-59 15,-3 1-40-15,4 3-56 0,0 3-88 0,0 0-97 16,0 0-63-16,0 2 56 0,0 0 84 0,0 0 73 16,13 0 10-16,-3 11-273 0,2 0 9 0,-1 1 74 15</inkml:trace>
  <inkml:trace contextRef="#ctx0" brushRef="#br0" timeOffset="691.67">893 43 1884 0,'-3'0'23'15,"0"-14"27"-15,-3 5 10 0,3 1 18 0,-1 1-8 16,0 1-8-16,1 0 8 0,0 0 10 0,1 1-3 16,1-2-2-16,1 2-8 0,0 2-26 0,0-3-11 15,0 1-17-15,0 2-10 0,0 0-4 0,0-2-9 16,0 1 0-16,0 0-6 0,0-1 0 0,10 1 4 15,0 1-1-15,-1-1 1 0,0 2 0 0,1-3-1 16,1 5 1-16,1 0 5 0,0 0-1 0,2 0-2 16,0 0 8-16,-1 0-7 0,-1 12 4 0,1-2 6 15,-3 1-6-15,1-3 1 0,0 4 2 0,-2 0-3 16,0 0 6-16,-3 0 2 0,1 0-3 0,-2 2 5 16,0 0-7-16,-1 0 2 0,-2 1 0 15,1-2-2-15,-3 2 5 0,0 1 0 0,0-1 4 16,0-1-3-16,0 1 4 0,0-1-1 0,-13 0-4 15,6-2 15-15,7-2 10 0,-9 1 15 0,9-4 20 16,-8 0 6-16,8-4 4 0,-6 0-1 0,6-3-15 16,0 0 0-16,0 0-18 0,0 0-14 0,0 0 0 15,0 0-17-15,0 0-1 0,0-13 1 0,0 13-12 16,0-9-12-16,0 0-5 0,0-1-8 0,0-2 2 16,0-3 2-16,12-3-1 0,2-2 4 0,0-3-1 15,-1-3 10-15,4 0 4 0,1-2 1 0,-1 1 6 16,0 0 4-16,-1 0 2 0,0 2-2 0,-4 1 7 15,-2 2-7-15,-1 0 7 0,-3 3 14 16,-1 1 14-16,-2 1 19 0,-1 3 3 0,-2 0 2 16,0 4-4-16,0 0-2 0,0 2-3 0,0 2-7 15,-10 0-17-15,10 3-16 0,-10 3-11 0,10 0-18 16,-9 0-3-16,9 0-3 0,-9 0 1 0,4 0 13 16,5 15 3-16,-9 1 4 0,4-1-2 0,-1 2-3 15,2 0 2-15,1 7 1 0,0-3 5 0,3 3-4 16,0-1 0-16,0-1-10 0,0-1-26 0,12-1-22 15,-2-1-40-15,3-1-20 0,0-3-31 0,2 0-18 16,4-3-15-16,0-2-35 0,4-1-24 16,0-3-184-16,3-1-108 0,1-5 63 0</inkml:trace>
  <inkml:trace contextRef="#ctx0" brushRef="#br0" timeOffset="945.68">1787-138 2715 0,'-4'6'10'0,"-1"-1"-2"0,-1-5-4 0,3 0-3 0,-2 0-14 16,2 0-5-16,2 0 7 0,-1 0 5 0,2 0 3 15,0 0 13-15,13 0 2 0,2 0-4 16,6-15 3-16,5 1-5 0,7-2 0 0,5-3-15 15,5-3-40-15,1 1-37 0,3-3-26 0,-2 0-11 16,-2 2 3-16,-2 0-10 0,-6 5-30 0,-6 0-77 16,-5 4-210-16,-7 5-22 0,-7-3 51 0</inkml:trace>
  <inkml:trace contextRef="#ctx0" brushRef="#br0" timeOffset="1139.7">1988-389 2149 0,'-16'0'42'0,"1"0"33"0,2 0 45 0,2 0 40 0,0-11-6 15,2 11-20-15,3 0-40 0,-1 0-50 0,4 0-51 16,0 0-18-16,3 0-13 0,0 0 9 16,0 0 9-16,0 0 3 0,0 0 9 0,0 11 2 15,10 4 4-15,2 1 7 0,2 2-1 0,0 6 2 16,-1 0 2-16,4 3-2 0,0 4 7 0,1-1-4 16,-1 5 0-16,-1 2-33 0,1-3-83 0,0 2-57 15,-4 1-59-15,0-3-31 0,-1 0-79 0,-5-2-225 16,1-6 58-16</inkml:trace>
  <inkml:trace contextRef="#ctx0" brushRef="#br0" timeOffset="1617.31">2399-699 2966 0,'2'-21'31'0,"-2"2"32"16,0 3 11-16,0 4 6 0,0 2-42 0,0 5-37 15,0 5-19-15,-11 0-21 0,11 0 6 0,0 0 6 16,0 0-5-16,0 10 12 0,0 0 3 0,0 4 5 16,0-2 7-16,12 5 6 0,0 7 2 0,1 2-7 15,2 5 9-15,0 0-2 0,2 3 1 0,-1 0 2 16,1 1-9-16,-3-1-1 0,-1-3-1 16,1-4 2-16,-3 0 0 0,-1-4 13 0,-2-5-6 15,-2-1-6-15,0-4 14 0,-1-3-7 0,-4-3 9 16,2-2 13-16,-3-2 5 0,2 0 48 0,-2-3 34 15,0 0 33-15,0 0 17 0,0 0-39 0,0 0-30 16,0 0-36-16,0-10-34 0,0 10-9 0,0-12-14 16,0 1-1-16,0-2-1 0,0 2-9 0,0-1 2 15,0-1-4-15,0-3 3 0,0 0 5 0,0-2-1 16,12 0 0-16,2-1-1 0,2 2-7 0,1 1-5 16,1 0 1-16,2 5-18 0,0 1 13 0,-2 4 4 15,-1 6-9-15,-1 0 16 0,-2 0-1 0,0 0-2 16,-2 16 5-16,-5-1-5 0,2 2 14 0,-4 1 33 15,-3 4 26-15,-2 3 20 0,0 3-8 16,-17 2-25-16,-3 4-18 0,-6 0-19 0,-4 2 3 16,-7 1 0-16,-4 2-14 0,-3-5 14 0,0-2-14 15,0-4-11-15,0 0-35 0,2-6-57 0,2-4-60 16,7-4-99-16,1-5-80 0,3-1-55 0,3-5-84 16,2 1-205-16,0-4 58 0,1 0 102 0</inkml:trace>
  <inkml:trace contextRef="#ctx0" brushRef="#br1" timeOffset="212501.57">1133 753 2019 0,'-6'-2'42'0,"-1"-2"33"16,3-1 43-16,-1 4 32 0,1-2-16 0,2-1-25 16,-1 4-47-16,3-3-41 0,-1 3-30 0,1 0-18 15,0 0 0-15,0 0 5 0,0 0 6 0,0 0 8 16,0 13 16-16,0-1 9 0,9-2 7 0,-9 1 12 15,10 0-4-15,0 1 12 0,-3 2 11 0,2-5-4 16,0 3 1-16,1-1-11 0,-4 0-7 16,3-4 11-16,0 1 11 0,-2-2 15 0,1-1 30 15,-2 0 21-15,0-4 36 0,-1 1 39 0,-1-2 16 16,-2 0 43-16,1 0 24 0,-2 0-57 0,2-10-49 16,0-7-82-16,2-3-81 0,1-7-3 0,3-4-1 15,2-8-3-15,-2-4 13 0,0-5 2 0,2-6-15 16,-4 1 16-16,-2 0-9 0,-1 5 20 15,-2 2 34-15,-2 6 10 0,0 2-4 0,0 7-27 0,0 4-36 16,0 9-31-16,0 5-8 0,0 2-15 16,0 4-40-16,0 3-87 0,0 4-69 0,0 0 4 0,0 0 49 15,0 0 93-15,14 13 80 0,2-2-35 0,4 1 4 16,6 2-46-16,4 3-63 0,8 0-39 16,5 0-119-16,2 3-77 0,2 1-52 0,3 3-256 15,1 0-4-15,0 4 123 0</inkml:trace>
  <inkml:trace contextRef="#ctx0" brushRef="#br1" timeOffset="212026.74">1271 380 1527 0,'0'-7'9'0,"0"0"26"0,0-4 12 0,0 4 17 16,0-1 11-16,0-2-5 0,0 0 5 0,0 2-4 15,0-3-4-15,0 5-3 0,0 0-4 0,0-1 8 16,0 3-1-16,0-2-1 0,0 0 0 16,0 3-14-16,0 0-17 0,0-2-19 0,0 2-18 15,0 1-9-15,0 1-3 0,0 1-2 0,0 0 2 16,0 0-2-16,0 0 3 0,0 0 7 0,0 11 3 16,0-11-5-16,0 0 6 0,0 9-3 0,10-9-3 15,1 9 6-15,-2 0 2 0,0-1 2 0,3 1-1 16,2 1 3-16,-3 1-7 0,4 2 0 0,0 3 4 15,0-4-4-15,-1 4 1 0,-2-3 0 0,-1-1-2 16,-2 1 3-16,0-3 6 0,-1 2-2 16,-1-4 0-16,-1 1 0 0,-3-3 1 0,2 0 22 0,-1-1 40 15,-1 0 44-15,-1-5 57 0,1 0 34 16,-1 0 21-16,-2 0 9 0,0 0-29 0,0 0-20 16,0 0-39-16,0-10-50 0,0 10-34 0,0-11-41 15,0-1-12-15,0 4-9 0,0-3 8 0,0 1 11 16,-10-2-14-16,10-1 10 0,-9 1-3 0,9 1-11 15,-6 2 9-15,6 2-18 0,0 3-2 0,0 0-1 16,0 4-3-16,0 0 9 0,0 0-5 0,0 0-9 16,0 0 10-16,0 0-1 0,0 8-2 0,0 3 15 15,0 2-10-15,0-2 6 0,0 1 9 0,9 2 0 16,0 0-2-16,2 4-2 0,-2-2-2 16,0-3-1-16,0 2-2 0,1-3 8 0,-1-1 1 15,-2 0 4-15,-2-2-1 0,-1-3-8 0,-1-3 7 16,0 1-4-16,-1-3 40 0,-1 0 35 0,-1-1 62 15,0 0 72-15,0 0-6 0,0 0-26 0,0 0-57 16,0-13-99-16,-10 0-14 0,-2-1-5 0,-2-1-24 16,0 1 39-16,1-5-20 0,-1 1-10 0,-3-2 15 15,4 3-20-15,-1 0-8 0,3 2 10 0,1 6-23 16,1 0 11-16,3 4 12 0,2 1-16 0,4 4-3 16,-3 0-29-16,3 0-48 0,0 0-17 0,0 0 6 15,0 0 27-15,0 0 59 0,0 14 24 0,13-2 9 16,-3 0 3-16,-1 3-15 0,-1 3 11 15,1-1 2-15,2 4-2 0,-2-2-2 0,1-1-1 16,1 0 8-16,0-1-5 0,2-4 9 0,-4-1-9 16,1-5 3-16,-3-1 10 0,-2 1 12 0,-2-6 56 15,0 0 68-15,-2-1 119 0,-1 0 105 0,0 0 13 16,0 0-60-16,0 0-124 0,0-13-120 0,0 0-60 16,-15 0-20-16,3-2 4 0,1-3 4 0,-1-1-6 15,0-1 6-15,1-1-10 0,-1 2-6 0,2 1 5 16,-1 0-4-16,3 3 3 0,2 3-7 0,-1 2-12 15,2 4-13-15,2 2-39 0,2 4-79 0,1 0-89 16,0 0-27-16,0 0 33 0,0 12 92 0,0 5 91 16,10 2 50-16,4 7 9 0,1 6 0 0,5 5 8 15,6 10-9-15,1 4 8 0,3 8-16 16,4 1-3-16,2 2-1 0,2 1-7 0,-1-2 7 16,-1-2 4-16,-2-2 7 0,-3-8-16 0,-2-1 28 15,-1-4-27-15,-1-4 3 0,-4-5 17 0,-4-4-21 16,0-4 33-16,-6-3-21 0,1-5 1 0,-5-3 4 15,0-6-12-15,-3-1 34 0,-3-3 0 0,0-1 20 16,0-3 27-16,-3-2 56 0,2 0 80 0,-2 0 37 16,0 0 1-16,0 0-74 0,0-11-81 0,0 0-54 15,0-1-29-15,0-2-8 0,-12-5-2 16,0 0-5-16,0-6 5 0,-1-2-6 0,0 0-35 0,-2 0-91 16,1 1-152-16,0-3-109 0,2 4-56 15,3 1-3-15,-2 3 43 0,2-2-29 0,2 4-37 16,1 0-33-16,1 2-99 0,0 4-126 0,1-2 132 15</inkml:trace>
</inkml:ink>
</file>

<file path=ppt/ink/ink17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0:33.267"/>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187 1203 3017 0,'-28'12'15'0,"1"-3"24"15,-1-2 46-15,4-4 22 0,4 0 0 0,1-1-26 16,2-2-47-16,5 1-25 0,3 0-21 16,6-1 6-16,3 0 24 0,0 0 19 0,10 0 11 0,7-13-9 15,10-3-19-15,10-4-12 0,10-6-4 16,17-7 7-16,15-8-8 0,16-6-1 0,18-6-3 15,19-7 1-15,14-5 2 0,15-3-4 0,9-4 4 16,7-2-9-16,7 3 11 0,1 1-3 0,-2 1 2 16,-7 3 3-16,-9 6-5 0,-11 5-2 0,-13 6 2 15,-15 8-5-15,-19 4-2 0,-19 9 51 0,-17 4 63 16,-22 8 77-16,-13 4 116 0,-12 3 41 0,-12 5-15 16,-14-1-50-16,0 5-130 0,0-1-73 0,0-2-66 15,0 1-18-15,-13-1-3 0,3 0-77 0,-4-2-72 16,-3 2-96-16,-1-3-45 0,-3 1 0 0,-3 2 4 15,-5 0-43-15,-3 2-95 0,-5 1-82 16,-2 0-260-16,-5 0 12 0,-3 15 157 0</inkml:trace>
</inkml:ink>
</file>

<file path=ppt/ink/ink17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1:19.780"/>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57 64 972 0,'0'0'53'0,"0"0"6"16,0 0 7-16,0 0 4 0,-11 0-48 0,11-14 2 16,0 14 0-16,-9-10 2 0,9 10 9 0,-5-9 8 15,-1 9-1-15,0-8 2 0,6 8-10 0,-3-6-7 16,2 6-3-16,-1-5-1 0,-1 5-4 0,0-5-1 15,1 5-11-15,2 0-4 0,-3-4 2 0,3 4-6 16,-3 0 4-16,3 0-1 0,0-3-8 0,0 3 8 16,0 0 0-16,0 0 0 0,0 0-1 15,0 0-4-15,0 0 2 0,-3 0 3 0,3 0 1 0,0 0-5 16,0 0 1-16,0 0-5 0,0 0-3 16,0 0 8-16,0 0-1 0,0 0 0 0,0 0 10 15,0 0-10-15,0 0 2 0,0 0 2 0,0 0-5 16,0 0 5-16,0 0-6 0,0 0 1 0,9 0 1 15,-9 0 5-15,8 0 1 0,-8 0-4 0,6 0-1 16,-3 0 1-16,-3 0-1 0,6 0 7 0,-6 0-1 16,0 0-7-16,0 0 6 0,0 0-8 0,0 0 4 15,0 0 2-15,0 0-3 0,0 0 1 0,0 0 2 16,0 0 1-16,0 0 2 0,0 0-2 0,0 0-4 16,0 0-1-16,0 0-2 0,0 0 3 0,0 0-3 15,0 0 4-15,0 0-5 0,0 0 4 0,0 0 4 16,0 0-8-16,0 0-3 0,0 0-9 0,0 0-19 15,0 0-10-15,0 0-18 0,0 0-40 16,0 0-73-16,0 0-124 0,0 0-33 16,0 0 46-16</inkml:trace>
</inkml:ink>
</file>

<file path=ppt/ink/ink17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0:39.744"/>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-5982 4099 1311 0,'251'-45'-8'16,"-10"-1"-57"-16,-12 0-243 0,-11 4-20 0,-10 5 8 15</inkml:trace>
</inkml:ink>
</file>

<file path=ppt/ink/ink17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2:55.747"/>
    </inkml:context>
    <inkml:brush xml:id="br0">
      <inkml:brushProperty name="width" value="0.05833" units="cm"/>
      <inkml:brushProperty name="height" value="0.05833" units="cm"/>
      <inkml:brushProperty name="color" value="#ED1C24"/>
      <inkml:brushProperty name="fitToCurve" value="1"/>
    </inkml:brush>
    <inkml:brush xml:id="br1">
      <inkml:brushProperty name="width" value="0.05833" units="cm"/>
      <inkml:brushProperty name="height" value="0.05833" units="cm"/>
      <inkml:brushProperty name="color" value="#177D36"/>
      <inkml:brushProperty name="fitToCurve" value="1"/>
    </inkml:brush>
  </inkml:definitions>
  <inkml:trace contextRef="#ctx0" brushRef="#br0">-3026 4388 851 0,'0'0'73'0,"0"0"31"16,0 0 1-16,0 0 9 0,0 0-75 0,0 0-35 15,0 0-4-15,0 0-21 0,0 0-27 0,0 0-39 16,0 0-105-16,0 0-76 0,0 0-10 0,0 0 44 15</inkml:trace>
  <inkml:trace contextRef="#ctx0" brushRef="#br0" timeOffset="-14679.71">-2850 4399 434 0,'0'0'84'0,"0"-5"72"0,0 4 39 16,0 1 21-16,0-3-69 0,0 2-70 15,0 0-40-15,0 0-17 0,0 0-16 0,0 1 3 16,0 0-1-16,0 0 1 0,0-2 0 0,0 2-1 16,0 0 1-16,0 0-3 0,0 0 1 0,0 0-4 15,0 0-5-15,0 0-1 0,0 0 7 0,0 0-4 16,0 0 8-16,0 0-2 0,0 0-10 0,0 0 9 16,0 0-1-16,0 0 4 0,0 0 11 0,0 0 1 15,0 0 5-15,0 0 6 0,0 0-1 0,0 0 0 16,0 0 2-16,0 0-3 0,4 0-2 0,-4 0 4 15,3 0-9-15,0-8 3 0,0 8-4 0,-1-6-1 16,-2 6 0-16,1-3 1 0,1-2 5 0,-1 2-6 16,-1-2 5-16,0 4-2 0,0-2-8 15,0 3 1-15,0-2-8 0,0 0 5 0,0-1 1 16,0 1 1-16,0 0 0 0,0-2 2 0,0 3-5 16,0 0 9-16,0-2-2 0,0 2 2 0,0-2 4 15,0 3-9-15,0-1 0 0,0-1-10 0,0 2 0 16,0 0 2-16,0 0 1 0,0 0 1 0,0 0-3 15,0 0 1-15,0 0-4 0,0 0-1 0,0 0 0 16,0 0-3-16,0 0 5 0,0-1-1 0,0 1 4 16,0 0 4-16,0 0 0 0,0 0 5 15,0 0 1-15,0 0 4 0,0 0-4 0,0 0 1 16,0 0-3-16,0 0-4 0,0 0-2 0,0 0-4 16,0 0-6-16,0 0 3 0,0 0 1 0,0 0-2 15,0 0 4-15,0 0-6 0,0 0 2 0,0 0 3 16,0 0-3-16,0 0-2 0,0 0-1 0,0 0-5 15,0 0 5-15,0 0 3 0,0 0 1 0,0 0 2 16,0 0-4-16,0 0 0 0,0 0-3 0,0 0 1 16,0 0 1-16,0 0 6 0,0 0-4 0,0 0 3 15,0 0 0-15,0 0-6 0,0 0 2 0,0 0 1 16,0 0 1-16,0 0 1 0,0 0 2 16,0 0-2-16,0 0-1 0,0 0 2 0,0 0 2 15,0 0-2-15,0 0 2 0,0 0-6 0,0 0 0 0,0 0 6 16,0 0-9-16,0 0 8 0,0 0-2 15,0 0-3-15,0 0 4 0,0 0-6 0,0 0 5 16,0 0-1-16,0 0-3 0,0 0 1 0,0 0 4 16,0 0-10-16,0 0 9 0,0 0 1 0,0 0-9 15,0 0 4-15,0 0-3 0,0 0 4 0,0 0-2 16,0 0 7-16,0 0-4 0,0 0-4 0,0 0 3 16,0 0 0-16,0 0 5 0,0 0-1 0,0 0-1 15,0 0-1-15,0 0-3 0,0 0 2 0,0 0 1 16,0 0 1-16,0 0 4 0,0 0-6 15,0 0 2-15,0 0-2 0,0 0 0 0,0 0 4 16,0 0 1-16,0 0 0 0,0 0 1 0,0 0 4 16,0 0-4-16,0 0 1 0,0 0-1 0,0 0-5 15,0 0 1-15,0 0 0 0,0 0-3 0,0 0 1 16,0 0 3-16,0 0-3 0,0 0 6 0,0 0 1 16,0 0-4-16,0 0 4 0,0 0-3 0,0 0 4 15,0 0 1-15,0 0 2 0,0 0 4 0,0 0-5 16,0 0 4-16,0 0-9 0,0 0-2 0,0 0-1 15,0 0-3-15,0 0 1 0,0 0 2 0,0 0-4 16,0 0 4-16,0 0 2 0,0 0-9 0,0 0 6 16,0 0-3-16,0 0-5 0,0 0 10 15,0 0-1-15,0 0-1 0,0 0 6 0,0 0-9 0,0 0 7 16,0 0-3-16,0-7-5 0,0 7 7 16,0 0-7-16,0-1 4 0,0 1-1 15,0-5 0-15,0 3 0 0,0 0-2 0,0 1 2 0,0 0-4 16,0 1 5-16,0-4-3 0,0 3 2 0,0 0 2 15,0-1-5-15,0 1 5 0,0 1-4 0,0-4-1 16,0 4 2-16,0-1 0 0,0 0 1 0,0 0 3 16,0 1 1-16,0 0-2 0,0 0 4 0,0-1-6 15,0 1-27-15,0-2-52 0,0 1-75 0,0 0-99 16,0 1-230-16,0 0-57 0,0-1 72 0</inkml:trace>
  <inkml:trace contextRef="#ctx0" brushRef="#br1" timeOffset="-149314.63">-2798 4595 2203 0,'-8'8'9'0,"1"-4"-20"0,1-4 3 16,-1 0 2-16,4 0-7 0,0 0 26 0,-1 0 8 15,1 0 15-15,1 0 27 0,2 0 15 0,0 0 16 16,0 0-15-16,0 0-21 0,0 0 7 0,0 0 23 16,0 0 34-16,0 6 17 0,0-6-8 0,0 0-39 15,0 0-27-15,0 0-13 0,0 6-19 0,0-6-4 16,0 0-3-16,0 0 1 0,0 0-2 16,0 0 0-16,0 0 0 0,0 0-4 0,0 0 6 0,0 0-1 15,0 0-15-15,0 0-5 0,0 0 5 16,0 0-8-16,0 0 5 0,0 0-1 0,0 0-11 15,0 0-4-15,0 0 12 0,0 0-8 0,0 0-3 16,0 0 14-16,0 0-7 0,0 0 3 0,0 0 11 16,0 0-22-16,0 0 11 0,0 0 7 0,0 0-14 15,0 0 13-15,0 0-13 0,0 0-11 0,0 0 14 16,0 0 0-16,0 0 4 0,0 0 5 0,0 0-12 16,0 0 4-16,0 0-4 0,0 0-5 0,0 0 14 15,0 0-6-15,0 0-8 0,0 0 18 0,0 0-11 16,0 0-5-16,0 0 11 0,0 0-15 0,0 0-4 15,0 0 25-15,0 0-7 0,0 0 6 16,0 0-3-16,0 0-10 0,0 0 5 0,0 0-4 16,0 0 7-16,0 0 1 0,0 0-7 0,0 0 2 15,0 0 2-15,0 0-10 0,0 0 5 0,0 0 7 16,0 0-3-16,0 0-3 0,0 0 10 0,0 0-10 16,0 0-5-16,0 0 1 0,0 0 3 0,0 0 5 15,0 0-2-15,0 0 9 0,0 0-6 0,0 0-10 16,0 0 12-16,0 0-3 0,0 0-7 0,0 0 16 15,0 0-11-15,0 0-2 0,0 0-14 0,0 0-48 16,0 0-58-16,0 0-76 0,0 0-63 0,0 0-32 16,0 0-12-16,0 0 47 0,0 0 27 0,0 0-15 15,0 0-191-15,9 0-25 0,2 0 55 16</inkml:trace>
</inkml:ink>
</file>

<file path=ppt/ink/ink17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0:07.561"/>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-6167 3880 1691 0,'0'-10'8'0,"-6"1"12"0,4 0 9 16,-2 1 16-16,2 1 13 0,-2-2 9 0,1 3 0 15,0 1-7-15,1 2-22 0,1 0-26 0,-2 2-12 16,3 1-14-16,0 0-2 0,0 0 25 0,0 0 38 16,0 16 9-16,12 2-5 0,0 3-19 0,0 5 1 15,2 7 85-15,-1 5 2 0,1 11-2 0,0 4-33 16,-1 5-94-16,0 6 9 0,-3 2-5 0,1 4-4 16,-2 3 8-16,0-5-17 0,-1-2 10 0,-1-4 14 15,-1 0 7-15,0-2 48 0,-1 0 7 0,-5-3-12 16,0-3-8-16,0-1-35 0,0-7-13 0,0-1-1 15,0-10-1-15,0-8 2 0,0-7 9 0,0-7-2 16,0-3 7-16,0-5 8 0,0-5-3 16,0 0 8-16,0 0-1 0,0 0-1 0,0 0-39 15,0 0-88-15,0-11-123 0,0-2-130 0,0-4-212 16,0-4-101-16,0-8 117 0</inkml:trace>
</inkml:ink>
</file>

<file path=ppt/ink/ink17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2:29.423"/>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-30-1331 1241 0,'-8'-5'0'0,"2"0"20"0,6 0 8 0,-7 2 13 0,2-4 9 15,5 3-7-15,-4-1 5 0,-1 1 0 0,0-2-6 16,4-2 0-16,-2 2-4 0,0 1 8 0,0 0 24 16,1 1 26-16,-1-4 22 0,0 3 21 0,-1-1 9 15,-1-2-7-15,1 2 7 0,-1 2-12 0,0-3 4 16,2 1-1-16,-3-2 6 0,2 1 11 0,1 3-14 16,-2-1-7-16,2 0-18 0,0 2-28 0,2 1-16 15,-2 2-20-15,1 0-33 0,0 0-12 0,2 0-12 16,0 0-12-16,0 0 5 0,0 0-7 0,0 8-2 15,0-8 8-15,0 9 0 0,0-3 5 0,0 5 7 16,0-2 2-16,0 2 1 0,16 1-6 0,0 6 8 16,3 1-2-16,2 3-5 0,6-1 6 15,1 0-9-15,0-1 1 0,3 3 5 0,-4-6-4 16,2 1 2-16,-3-3-2 0,-2-1-4 0,0-1 9 16,-2-3-4-16,-3-1-1 0,0-1 7 0,-6-2-3 15,1-1 9-15,-3-3 7 0,-4 1-5 0,-1-2 18 16,-3-1 18-16,0 0 7 0,0 0-2 0,0 0-21 15,-3-17-17-15,3-1-19 0,0-4 9 16,4-3-1-16,-3-4-11 0,1-4 15 0,1 1 0 0,0-2 11 16,-2-1-3-16,1 5-8 0,-1 0 9 15,1 4-5-15,-2 4 16 0,0 2-3 0,0 5-20 0,-3 4-3 16,3 3-10-16,-3 2-9 0,0 1-5 16,0 5-20-16,0 0-29 0,2 0 7 0,-2 0 11 15,3 0 24-15,0 15 20 0,3-3 12 0,0 2-2 16,3 1-11-16,2 0 16 0,2 5 1 0,3-1-5 15,-1 3 9-15,0-2-11 0,2 1-9 0,-2-2 6 16,0 1-2-16,-3-5 9 0,0 0-2 0,-1-4 1 16,-2-4 10-16,-1 0 15 0,-2-3 34 0,-3-2 37 15,0-2 30-15,1 0-11 0,-1 0-33 0,2-16-33 16,2 1 3-16,1-9 10 0,3-3 44 0,-1-4 16 16,4-6-34-16,-2-5-24 0,0 0-33 15,0-1-25-15,-4-2 1 0,0 5 15 0,-4 1-25 0,1 6 11 16,-2 2-17-16,0 7-4 0,-2 3-3 15,-1 5-70-15,0 1-76 0,2 6-76 0,-2 1-70 16,1 8-81-16,2 0-43 0,-1 0 37 0,4 0 40 16,0 0 80-16,3 0 53 0,2 17-78 0,1 2-247 15,5-2 8-15,-2 5 79 0</inkml:trace>
  <inkml:trace contextRef="#ctx0" brushRef="#br0" timeOffset="574.07">1703-1403 2245 0,'0'0'35'0,"-9"0"42"15,1 0 48-15,8 0 49 0,-9 0 23 0,3-9 7 16,0 9-2-16,0-10-10 0,0 10-29 0,0-8-22 16,-1 2-32-16,3 6-30 0,-1-4-23 0,2 4-20 15,-1 0-1-15,1-4 0 0,3 4-1 0,-2 0 13 16,1 0-8-16,1-3-11 0,0 3 9 0,0-1-11 16,0 1-3-16,0-3 6 0,0 1-24 0,0 2-8 15,0-2-8-15,0 2-4 0,0-3 7 0,7 3 3 16,2-3 5-16,5-1 2 0,1-2-1 15,7-2-6-15,2-1 3 0,6-3 0 0,4-1 1 16,-1-3 8-16,3 4-4 0,-1-2-2 0,-1 0 1 16,-7 1-3-16,0 4-1 0,-5 0 2 0,-3 0 4 15,-2 3-13-15,-5-2 17 0,-1 3 3 0,-5 2-9 16,-1 0 8-16,-2 3-22 0,-3-1-37 0,3 1-23 16,-3 0-25-16,0 0-24 0,0 0-15 0,0 0-51 15,0 0-70-15,0 0-78 0,0 0-36 0,0 12 3 16,0-8-15-16,-12 6-207 0,-1 1 52 0,-2 2 72 15</inkml:trace>
  <inkml:trace contextRef="#ctx0" brushRef="#br0" timeOffset="758.25">1718-1242 2522 0,'-14'15'43'0,"1"-3"43"16,0-2 60-16,3-3 57 0,4 0 14 0,3-6-6 15,1 1-29-15,1 1-45 0,1-3-52 0,0 0-37 16,0 0-36-16,0 0-11 0,0 0-5 0,10 0 4 15,2 0 6-15,5 0-1 0,4-15-1 0,4 0-4 16,5 3 4-16,3 0-8 0,1-1-39 0,5 1-64 16,-2 0-84-16,-2-1-93 0,-3 7-62 15,-2-2-47-15,-4 3-77 0,-3 3-203 0,-2-2 88 16,-4 4 108-16</inkml:trace>
  <inkml:trace contextRef="#ctx0" brushRef="#br0" timeOffset="13206.27">2915-1979 1566 0,'-3'0'39'0,"3"0"4"0,-3 0 26 0,1 0 13 16,1 0-21-16,-2 0 15 0,1 0 3 0,-1 0 7 15,-2 0 3-15,4 0 2 0,-4 0-12 0,1-10-1 16,-1 6-1-16,2 4-3 0,0-8 6 0,-4 3-6 16,2 1 2-16,0-1-7 0,-1 3-22 0,2 0-15 15,-1-2-30-15,-2 4-20 0,1 0-8 0,-4 0 6 16,1 14 11-16,-3 6 20 0,-3 7 25 15,-3 7 14-15,0 5-7 0,-4 6 0 0,1 4-15 0,0 4-10 16,1 1 1-16,3 0 1 0,2 2-10 0,3-7-7 16,6 1 6-16,0-2-9 0,6-3 3 15,0-4 6-15,0-3-5 0,0-1-2 0,12-3 0 16,-1-5-2-16,-1 0 4 0,4-4-1 0,0-3 1 16,1 1 1-16,1-5 1 0,4 1 7 0,3-1 4 15,0-3 2-15,4-3-5 0,0 0-20 0,7 0-50 16,-1-3-59-16,2 0-63 0,2-3-69 15,2 1-51-15,2-1-96 0,0-3-255 0,5-2 85 0</inkml:trace>
  <inkml:trace contextRef="#ctx0" brushRef="#br0" timeOffset="28335.97">3665-1670 1850 0,'0'-8'12'0,"0"1"19"0,-8-1 12 0,8 4 14 16,-10-1-1-16,10 2-2 0,-9-2-2 0,1 3-8 15,8 2-13-15,-6-3-8 0,6 3-5 0,-6 0-12 16,3 0 8-16,-2 0-15 0,2 0-9 0,0 0 3 16,-1 11-4-16,-1 0 10 0,-3 4 16 0,2 0 14 15,-6 6 4-15,2 2 5 0,-3 5-6 0,0-2-11 16,-1 2-11-16,0 0-6 16,4 0-4-16,-2 0-1 0,3-2 4 0,2 0-3 0,6-2 1 0,1-3-2 15,0 3 0-15,0-6 4 0,0 1-4 0,0-4 4 16,11 0 3-16,-1-4-1 0,2 1 2 15,-1-5 8-15,3 1 28 0,-2-3 18 0,1-2 25 16,3-3 16-16,2 0 1 0,0 0-1 0,2-16-1 16,3 2 3-16,4-4 1 0,-3-4 12 0,2 3-5 15,0-3 8-15,-6-4-24 0,-1 3-15 0,-5-1-22 16,-3-3-33-16,-4 2-13 0,-7-2-20 0,0-3-6 16,0 1-6-16,0-4-5 0,-12 1-7 0,-5 3-4 15,1 1-8-15,-1 3-8 0,0 1-26 0,-1 6-41 16,-2 2-48-16,2 4-49 0,0 4-53 0,1 5-22 15,4 3-22-15,-1 0-77 0,3 0-206 0,2 13 73 16</inkml:trace>
  <inkml:trace contextRef="#ctx0" brushRef="#br0" timeOffset="29121.21">5038-1864 1886 0,'-11'-4'22'0,"1"1"26"0,0 2 17 15,4-3 28-15,-1 1 1 0,-2 3-1 0,-2-3 8 16,-1 3-11-16,1-4-9 0,1 3-12 16,0 1-20-16,0 0-8 0,4 0-7 0,-3 0-16 15,1 0-10-15,-1 0-6 0,3 0-6 0,-2 15 6 16,-2-2 4-16,1 2 0 0,-1 0-2 0,3 3 1 16,-5 4-3-16,4 0 1 0,-3 3 0 0,2-2-5 15,3 1-2-15,-4 2 0 0,4 0 4 0,0 2-1 16,1-2 5-16,5-2-1 0,0 0-5 0,0 1 6 15,0-3-4-15,0-4-4 0,11 0 4 16,-2 2-2-16,1-4 4 0,-2-1 2 0,1-3 7 0,0-1 9 16,2-1 10-16,-1-2 24 0,6-2 38 15,-3-2 51-15,7-2 21 0,0-2 10 0,6 0-19 0,1 0-41 16,2-14-16-16,1-2-17 0,-1-3-8 16,4-5-1-16,-5-2-11 0,4-4 2 0,-10-3 3 15,3-4-15-15,-6-1 12 0,-6-1 0 0,0 0-33 16,-5 0-3-16,-5 1-19 0,-3 0-14 0,0 1 3 15,0 4-5-15,-11 5-10 0,2-1-26 0,-5 7-30 16,4 4-29-16,-2 4-51 0,1 1-73 0,-1 4-107 16,1 5-96-16,1 2-53 0,-2 2-60 0,4 0-175 15,-4 11 128-15</inkml:trace>
  <inkml:trace contextRef="#ctx0" brushRef="#br0" timeOffset="31967.67">6698-1996 1906 0,'0'-5'23'15,"0"0"28"-15,-14 1 20 0,6-2 21 0,-4 0-8 16,5 2-10-16,-5 0-4 0,6-2-14 15,-5-1-6-15,2 5-9 0,1-3-11 0,-1 1-7 16,1 2-9-16,-1 0-8 0,-1 0-8 0,1-1-1 16,-5 3 0-16,5 0 1 0,-5 0 2 0,4 0 5 15,-6 14 2-15,3-1 9 0,-4 1-4 0,3 4-6 16,-2 2 5-16,0 2-4 0,0 4 8 0,2 5 2 16,0 2-4-16,2-1-2 0,2 4-3 0,0 1-4 15,3 0 1-15,4 2-5 0,0-2 1 0,3 0 3 16,0-2 1-16,0 1-3 0,0-3 3 0,13-3 1 15,3-5 4-15,-3-3 29 0,7-2 39 0,-3-5 55 16,3-3 47-16,2-6 22 0,6-6-12 0,-3 0-32 16,9-13-35-16,1-7-20 0,1-4-3 15,2-8-16-15,2-8 12 0,-1-3 17 0,1-7-4 16,-4-1-10-16,-4-5-8 0,-2-2-52 0,-4-3-18 16,-3 3-5-16,-9 1-11 0,-1 2 3 0,-4 2 5 15,-4 6 0-15,-2 3-15 0,-3 8 6 0,0 4-7 16,0 6-30-16,0 4-73 0,-14 5-99 0,14 6-168 15,0 4-192-15,-6 7 49 0,6 0 11 16,0 0-43-16,0 17-48 0,0 3 31 0</inkml:trace>
  <inkml:trace contextRef="#ctx0" brushRef="#br0" timeOffset="34024.18">8139-2190 2083 0,'0'-6'36'0,"0"-3"33"0,0 1 38 0,0 3 38 15,0-4 9-15,0 5-4 0,0 0-8 0,-12 0-14 16,12 1-47-16,0 0-28 0,0 3-34 0,-3 0-30 16,3 0-5-16,0 0-10 0,0 0-4 0,0 0 6 15,0 0 1-15,0 0 8 0,0 12 8 0,0-6 1 16,0 7 2-16,0-2 2 0,0 1 1 15,0 6-2-15,0 2 9 0,0 2-5 0,9 4 0 16,0-1 3-16,-1 6-5 0,-1 1 3 0,-1 1 1 16,0 0 4-16,3 1 4 0,-2 1-3 0,-3-4 4 15,4-3 6-15,-4-2 22 0,1-4 33 0,1-5 38 16,-3-1 42-16,0-9 41 0,-2-1 28 0,-1-1 46 16,0-5 106-16,0 0 107 0,0 0 5 0,0 0-85 15,0 0-159-15,0-17-181 0,0-3-61 0,0-3-7 16,0-4-3-16,-10-6 8 0,10-5-6 0,-6-6 2 15,6-2 5-15,0 2-2 0,-8 4-2 0,8 1 4 16,-6 3 2-16,6 5-5 0,0 8-2 16,-3 5-17-16,3 3-16 0,0 6-14 0,-1 5-11 15,1 4-64-15,-3 0-48 0,1 0 13 0,0 0 16 16,2 17 78-16,0-1 49 0,0 5 8 0,0 5-32 16,0 4-1-16,0 0 4 0,0 7 4 0,14 1 18 15,-5 3 5-15,-1-2 14 0,1-2-9 0,-1-2 22 16,-1-5-14-16,-1-2-3 0,0-4 8 0,0-6-8 15,-1-4 19-15,1-3-2 0,-3-4-2 0,-3-4 4 16,3 2-9-16,0-5 16 0,-1 0 4 0,-1 0-10 16,-1 0-22-16,2 0-56 0,-2 0-65 15,1 0-71-15,2 0-54 0,-1 0-54 0,1-11-95 0,6 4-79 16,-2-1-81-16,9 8-220 0,-3-6 11 16,1 0 157-16</inkml:trace>
  <inkml:trace contextRef="#ctx0" brushRef="#br0" timeOffset="35058.21">10186-2618 2000 0,'0'0'40'0,"0"0"33"15,0-11 37-15,0 11 39 0,0-8-4 0,0 8-20 16,0-9-25-16,-12 0-32 0,3 3-26 0,-2 6-6 15,-1-5-21-15,2 5-10 0,-3 0-18 0,3 0-13 16,-2 0 13-16,1 10 2 0,-1 7 8 16,0 2 12-16,-2 7-4 0,0 5 4 0,-1 7 11 15,0 5-2-15,3 3 3 0,1 5-2 0,2-1-16 16,5 2 2-16,4-2-1 0,0 0 1 0,13-3 10 16,1-3-3-16,4-7 2 0,5-1 5 0,0-6 15 15,4 1 18-15,0-9 16 0,1-3 21 0,2-7 9 16,2-6 17-16,3-6 9 0,3 0-9 0,0 0-5 15,1-25-21-15,2 2-4 0,-1-8-13 16,-1 0 0-16,-1-3 8 0,-3-3-24 0,-6-4-14 0,-2-2-23 16,-4-3-20-16,-5 0-4 0,-4-4 11 15,-6 4-10-15,-2-4 5 0,-6 7 4 0,0 0-5 0,0 5 11 16,0 0-27-16,-19 6-12 0,4 5-39 16,0 4-47-16,0-1-80 0,-2 7-124 0,0 4-84 15,-1 3-57-15,-3 5-71 0,0 5-213 0,-1 0 124 16</inkml:trace>
  <inkml:trace contextRef="#ctx0" brushRef="#br0" timeOffset="35305.17">10985-3143 2463 0,'18'-11'-4'15,"0"0"11"-15,1 5 30 0,0 0 45 0,4-1 31 16,3 5-7-16,3 2-12 0,1 0-44 0,5 13-9 16,2 2 3-16,2 8-16 0,1 1 33 0,-2 9-8 15,-2 7-3-15,0 6 2 0,1 10-28 0,-4 8-11 16,-2 2 4-16,-4 9 2 0,-7 5 2 0,-3 4-2 16,-17 5 2-16,0 0-46 0,0 2-57 0,-17-3-100 15,-6 3-144-15,-3-1-210 0,-9-7-234 0,-1-2 100 16</inkml:trace>
  <inkml:trace contextRef="#ctx0" brushRef="#br0" timeOffset="6428.2">-1567 695 1484 0,'-6'0'21'0,"-2"0"11"0,2 13 4 0,6-13 4 16,-9 0-12-16,3 7-6 0,6-7 4 0,0 0 6 16,-6 0-10-16,6 0-4 0,0 0-7 15,0 0-11-15,0 0 1 0,0 0-4 0,0 0 3 16,0 0-4-16,0 0 0 0,0 0 3 0,0 0-5 16,0 0 1-16,0 0 7 0,0 0 34 0,0 0 26 15,0 0 13-15,0 0-6 0,21 0-37 0,2 0-19 16,4 0-8-16,8-15-2 0,8 1 6 0,8 0-5 15,9-4-5-15,6-1 1 0,7 1-5 0,0 1 6 16,3 0 0-16,-3 1-1 0,-3 2 2 0,-6 2-3 16,-7 1 0-16,-8 3 6 0,-9 2-4 0,-9 0 4 15,-6 3 10-15,-7-2-4 0,-7 3 8 0,-4-1-5 16,-7 0-15-16,0 1 3 0,0 0-15 0,0-1 5 16,-21-1 6-16,0 2-6 0,-7 0 8 15,-4 0-4-15,-7 2-2 0,-5 0 2 0,-5 0 1 16,-5 0 1-16,-3 13-2 0,-3-3 5 0,-1 0 0 15,2 0 4-15,0 0 0 0,2 2 2 0,4-2 2 16,2 0-3-16,3 0 10 0,4 1 2 0,5-4 14 16,2 1 9-16,3-2 1 0,5-1 5 0,3-1-13 15,6-1-15-15,5-2-4 0,3 2-9 0,4-2-5 16,2-1 2-16,6 0-4 0,0 0 3 0,0 0-4 16,0 0 3-16,0 0-2 0,0 0 5 0,0 0 6 15,0 0 2-15,23 0-2 0,1 0-5 0,5-12-3 16,3 1 0-16,7 2-1 0,10-1 0 0,1-1-1 15,5 1-1-15,3 0-1 0,-2 2 5 0,-2 1 0 16,3-1 1-16,-9 2 4 0,-1 1-6 0,-6 1-2 16,-4-3 4-16,-8 4-2 0,-5 0 2 15,-3 0 6-15,-7 1-4 0,-4 2-3 0,-2-2 2 16,-3 0-2-16,-4 2 0 0,-1 0-1 0,0 0-5 16,0-1-18-16,0 1-27 0,0 0-47 0,0 0-60 15,0 0-86-15,0-2-188 0,0 2-97 0,0 0 63 16</inkml:trace>
  <inkml:trace contextRef="#ctx0" brushRef="#br0" timeOffset="6887.42">-999 404 1851 0,'-11'0'18'16,"1"0"19"-16,-2 0 12 0,1-10 27 0,3 2 7 15,-2 8 10-15,1-10 15 0,-2 3 1 0,2 0 1 16,1 7-9-16,1-9-8 0,1 5-14 0,0 0-14 16,1 0-16-16,2 2-14 0,3-2-5 0,-5 4-8 15,1 0 0-15,4 0 1 0,-5 0-2 16,2 0-5-16,3 0-6 0,0 0-9 0,-3 0-8 15,3 0 1-15,-4 0-1 0,4 0-3 0,0 0-3 16,0 0 1-16,0 0 1 0,0 0-2 0,0 0 8 16,0 0 1-16,0 0 3 0,0 8 10 15,18-1-6-15,0 1 1 0,5 1 2 0,4 1-5 0,5 1 0 16,6 2-2-16,6 3 2 0,3-2-1 0,2 1 1 16,1 3 3-16,-3-1-9 0,-1 1 5 0,-5-1-5 15,-5 1-3-15,-4-2 4 0,-8-1-6 0,-1 3 6 16,-5-3-2-16,-4-3 2 0,-5 2-2 0,0-1 2 15,-4-1-2-15,-4-3 0 0,1 2 9 0,-2-3 0 16,0 1 8-16,0 0 4 0,0 1-6 0,-20 1 5 16,-3 4-3-16,-3 3-61 0,-7 6-66 15,-5 0-74-15,-5 3-66 0,-1 2-24 0,0 2-106 16,-1 0-186-16,7-2 64 0</inkml:trace>
  <inkml:trace contextRef="#ctx0" brushRef="#br0" timeOffset="-17801.95">870 45 2181 0,'-12'-10'25'0,"12"10"26"0,-9 0 18 0,0 0 9 0,2 0-17 0,-1 0-23 0,-1 0-2 0,1 0 6 0,-2 0 1 15,-1 12 2-15,-3-1-12 0,1 4-10 0,-3 2-2 16,0 3 5-16,1 2-5 0,-1 2-5 0,1 0-10 16,2 2-2-16,2-1-2 0,2 0 4 15,3-2 0-15,1 5-6 0,2-4-3 0,3-1 3 16,0 2 2-16,0-2 2 0,0 0 3 0,0-3 3 16,14 0-1-16,-4-1-3 0,3-4 3 0,-3 0-41 15,2-2-28-15,0-2-56 0,2-3-51 0,1 0-14 16,1-5-51-16,3 0-65 0,1-3-216 15,1 0 8-15,2 0 78 0</inkml:trace>
  <inkml:trace contextRef="#ctx0" brushRef="#br0" timeOffset="-17301.5">921 234 2499 0,'0'-6'22'0,"-6"0"26"0,-1-2 26 0,1 2 24 15,5 4-5-15,-2-2-25 0,0 2-26 0,0-1-28 16,3 2-25-16,0 1-3 0,0 0-3 0,0 0 7 16,0 0 3-16,13 0 5 0,1 0 2 0,1 10-6 15,5-2 6-15,3 0-7 0,0 0-1 0,-1-1 0 16,-3 3-7-16,-1-2-1 0,-1 2 6 0,-5-2 0 16,-3-2-2-16,-3 4 6 0,-3 0 0 0,0-2 4 15,-3 3 12-15,0 0 0 0,0 0 8 16,0-2 13-16,0 3-3 0,0-1 12 0,-11 0-14 15,2 0-10-15,9-2 1 0,-13 1-13 0,0-4 11 16,0 1-6-16,2-3 3 0,2 0 12 0,0-4 3 16,1 0 8-16,2 0 9 0,2 0-9 0,1 0-2 15,-2 0-6-15,4-14-19 0,-3 2-3 0,3 0-7 16,1-3-6-16,0 0 10 0,0-3-3 0,0 0-2 16,0-2 5-16,14-2-7 0,-4 3 10 0,2 1 0 15,-1 0 7-15,0 4 1 0,-1 1-7 0,-4 4 4 16,2 3-20-16,-3 2 10 0,-2 0-13 15,-3 4-9-15,0 0 7 0,0 0-15 0,0 0 13 0,0 0 4 16,0 0 1-16,0 13 9 0,0-6 1 16,0 3 4-16,0-3 1 0,0 1 0 0,0 1-1 15,0 1 4-15,0-1 2 0,0 1-3 0,0 2 3 16,7-2-14-16,-7 1-48 0,0-3-44 0,6 3-44 16,-6 0-32-16,6-2 26 0,0-3 12 0,0-1 5 15,1 0-4-15,0 0-19 0,1-3-14 0,2-2-11 16,2 0-10-16,-1 0-129 0,3 0-74 15,-1 0 41-15,1-14 56 0</inkml:trace>
  <inkml:trace contextRef="#ctx0" brushRef="#br0" timeOffset="-17107.75">1343 67 2181 0,'1'-8'32'0,"2"2"5"16,-3 2-7-16,2 2 0 0,-2 2-36 0,0 0-1 15,0 0 34-15,0 0 32 0,0 11 27 0,0-1 15 16,11 3-19-16,1 2-23 0,0 3-17 0,1 0-18 15,1 4-2-15,0 0-1 0,-1 2-1 0,0 2-6 16,-1-1-4-16,0 2 2 0,-3-1-9 0,-1 0 5 16,-1-1 5-16,-2 1-5 0,-1 0 10 0,-4 0-4 15,0-1-63-15,0 1-109 0,-13 0-157 0,-6 4-337 16,-2-2-29-16,-6 3 104 0</inkml:trace>
  <inkml:trace contextRef="#ctx0" brushRef="#br0" timeOffset="-18677.38">345 100 2106 0,'-11'-8'10'16,"2"-2"20"-16,-3 0 29 0,3 1 28 0,-2 0 10 16,2 1 10-16,-3 0-14 0,1 0-18 0,1 1-16 15,-1 1-20-15,1 1-3 0,-1 2-5 0,2 0-6 16,-2 1-13-16,1-1-14 0,0 3-10 0,3 0-5 15,-1 0 5-15,-1 0 2 0,0 11-2 16,1 0 10-16,-2 6 2 0,-1 0 0 0,-1 2 14 0,-2 4-6 16,-1 4-2-16,0 3 2 0,0 1-6 15,1 3 0-15,4-1-4 0,0 2-1 0,4 1 3 16,3-1 2-16,3 4 2 0,0 0 0 0,0-3 3 16,12-1-5-16,1 1 3 0,0-3-1 0,2 0 1 15,1-6 5-15,-1-1 5 0,3-6-8 0,0-3 6 16,1-1 0-16,0-7 17 0,-2-1 40 0,1-8 25 15,2 0 27-15,-2 0 20 0,2 0-18 0,-2-19-27 16,2 1-4-16,-2-4-30 0,0-1 3 0,2-3-6 16,-3-2-12-16,-1-4-5 0,-2 1-18 0,-3-3-10 15,-2 0-7-15,-3-1-9 0,-3 0 0 16,-3 3 7-16,0 0-9 0,0 1-6 0,0 1-15 16,-15 4-25-16,3 3-19 0,0 1-17 0,-1 2-48 15,3 3-59-15,-2 3-46 0,1-2-60 0,0 5-12 16,4 2-9-16,-2 1-54 0,3 2-161 0,-1 4-5 15,4-1 89-15</inkml:trace>
  <inkml:trace contextRef="#ctx0" brushRef="#br0" timeOffset="4715.92">132 1151 1309 0,'0'0'15'0,"0"0"3"0,0 0 3 0,0 0-1 16,0 0-14-16,0 0-3 0,0 0-6 0,0 0-2 16,0 0-8-16,0 0-7 0,0 0-15 0,0 0-10 15,0 0 0-15,0-7-13 0,0 7 4 0,0 0 2 16,0 0 2-16,0 0 15 0,0 0 15 0,0 0 10 16,0 0 10-16,0 0 1 0,0 0-1 0,0 0-4 15,0 0 1-15,0 0-29 0,0 0-17 16,0 0-20-16,0 0-44 0,0 0-2 0,0 0-6 15,0 0-15-15,0 0 14 0,0 0 32 0</inkml:trace>
  <inkml:trace contextRef="#ctx0" brushRef="#br0" timeOffset="-18308.93">272 93 2129 0,'0'-8'24'0,"-9"-3"29"15,9 0 32-15,-12 2 47 0,3 1 24 0,1 2 19 16,1-4 20-16,7 3-3 0,-8 1-18 0,0 0-21 16,4 2-37-16,-1 1-48 0,1 0-42 0,-1 3-34 15,4 0-28-15,1 0-2 0,-3 0 9 0,3 0-1 16,0 11 6-16,0 4 9 0,0-1 17 0,0 6 23 16,0 4 37-16,0 0 12 0,0 7 14 0,0 6-9 15,0 1-28-15,0 7-13 0,0-3-29 0,0 3 0 16,0 5-11-16,0-2 9 0,0 1 2 0,0-1-6 15,-10 0 11-15,1-2-16 0,9-2 4 0,-9-3 6 16,9-4-6-16,-6-5-2 0,6-4 6 0,-6-7-9 16,6 1-3-16,0-7 11 0,0-1-7 15,0-4 2-15,0-3 8 0,0-1-3 0,0-2-3 16,0-4-3-16,0 0-14 0,0 0-5 0,0 0-22 16,0 0-13-16,0 0-30 0,0 0-34 0,0 0-33 15,0 0-53-15,0 0-24 0,0 0-36 0,9-10-56 16,-3-1-154-16,0 1-196 0,3-2 77 15</inkml:trace>
  <inkml:trace contextRef="#ctx0" brushRef="#br0" timeOffset="-16069.46">2269 451 2338 0,'-20'17'12'0,"1"-3"10"16,1-2 20-16,4 1 15 0,2-4 5 0,3-5 6 16,-1 3-13-16,4-6-3 0,3 4-17 0,3-4-14 15,0-1-15-15,0 0-1 0,0 0-3 0,0 0 0 16,16 0 11-16,2 0-7 0,3-15-1 0,5 1-22 16,4 1-55-16,4-4-52 0,5 0-61 0,4-1-63 15,-1-2-70-15,4 3-193 0,-4 0-6 0,-1 0 86 16</inkml:trace>
  <inkml:trace contextRef="#ctx0" brushRef="#br0" timeOffset="-16269.54">2183 164 1618 0,'0'4'29'0,"-3"-2"20"0,1 0 26 0,2 1 24 16,-1-2-8-16,-1 1 8 0,1-2 1 0,-1 0 2 15,2 0 8-15,0 0-3 0,0 0 4 0,0 0-5 16,0 0 3-16,0 0-7 0,0 0-8 0,0 0-10 15,0 0-14-15,0 0-19 0,0 0-15 16,0 0-11-16,-9 0-18 0,9 0 7 0,0 0 0 16,0 0-3-16,-8 0 8 0,8 7-13 0,0-7-8 15,0 0-2-15,0 0-6 0,0 0 9 0,0 7-2 16,0-7 6-16,0 0-2 0,0 0-1 0,12 0 8 16,-1 0-2-16,1 0 6 0,2 0-1 0,1 0-6 15,5 0 4-15,0 0-7 0,1 0 2 16,2 0 1-16,2 0-5 0,1-11 1 15,2 11-6-15,-1-11-24 0,2 1-49 0,0 2-57 0,-4 0-67 0,3-1-50 16,-5 5-34-16,-2-3-57 0,-4 3-173 16,-4-1-50-16,-4 2 84 0</inkml:trace>
  <inkml:trace contextRef="#ctx0" brushRef="#br0" timeOffset="-14981.41">3694 124 2746 0,'-9'0'6'0,"1"-12"7"0,-1 0 24 0,3 4 17 15,1 8 7-15,2-9-5 0,3 9-26 0,0 0-28 16,0-6-18-16,0 6 5 0,0 0-1 0,11 0 10 16,1 0 7-16,2 0-10 0,-1 0 1 0,6 0 1 15,2 0-3-15,2 0 2 0,-4 11-3 16,1-3-4-16,0 1 0 0,-3-2-2 0,-5 1 1 0,-2-1 1 15,-1 1-1-15,2 3 2 0,-8-3 4 0,2 2 2 16,-2-2-1-16,0 3 3 0,-3 2 2 16,0-3 4-16,0 3 7 0,0-1-3 0,-12 2 0 0,-1-1-2 15,4 3-1-15,-3-2 3 0,2-1-1 16,-4 1 0-16,0-2 1 0,2 0-1 0,1-4 2 16,1 1 0-16,1-1-2 0,0-3 5 0,3-1 6 15,1-1 0-15,2-3 2 0,0 0-4 0,3 0-11 16,0 0-3-16,0-12-4 0,0 1-7 0,0-1-1 15,0-2 3-15,15-5 4 0,-1-1 1 0,2-1 2 16,3-4-1-16,2-2-12 0,3 0 10 0,2-4 3 16,-2-2 3-16,1 3 21 0,-4 1 15 0,-1 0 39 15,-2 1 42-15,-4 4 25 0,-4 2 6 0,-2 5-5 16,-8 3-29-16,0 3-14 0,0 3-27 0,0 2-30 16,0 4-17-16,0 2-27 0,0 0-5 0,-8 0-13 15,8 0-2-15,-9 0 2 0,9 11 11 16,-8 2 4-16,-1 1-3 0,3 2 8 0,2 3-14 15,-5 3 1-15,3 0 6 0,1 2-5 0,0 2-7 16,5-2-13-16,0 1-13 0,0-4-21 0,0 3-3 16,0-1-16-16,14-5-32 0,0-1-16 15,-4-3-16-15,4 1-37 0,1-2-28 0,2-4-49 0,-3-1-67 16,5-2-162-16,1-6-143 0,0 0 85 0</inkml:trace>
  <inkml:trace contextRef="#ctx0" brushRef="#br0" timeOffset="-14747.12">4436 191 3356 0,'-13'7'-2'0,"4"-2"-3"16,-2-5 0-16,2 6 3 0,9 0 10 0,-11 1 18 16,5-3 6-16,6 4-6 0,-7 0-6 0,7 2-17 15,-5 1-10-15,5 2 3 0,0 1 5 0,0 3-2 16,0 1 9-16,0-2 3 0,0 3-1 0,0 1-3 15,12-1 2-15,-4-4 2 0,-2 0-10 16,3 1-10-16,-9-3-54 0,8-2-52 0,-2-1-56 16,0-2-47-16,-6-1-27 0,4-1-31 0,-1-1-40 0,0 0-137 15,0-5-114-15,-3 0 75 0</inkml:trace>
  <inkml:trace contextRef="#ctx0" brushRef="#br0" timeOffset="-15541.78">3404-199 1794 0,'0'-7'31'0,"0"0"23"0,-9 2 31 16,9 0 24-16,-13 0-27 0,6-1-10 0,-1 4-18 15,-2-2-14-15,0 1-5 0,0 3-6 0,-2 0-2 16,-2 0 4-16,-3 17 19 0,-2 3 3 0,-1 5 2 16,-3 4-7-16,0 6-17 0,1 1-3 0,-1 3-13 15,1 2-1-15,4 1-6 0,3-2-6 0,3-1-1 16,1 1 2-16,5 0 5 0,3-3-1 0,3 2 1 16,0-2-5-16,0-1 4 0,0-1-1 15,14-1-5-15,3-1-24 0,-2-4-28 0,1-2-21 0,4-1-27 16,0-4-12-16,-3-3-18 0,5-3-19 15,1 0-46-15,1-5-135 0,2-2-192 0,0-3 42 16</inkml:trace>
  <inkml:trace contextRef="#ctx0" brushRef="#br0" timeOffset="-14037.25">4900-170 1715 0,'9'-1'21'0,"-3"-1"9"0,4 0 10 0,-4-1 17 15,2 3-6-15,1 0 1 0,0 0 2 0,-1 0-13 16,3 0-9-16,4 0 9 0,1 0 1 0,1 0-4 16,0 0 3-16,6 8-14 0,-1-8-16 0,1 12 3 15,-2-2-14-15,2 1-3 0,0 0 4 16,-3-1 3-16,-1 4 19 0,-2-1 13 0,-5 0 15 16,2 0 4-16,-6 2-4 0,1 0-1 0,-3-2-10 15,-5 0-6-15,2 1-1 0,-3 0-12 16,0-4 0-16,0 4 5 0,0-1-6 0,0-4-1 0,-13 2 0 15,2 1-8-15,-4-1-3 0,1 0 3 0,-3-2-7 16,4 1 3-16,-4-3-1 0,0 1 0 0,2-3 5 16,2-2-9-16,2 0 10 0,-1-3 1 0,4 0-5 15,-1 0 11-15,1 0-6 0,2 0-3 16,6 0 3-16,-3 0-2 0,0-10-9 0,3 10-4 16,0-12-7-16,0 1-8 0,0 1 9 0,14-4-3 15,1 0 3-15,-1-5 8 0,3 1-6 0,2-3 8 16,1 0-2-16,0 0 0 0,-4-2 11 0,4 2-2 15,-3 0 20-15,0 2 28 0,-4 0 33 0,-1 2 43 16,-1-1 21-16,-2 3-12 0,-4 1-20 0,1 4-31 16,-3 2-28-16,0 0-6 0,-3 5-27 0,0 0-13 15,0 3-16-15,0 0-20 0,0 0-4 0,0 0-7 16,0 0 2-16,0 14 19 0,-11-6 7 0,11 2 8 16,0 0 3-16,0 2-13 0,0 1-3 15,0 4-20-15,0-1-22 0,0 3-29 0,0 0-28 16,0 1-36-16,0-2-44 0,8-1-41 0,-8 0-35 0,9-1-33 15,-1-1-33-15,-5-2-204 0,3-1-47 16,-3-3 84-16</inkml:trace>
  <inkml:trace contextRef="#ctx0" brushRef="#br0" timeOffset="-13669.93">5621 34 2882 0,'0'0'40'0,"0"0"55"15,-12-10 56-15,12 10 51 0,-11 0-14 0,11-11-36 16,-10 11-46-16,10-6-50 0,0 6-10 0,-10-6-28 16,10 6-6-16,0-6 1 0,0 6-22 15,0-4 12-15,0 2-8 0,0-1-2 0,0 2 8 16,0 0-9-16,0-1 7 0,0 0-5 0,0 2 0 16,0-1-1-16,0 1-6 0,0-2 7 0,0 2-2 15,0 0 3-15,0 0 3 0,7 0-4 0,-3 0-10 16,2 0 6-16,0 9-5 0,2 2 7 15,-2-1 5-15,3 1-6 0,-4 2-1 0,1 1-1 0,0 0 10 16,-3 3 3-16,-3 1 7 0,0 2-6 16,0-2 2-16,0 4-8 0,0-1 1 0,0 0-2 15,-12 0-4-15,-2-1 15 0,5 0-12 0,-2-3 9 16,2-3-1-16,5 0 3 0,4-3-2 0,-7-3-1 16,7-2-1-16,0-3-22 0,0 2-16 0,0-5-25 15,0 0 1-15,0 0 11 0,10 0-24 0,6 0-62 16,1-16-80-16,6 4-58 0,7-4-21 0,7 1-25 15,8-4-207-15,2-1-91 0,9-2 70 0</inkml:trace>
  <inkml:trace contextRef="#ctx0" brushRef="#br0" timeOffset="-12465.29">7096 59 2276 0,'1'0'-4'0,"2"0"1"16,-3 0 16-16,0 9 19 0,0 5 22 0,0-3 12 15,0 1-15-15,0 3-15 0,0-3-19 0,-10 5-16 16,10-1 5-16,0 1-4 0,-10 1-1 0,10 1 7 16,0-1-3-16,0-1 0 0,0 3 4 0,0-4-4 15,0 2 2-15,0-1-11 0,0-2-22 0,10-2-36 16,-10 0-48-16,10-2-42 0,-4-2-41 0,2-2-67 16,-8-1-146-16,3-2-83 0,3-4 63 0</inkml:trace>
  <inkml:trace contextRef="#ctx0" brushRef="#br0" timeOffset="-12646.33">6453-206 1793 0,'6'-2'32'0,"-6"0"29"0,3-1 15 16,2 1 26-16,-5 1-13 0,0 1-3 15,0-3 4-15,0 1-14 0,0 0-11 0,0 2-21 16,0-1-22-16,0-1-15 0,0 2-11 0,0-1-7 16,0 1-1-16,0 0 1 0,0 0-1 0,0 0 3 15,0 0-3-15,15 0 6 0,-4 12 2 0,5 1-3 16,1-2 0-16,0 2 1 0,1 2-6 0,0 0 5 16,1 0 5-16,-6 1 15 0,4 3 13 0,-6-2 3 15,-2 0 0-15,1-1-17 0,-4 1-1 0,-3 0 6 16,-3-1 24-16,0 0 13 0,0 0 3 0,0-1-7 15,-12 2-21-15,-4-1-15 0,2 1-9 0,-6-2-1 16,3 0-4-16,-5-3 7 0,2 1-1 16,3-3-2-16,0-3 11 0,4 0-7 0,1-4 7 15,1-1 17-15,5 0 10 0,-2 1 10 0,5-3 3 16,3 0-9-16,0 0-21 0,0 0-11 0,0 0-10 16,0-13-19-16,0 2-11 0,0 0-3 0,14-1 1 15,0-5 11-15,5 2 13 0,1-4-3 0,3-3 9 16,3 1-5-16,-2-2 1 0,2 0 2 0,0-1-6 15,1 1 11-15,-7 1 2 0,-1 2 13 0,-3 2 17 16,-3-2 21-16,-5 6 19 0,1 2 18 0,-6 1 5 16,-3 3-7-16,0 1-12 0,0 4-25 15,0 3-25-15,0 0-29 0,0 0-14 0,0 0-9 0,0 0 1 16,0 0 7-16,-9 0-5 0,9 10 7 16,-5-1 0-16,5 0 3 15,-9 2 11-15,6 0-7 0,-3 3 4 0,5 1-17 0,1 2-39 0,0 2-21 16,0-1-34-16,0 1-11 0,0-1-1 0,10 1-20 15,1 0-10-15,1-1-27 0,2-4-25 0,2 3-30 16,1-5-56-16,0-1-187 0,3-3-28 0,-1-3 75 16</inkml:trace>
  <inkml:trace contextRef="#ctx0" brushRef="#br0" timeOffset="-11969.87">6793-740 2636 0,'0'-9'32'16,"0"5"52"-16,0-2 46 0,0 3 40 0,0-2 1 16,0 2-34-16,0-1-42 0,-10 1-43 0,10 1-33 15,-9 2-22-15,9-2-4 0,0 2-3 16,0 0-5-16,-8 0 4 0,8 0 3 0,0 0 6 0,0 0-2 16,0 0 7-16,0 0 1 0,0 0 0 15,0 0 9-15,0 0 20 0,0 0 12 0,0 0 21 16,0 0 15-16,0 0-14 0,0 0-8 0,0 0-18 15,0 0-7-15,0 0-17 0,0 0-11 0,0 0-5 16,0 0-17-16,0 0 11 0,0 0-6 0,5 0 4 16,1 0 8-16,0 0-10 0,1 0 1 0,-1 0-1 15,5 0 3-15,-2 0 0 0,3 13 11 0,-1-2-16 16,0 2-3-16,1 1 7 0,-5 0 0 16,2 0 4-16,-1 1 2 0,-2-2-10 0,-3 5 4 0,0-5 3 15,-3 0-1-15,0-2 8 0,0 2-6 0,0-2 0 16,0-4 1-16,0 1 0 0,0-2 7 15,0 0 5-15,0-4-1 0,0 2-2 0,0-4 0 16,0 0-8-16,0 0 5 0,0 0 3 0,0 0-9 16,0 0 15-16,0 0-9 0,8 0 10 0,4-7-1 15,2 7-7-15,2-13-31 0,7 3-58 0,4 0-82 16,2 2-107-16,5-4-76 0,2 1-69 0,1-1-141 16,2 1-145-16,-4 0 111 0</inkml:trace>
  <inkml:trace contextRef="#ctx0" brushRef="#br0" timeOffset="-10210.81">8206-835 2209 0,'0'-13'27'0,"6"1"31"16,-6 3 32-16,0-1 33 0,0 4 4 0,0 0-9 15,0 1-20-15,0 1-31 0,0 4-37 0,0 0-26 16,0 0-18-16,0 0-8 0,0 0 4 0,0 0 14 16,-6 0 28-16,6 9 7 0,-14 2 5 0,7-3 3 15,-6 3-22-15,4 0 3 0,-4 0-3 0,2 2-10 16,-1-2 7-16,1 1-1 0,2-3-3 0,-2 1 6 16,5-3-2-16,2 0 11 0,1-3 40 0,0 1 19 15,0-3 27-15,3 0 8 0,0-1-16 0,0-1-10 16,0 0-15-16,0 0-16 0,0 0-17 0,0 0-6 15,0 0-20-15,0 0 1 0,7-11-15 0,-7 11-6 16,9-7 4-16,2 7-15 0,-5-9 8 0,5 3 2 16,-2 0-13-16,2 1 9 0,-2 5-6 0,4 0-3 15,-4 0 2-15,4 0-2 0,-3 0 1 16,1 15-2-16,1 0 4 0,-1 3 0 0,2 4 2 16,-2 1 5-16,1 7 9 0,-1 0 3 0,-5 3-5 15,3-1 3-15,-2-1-4 0,-4-1-6 0,5-2 8 16,-3-4 2-16,-1-7 1 0,-1-1-2 0,3-5 7 15,0-5-1-15,-1-3 19 0,1-3 8 0,0 0-4 16,2-12 0-16,10-4-27 0,3-1 0 16,7-5-1-16,3-4-12 0,6-4 7 0,7-3 3 0,0 0-16 15,3 1-19-15,-3-1-30 0,0 2-57 16,-1 5-72-16,-5 3-67 0,-2 1-62 0,-3 5-33 0,-1 3-50 16,-3 3-199-16,-5 5-26 0,-1 2 85 15</inkml:trace>
  <inkml:trace contextRef="#ctx0" brushRef="#br0" timeOffset="-11161.04">7882-205 2009 0,'-3'-5'25'0,"-1"-1"24"15,-2-1 11-15,6 2 24 0,-3-1-7 16,3 2-10-16,-3 1-11 0,3-1-27 0,0 0-21 16,0 1-14-16,0 2-5 0,0-2 4 0,13-1-1 15,-1 1 0-15,-1 2 4 0,1 1-3 0,2 0 6 16,3 0-4-16,-4 0 0 0,4 0 1 0,-3 0 1 16,1 11-1-16,-3-3 1 0,2 2-6 0,-7-2 0 15,4 3 16-15,-5-2-2 0,0 3 18 16,0 1 4-16,-3-2 2 0,-1 4 10 0,-2 0 3 0,0 0-6 15,0 0 1-15,0 2-5 0,0-2-11 0,-14 0-5 16,3 1-7-16,1-3-1 0,-2 1 2 16,1-2 0-16,-1-1-4 0,0-1-1 0,1-1 4 15,-3-2-2-15,5-2 9 0,-1-2-4 0,3 2-5 16,1-4 6-16,2 2 0 0,-2-3 26 0,4 0 22 16,1 0 4-16,-1 0-8 0,1 0-25 0,1 0-30 15,0-14-9-15,0 1 1 0,0 0-3 16,0-3 4-16,15 1 3 0,-1-5-1 0,-1 0 5 0,4-2 3 15,1-3-7-15,-1 1 0 0,3 0-3 0,-4 0-1 16,1 3 7-16,0 1-3 0,-4 3 2 16,-2 2 1-16,-2 4 1 0,2 0 5 0,-7 5-4 0,-2 4-3 15,1-2-16-15,0 4-8 0,-3 0-2 16,0 0 4-16,0 0 9 0,0 0 6 0,0 14 5 16,0 0 5-16,0-3 1 0,0 3 6 0,0-1-4 15,0 5-1-15,12-1 7 0,-4 1-7 0,-8 2-7 16,12-1-40-16,-5 2-60 0,1-2-52 0,-2 1-56 15,0 2-62-15,3-5-95 0,-1-2-223 0,1 0 64 16,-1-4 98-16</inkml:trace>
  <inkml:trace contextRef="#ctx0" brushRef="#br0" timeOffset="-10770.15">8364 13 2733 0,'0'-3'42'0,"0"-2"56"0,0-1 52 0,0 0 35 16,0 2-21-16,0 1-32 0,0-1-46 0,-9 2-32 16,9-1-18-16,-8 2-25 0,8-1-6 0,0 1 0 15,-6-1-5-15,6 0 0 0,0 1 2 0,0 0-2 16,0 1-2-16,0-2 4 0,0 0-2 0,0 1-5 16,0-1 4-16,0 1-5 0,0 0-8 0,0 1 6 15,0 0-1-15,0 0-1 0,0-2 9 0,0 2-7 16,9 0 1-16,-4 0-3 0,1 0 0 15,1 0-3-15,-1 0-3 0,0 9-4 0,2-9 1 16,-2 12 1-16,0 0 6 0,-1 0 5 0,-1 0-8 16,1 5 9-16,-5-2 3 0,0 2 2 0,0 4 5 15,0 1 4-15,0 0-6 0,-17 0 3 0,5 0 0 16,-3 1-5-16,0-2 3 0,1 1 2 0,0-1-8 16,4-3-1-16,1-3 4 0,1-1-3 0,2-4 4 15,6-3 1-15,-5-2 3 0,5-2 0 0,0-1 10 16,0-2 1-16,0 0-3 0,12 0 4 0,4 0-8 15,2 0-12-15,2 0-64 0,5-11-83 0,4 1-89 16,-1-2-86-16,1 1-57 0,1-6-136 0,-6 0-143 16,0-2 98-16</inkml:trace>
  <inkml:trace contextRef="#ctx0" brushRef="#br0" timeOffset="-9485.06">9594-513 2627 0,'0'-10'26'0,"0"0"28"0,9-2 14 15,-9 3 17-15,11 1-20 0,-4 1-34 0,2-2-12 16,0 1-22-16,2 0-7 0,3 3-1 0,2 2 0 15,1 0 1-15,1 3-3 0,4 0 5 0,0 0-7 16,1 11 3-16,0 1-2 0,0 3 2 0,-3 1 1 16,-2 1 1-16,-2 2 6 0,-2 3 4 15,-3-1 11-15,-5 3 5 0,-6-3 9 0,0 6 10 16,0-2-4-16,0-1 5 0,-17 2-14 0,-1-2-8 16,0-1-5-16,-1-1-6 0,1-1 20 15,-3-4 18-15,1-1 15 0,4-5 9 0,0-1 7 0,3-3-4 16,2-3 14-16,2 1 27 0,4-5-5 0,5 0-10 15,0 0-34-15,0 0-46 0,0-13-3 0,0 2-27 16,0-2 14-16,0-4 6 0,0-3-25 0,11-4 11 16,1-1 0-16,2-5-3 0,6 0 8 0,-1-1 12 15,6 0-8-15,0 2 6 0,1-4 5 0,2 4-15 16,-4 1 9-16,0 2 1 0,-3 3 18 0,-2 1 28 16,-6 2-6-16,-2 7 0 0,-3 3-17 0,-4 2-16 15,-1 3 0-15,-3 5-19 0,0 0-5 16,0 0-12-16,0 0 2 0,0 0 13 0,0 14-3 15,-12 1 13-15,3 0-3 0,-3 2 3 0,1 0 11 16,0 5-10-16,-1 1 4 0,-1 3-21 0,1 1-50 16,1 1-51-16,0 4-101 0,-1-5-90 0,3 3-26 15,3-3-19-15,1-1 40 0,5-4 33 0,0-1-147 16,0-3-87-16,22-7 57 0</inkml:trace>
  <inkml:trace contextRef="#ctx0" brushRef="#br0" timeOffset="-9301.82">10412-334 3180 0,'5'0'4'0,"0"0"-8"0,-4 0-8 16,1 0-8-16,-1 0-10 0,-1 9 14 0,0-9 2 0,0 11 13 15,0-2 4-15,0 1-7 0,0 2 9 16,0-1-4-16,0 3-1 0,0 3 10 0,0 1 1 16,0 3 4-16,0 0 0 0,0-1-1 0,0 2-7 15,0 0-46-15,0 1-65 0,0-4-76 0,0 1-92 16,0 0-59-16,0-1-32 0,0-2-211 0,0-2 52 15,0-4 103-15</inkml:trace>
  <inkml:trace contextRef="#ctx0" brushRef="#br0" timeOffset="-8795.87">10604-396 2725 0,'0'-14'3'0,"0"2"18"16,12-4 38-16,-1 2 32 0,2 1 13 0,-1 3-19 16,1-1-38-16,0 1-39 0,4 2-19 0,0 3 1 15,2 2-1-15,1 2 5 0,3 1-3 0,0 0-1 16,-1 0 0-16,3 18 1 0,-2-3-5 0,-4 0 2 16,0 2 3-16,-4 3 1 0,-2-2 10 0,-5 2-3 15,-2 1 9-15,-1 2 0 0,-5-2 0 16,0 3 10-16,0-1 3 0,0-1 12 0,-19 2 7 15,3 0-2-15,1-3-10 0,-2 1-13 0,2-5-2 16,-2 0-5-16,2-3 2 0,1-2-1 0,2 1 2 16,1-6-2-16,5-1 2 0,-1-1 35 0,2-3 36 15,4-2 32-15,1 0 25 0,0 0-34 0,0 0-38 16,0 0-37-16,0-14-33 0,10-2 2 0,-1-4 2 16,3-3 4-16,4-5-1 0,-1-6-8 0,2-4-8 15,2-5 3-15,1 2 10 0,0-5 6 0,-1 1-4 16,3 0 5-16,-6 3 6 0,0 4 24 0,-4 3 23 15,-3 5 27-15,-2 4 0 0,-2 8-25 0,0 4-26 16,-4 3-29-16,-1 6-30 0,0 5-7 16,0 0 3-16,0 0-1 0,0 0 22 0,0 16-2 15,0 1 6-15,-14 2 13 0,4 4-9 0,-2 4 1 16,1 4 8-16,-1 2-24 0,1 2 3 0,1 2-20 16,2 2-42-16,2-1-12 0,6-1-29 0,-5 1 5 15,5-4-2-15,0-1-25 0,0-2-15 0,0-6-23 16,11-2-12-16,3-4-45 0,2-3-53 0,4-3-132 15,0-7-274-15,6-1 87 0</inkml:trace>
  <inkml:trace contextRef="#ctx0" brushRef="#br0" timeOffset="-8365.75">11368-128 3249 0,'-11'0'64'0,"4"-12"63"0,0 1 44 0,3 0 24 15,1 2-41-15,-2-1-44 0,4 0-34 0,-2 2-20 16,3-1-14-16,0 1-25 0,0 1-13 0,0 2-3 16,0-1-14-16,0 4 11 0,0-1-1 0,12 1-2 15,-3-2 3-15,0 4-2 0,3-1-4 0,0 0 4 16,1 1-3-16,0 0 0 0,1 0-4 15,-2 0-1-15,0 0 0 0,-3 0 6 0,-3 0 5 16,-1 0-6-16,-2 9-4 0,-1-9-6 0,-1 12 12 16,-1-1-5-16,0 2 13 0,0 0-2 0,0 2-6 15,0 1 3-15,-15 5-2 0,3-1 6 0,0 3-1 16,-2-1-4-16,0-2 1 0,1 3 0 0,-1-5 3 16,0 0-1-16,5-3 1 0,0-3-2 0,3-1-6 15,1-3 7-15,1-2-1 0,4-3-3 0,0 1 1 16,0-3 9-16,0 0 0 0,0-1 0 15,10 0 10-15,0 3-2 0,3-3 0 0,4 0 7 16,3 0-13-16,2 0-1 0,6 0-1 0,4 0-12 0,1 0-13 16,2 0-50-16,-2-12-75 0,1 6-108 15,-1-5-119-15,-2 3-103 0,-4-2-182 0,-3-2-138 16,-2-5 138-16</inkml:trace>
  <inkml:trace contextRef="#ctx0" brushRef="#br0" timeOffset="-8129.88">11741-777 3374 0,'0'-4'-4'0,"0"0"-8"16,0 0 23-16,0 4 37 0,17 0 22 0,1 0 34 0,1 0-7 16,3 15-3-16,4 2-19 0,1 2-30 15,5 3 12-15,0 6-33 0,0 4 6 0,0 2 0 16,-3 5-25-16,0 0 4 0,-3 5-8 0,-2 3 9 15,-4-1-6-15,-5 1-9 0,-2 2 4 0,-3-1 0 16,-10 2 9-16,0 4 4 0,0-1-7 0,-23 1-64 16,-5 8-112-16,-8-1-175 0,-11 3-201 0,-12-1-414 15,-10 2 106-15</inkml:trace>
  <inkml:trace contextRef="#ctx0" brushRef="#br0" timeOffset="50285.08">990 1897 2420 0,'0'-8'25'0,"0"2"27"16,0 0 38-16,0 1 38 0,0-1-6 0,0 1-9 15,0 2-36-15,0 0-42 0,0-1-26 0,0 4-20 16,0 0-5-16,0 0 10 0,13 0 23 16,-6 0 35-16,4 13 17 0,-1-2 13 0,3 2-3 0,0 0-35 15,1 2-16-15,4 3-18 0,0 0-8 16,2 2 4-16,-2 5 7 0,2 0 3 0,3 3-6 16,-2-2-3-16,-1 4-4 0,-2 0-2 0,-1 3 37 15,0-3 10-15,-4 0 1 0,1-2-6 0,1-2-26 16,-4 1-16-16,-1-6-2 0,-1-1 7 0,-1-3-9 15,0-1 6-15,-2-5 6 0,0-2 7 0,-3-1 20 16,0-3 14-16,0-1 11 0,-2-1 5 16,2-1 4-16,-3-1 15 0,0-1 9 0,0 0 15 15,0 0 28-15,0 0 30 0,0 0 48 0,0 0 42 16,0 0-16-16,0 0-53 0,0-10-71 0,0-3-76 16,0 1-42-16,0-4-1 0,0-3 4 0,14-7 2 15,-5 0 1-15,0-6-10 0,0-4 5 0,1-4 6 16,0-1 6-16,-1 0-1 0,2-1-20 0,0 4 6 15,-1-1-6-15,-1 4 12 0,0 5 9 0,1 5-18 16,-1 5-1-16,-5 4-12 0,2 5-18 0,-1 3-12 16,-1 8 8-16,1 0-5 0,1 0 11 0,0 0 21 15,3 0-12-15,0 16 19 0,5 1 12 0,0 2-21 16,-1-1 23-16,4 1-7 0,-2 2-17 0,0-1 28 16,-4 2-19-16,3-1 6 0,-2-1 14 0,-5-5-17 15,3 2 15-15,-3-2-1 0,-2-2-9 16,-1-4 14-16,1 1-6 0,-1-5 1 0,-1 2 9 15,-1-4-13-15,-1 2 4 0,1-5-13 0,-1 2 4 16,-1-2 9-16,0 0-4 0,0 0 12 0,2 0-16 16,-2 0 7-16,0 0-3 0,2 0 1 0,-2 0-6 15,1 0-31-15,-1 0-50 0,2-7-92 0,-2 7-76 16,1-8-80-16,-1 1-56 0,0-3-83 0,0 1-73 16,0-4-80-16,0 0-288 0,0-1 171 0</inkml:trace>
  <inkml:trace contextRef="#ctx0" brushRef="#br0" timeOffset="42502.08">1353 2046 2144 0,'0'-10'32'0,"0"0"28"15,0 1 28-15,-12 0 38 0,2 0 1 0,10 4 8 16,-11-1-7-16,-1-1-6 0,4 2-11 0,2-1-20 16,6 0-19-16,-7 1-26 0,7 1-29 0,-6 1-23 15,1 3-6-15,3-1-21 0,-1 1 5 0,3 0 4 16,0 0 1-16,0 0 15 0,0 0 3 0,0 12 8 15,0 0-8-15,13-2 5 0,-3 3-4 0,-1 0-3 16,2 2 9-16,0 3-5 0,-2-4 3 16,1 6 1-16,1-3-2 0,-2 0-1 0,-1-1-7 0,1-1 6 15,-2-2-4-15,1 0-1 0,0-2 13 16,-4-3-5-16,2 1 7 0,-1-5 3 0,-1 1-6 16,1-1 4-16,-2-4 12 0,-2 1 28 0,2-1 18 15,0 0 24-15,1 0 12 0,-1 0-21 0,-3 0 19 16,1 0-19-16,-1 0-7 0,0 0 11 0,3 0-22 15,-3-10-1-15,0 2-16 0,0 8-20 0,0-10-11 16,0 2-9-16,0-3-9 0,0 2 15 16,0-3-8-16,0-1 8 0,0 1 12 0,0-1-1 0,0-1 11 15,0 1 6-15,0 0-5 0,0 2-12 0,0 2-14 16,0 0-1-16,0 1 7 0,0 0-11 0,0 2 3 16,0 1 3-16,0 1-22 0,0 1 12 0,0-1 0 15,0 3-18-15,0 0 15 0,0 1 1 0,0 0 0 16,0 0 0-16,0 0-13 0,0 0-4 15,0 0 2-15,0 0 10 0,0 0 8 0,0 0-2 16,0 0 13-16,0 0-10 0,9 0-8 0,2 9 5 16,3-9-7-16,-1 11 6 0,5-3 6 0,4 1-2 15,2-1-4-15,0 1-3 0,4-2 8 0,2 1 8 16,0 0-11-16,1 0 13 0,-1 0-15 0,0-2-11 16,-2 0 13-16,1-1-12 0,-5-1 17 0,-1-1-2 15,-3 0 4-15,-4-1-3 0,-2-1-11 0,-2 2 17 16,-3-3-1-16,-4 0 5 0,-1 0 59 0,-2 0 49 15,1 0 89-15,-3 0 100 0,1 0-22 0,1-12-64 16,-2 1-89-16,1-1-89 0,-1-4-4 0,2-3 6 16,-2-4-2-16,0-4-9 0,0-5-34 15,0 0 8-15,0 0 21 0,0-4-15 0,-11 2 7 16,11 0-2-16,-12 3-26 0,5 3 10 0,-1 4 3 16,8 3-10-16,-9 0-2 0,1 5-6 0,2 3-1 15,2 2-1-15,4 1-3 0,-5 4-22 0,5 1-70 16,-1 1-74-16,-3 4-107 0,4 0-54 0,0 0 8 15,0 0 33-15,0 0 71 0,0 0 54 0,0 0 24 16,0 0-2-16,0 9-26 0,0 0-42 0,11 1-42 16,-3 0-30-16,-2 3-15 0,1 1-28 0,1 3-195 15,-2-2-48-15,3 1 84 0</inkml:trace>
  <inkml:trace contextRef="#ctx0" brushRef="#br0" timeOffset="53916.9">486 2767 2645 0,'-10'15'32'16,"2"-6"7"-16,3 0 6 0,1-4 4 15,4-2-24-15,0-3-7 0,0 0-1 0,14 0-11 16,-1-11-2-16,10-1-12 0,1-1-48 0,10-4-62 16,4 0-96-16,6-3-128 0,6 0-281 0,5-1 24 15,4-3 91-15</inkml:trace>
  <inkml:trace contextRef="#ctx0" brushRef="#br0" timeOffset="53761.52">497 2407 2549 0,'-9'0'29'0,"0"0"42"16,0 0 43-16,-1 0 45 0,3 0 3 0,1 0-25 16,0 0-35-16,1 0-48 0,4 0-25 0,1 0-23 15,0 0-14-15,0 0 4 0,0 0-7 0,0 0 13 16,0 0 9-16,0 0 12 0,13 0-5 0,1 0 2 15,3 0-1-15,1 0-13 0,5-14 3 16,4 2-6-16,3-1-4 0,4 0 1 0,4-1-31 16,3 0-48-16,1-3-67 0,4 0-75 0,-1 1-63 15,1 2-46-15,-4 0-77 0,0 3-234 0,-6 1 81 16,-4 2 93-16</inkml:trace>
  <inkml:trace contextRef="#ctx0" brushRef="#br0" timeOffset="43375.63">2445 1886 2238 0,'-10'-11'11'0,"10"1"19"0,-11 10 16 0,4-7 11 16,7 7-13-16,-8-7-15 0,8 3-18 0,-6 4-11 15,6 0-5-15,0 0-18 0,0-5-25 16,0 5-31-16,0 0-12 0,0 0-17 0,0 0-17 16,0 0-42-16,0 0-120 0,0 0-169 0,10 0 13 0,-2 0 73 15</inkml:trace>
  <inkml:trace contextRef="#ctx0" brushRef="#br0" timeOffset="44128.04">3071 1372 2663 0,'0'-11'50'0,"0"-1"63"0,0 2 65 16,0 2 53-16,0 1-4 0,0-1-28 0,-12 2-52 15,12-2-45-15,-9 6-49 0,9 0-39 0,-6 0-15 16,6 2-17-16,0 0-7 0,0 0 6 0,0 0-8 15,0 12 14-15,0-2 8 0,0 3-10 0,0 5 15 16,0 5 5-16,0 1 13 0,10 5 9 0,3 4 7 16,0 5-13-16,-2 2-6 0,1 2 7 15,2 4-9-15,-1 0-1 0,-1 1-3 0,1 1-1 0,-1-2-2 16,0 1 0-16,-3-4 1 0,-1-1-3 16,1-2 2-16,-3 0 4 0,1-5-2 0,-2-3-10 15,0-3 1-15,-1-2 10 0,-1-2-6 0,0-5 4 16,-3-5-3-16,2-3-9 0,-1-1 5 0,1-3 4 15,-2-3-6-15,0-1-2 0,0-2-19 0,0 1-11 16,0-3-19-16,3 0-23 0,-3 0-20 0,1 0-44 16,1 0-57-16,1 0-83 0,-3-9-87 0,0-1-69 15,0-1-182-15,0 0-47 0,3-6 124 0</inkml:trace>
  <inkml:trace contextRef="#ctx0" brushRef="#br0" timeOffset="44575.3">3832 1300 2167 0,'1'-7'35'0,"-1"-2"45"15,0 3 56-15,0 2 49 0,0 0 13 0,0 0-17 16,0 0-41-16,0 3-57 0,0 1-60 0,0 0-28 15,-10 0-14-15,10 0 4 0,-9 11 7 0,1 5 3 16,1 0 1-16,-3 7 3 0,1 5 4 16,-1 1-3-16,-4 8 3 0,2 0-1 0,1 6 1 0,-1 0-2 15,1 1-3-15,2-2 0 0,3 0 0 16,6 0 8-16,0-2 0 0,0-1-3 0,0-3 7 16,0-3-8-16,12-3 7 0,2-4 0 0,-2-3 1 15,5-3-19-15,0-5-39 0,2-2-51 0,6-5-71 16,1-6-53-16,2-2-50 0,0 0-105 0,4 0-256 15,1-11 62-15,-3-2 85 0</inkml:trace>
  <inkml:trace contextRef="#ctx0" brushRef="#br0" timeOffset="45068.08">4192 1458 3152 0,'0'-9'25'0,"0"1"12"16,0-2-7-16,0 7-6 0,0-2-32 0,0 3-14 16,0 2-4-16,0 0 12 0,0 0 5 0,14 0 8 15,-4 0 7-15,5 0-8 0,2 13 3 0,4-5-13 16,2 4-2-16,-3-3 4 0,1 2 1 0,0 0 3 16,-7 0 3-16,1 3 0 0,-7-4 0 0,1 6 5 15,-6-2 2-15,-3 1 3 0,0 1-5 0,0 1 5 16,-14 3 2-16,2 0-3 0,-5 0 3 0,1-1-9 15,-1-1-1-15,0 1 0 0,1-4 3 0,0-3 6 16,6-2 8-16,-2-2 7 0,4-2 6 16,2-4 11-16,3-2 12 0,3 0-10 0,0 0-13 15,0 0-9-15,0-15-23 0,0-1 4 0,0-1 2 16,0-4-7-16,9 0 2 0,2-7 10 0,1-1 23 16,2-3 22-16,-1-2 27 0,1 0 14 0,3 0-8 15,-2 4-8-15,-2-1-3 0,1 4-11 0,-2 5-1 16,-4 2 2-16,1 5-20 0,-4 4-25 0,-1 3-13 15,1 4-16-15,-5 4-7 0,0 0 4 0,0 0-3 16,0 0-2-16,0 0 9 0,0 13 3 0,0 0 9 16,0 3 0-16,0 0-1 0,0 1 3 15,0 3-3-15,9 4 3 0,-9-1-2 0,13 2-7 0,-8 1-22 16,4 1-20 0,-9-3-41-16,9 2-39 0,2-2-16 0,-5-3-39 0,0 0-28 0,5-5-23 15,-5-1-41-15,0-5-14 0,4-1-47 0,-2-5-263 16,1-4-4-16,2 0 72 0</inkml:trace>
  <inkml:trace contextRef="#ctx0" brushRef="#br0" timeOffset="45328.39">4767 1129 3397 0,'7'-9'-13'0,"2"3"-14"0,-5 1 23 15,5 3 27-15,-3 2 49 0,0 0 35 0,5 0-3 16,0 16-30-16,4-1-33 0,6 2-3 0,5 2-7 16,1 3 12-16,5 2-7 0,5 4-8 0,2 2-11 15,1 3-8-15,2 4-2 0,-1 2 0 0,-1 2-5 16,-1-1-5-16,-5 2 11 0,-3-1-11 0,-5 2 10 16,-6-1 5-16,-6 3-9 0,-14 2 9 0,0-1-18 15,-14 1-35-15,-7 2-46 0,-7-3-69 0,-8 3-79 16,-7-3-66-16,-4-6-52 0,-1-2-47 0,1-5-111 15,1-8-154-15,4-1 102 0</inkml:trace>
  <inkml:trace contextRef="#ctx0" brushRef="#br0" timeOffset="43780.6">3170 1514 2306 0,'0'-9'23'0,"0"0"24"0,-15 1 30 0,1 0 29 16,0 1 2-16,1 0-4 0,-1 3-26 15,-1 0-20-15,1 2-33 0,0 2-21 0,1 0-9 16,-2 0-10-16,-1 0 9 0,1 10-2 0,0 2 1 15,1 4 12-15,-2 1-7 0,2 2 0 0,0 2-2 16,4 4-5-16,-2 2-2 0,2 0 9 0,4 1 3 16,3 3-6-16,3-2 8 0,0 3-8 0,0-5 8 15,0 4 1-15,14-3 1 0,0-2 7 0,-2 0-4 16,1-4 0-16,3-3 5 0,-1-1 14 0,0-4 35 16,2-4 23-16,-1-2 21 0,4-8 15 0,-2 0-7 15,2 0-19-15,1-11-3 0,4-5-18 0,-4-1-19 16,3-7 9-16,-1-1-8 0,1-2-14 15,-1-3-16-15,-3-3-12 0,-3 0-9 0,-7-2-2 16,2 1 6-16,-7-3-17 0,-5 1-16 0,0-1-4 16,0 3-6-16,0 3-14 0,-17 0-11 0,0 5-29 15,4 4-38-15,-7 1-48 0,3 5-57 0,1 4-46 16,-4 3-30-16,2 3 7 0,-1 5-28 0,4 1-160 16,0 0-39-16,0 0 69 0</inkml:trace>
  <inkml:trace contextRef="#ctx0" brushRef="#br0" timeOffset="48195.33">6575 1630 2736 0,'-9'-6'26'16,"3"0"33"-16,-5-2 51 0,0 1 59 0,2 7 18 15,-4-7 9-15,3 3-31 0,3 0-51 0,-2 1-49 16,3 3-34-16,1 0-32 0,2 0-7 0,3 0 0 15,0 0-6-15,0 0 12 0,0 0-6 0,0 0 8 16,11 0 0-16,5 0 0 0,3 0 9 0,5 0 2 16,11 0-7-16,3-10 3 0,10-1-2 0,6-2-7 15,5 2 3-15,0-4-2 0,8 3 4 0,-5-2-9 16,5-2 7-16,-8 4 2 0,-1-1-8 0,-3 0 9 16,-7 2-16-16,-1-2-16 0,-9 4-25 0,-4 0-30 15,-7 2-39-15,-4 0-91 0,-7-1-90 16,-6 0-78-16,-3 1-117 0,-7-1-192 0,0-1 84 15,0 1 108-15</inkml:trace>
  <inkml:trace contextRef="#ctx0" brushRef="#br0" timeOffset="48384.61">6921 1296 2828 0,'-15'0'56'0,"4"0"39"16,2 0 40-16,1 0 22 0,2-8-53 0,3 8-34 15,-1 0-45-15,1 0-38 0,3 0-9 0,-3 0-3 16,3 0 7-16,0 14 17 0,0 2 8 0,0 2 11 15,0 2 4-15,16 6 1 0,-2 4 3 0,3 3-8 16,0 0-6-16,2 5 3 0,1 1-7 0,3 0-2 16,0-3-48-16,2 4-79 0,0-4-81 0,-3 1-90 15,-2 0-66-15,0-1-94 0,-3-1-232 16,-2-3 86-16</inkml:trace>
  <inkml:trace contextRef="#ctx0" brushRef="#br0" timeOffset="52402.57">8529 1205 3014 0,'6'-9'40'0,"-4"-1"47"0,-2-2 36 16,0 2 27-16,0-1-15 0,0 1-25 0,0-4-20 16,0 3-24-16,-9 0-14 0,9 0-27 15,-12 1-15-15,3 0-3 0,1 1-12 0,-1-2-2 16,-2 3-2-16,-2-1-3 0,-3 2 3 0,-3 2 2 16,-7 2 3-16,-2 3 6 0,-5 0-7 0,-6 0 7 15,-1 0-5-15,-2 0 0 0,1 13-3 0,0-2 5 16,4-1-1-16,2-4-6 0,6 3 10 0,2-3-10 15,6 1 1-15,4-2 0 0,0 0-2 0,7 0-3 16,1 0 1-16,1-1 0 0,2 2 0 0,0 2 9 16,3 2 2-16,-2 3-1 0,2 1 0 0,-3 3-1 15,3 1-2-15,2 4 2 0,-3 0-1 0,3 1 1 16,1 4 3-16,0-4 5 0,0 2-1 16,0 1 0-16,0 0-1 0,9-2-2 0,3-1-3 0,-4 0-1 15,1 0 7-15,-1-4-8 0,1-1 9 16,-2 0-7-16,-1-2 1 0,5-3 0 0,-2 1 3 15,2-3 1-15,-2 0-3 0,1-1 3 0,0 1 0 16,2-5 2-16,-2 5-6 0,1-3-2 0,0 1-8 16,-2 0 8-16,0 1-1 0,-2-2 5 0,-1-2 1 15,-1 1-6-15,0 1 6 0,-2-1-3 0,-2-1 4 16,-1-1 26-16,0 0 24 0,0 1 25 0,0-2 16 16,0 0-4-16,-17 3-21 0,7-1 4 0,-5 1-5 15,1-1 10-15,0 1 14 0,1-3-14 0,-1 1 4 16,2-2 0-16,3-3 21 0,1 0 17 15,2 0 7-15,6 0-39 0,0 0-70 0,0-12-63 0,0 1-42 16,0-3-6-16,15 0 13 0,-1 1 5 0,0 0-38 16,2-3-17-16,4 6-27 0,0 0-25 15,-1 2 0-15,1 2-53 0,0 6-64 0,-6 0-49 16,2 0-36-16,-2 0-23 0,-5 0-110 0,-1 16-137 16,-8-2 92-16</inkml:trace>
  <inkml:trace contextRef="#ctx0" brushRef="#br0" timeOffset="56551.03">1270 3852 2600 0,'-15'-11'38'0,"-2"3"51"15,-1-3 64-15,1 2 71 0,0-1 12 0,-1 1 1 16,-3 1-28-16,1 1-41 0,2-1-25 0,1 1-33 16,2 2-27-16,3 1-27 0,1 2-27 0,2 0-25 15,3 0-16-15,6 2-2 0,0 0-1 0,0 0 10 16,0 0 8-16,15 0-6 0,5 15-1 0,4-4 2 15,5 4-2-15,8 0 6 0,2 2 4 0,4 1-15 16,1 3 11-16,1-1-3 0,-1 3-5 0,-4-1 14 16,-4-1-10-16,-5 4 3 0,-6-3-3 0,-3 0 2 15,-7-2 2-15,-6 1 1 0,-3-1 0 0,-6 2-20 16,0 0-19-16,-17-1-41 0,-4 3-46 16,-6 2-77-16,-7 2-98 0,-5-2-103 0,-10 2-105 15,-2 1-289-15,-4 0 44 0,-3-1 144 0</inkml:trace>
  <inkml:trace contextRef="#ctx0" brushRef="#br0" timeOffset="58062.14">4400 3718 3637 0,'0'0'40'0,"0"0"49"16,0 0 38-16,0-11 45 0,0 3-16 0,0 8-40 15,-14-9-36-15,14 3-49 0,-9 6-23 0,9-7-15 16,0 7-9-16,0-5-18 0,0 2-47 16,0 3-32-16,0 0-75 0,0 0-87 0,0 0-43 15,0 0-33-15,0 0-7 0,0 0 5 0,0 0-135 16,9 0-154-16,2 0 87 0</inkml:trace>
  <inkml:trace contextRef="#ctx0" brushRef="#br0" timeOffset="58456.02">4991 3539 3322 0,'0'-16'34'0,"0"1"45"0,-12 1 50 0,1-2 41 15,-3 6-12-15,-1-4-31 0,1 4-45 0,1 3-29 0,-4 1-34 16,3-1-8-16,2 4-3 0,2 0-24 16,-3 3 21-16,3 0-13 0,1 0-6 0,-2 14 18 15,0 1-15-15,-1 3 10 0,2 6 8 0,-6 4-14 16,3 2 7-16,2 1-11 0,-1-1 4 0,4 3 6 16,2-1-3-16,6 0 9 0,0-3-4 0,0 1-6 15,0-3 8-15,14-1 4 0,-2 1-8 0,2-3 1 16,0-3 0-16,-2 0-1 0,1-5 1 0,4-3 10 15,0-3-2-15,-2-2-2 0,3-4 0 0,0-4 3 16,2 0 8-16,4 0 5 0,-4-14 10 0,3 2 7 16,0-1 1-16,0-2-1 0,-4-3-4 15,-1-1-9-15,1-3-8 0,-6-1 2 0,1-3-16 16,-2-1 1-16,-7-1-3 0,1-4-8 0,-6 1-15 16,0-1-32-16,0-2-5 0,-14 3-19 0,-1-2 0 15,1 2 2-15,-5 3-41 0,2 1-45 0,-3 3-63 16,-3 4-81-16,4 2-47 0,-3 2-46 0,4 6-79 15,0 1-205-15,3 5 91 0,1-1 108 0</inkml:trace>
  <inkml:trace contextRef="#ctx0" brushRef="#br0" timeOffset="58796.01">5021 3338 3225 0,'0'0'81'15,"0"-11"75"-15,0 3 47 0,0 1 44 0,-14 7-39 16,2-5-45-16,2 5-30 0,-4-4-34 0,3 4-33 15,2 0-32-15,-3 0-16 0,1 0-18 0,2 0-20 16,2 0 5-16,-2 0-15 0,4 15 13 0,-4 1 21 16,3 3-8-16,1 5 26 0,2 4 16 0,3 7-21 15,0 3 12-15,0 6-28 0,0 2-8 0,0 3 10 16,17 0 2-16,-3 2 17 0,-1-4-15 0,3 2 10 16,-3-3-7-16,1 1-8 0,-2-6 3 0,-1 1-7 15,1-3 4-15,-5-3 1 0,3-2 7 16,-6-3-4-16,2-4 4 0,-3-4-4 0,0-1-3 15,0-3-1-15,-1-5 6 0,-1 0-1 0,4-2-3 16,-5-4-21-16,0-2-16 0,3-4-13 0,-3 2-12 16,0-4 8-16,0 0-9 0,0 0-13 0,0 0-16 15,0 0-34-15,0 0-75 0,0-12-89 0,0 0-89 16,0 0-62-16,0 1-27 0,0-2-136 0,-11-3-74 16,11-1 110-16</inkml:trace>
  <inkml:trace contextRef="#ctx0" brushRef="#br0" timeOffset="57689.49">3123 3738 2354 0,'-3'-7'33'0,"3"-1"33"16,-5 2 49-16,4-4 52 0,-1 3 17 0,1 1 0 0,-2 0-29 15,-1 2-43-15,4 0-48 0,0 1-47 16,0 2-26-16,-1 1-18 0,1 0-3 0,0 0 18 16,0 0 24-16,0 17 29 0,11-3 1 0,2 2 8 15,1 3-20-15,1 3-16 0,5 1-8 0,0 3-3 16,4 1-4-16,2 2-2 0,0 0 11 0,-2-1-10 16,0-3 10-16,0-1-1 0,-1 0-7 0,0-2 4 15,-3-4-1-15,-2-3-3 0,0-1 6 0,-6-2 0 16,2-5 6-16,0 0 30 0,-5 0 40 0,0-5 31 15,-3-1 21-15,0-1-5 0,0 0-20 0,-3 0-29 16,0-17-5-16,0 3-19 0,0-6 6 0,2-1 16 16,-2-3-20-16,0-4-2 0,-2-3-20 15,2 1-4-15,-3-2 46 0,0 1 14 0,0 2 13 16,0 1-6-16,0 3-18 0,0 4-10 0,0 2-12 16,0 2-22-16,0 5-45 0,0 2-10 0,0 3-27 15,-7 3 3-15,7 1-12 0,0 3 6 0,0 0-10 16,0 0 1-16,0 0 26 0,0 0 2 0,0 13 30 15,11 0 11-15,1-2 5 0,1 5-25 0,7-2 8 16,-3 3-8-16,3 0 0 0,2 1 16 0,1-1-8 16,1 0-8-16,2 0 8 0,-3-3 0 15,-3 0-12-15,1-4 11 0,-3 2-3 0,-1-3-4 0,-3-2 21 16,-2 0-1-16,-2-3 5 0,-2 1 24 16,-2-4 50-16,0-1 69 0,-4 0 63 0,2 0 30 15,-1 0-21-15,2-19-20 0,-2 0-38 0,0-1-34 16,-3-4-6-16,1-3-19 0,-1-2-39 0,0-3-5 15,0-1-28-15,0-3-7 0,-10 3 11 0,10-1-9 16,-14 3-9-16,2 4-23 0,4 0-6 0,-1 3-6 16,9 5-1-16,-7 0 2 0,-1 6-12 0,8 3-19 15,-5 0-50-15,5 3-78 0,0 3-96 0,0 2-134 16,0 0-127-16,0 2-17 0,0 0 34 0,0 0 116 16,0 0 139-16,0 0 33 0,10 11-18 0,-4-2-35 15,1-1-46-15,2 3-35 0,-1 0-34 0,1 3-201 16,0 0-22-16,5 0 100 0</inkml:trace>
  <inkml:trace contextRef="#ctx0" brushRef="#br0" timeOffset="59073.33">5575 3107 3464 0,'0'-22'40'0,"0"4"57"15,0 1 44-15,0 4 26 0,0 3-20 0,-13 3-58 16,13 4-46-16,-12-1-25 0,12 4-29 0,-8 0-2 15,-1 14 6-15,1 5-4 0,-1 5 14 0,-1 5 6 16,0 9-4-16,0 8 1 0,-4 5 2 0,2 8-2 16,4-2-4-16,-1 0 5 0,6 4-8 0,-1-3 1 15,4 0 3-15,0-8-4 0,0 0 1 16,16-3-6-16,-2-6-6 0,0-2-13 0,2-4-23 0,1-7-16 16,3-1-29-16,0-6-11 0,2-4-30 15,1-4-51-15,3-5-56 0,-2-5-54 0,5-3-47 16,2 0-39-16,0 0-226 0,3-19-20 0,2-1 98 15</inkml:trace>
  <inkml:trace contextRef="#ctx0" brushRef="#br0" timeOffset="59612.16">5944 3373 3113 0,'-6'-9'38'0,"6"-5"44"0,-6 3 47 0,5 2 26 16,-2 0-18-16,0 0-31 0,3 0-52 0,0 3-26 16,0 2-34-16,0 1-4 0,13-1 3 0,1 2-7 15,1 0 16-15,2 0-11 0,3 2 3 0,2 0 7 16,6 0-6-16,-5 13-1 0,7-3-3 0,-4 5 2 16,0 1 2-16,-2 3 3 0,-4 3 1 0,-1 1 6 15,-5 0 0-15,-2 0 7 0,-4 3 16 16,-2-2-1-16,-6 1 12 15,0-1-9-15,0 3-13 0,0-3-3 0,-17-1-10 0,4-1 3 0,-4-1 5 0,0-1-1 16,-3-1-7-16,1-1 9 0,-1-4-4 16,0-1-11-16,3-4 22 0,-1 0-17 0,5-3 2 15,2-5 12-15,2-1-2 0,1 0 3 0,2 0-9 16,0-16-2-16,6 0-19 0,0-3 2 0,0-1 9 16,0-5-9-16,12-1 11 0,-1-4 8 0,2-3-12 15,4-1 1-15,3-3-4 0,3 1 1 16,-4-4 16-16,7 2-2 0,-3 0-8 0,4 1-6 0,-4 3 5 15,-3 4 9-15,0 2 24 0,-7 7 15 0,3 2 7 16,-6 5 5-16,-2 3-10 0,-5 7-14 16,0 4-18-16,-3 0-14 0,0 0-14 0,0 0-12 0,0 0 5 15,0 11 9-15,0-2 1 0,0 0 12 16,0 2-2-16,0 5-10 0,0 0 19 0,0 7-6 16,0 1-8-16,0 0 11 0,0 4-13 0,0 2 1 15,0 0-5-15,9 0 4 0,2-1 11 0,-2-1-7 16,4-3 2-16,-2-2-32 0,6-1-37 0,-2-3-27 15,-1-4-35-15,2-3-32 0,1-2-21 0,-3-2-24 16,1-4-29-16,-2-4-36 0,4 0-51 0,0 0-83 16,0-18-249-16,1 1 32 0,-1-7 104 0</inkml:trace>
  <inkml:trace contextRef="#ctx0" brushRef="#br0" timeOffset="59812.01">6657 3002 3058 0,'7'-16'-7'0,"4"4"-4"0,-2 4 13 0,-3 4 28 15,5 4 39-15,-2 0 27 0,-2 0 13 0,7 13-16 16,-2 2 5-16,5 3-13 0,0 3-18 0,2 4-1 16,1 5-10-16,0 4-17 0,3 2 35 15,0 3-13-15,-2 3-28 0,2 2 8 0,-4 1-41 0,1-1 3 16,-3 1 8-16,1 1-1 0,-7 0-4 0,-1-4 2 16,-7 1-18-16,-3-1-41 0,0-4-60 0,0-1-101 15,-16 0-124-15,-1-2-83 0,-3-6-81 0,0-3-230 16,4-6 51-16,-4-1 123 0</inkml:trace>
  <inkml:trace contextRef="#ctx0" brushRef="#br0" timeOffset="60044.59">7667 3353 4126 0,'10'-8'-1'0,"-1"-1"21"0,-4 0 20 0,1 1 21 15,0 1-1-15,-3-2-9 0,2-1-25 0,7 1-21 16,3-2-2-16,6-2-15 0,7-2 5 0,5-2 3 16,7 0-10-16,2-2-9 0,8-1-31 0,2-2-32 15,-2 3-19-15,5-1-20 0,-4 0-20 16,-2 2-36-16,-2 2-36 0,-6 3-33 0,-5-2-13 16,-5 3-30-16,-8 1-22 0,-5 1-99 0,-9-1-183 15,-9 5 62-15,0-2 93 0</inkml:trace>
  <inkml:trace contextRef="#ctx0" brushRef="#br0" timeOffset="60252.64">7981 2946 3025 0,'-14'0'35'0,"2"0"37"0,5 0 24 15,1 0 13-15,3 0-39 0,-1 0-32 0,3 0-22 16,-1 0 28-16,1 14 33 0,1 0 11 0,0 2 9 16,0 6-41-16,0 3-14 0,0 3 8 0,11 5-15 15,-1 1 17-15,-1 4-25 0,0-1-17 16,-1 2 5-16,1-1-7 0,-1 1 0 0,4-3 1 0,-5 3 1 15,6-2-11-15,-6-2 10 0,4 1-4 16,-2-1-9-16,2-2-18 0,-2-1-50 0,1-3-61 16,-1 0-115-16,2 1-56 0,-2-6-67 0,3 2-108 15,0-6-238-15,1 1 19 0,-1-6 116 0</inkml:trace>
  <inkml:trace contextRef="#ctx0" brushRef="#br0" timeOffset="60816.5">9289 2703 3951 0,'10'-18'32'0,"-2"1"35"0,-4 1 47 16,1 4 46-16,-3 2 22 0,-2 1-6 0,0 4-32 15,0 1-42-15,0 2-63 0,0 0-20 0,0 1-15 16,0 1 4-16,0 0 21 0,0 0 1 0,0 0 14 16,0 0-4-16,0 0-26 0,-10 0-4 0,4 0-24 15,-3 0-9-15,0 0 18 0,-3 0-18 0,-2 0 4 16,-2 0-6-16,-1 0 6 0,-3 0 11 0,0 0-4 16,-1 0-3-16,-6 0-13 0,-1 14 5 15,0 0 7-15,0 0 12 0,-2 0-8 0,3 2-15 16,-1-1 4-16,5 2 0 0,5-2 1 0,3 3 21 15,6 0-7-15,1 2 0 0,2 2 6 0,2-1-7 16,2 4 3-16,2 1 7 0,0 0 4 0,0 2-4 16,9-1-11-16,5 0-12 0,0 1-7 15,4 4 2-15,0-4 19 0,3 1 12 0,5-2 1 0,1-1 3 16,2 0-7-16,2-3-9 0,-1 2-2 0,3-4 6 16,-1 1 0-16,-1-3-2 0,-4 3 3 0,-4-3-3 15,0 3-1-15,-8-3 10 0,0 1 18 0,-4 0 40 16,-7-1 50-16,-1-2 63 0,-3 3 46 15,0-1 4-15,0 2-12 0,-13-1-45 0,-4-1-42 16,-1 2-30-16,-5-2-34 0,-1 0-23 0,-5-3-12 16,-2 0-16-16,-4-2 1 0,2-2 5 0,1-4-6 15,0 0 7-15,5-2 2 0,0-5 10 0,5-1-1 16,4 0-1-16,3 0-10 0,3 0-8 0,4 0-15 16,2 0-40-16,3-12-70 0,3 1-142 15,0 0-141-15,0 3-67 0,15-3-13 16,0-2 29-16,5-2-38 0,3-1-128 0,4-1-389 0,5-2 109 0</inkml:trace>
  <inkml:trace contextRef="#ctx0" brushRef="#br0" timeOffset="60978.09">10046 3764 7035 0,'29'15'106'0,"-10"-3"137"15,-10-6 46-15,-9-6 0 0,0 0-106 0,0 0-137 16,0 0-46-16,0 0 0 0,0 0 0 0,0 0 0 15,0 0 0-15,0 0-195 0,-11 0-284 0,11 0-457 16,0 0-329-16,0 0-556 0,0 0 253 0,-18 0 456 16</inkml:trace>
  <inkml:trace contextRef="#ctx0" brushRef="#br0" timeOffset="73268.39">4149 4643 2058 0,'8'-10'2'0,"-3"1"-2"0,-5-2 7 0,0 11 15 0,0-11 18 16,0 5 19-16,0 6 15 0,0-6 5 16,0 6-1-16,-10-7-2 0,10 3-2 0,-9-1-3 15,9 3-5-15,-7-2-11 0,7 1-15 0,-6-1-15 16,0-1-9-16,-1 2-2 0,6 0-6 0,-2-1-2 15,0 0 0-15,-2 0-4 0,4 0 8 0,-4 2-1 16,2-4 1-16,0 3-1 0,0 0-9 0,-1-1 4 16,1 0-10-16,0 0 4 0,-1 2 2 0,4-1-3 15,0 1 5-15,-3 1-2 0,3-1 2 0,0 1-4 16,0 1 2-16,-3 0-2 0,3 0-2 0,0 0 2 16,0 0 2-16,0 0-2 0,0 0 0 15,0 0 2-15,0 0-2 0,0 0 4 0,0 0-4 0,0 0 0 16,0 0 0-16,0 0 2 0,0 0 2 15,0 0 0-15,0 0 0 0,0 0-2 0,0 0 7 16,0 0-8-16,0 0 1 0,0 0 0 0,0 0-2 16,0 0 4-16,0 0 4 0,0 0-1 0,0 0-5 15,0 0 0-15,0 0 0 0,0 0 2 0,0 0 0 16,0 0 0-16,0 0-6 0,0 0 2 0,0 0-5 16,0 0 3-16,0 0 4 0,0 0-1 0,0 0 5 15,0 0-6-15,0 0 0 0,0 0 1 0,0 0-1 16,0 0 8-16,0 0-6 0,0 0-2 0,0 0 0 15,0 0 0-15,0 0 8 0,0 0-2 0,0 0-6 16,0 0 2-16,0 0-6 0,0 0 6 0,0 0 4 16,0 0-2-16,0 0 2 0,0 0-6 15,0 0 6-15,0 0-2 0,0 0 0 0,0 0 3 16,0 0-7-16,0 0 2 0,0 0-5 0,0 0-1 16,0 0 4-16,0 0 0 0,-10 0 4 0,10 0 0 15,0 0-2-15,0 0-4 0,0 0 4 0,0 0 2 16,0 0 2-16,0 0 1 0,0 0-6 0,0 0 4 15,0 0-3-15,0 0 0 0,0 0 2 0,0 0-4 16,0 0 0-16,0 0 2 0,-6 0-2 0,6 0 2 16,0 0-4-16,-6-9 4 0,6 9 0 0,0 0 0 15,-5 0 4-15,5 0-6 0,0 0 4 0,0 0-2 16,-3 0 2-16,3 0 2 0,0 0-6 16,-3 0 1-16,3 0-1 0,0-7 0 0,0 7 4 15,0 0-2-15,0-4 2 0,0 4-2 0,0 0-2 16,0-4 3-16,0 4-4 0,0-1 3 0,0-3-2 15,0 4 0-15,0-2 4 0,0 0 0 0,0 2 2 16,0 0-4-16,0-1-6 0,0 1 8 0,0 0-8 16,0 0 8-16,0 0-4 0,0 0-3 0,0 0 7 15,0 0-2-15,0 0 6 0,0 0-10 0,0 0 4 16,0 0-4-16,0 0 3 0,0 0 9 0,0 0-10 16,0 0 8-16,0 0-6 0,0 0-8 0,0 0 12 15,0 0-4-15,0 0-2 0,0 0 2 0,0 0 0 16,0 0-2-16,0 0 6 0,0 0-4 15,0 0-2-15,0 0 2 0,0 0 0 0,0 0 2 16,0 0-2-16,0 0-2 0,0 0 0 0,0 0 2 16,0 0 0-16,0 0 0 0,0 0 2 0,0 0 0 15,0 0 0-15,0 0 0 0,0 0-4 0,0 0 2 16,0 0-3-16,0 0 3 0,0 0 0 0,0 0 2 16,0 0-1-16,0 0-1 0,0 0 2 0,0 0 0 15,0 0-2-15,0 0-4 0,0 0 4 0,0 0-5 16,0 0 7-16,0 0 0 0,0 0-4 15,0 0 1-15,0 0 0 0,0 0-1 0,0 0 2 16,0 0 0-16,0 0 1 0,0 0 2 0,0 0-5 16,0 0 0-16,0 0 0 0,0 0 0 0,0 0 2 15,0 0 0-15,0 0-4 0,0 0-2 0,0 0 6 16,0 0-2-16,0 0 4 0,0 0 4 0,0 0-10 16,0 0 8-16,0 0-6 0,0 0 2 0,0 0 0 15,0 0-2-15,0 0 2 0,0 0 0 0,0 0 2 16,0 0-2-16,0 0-2 0,0 0-4 0,0 0 10 15,-12 0-4-15,12 0 2 0,0 0 0 0,0 0-4 16,0 0 2-16,0 0 2 0,0 0-2 0,0 0 0 16,0 0-2-16,0 0 2 0,0 0 0 15,0 0-2-15,0 0 2 0,0 0-2 0,0 0 0 0,0 0 2 16,0 0-2-16,0 0 0 0,0 0 4 16,0 0-6-16,0 0 8 0,0 0-2 0,0 0 0 0,0 0-2 15,0 0-2-15,0 0-1 0,0 0 1 16,0 0 6-16,0 0-4 0,0 0 3 0,0 0-5 15,0 0 4-15,0 0-4 0,0 0 2 0,0 0 0 16,0 0-5-16,0 0 7 0,0 0-4 0,0 0 4 16,0 0 1-16,0 0-5 0,0 0 4 0,0 0-6 15,0 0 6-15,0 0-2 0,0 0 0 0,0 0 4 16,0 0-8-16,0 0 6 0,0 0-4 0,0 0 2 16,0 0 2-16,0 0-4 0,0 0 2 0,0 0 0 15,0 0-3-15,0 0 3 0,0 0-2 0,0 0 0 16,0 0 3-16,0 0-2 0,0 0-1 15,0 0-2-15,0 0 2 0,0 0 0 0,0 0 2 16,0 0 2-16,0 0-6 0,0 0 4 0,0 0-1 16,0 0 1-16,0 0 4 0,0 0-7 0,0 0 3 15,0 0-4-15,0 0 0 0,0 0 3 0,0 0 1 16,0 0 1-16,0 0-1 0,0 0 2 0,0 0-2 16,0 0 0-16,0 0-2 0,0 0 0 0,0 0 0 15,0 0 1-15,0 0 4 0,0 0-1 0,0 0 0 16,0 0 0-16,0 0 0 0,0 0 0 0,0 0 0 15,0 0-2-15,0 0-4 0,0 0 2 0,0 0 4 16,0 0-2-16,0 0 2 0,0 0 0 16,0 0-8-16,0 0 4 0,0 0 2 0,0 0-2 0,0 0 2 15,0 0 0-15,0 0 2 0,0 0-2 16,0 0 4-16,0 0-4 0,0 0 0 0,0 0 0 16,0 0 2-16,0 0 2 0,0 0-6 0,0 0 4 15,0 0-2-15,0 0 2 0,0 0 5 0,0 0-5 16,0 0-1-16,0 0-3 0,0 0 0 0,0 0 0 15,0 0 3-15,0 0 0 0,0 0-1 0,0 0 2 16,0 0-4-16,0 0 1 0,0 0 1 0,0 0-2 16,0 0 2-16,0 0 0 0,0 0-2 15,0 0 3-15,0 0 1 0,0 0-2 0,0 0 0 16,0 0-4-16,0 0 2 0,0 0 0 0,0 0 2 16,0 0 4-16,0 0-4 0,0 0 2 0,0 0-2 15,0 0-4-15,0 0 4 0,0 0-2 0,0 0 4 16,0 0 0-16,0 0 0 0,0 0 3 0,0 0-6 15,0 0 1-15,0 0-2 0,0 0-2 0,0 0 2 16,0 0 2-16,0 0 0 0,0 0 0 0,0 0 0 16,0 0-2-16,0 0-2 0,0 0 2 0,0 0 2 15,0 0 0-15,0 0 4 0,0 0-2 16,0 0-4-16,0 0 4 0,0 0-4 0,0 0 2 0,0 0 0 16,0 0 0-16,0 0 4 0,0 0-4 0,0 0 0 15,0 0 0-15,0 0-2 0,0 0 0 0,0 0 2 16,0 0 0-16,0 0-4 0,0 0 8 0,0 0-1 15,0 0-3-15,0 0 4 0,0 0 0 16,0 0-4-16,0 0-3 0,0 0 3 0,0 0-2 16,0 0 2-16,0 0-1 0,0 0 1 0,0 0-1 15,0 0 1-15,0 0 4 0,0 0-4 0,0 0-1 16,0 0-2-16,0 0-1 0,0 0 6 16,0 0-2-16,0 0 3 0,0 0 1 0,0 0-6 0,0 0 3 15,0 0-5-15,0 0 4 0,0 0 0 0,0 0-4 16,0 0 8-16,0 0-2 0,0 0-4 0,0 0 2 15,0 0-2-15,0 0 2 0,0 0 2 0,0 0 2 16,0 0-6-16,0 0 0 0,0 0 0 16,0 0 2-16,0 0 2 0,0 0-2 0,0 0 2 0,0 0-4 15,0 0 9-15,0 0-7 0,0 0 0 16,0 0-3-16,0 0-1 0,0 0 4 0,0 0 2 16,0 0 4-16,0 0-8 0,0 0 2 0,0 0-2 15,0 0-2-15,0 0 7 0,0 0-2 0,0 0-1 16,0 0 0-16,0 0 0 0,0 0 0 0,0 0 0 15,0 0 4-15,0 0-4 0,0 0-2 0,0 0-1 16,0 0-1-16,0 0 5 0,0 0-1 0,0 0 6 16,0 0-4-16,0 0-4 0,0 0 0 0,0 0 0 15,0 0 2-15,0 0 0 0,0 0 4 16,0 0-4-16,0 0-2 0,0 0 4 0,0 0-6 16,0 0 2-16,0 0 2 0,0 0 2 0,0 0 2 15,0 0-2-15,0 0-6 0,0 0 0 0,0 0 2 16,0 0 3-16,0 0 4 0,0 0-3 0,0 0 0 15,0 0-2-15,0 0-2 0,0 0 2 0,0 0 0 16,0 0 0-16,0 0 2 0,0 0-4 0,0 0-2 16,0 0 6-16,0 0 0 0,0 0 0 0,0 0-2 15,0 0-2-15,0 0 2 0,0 0 4 0,0 0 0 16,0 0 0-16,0 0-6 0,0 0-2 0,0 0 4 16,0 0-4-16,0 0 2 0,0 0 1 0,0 0-1 15,0 0 2-15,-11 0 0 0,11 0 1 16,0 0-1-16,0 0 2 0,0 0-2 0,0 0 0 15,0 0 4-15,0 0-6 0,0 0 4 0,0 0-2 16,0 0-2-16,0 0 4 0,0 0-4 0,0 0 2 16,0 0 2-16,0 0-2 0,0 0 2 0,0 0 0 15,0 0-6-15,0 0 2 0,0 0-2 0,0 0 0 16,0 0 2-16,0 0 0 0,0 0 2 0,0 0 0 16,0 0 2-16,0 0 0 0,0 0 1 0,0 0-2 15,0 0-3-15,0 0 0 0,0 0 4 0,0 0-8 16,0 0 10-16,0 0-2 0,0 0-6 0,0 0 6 15,0 0-4-15,0 0 2 0,0 0 4 0,0 0-5 16,0 0-2-16,0 0 3 0,0 0-2 0,0 0 10 16,0 0-4-16,0 0-4 0,0 0 2 15,0 0-8-15,0 0 4 0,0 0 2 0,0 0 0 16,0 0 4-16,0 0-4 0,0 0-2 0,0 0 2 16,0 0 0-16,0 0 2 0,0 0 2 15,0 0-6-15,0 0 2 0,0 0 3 0,0 0 1 0,0 0 2 16,0 0-4-16,0 0 0 0,0 0-4 0,0 0-2 15,0 0 6-15,0 0-4 0,0 0 2 0,0 0 2 16,0 0-11-16,0 0 5 0,0 0 6 0,0 0-2 16,0 0 7-16,0 0-1 0,0 0-8 15,0 0 2-15,0 0 2 0,0 0 0 0,0 0-4 16,0 0 2-16,0 0 0 0,0 0-2 0,0 0 4 16,0 0 0-16,0 0 0 0,0 0-2 0,0 0 0 15,0 0 0-15,0 0 0 0,0 0 1 0,0 0 1 16,0 0-1-16,0 0-3 0,0 0 2 0,0 0 0 15,0 0-2-15,0 0 3 0,0 0-4 0,0 0 5 16,0 0-4-16,0 0 4 0,0 0 0 0,0 0 0 16,0 0 0-16,0 0-6 0,0 0 2 0,0 0 0 15,0 0 4-15,0 0 0 0,0 0 2 0,0 0-6 16,0 0-2-16,0 0 6 0,0 0-6 0,0 0 8 16,0 0-2-16,0 0-6 0,0 0 6 0,0 0-6 15,0 0 4-15,0 0 2 0,0 0 0 16,0 0-2-16,0 0 0 0,0 0-1 0,0 0-2 15,0 0 1-15,0 0 0 0,0 0 2 0,0 0 0 16,0 0 4-16,0 0-4 0,0 0 0 0,0 0 0 16,0 0-4-16,0 0 6 0,0 0 0 0,0 0 0 15,0 0-2-15,0 0 0 0,0 0-4 0,0 0 5 16,0 0 0-16,0 0 1 0,0 0-2 0,0 0-2 16,0 0 6-16,0 0-6 0,0 0 6 0,0 0-6 15,0 0 0-15,0 0 4 0,0 0-2 0,0 0-2 16,0 0 2-16,0 0-2 0,0 0-1 0,0 0 6 15,0 0-3-15,0 0-2 0,0 0 2 0,0 0 2 16,0 0-4-16,0 0 6 0,0 0-2 16,0 0-6-16,0 0 6 0,0 0 0 0,0 0-4 0,0 0 2 15,0 0 4-15,0 0-8 0,0 0 8 16,0 0 0-16,0 0-8 0,0 0 6 0,0 0-4 16,0 0 2-16,0 0 2 0,0 0-2 0,0 0 4 15,0 0-2-15,0 0-2 0,0 0-2 0,0 0 0 16,0 0 2-16,0 0-3 0,0 0 3 15,0 0 2-15,0 0-4 0,0 0 2 0,0 0 2 0,0 0-4 16,0 0 0-16,0 0 2 0,0 0 0 0,0 0-2 16,0 0 2-16,0 0 1 0,0 0-7 0,0 0 4 15,0 0 4-15,0 0-3 0,0 0 1 0,0 0 0 16,0 0-4-16,0 0 2 0,0 0 6 16,0 0 0-16,0 0-2 0,0 0-4 0,0 0 0 15,0 0-2-15,0 0 2 0,0 0 5 0,0 0 1 16,0 0-2-16,0 0-2 0,0 0 4 0,0 0-6 15,0 0 0-15,0 0 2 0,0 0-4 0,0 0 2 16,0 0 2-16,0 0-3 0,0 0 5 0,0 0 0 16,0 0-2-16,0 0 4 0,0 0-8 0,0 0 4 15,0 0 0-15,0 0-2 0,0 0 4 16,0 0-1-16,0 0 1 0,0 0-2 0,0 0 1 0,0 0-1 16,0 0 0-16,0 0 0 0,0 0 0 15,0 0 0-15,0 0-2 0,0 0 2 0,0 0 0 0,0 0 1 16,0 0 1-16,0 0 2 0,0 0-2 15,0 0-4-15,0 0 0 0,0 0-2 0,0 0-3 16,0 0 7-16,0 0-2 0,0 0 2 0,0 0 2 16,0 0-2-16,0 0 0 0,0 0-2 0,0 0 2 15,0 0 2-15,0 0 0 0,0 0-2 0,0 0 6 16,0 0-10-16,0 0 4 0,0 0 4 0,0 0-8 16,0 0 6-16,0 0-2 0,0 0-1 0,0 0-4 15,0 0 9-15,0 0-2 0,0 0-2 0,0 0 5 16,0 0-8-16,0 0 1 0,0 0 2 0,0 0 0 15,0 0 0-15,0 0 2 0,0 0-2 0,0 0 0 16,0 0-2-16,0 0 2 0,0 0 4 16,0 0-4-16,0 0 2 0,0 0-2 0,0 0 0 15,0 0 2-15,0 0-2 0,0 0 0 0,0 0 0 16,0 0-2-16,0 0 2 0,0 0 2 0,0 0-4 16,0 0 2-16,0 0 6 0,0 0-6 0,0 0 0 15,0 0 2-15,0 0-10 0,-13 0 6 0,13 0 2 16,0 0 2-16,0 0 0 0,0 0 2 0,0 0-2 15,0 0 2-15,0 0 0 0,0 0-4 0,0 0 0 16,0 0-8-16,0 0 8 0,0 0-2 16,0 0 2-16,0 0 3 0,0 0-51 0,0 0-49 0,0 0-50 15,0 0-68-15,0 0-40 0,0 0-86 16,0 0-210-16,-16 0 40 0,3 0 85 0</inkml:trace>
  <inkml:trace contextRef="#ctx0" brushRef="#br0" timeOffset="97269.39">4301 4810 199 0,'0'0'-3'15,"0"0"1"-15,0 0 3 0,0 0-2 0,0 0-19 16,0 0-28-16,0 10-3 0</inkml:trace>
  <inkml:trace contextRef="#ctx0" brushRef="#br0" timeOffset="102205.23">4333 5136 1611 0,'0'5'28'0,"0"-5"20"0,0 0 17 0,0 1 12 16,0-1-5-16,0 0 2 0,0 2 9 0,0-2 15 16,0 0 3-16,0 0 1 0,0 0-6 0,0 3-14 15,0-3-13-15,0 0-8 0,0 0-3 0,0 0-8 16,0 0-1-16,0 0-3 0,0 0-2 16,0 0 4-16,0 0-3 0,0 0-3 0,0 0-7 15,0 0 2-15,0 0-5 0,0 0-1 0,0 0-4 16,0 0-1-16,0 0-1 0,0 0-5 0,0 0 10 15,0 0-7-15,0 0-3 0,0 0-1 0,0 0-11 16,0 0-4-16,0 0 8 0,0 0-1 0,0 0-2 16,0 0 2-16,0 0 4 0,0 0 1 0,0 0-2 15,0-6 3-15,0 6-8 0,0 0 2 0,0 0 2 16,0 0 0-16,0 0 2 0,0 0 2 0,0 0 8 16,0 0-3-16,0 0-5 0,-9 0-5 0,9-7-6 15,0 7-3-15,0-4 1 0,0 2-1 0,0-1 3 16,-6 1-4-16,6 2 1 0,0-1-3 15,0-2-3-15,-8 1 4 0,8-1-4 0,-3 2 5 0,0-2 1 16,0 1 3-16,0 0-5 0,0-3 1 16,0 1-9-16,-1 1 4 0,1-1 2 0,-4 0 0 15,3 0 5-15,-2-1-7 0,0 1 0 0,-3-2 5 16,1 1-2-16,-1 0 4 0,1 0-1 0,-1 1-3 16,2-2 0-16,-2 3 0 0,-2-1 11 0,5-1-8 15,1 4-3-15,-1-2-7 0,3 1-3 0,0 1 5 16,3-1-1-16,0 2 11 0,0 0 3 0,0 0-6 15,0 0 4-15,0 0-8 0,0 0-7 0,0 0 5 16,0 0-4-16,0 0 2 0,0 0 12 0,0 0-8 16,0 0 4-16,0 0-5 0,0 0-11 15,0 0 8-15,0 0 13 0,0 0-4 0,0 0-6 16,0 0 1-16,0 0-16 0,0 0 15 0,0 0 5 16,0 0-4-16,0 0 11 0,0 0-3 0,0 0-6 15,0 0 0-15,0 0-1 0,0 0-10 0,0 0 12 16,0 0 5-16,0 0-4 0,0 0 1 0,0 0-3 15,0 0 0-15,0 0-3 0,0 0 5 0,0 0-2 16,0 0 3-16,0 0-3 0,0 0 0 0,0 0-2 16,0 0-1-16,0 0 0 0,0 0 3 0,0 0-3 15,0 0 11-15,0 0 1 0,0 0-9 0,0 0 6 16,0 0-15-16,0 0 9 0,0 0 0 16,0 0 1-16,0 0 4 0,0 0-10 0,0 0-4 15,0 0 3-15,0 0 3 0,0 0 2 0,0 0 10 16,0 0-5-16,0 0 0 0,0 0 3 0,0 0-9 15,0 0 2-15,0 0-7 0,0 0 5 0,0 0 0 16,0 0 2-16,0 0 5 0,0 0-10 0,0 0 4 16,0 0 4-16,0 0-6 0,0 0 6 0,0 0 0 15,0 0-6-15,0 0 5 0,0 0-2 0,0 0-2 16,0 0-1-16,0 0-2 0,0 0 7 0,0 0-2 16,0 0 6-16,0 0-3 0,0 0-3 0,0 0 1 15,0 0-2-15,0 0-1 0,0 0-2 0,0 0 4 16,0 0-2-16,0 0 2 0,0 0 8 15,0 0-8-15,0 0 3 0,0 0 0 0,0 0-3 0,0 0 6 16,0 0-6-16,0 0-1 0,0 0-5 16,0 0-4-16,0 0 6 0,0 0 4 0,0 0 2 15,0 0-1-15,0 0 1 0,0 0 2 0,0 0-5 16,0 0 1-16,0 0-3 0,0 0-6 0,0 0 7 16,0 0-1-16,0 0 5 0,0 0 2 0,0 0 1 15,0 0-1-15,0 0-6 0,0 0 1 0,0 0-2 16,0 0 5-16,0 0-8 0,0 0 5 0,0 0-3 15,0 0 1-15,0 0 10 0,0 0-1 0,0 0-4 16,0 0-6-16,0 0 5 0,0 0-5 0,0 0 2 16,0 0 5-16,0 0-13 0,0 0 10 15,0 0-2-15,0 0 9 0,0 0 0 0,0 0-9 16,0 0 7-16,0 0-12 0,0 0 7 0,0 0 2 16,0 0-2-16,0 0 1 0,0 0 1 0,0 0 0 15,0 0-4-15,0 0 1 0,0 0 5 0,0 0 1 16,0 0-3-16,0 0 2 0,0 0-6 0,0 0 1 15,0 0 1-15,0 0 0 0,0 0-2 0,0 0 5 16,0 0 2-16,0 0 3 0,0 0-4 0,0 0-4 16,0 0-1-16,0 0-4 0,0 0 6 0,0 0-4 15,0 0 9-15,0 0-2 0,0 0-1 0,0 0 9 16,0 0-9-16,0 0 0 0,0 0-1 0,0 0 1 16,0 0 0-16,0 0-2 0,0 0 2 15,0 0-6-15,0 0 3 0,0 0 3 0,0 0-9 16,0 0 3-16,0 0 0 0,0 0-3 0,0 0 6 15,0 0-3-15,0 0 0 0,0 0-3 0,0 0 5 16,0 0-3-16,0 0-2 0,0 0 5 0,0 0 1 16,0 0-3-16,0 0-2 0,0 0 7 0,0 0-12 15,0 0 10-15,0 0 6 0,0 0-4 0,0 0-5 16,0 0 1-16,0 0-2 0,0 0-3 0,0 0 15 16,0 0-11-16,0 0 1 0,0 0-1 0,0 0 2 15,0 0 7-15,0 0 2 0,0 0-7 0,0 0-1 16,0 0 0-16,0 0-4 0,0 0 1 15,0 0 0-15,0 0-1 0,0 0-2 0,0 0 15 16,0 0-8-16,0 0 0 0,0 0 1 0,0 0-5 16,0 0 6-16,0 0-5 0,0 0 8 0,0 0-10 15,0 0-7-15,0 0 13 0,0 0-3 0,0 0 7 16,0 0-3-16,0 0-5 0,0 0-3 0,0 0 2 16,0 0 5-16,0 0 1 0,0 0 0 0,0 0-4 15,0 0 4-15,0 0-5 0,0 0 4 0,0 0-5 16,0 0-3-16,0 0 4 0,0 0 1 0,0 0 1 15,0 0 6-15,0 0-5 0,0 0 1 0,0 0 4 16,0 0-5-16,0 0-3 0,0 0-2 16,0 0 4-16,0 0 0 0,0 0 4 0,0 0 4 0,0 0-11 15,0 0 1-15,0 0-2 0,0 0-1 16,0 0 1-16,0 0 0 0,0 0 4 0,0 0-3 16,0 0 12-16,0 0-6 0,0 0-3 0,0 0 1 15,0 0-4-15,0 0 4 0,0 0-2 0,0 0 4 16,0 0-8-16,0 0 5 0,0 0 5 0,0 0-7 15,0 0 8-15,0 0-4 0,0 0-2 0,0 0 0 16,0 0-3-16,0 0 3 0,0 0 2 0,0 0-3 16,0 0 3-16,0 0-2 0,0 0-8 0,0 0 7 15,0 0-7-15,0 0 7 0,0 0 4 0,0 0-4 16,0 0 5-16,0 0-8 0,0 0 5 16,0 0-1-16,0 0 0 0,0 0 0 0,0 0 0 15,0 0 0-15,0 0-1 0,0 0-4 0,0 0 2 16,0 0 4-16,9 0-1 0,-9 0 5 0,0 0-2 15,0 0-1-15,0 0 1 0,0 0-3 0,8 0-3 16,-8 0-2-16,0 0 2 0,0 0 5 0,0 0-1 16,0 0-2-16,0 0-1 0,0 0 1 0,0 0 2 15,0 0 2-15,0 0-3 0,0 0 8 0,0 0-11 16,0 0 3-16,0 0 3 0,0 0-11 0,0 0 7 16,0 0 1-16,0 0 0 0,0 0 6 0,0 0-6 15,0 0 0-15,0 0 3 0,0 0-9 0,0 0 10 16,0 0-1-16,0 0-5 0,0 0 11 0,0 0-10 15,0 0-4-15,0 0 8 0,0 0-7 16,0 0 1-16,0 0 3 0,0 0-4 0,0 0 0 16,0 0 10-16,0 0-1 0,0 0-2 0,0 0-4 15,0 0-4-15,0 0 7 0,0 0-2 0,0 0 1 16,0 0 1-16,0 0-10 0,0 0 7 0,0 0 2 16,0 0-4-16,0 0 9 0,0 0-6 0,0 0 0 15,0 0 6-15,0 0-6 0,0 0 2 0,0 0-1 16,0 0-7-16,0 0 6 0,0 0-4 0,0 0 4 15,0 0 4-15,0 0-2 0,0 0-1 0,0 0-5 16,0 0 4-16,0 0-2 0,0 0 5 0,0 0 2 16,0 0-4-16,0 0-2 0,0 0-5 0,0 0 3 15,0 0 0-15,0 0 2 0,0 0 7 16,0 0 2-16,0 0-8 0,0 0 2 0,0 0-1 16,0 0-7-16,0 0 6 0,0 0 4 0,0 0-4 15,0 0-3-15,0 0 8 0,0 0-9 0,0 0-1 16,0 0 8-16,0 0-5 0,0 0 5 0,0 0-4 15,0 0 4-15,0 0-6 0,0 0-1 0,0 0 4 16,0 0-2-16,0 0 5 0,0 0-4 0,0 0 1 16,0 0-2-16,0 0-4 0,0 0 6 0,0 0 3 15,0 0-2-15,0 0-1 0,0 0 0 0,0 0-1 16,0 0 0-16,0 0-1 0,0 0-1 16,0 0 3-16,0 0 1 0,0 0 2 0,0 0-1 15,0 0 1-15,0 0-6 0,0 0 5 0,0 0 2 16,0 0-3-16,0 0 2 0,0 0-3 0,0 0 5 15,0 0-10-15,0 0 4 0,0 0 1 0,0 0-6 16,0 0 7-16,0 0-2 0,0 0-4 0,0 0 4 16,0 0 4-16,0 0 0 0,0 0 3 0,0 0-3 15,0 0 3-15,0 0-9 0,0 0 5 0,0 0-7 16,0 0-5-16,0 0 9 0,0 0-3 0,0 0 12 16,0 0-8-16,0 0 3 0,0 0-5 0,0 0 2 15,0 0 3-15,0 0-3 0,0 0 5 0,0 0-13 16,0 0 5-16,0 0-1 0,0 0 2 15,0 0 3-15,0 0 5 0,0 0-3 0,0 0-4 16,0 0 0-16,0 0-4 0,0 0 2 0,0 0 3 16,0 0-2-16,0 0-2 0,0 0 3 0,0 0 1 15,0 0 4-15,0 0-3 0,0 0 2 0,0 0-4 16,0 0 1-16,0 0 3 0,0 0-4 0,0 0 4 16,0 0-8-16,0 0 2 0,0 0 6 0,0 0-7 15,0 0 7-15,0 0 0 0,0 0 1 0,0 0 1 16,0 0-4-16,0 0-4 0,0 0-1 0,0 0 1 15,0 0 6-15,0 0 0 0,0 0 0 0,0 0 0 16,0 0-9-16,0 0 6 0,0 0 0 0,0 0 1 16,0 0 1-16,0 0-1 0,0 0-4 15,0 0 6-15,0 0-2 0,0 0-1 0,0 0 0 16,0 0-6-16,0 0 4 0,0 0 0 0,0 0 2 16,0 0 1-16,0 0-4 0,0 0 0 0,0 0 5 15,0 0 1-15,0 0 6 0,0 0-6 0,0 0-5 16,0 0-4-16,0 0 2 0,0 0 1 0,0 0 1 15,0 0 5-15,0 0-1 0,0 0 1 0,0 0-5 16,0 0-1-16,0 0 2 0,0 0 0 0,0 0-1 16,0 0 8-16,0 0-5 0,0 0-4 0,0 0 11 15,0 0-13-15,0 0 9 0,0 0-1 0,0 0-7 16,0 0 7-16,0 0-1 0,0 0 1 16,0 0-1-16,0 0-1 0,0 0-5 0,0 0 5 15,0 0-1-15,0 0-6 0,0 0 8 0,0 0-6 16,0 0 3-16,0 0 4 0,0 0-3 0,0 0-3 15,0 0 3-15,0 0 1 0,0 0-4 0,0 0 6 16,0 0-3-16,0 0-3 0,0 0 6 0,0 0-7 16,0 0 4-16,0 0 5 0,0 0-2 0,0 0 1 15,0 0-1-15,0 0-6 0,0 0-2 0,0 0 7 16,0 0-7-16,0 0 7 0,0 0 1 0,0 0-6 16,0 0 9-16,0 0-4 0,0 0-2 0,0 0 5 15,0 0-8-15,0 0-1 0,0 0 5 0,0 0-1 16,0 0-1-16,0 0 4 0,0 0-6 15,0 0 3-15,0 0 6 0,0 0-3 0,0 0-4 16,0 0 2-16,0 0-7 0,0 0 0 0,0 0 6 16,0 0-5-16,0 0 4 0,0 0-2 0,0 0 4 15,0 0 1-15,0 0-2 0,0 0 3 0,0 0 1 16,0 0-8-16,0 0 8 0,0 0-5 0,0 0-2 16,0 0 12-16,0 0-9 0,0 0 3 0,0 0-5 15,0 0 6-15,0 0-8 0,0 0 1 0,0 0 5 16,0 0-5-16,0 0 1 0,0 0 6 0,0 0-9 15,0 0-1-15,0 0 9 0,0 0 0 0,0 0-3 16,0 0 1-16,0 0-1 0,0 0-3 0,0 0 3 16,0 0 4-16,0 0-3 0,0 0-2 15,0 0 8-15,0 0-10 0,0 0 2 0,0 0 5 16,0 0-10-16,0 0 6 0,0 0 1 0,0 0-8 16,0 0 12-16,0 0-9 0,0 0 1 0,0 0 5 15,0 0-4-15,0 0 8 0,0 0-1 0,0 0 1 16,0 0-9-16,0 0-1 0,0 0-1 0,0 0-2 15,0 0 11-15,0 0-1 0,0 0-3 0,0 0 0 16,0 0-1-16,0 0-2 0,0 0 5 0,0 0 3 16,0 0-5-16,0 0 4 0,0 0-4 0,0 0-4 15,0 0 4-15,0 0-5 0,0 0 5 0,0 0 4 16,0 0 0-16,0 0-6 0,0 0 4 16,0 0 2-16,0 0-2 0,0 0-1 0,0 0 1 15,0 0-5-15,0 0-3 0,0 0 9 0,0 0 0 16,0 0-3-16,0 0 0 0,0 0 0 0,0 0-3 15,0 0 3-15,0 0 2 0,0 0-5 0,0 0 5 16,0 0 0-16,0 0-1 0,0 0-1 16,0 0-6-16,0 0 3 0,0 0 5 0,0 0-5 0,0 0 7 15,0 0-1-15,0 0-6 0,0 0 6 0,0 0-9 16,0 0 6-16,0 0 3 0,0 0-1 0,0 0-4 16,0 0 1-16,0 0-4 0,0 0 10 0,0 0-5 15,0 0-2-15,0 0 7 0,0 0-10 0,0 0 14 16,0 0-9-16,0 0-3 0,0 0 2 15,0 0-5-15,0 0 7 0,0 0-1 0,0 0 4 16,0 0-1-16,0 0-6 0,0 0-1 0,0 0 1 16,0 0 2-16,0 0-1 0,0 0 7 0,0 0-2 15,0 0-4-15,0 0 4 0,0 0-8 0,0 0-1 16,0 0 7-16,0 0-4 0,0 0 7 0,0 0 1 16,0 0-9-16,0 0 7 0,0 0-2 0,0 0-1 15,0 0 5-15,0 0-2 0,0 0-3 0,0 0 0 16,0 0 1-16,0 0 2 0,0 0-3 15,0 0 1-15,0 0 1 0,0 0-3 0,0 0 1 0,0 0-5 16,0 0 2-16,0 0 0 0,0 0 0 0,0 0 8 16,0 0-7-16,0 0 2 0,0 0 3 15,0 0-1-15,0 0 0 0,0 0-4 0,0 0-1 16,0 0 1-16,0 0 1 0,0 0 1 0,0 0 0 16,0 0 0-16,0 0-3 0,0 0 3 0,0 0 3 15,0 0-10-15,0 0 8 0,0 0 1 0,0 0-4 16,0 0 10-16,0 0-8 0,0 0 0 0,0 0-1 15,0 0 4-15,0 0-1 0,0 0 1 0,0 0 0 16,0 0-9-16,0 0 11 0,0 0-13 0,0 0 2 16,0 0 7-16,0 0 1 0,0 0 5 0,0 0-6 15,0 0 0-15,0 0-7 0,0 0 6 0,0 0-3 16,0 0 1-16,0 0 2 0,0 0 0 16,0 0 6-16,0 0-7 0,0 0 5 15,0 0-7-15,0 0-1 0,0 0 4 0,0 0-1 0,0 0 4 16,0 0 0-16,0 0 0 0,0 0-7 0,0 0 1 15,0 0 3-15,0 0 2 0,0 0 0 0,0 0 2 16,0 0-1-16,0 0-9 0,0 0 5 0,0 0 1 16,0 0-5-16,0 0 6 0,0 0-5 0,0 0 2 15,0 0 4-15,0 0 0 0,0 0 5 0,0 0-10 16,0 0 6-16,0 0-7 0,0 0 2 0,0 0 4 16,0 0-7-16,0 0 8 0,0 0-6 0,0 0 1 15,0 0 1-15,0 0 2 0,0 0 5 0,0 0-8 16,0 0 9-16,0 0-11 0,0 0 0 0,0 0 6 15,0 0-7-15,0 0 10 0,0 0-4 16,0 0-4-16,0 0 8 0,0 0-7 0,0 0 1 16,0 0 4-16,0 0-8 0,0 0 12 0,0 0-1 15,0 0-6-15,0 0 0 0,0 0-6 0,0 0 1 16,0 0 6-16,0 0 4 0,0 0-7 0,0 0 1 16,0 0 0-16,0 0-4 0,0 0 9 0,0 0-2 15,0 0-4-15,0 0 4 0,0 0-4 0,0 0-1 16,0 0 5-16,0 0-4 0,0 0 4 0,0 0-2 15,0 0 0-15,0 0 2 0,0 0-4 0,0 0 2 16,0 0-2-16,0 0-3 0,0 0 1 0,0 0 4 16,0 0 1-16,0 0 2 0,0 0-3 15,0 0 4-15,0 0-4 0,0 0-2 0,0 0 6 16,0 0-9-16,0 0 3 0,0 0 5 0,0 0-6 16,0 0 9-16,0 0-3 0,0 0 0 0,0 0 0 15,0 0-4-15,0 0 3 0,0 0-2 0,0 0 1 16,0 0-4-16,0 0 2 0,0 0-5 0,0 0 6 15,0 0 1-15,0 0-2 0,0 0 2 0,0 0-1 16,0 0-3-16,0 0 4 0,0 0-2 0,0 0 1 16,0 0-1-16,0 0-2 0,0 0 0 15,0 0 1-15,0 0 7 0,0 0-4 0,0 0 5 0,0 0-6 16,0 0 0-16,0 0-3 0,0 0 1 16,0 0-1-16,0 0 3 0,0 0 3 0,0 0 2 15,0 0-6-15,0 0 0 0,0 0 4 0,0 0-3 16,0 0 5-16,0 0 4 0,0 0-9 0,0 0-3 15,0 0 6-15,0 0-9 0,0 0 5 0,0 0-1 16,0 0-3-16,0 0 4 0,0 0-2 0,0 0 3 16,0 0 3-16,0 0-2 0,0 0 6 0,0 0-1 15,0 0-5-15,0 0-4 0,0 0 1 0,0 0-7 16,0 0 4-16,0 0 9 0,0 0-7 0,0 0 9 16,0 0 0-16,0 0-3 0,0 0-3 0,0 0-1 15,0 0 2-15,0 0-1 0,0 0 1 0,0 0 2 16,0 0-7-16,0 0 1 0,0 0 5 15,0 0-10-15,0 0 9 0,0 0 3 0,0 0-4 16,0 0 8-16,0 0-8 0,0 0-3 0,0 0-1 16,0 0 4-16,0 0 0 0,0 0 0 0,0 0 4 15,0 0-1-15,0 0-3 0,0 0-1 0,0 0 3 16,0 0-5-16,0 0 2 0,0 0 6 0,0 0-10 16,0 0 4-16,0 0 0 0,0 0-2 0,0 0 5 15,0 0-5-15,0 0 3 0,0 0 0 0,0 0 5 16,0 0 1-16,0 0-4 0,0 0-2 0,0 0-5 15,0 0 2-15,0 0 4 0,0 0-1 16,0 0-1-16,0 0 2 0,0 0-1 0,0 0 0 0,0 0 3 16,0 0-1-16,0 0 0 0,0 0-9 15,0 0 9-15,0 0-4 0,0 0-1 0,0 0 15 16,0 0-18-16,0 0 9 0,0 0-4 0,0 0-5 16,0 0 15-16,0 0-15 0,0 0 9 0,0 0-1 15,0 0-15-15,0 0 16 0,0 0 0 0,0 0 0 16,0 0 9-16,0 0-12 0,0 0-6 0,0 0 2 15,0 0-1-15,0 0 4 0,0 0 5 0,0 0-1 16,0 0 2-16,0 0-4 0,0 0-4 0,0 0 5 16,0 0-6-16,0 0 5 0,0 0 1 15,0 0-7-15,0 0 2 0,0 0 4 0,0 0-1 16,0 0-1-16,0 0 2 0,0 0-2 0,0 0-4 0,0 0 8 16,0 0 2-16,0 0-2 0,0 0 3 15,0 0-6-15,0 0-1 0,0 0-2 0,0 0-2 16,0 0 5-16,0 0 2 0,0 0-6 0,0 0 9 15,0 0-5-15,0 0-3 0,0 0 3 0,0 0 1 16,0 0 0-16,0 0-4 0,0 0 12 0,0 0-5 16,0 0-5-16,0 0 10 0,0 0-11 0,0 0-1 15,0 0 4-15,0 0-3 0,0 0 2 0,0 0 3 16,0 0 4-16,0 0-5 0,0 0 1 0,0 0-1 16,0 0-1-16,0 0-2 0,0 0 1 0,0 0-33 15,0 0-44-15,0 0-46 0,0 0-57 0,0 0-42 16,0 0-36-16,0 0-59 0,0 0-65 15,0 0-209-15,-11 0 1 0,2 0 111 0</inkml:trace>
  <inkml:trace contextRef="#ctx0" brushRef="#br0" timeOffset="141701.97">3130 7261 1463 0,'-7'-14'23'0,"-1"5"12"0,1-3 4 0,-1 2 2 16,2 0-18-16,-2 2-8 0,2 1 5 0,2 0 0 16,1 2 6-16,-2 0 1 0,4 1 2 0,-3 1 2 15,4 0-9-15,0 2-5 0,-3-3-10 0,2 2-4 16,1 1-3-16,0-1 0 0,-2 1 0 16,2 1-3-16,0 0 3 0,0 0-6 0,0 0 1 15,0 0 4-15,0 0-4 0,0 0 4 0,0 0-4 16,0 0 2-16,0 0-2 0,0 0-4 0,0 0 5 15,0 0-1-15,0 0 0 0,0 0 0 0,0 0-1 16,0 0-4-16,0 0-2 0,0 0 3 0,0 0 1 16,0 10-2-16,0-3 4 0,0 2 7 0,0-1-1 15,0 4 2-15,10 0 1 0,-10 3-3 0,0-1-3 16,0 4 3-16,0-1 0 0,0 6-2 0,0 0 5 16,0 1-2-16,0 1 6 0,0-1-1 0,0 4-7 15,0 0 3-15,0-4-3 0,0 0 0 0,0-2 8 16,0-1-8-16,10-2-2 0,-10-3 1 15,11-3 10-15,-2 0 16 0,-2-5 0 0,1-1 5 16,0-3-12-16,-1 1-3 0,-1-3-1 0,2 0-1 16,0-2 4-16,-1 0-4 0,2 0 6 0,2 0-1 15,-4 0-4-15,6 0-3 0,-1-11-5 0,1 2-2 16,3-1 0-16,-1-1 0 0,5 0-4 0,-1-2-1 16,4-2 0-16,0-2 2 0,1-1 2 0,5-1 0 15,-3-1-3-15,1 3 0 0,-3-3-2 0,1 3 5 16,-4 2 2-16,-1 2-6 0,-2 0 4 0,-3 2-3 15,0 1-1-15,-4-2 7 0,1 2 0 0,2-3-3 16,3-3 6-16,-1-2-12 0,4-7 0 16,3-3 16-16,1-5 4 0,5-5 7 0,-3-3 6 15,4-5-15-15,0-3-10 0,2 1 4 0,-6-1-3 16,2 2 2-16,-3 3 3 0,-3 5-10 0,-3 4 0 16,0 6-4-16,-3 2 0 0,-7 9 8 0,2 5-5 15,-5 3-7-15,-1 3-35 0,-2 2-36 0,0 2-39 16,-2 3-53-16,-1 0-53 0,0 0-59 0,0 0-103 15,0 10 38-15,0 2 88 0</inkml:trace>
  <inkml:trace contextRef="#ctx0" brushRef="#br0" timeOffset="142038.81">3710 6979 2060 0,'0'-17'25'15,"0"-3"14"-15,0 1 12 0,0 0 24 0,-13-1-2 16,1 1 5-16,4 5 1 0,-1 2-22 0,9 3-27 16,-8 3-26-16,8 1-19 0,-6 5-5 0,6 0 0 15,0 0 2-15,0 0 2 0,0 18 4 0,0 1 2 16,0 2 11-16,0 8 6 0,0 6-5 0,0 5 7 16,0 8-8-16,0 4-4 0,0 2 7 15,0 2-11-15,0-1 8 0,0-4 0 0,11-5 2 0,1-8 34 16,2-5 16-16,-1-8 25 0,6-5 33 15,5-7-6-15,2-13-9 0,1 0-14 0,10 0-34 16,5-19-18-16,4-6-2 0,7-5-12 0,0-5 2 16,6-8-6-16,3-4-6 0,1-3 4 0,0-6-4 15,3 2-14-15,-5-1-28 0,-1 1-46 0,-2 3-49 16,-6 6-49-16,-5 6-38 0,-8 6-29 0,-2 8-46 16,-9 5-68-16,-8 7-168 0,-3 7 54 0,-3 6 93 15</inkml:trace>
  <inkml:trace contextRef="#ctx0" brushRef="#br0" timeOffset="111159.31">4367 6648 2184 0,'4'-9'-8'15,"-1"0"-5"-15,-3 2-8 0,0 3-5 0,0 4 2 16,0 0 5-16,0 0 11 0,0 0 4 0,0 17 4 16,0-2-6-16,0 5 4 0,11 1-4 0,1 3 5 15,-4 4 4-15,1 5-7 0,1-4 11 0,2 6-1 16,-2-3-7-16,3 0 9 0,-5-4-7 0,1-3-4 15,2-4 9-15,-2-2-10 0,0-5 2 0,-2-1 3 16,-4-4 3-16,3-2 11 0,-1-2 21 0,-2-2 33 16,-3-1 35-16,3-2 21 0,-3 0-22 15,3 0-33-15,-3 0-38 0,2-16-23 0,1-1 4 16,3 2 20-16,0-9 18 0,-2 3 11 16,5-7 3-16,1 2-12 0,-6-4-11 0,5 1-3 0,-4 2 11 15,4 0 3-15,-6 3-3 0,3 3-13 0,-3 5-22 16,5-1-18-16,-5 7-5 0,3-1 0 0,-2 3 2 15,2 2 1-15,4 3 0 0,0-1-4 0,4 0 0 16,1 4-1-16,3 0 8 0,4 0-4 0,-3 0-1 16,6 11 3-16,-6 0-6 0,1 1 6 0,0-1 3 15,0 3-1-15,-4 1-2 0,-1 2 1 16,-1-3 2-16,0 1-4 0,-5 1 4 0,1-2-2 16,-3-5 0-16,0 2 9 0,-4-3 29 0,3-2 60 15,-3-1 59-15,-1-2 43 0,1-3-14 0,0 0-47 16,-3 0-57-16,3-12-35 0,-3-3-14 0,0 1-7 15,0-6-13-15,0-1-13 0,0-6 3 0,0-1-4 16,0-4-1-16,0 2 11 0,0 0-4 0,0-1-3 16,0 3 7-16,0 2-8 0,0 4 1 0,0 3-4 15,8 5-36-15,-8 0-59 0,9 5-88 0,-3 2-79 16,0 1-53-16,1 1-30 0,3 2-14 0,3 3-64 16,7-2-223-16,0 2 85 0,-1 0 100 0</inkml:trace>
  <inkml:trace contextRef="#ctx0" brushRef="#br0" timeOffset="111311.02">5421 6733 2924 0,'6'5'38'0,"-6"-5"43"15,0 0 40-15,0 0 31 0,0 0-19 0,0 0-28 16,-11-11-41-16,11 11-30 0,0 0-22 0,-9-9-20 16,9 9-32-16,0-9-69 0,0 9-80 0,0-6-101 15,0 6-58-15,0 0-21 0,0 0-92 0,0-5-158 16,0 1 90-16</inkml:trace>
  <inkml:trace contextRef="#ctx0" brushRef="#br0" timeOffset="111752.1">6307 6454 1987 0,'3'-15'31'0,"-3"2"37"15,0-2 30-15,0 3 27 0,0 3 7 0,0-3-2 16,0 4 4-16,0 1-2 0,-12 1-26 0,12 4-34 16,-10 0-40-16,4 0-28 0,0 2-22 15,6 0-10-15,-8 0 1 0,2 0-2 0,0 0 8 16,-2 15 5-16,2 0 13 0,-4 2 8 0,0 6 4 15,-3 2 4-15,-4 7-9 0,0 3-2 0,1 1-4 16,-3 6 5-16,6 0-1 0,-1 2 2 0,3-1 4 16,-1 2 1-16,6-4-2 0,-1 0-4 0,4-4-3 15,0-2-3-15,-1-5 5 0,4-6 5 0,0-3 0 16,0-5 3-16,0-6 5 0,13-5-4 0,3-5 1 16,1 0-4-16,3 0-4 0,6-20 1 0,1-4 8 15,6-1 4-15,-1-6 15 0,-1-1 15 0,1-2 5 16,-2-1-7-16,-7-2-17 0,1-1-18 15,-4 1-8-15,-4-3 1 0,-3 6-2 0,-3-2 2 16,-1 5-3-16,-6-2-23 0,0 5-41 0,-3 2-52 16,0 5-57-16,0 2-28 0,0 5-38 0,-12 2-44 15,2-1-129-15,-3 6-190 0,3-1 81 0</inkml:trace>
  <inkml:trace contextRef="#ctx0" brushRef="#br0" timeOffset="112037.87">6318 6299 3059 0,'0'-7'7'0,"0"4"-3"0,0-2-6 0,0 5-7 15,-11 0 8-15,11 0 18 0,-12 0 20 0,5 13 16 16,7 1 26-16,-9 4-4 0,-2 4 14 0,-1 6 18 16,4 6-43-16,-4 7-10 0,1 6-28 0,1 6-24 15,1 5 6-15,-2 2 1 0,5 5-1 0,0-2-2 16,6 0-10-16,0-2 3 0,0-2-1 0,0-4-1 15,0-4 5-15,12-5-6 0,-1-5 6 0,-2-6 3 16,-2-3-7-16,-1-8 5 0,5-2-11 0,-11-6-10 16,6-5 7-16,0-2-3 0,-6-5 3 0,5 1 8 15,-5-5-9-15,0 0-36 0,0 0-52 0,0 0-75 16,0 0-62-16,0 0-38 0,0-15-32 16,-14 0-29-16,8-2-173 0,6-4-76 0,-8-5 89 15</inkml:trace>
  <inkml:trace contextRef="#ctx0" brushRef="#br0" timeOffset="112327.87">6816 6289 2377 0,'12'-18'35'0,"-4"2"37"0,-2 4 37 0,-3 1 38 16,0 3 0-16,-3 3-18 0,0 2-22 0,0 3-41 15,0 0-43-15,0 0-16 0,0 0-14 16,-12 11 20-16,12 0 7 0,-8 3-1 0,-1 3 9 16,9 3-7-16,-9 5 1 0,-2 5-1 0,5 3-12 15,0 3-4-15,-1 3 4 0,4 1 2 0,-3 5 2 16,1-2-7-16,2 1 0 0,3-1-1 0,0 2-11 16,0-7-41-16,0 1-28 0,0-4-6 0,11-3-40 15,1-4-4-15,1-6-23 0,4-4-29 0,3-3 13 16,3-3 1-16,4-7-24 0,5-5-80 0,1 0-216 15,1-15-34-15,2-5 71 0</inkml:trace>
  <inkml:trace contextRef="#ctx0" brushRef="#br0" timeOffset="112748">7249 6329 2382 0,'0'-9'0'16,"14"3"-1"-16,-14 0-4 0,12-1 9 0,0 1 7 15,-4 2 6-15,1 1 20 0,1-1-8 0,1 4-8 16,4 0-8-16,-1 0-18 0,3 0-2 0,-1 13 0 16,4-1-1-16,0 4 6 0,-4-4 1 0,1 7 3 15,-8-1 11-15,2 2 23 0,-5 2 20 0,-3-1 14 16,-3 2 12-16,0 1-17 0,0 0-17 0,-15-1-12 16,-2 2-20-16,0-3-3 0,-4 0-3 15,1-2-4-15,-1 0 3 0,0-3-1 0,1-3 7 0,0-3 20 16,5-4 22-16,2-2 13 0,2-5-1 15,2 0-18-15,6 0-29 0,3 0-12 0,0-17-9 16,0-3-1-16,0 1-1 0,9-5-7 0,5-1-2 16,5-6 3-16,4 1 4 0,4-3 5 0,2 2 2 15,-3 2 1-15,1 1 5 0,2 4 13 0,-3 4 6 16,-5 6 5-16,-2 2-5 0,-6 4-23 0,-2 4-4 16,-1-1-14-16,-5 5-2 0,0 0 1 0,-5 0-1 15,0 0 3-15,0 16 3 0,0-4 7 0,0-1 2 16,0 2 5-16,0 5-6 0,0-6 5 15,0 7-3-15,0-3-1 0,0 3 1 0,0-2-42 16,0 1-62-16,0-1-23 0,0-2-1 0,0-1 4 16,0 0-3-16,0 0-74 0,0-4-121 0,0-2-218 15,10 2-70-15,-10-4 96 0</inkml:trace>
  <inkml:trace contextRef="#ctx0" brushRef="#br0" timeOffset="112951">8040 5754 2003 0,'37'-11'4'16,"-5"11"14"-16,-5 0 19 0,-4 0 26 15,-4 14 27-15,-2 4-1 0,-3 6 33 0,-4 5 4 16,0 5-14-16,0 3-8 0,-4 4-51 0,2 2-19 16,-5 0-9-16,-2 0 3 0,-1 3 2 0,0-2-9 15,0 3-5-15,-15-2-3 0,2 1-2 0,-4 1-42 16,-3 0-73-16,-3-1-98 0,-4 1-109 0,-5-2-187 15,2-3-147-15,-4-3 95 0</inkml:trace>
  <inkml:trace contextRef="#ctx0" brushRef="#br0" timeOffset="113157.33">8482 6436 3096 0,'14'-10'-12'0,"0"-1"-1"0,-4-2-2 15,-1 2-2-15,5 2 9 0,0-1 4 0,5 1 2 16,6 1 2-16,5-3 3 0,3 3-10 0,7-3-34 16,6 0-54-16,-2 0-58 0,-2 0-52 0,7 3-45 15,-5-2-65-15,-2 0-169 0,-5 3-60 0,-1-1 79 16</inkml:trace>
  <inkml:trace contextRef="#ctx0" brushRef="#br0" timeOffset="113319.12">8824 6110 2477 0,'-11'0'-11'0,"4"0"-11"0,1 11-2 16,0-11-5-16,4 10 8 0,2 0 16 0,0 1 13 15,0 1 27-15,0 5 5 0,0 1-8 0,0 2-5 16,8 4 4-16,-8 4 9 0,9 0 5 16,-9 4-4-16,7 0-27 0,-1 1-7 0,-6-3-1 0,5 2 3 15,0 0-16-15,-2-4-50 0,-3-1-59 0,1-1-65 16,2-1-79-16,2-2-146 0,-2-4-154 0,1-3 61 15</inkml:trace>
  <inkml:trace contextRef="#ctx0" brushRef="#br0" timeOffset="113776.05">10083 5655 3149 0,'18'-21'42'16,"-6"-2"35"-16,-3 5 44 0,-4 2 47 0,-4 2-11 16,-1 2-18-16,0 3-42 0,0 3-45 0,0-1-30 15,-13 3-12-15,1-1-14 0,0 0 6 0,-2 0-7 16,0 4-6-16,-6 1 14 0,-1 0-16 0,-8 0 5 16,-3 14 5-16,-4 3-5 0,-2 1 14 15,-3 3-1-15,2 0-5 0,1 3 6 16,4-4-15-16,7-1-4 0,1-3 3 15,8-2-11-15,4 0 3 0,3-3-3 0,4 1-10 0,2-1 12 0,2 2 9 16,3 2 1-16,0 2 3 0,0 2-4 0,0 4-10 16,0 0 5-16,12 3 3 0,1 2 1 0,-1 0 7 15,1 0 2-15,4-2 4 0,3 2-2 0,-2-2-1 16,2 1 0-16,1-4-5 0,0 2 10 0,-1-4-10 16,-2 1 9-16,-4-2-7 0,0 0-1 0,-5-3 20 15,-2-1 18-15,-2 1 28 0,-5-2 7 0,0 0-3 16,0-2-3-16,0 1-13 0,-18 0-11 15,-1-3-4-15,-2 3-22 0,-3 0-7 0,-5-1 4 0,-1-1-9 16,-2 2 6-16,1-5-2 0,1 0-12 16,1-1 8-16,5-4-7 0,6-1-6 0,2-3-19 15,6 0-57-15,2 0-70 0,2 0-101 0,6 0-99 16,0-16-69-16,0-1-59 0,17-2-158 0,3-1-9 16,4-3 122-16</inkml:trace>
  <inkml:trace contextRef="#ctx0" brushRef="#br0" timeOffset="114139.42">10443 6206 2683 0,'-11'15'5'0,"5"-4"1"0,6-5 23 15,0-6 24-15,11 0 10 0,7 0 8 0,8-12-20 16,6-5-25-16,10-1-10 0,5-4-16 0,5-2 0 16,9-2-46-16,2 1-47 0,4-3-47 0,3 1-66 15,3-1-23-15,3 0-30 0,3-2 14 0,1 1 18 16,1-3-249-16,1-1 74 0</inkml:trace>
  <inkml:trace contextRef="#ctx0" brushRef="#br0" timeOffset="113983.98">10501 5836 3391 0,'7'-5'11'0,"1"0"21"0,-2-2 34 16,0 0 38-16,2 3 13 0,-1-2 2 0,2-1-20 15,2-2-45-15,3 3-24 0,2-2-8 0,4-1-16 16,4 3 7-16,5-2-6 0,0 0-12 0,6 2-10 15,0 0-25-15,0 0-42 0,3 0-78 0,-2 1-95 16,1 0-89-16,-4-2-81 0,-6 0-100 0,-2 4-170 16,-6 3 60-16,-6 0 130 0</inkml:trace>
  <inkml:trace contextRef="#ctx0" brushRef="#br0" timeOffset="114452.37">12296 5358 2147 0,'50'-36'68'0,"-11"5"67"15,-5 4 60-15,-8 5 70 0,-5 3 1 0,-6 3-6 16,-6 4-21-16,-3 3-45 0,-6 0-50 16,0 5-63-16,0 0-39 0,0 4-29 0,0 0-21 15,-10 0-11-15,-3 0 1 0,-2 10 5 0,-3 5 2 16,-3 3 16-16,-5 7-3 0,-6 7 0 0,-8 7 0 16,-2 7-9-16,-1 8 13 0,-1 2-5 0,3 5 4 15,2-1 0-15,4 0-7 0,6-1 7 0,6-5-3 16,7-2 4-16,7-6-3 0,9-5-3 0,0-3 2 15,0-5 2-15,12-7 6 0,1-5 1 0,6-7 5 16,3-5 3-16,7-9-3 0,2 0-1 0,4-16 12 16,9-8-11-16,1-4 30 0,4-4 7 15,5-7-11-15,0-3 10 0,-1-5-30 0,1-6-14 16,-2-2 3-16,-5-3-12 0,-3-4 5 0,-7 1 1 16,-6-2-5-16,-6 3 2 0,-7 4-9 0,-4 8-9 15,-14 2-39-15,0 8-34 0,0 7-65 0,-14 7-67 16,-6 10-56-16,-10 3-74 0,-8 11-56 0,-12 0-95 15,-9 19-268-15,-10 7 114 0</inkml:trace>
</inkml:ink>
</file>

<file path=ppt/ink/ink18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3:25.727"/>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0 131 1962 0,'9'0'13'0,"-9"0"15"0,0 0 1 0,0 0 8 16,0 0-13-16,0 0-9 0,0 0 16 15,0 0 2-15,0 0 20 0,0 0 14 0,0 0-2 16,0 0-3-16,0 0-6 0,0 0 1 0,0 7 3 16,0-7 13-16,0 5 3 0,0-5-1 0,0 4 1 15,11-2 5-15,0 1 6 0,-1-1-10 0,1-2-4 16,1 1-7-16,2 1-17 0,1-2-9 0,0 0-1 15,2 0-9-15,-2 0 5 0,2 0-3 0,-2 0-11 16,0 0-11-16,0 0-8 0,0 0 1 0,-1 0-2 16,-2 0 1-16,0 0-3 0,0 0 1 15,2 0 11-15,1 0 10 0,-1 0 11 0,3 0 3 16,1 0 2-16,3 0-12 0,5 0-1 0,4 0-6 16,5 0-14-16,5-12 12 0,7 2-14 0,8-1-4 15,5-1 8-15,9 0-13 0,5-1 5 0,10 1 3 16,4 1-6-16,4-1 5 0,5 3-2 0,4 2 3 15,-1 1-4-15,-1 2 5 0,-4 2-1 0,-2 2 0 16,-5 0 4-16,-3 0-1 0,-4 0 0 0,-5 0-1 16,-7 12-9-16,-5-3 6 0,-2-9-2 0,-4 10 0 15,-5-2 2-15,-6-8 4 0,-3 7-1 0,-4-7-3 16,-5 5 6-16,-3-5-8 0,-5 0 0 0,-6 0 9 16,-4 0-4-16,0 0-1 0,-7 0 5 0,3 0-5 15,-3 0-7-15,2 0 3 0,0-11-5 0,1 2 11 16,2 9 9-16,0-10-6 0,0 1 1 15,0 4-14-15,2 0 1 0,-2 0 1 0,-1 2-1 16,-3-2 12-16,1 3-4 0,-5-1-4 0,1 2 10 16,-4 1-10-16,1-2 1 0,-2 1 4 0,-3 1-7 15,0 0 0-15,0-2-8 0,0 2-19 0,0-1-42 16,0 1-59-16,0-1-59 0,-9 1-31 0,-2 0-6 16,2 0 7-16,-3 0 4 0,-2 0-11 0,-1 0-30 15,-2 0-103-15,-1 0-147 0,2 0 34 0,-4 0 80 16</inkml:trace>
</inkml:ink>
</file>

<file path=ppt/ink/ink18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3:09.387"/>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-3929 2806 821 0,'0'0'85'16,"0"0"56"-16,0 0 19 0,-11 0 10 0,11 0-93 15,0 0-50-15,0-8-18 0,0 8-11 0,-9 0 13 16,9 0-8-16,0 0 2 0,0-7 9 0,-7 7 0 15,7 0 5-15,0 0 5 0,-5 0 13 0,5 0-1 16,0-5 4-16,0 5-1 0,0 0-19 0,0 0-4 16,0 0-3-16,0 0-10 0,0 0-3 0,0 0 0 15,0 0-3-15,0 0 3 0,0 0 2 16,0 0-4-16,0 0-3 0,0 0 5 0,0 0 0 0,0 0 1 16,0 0 6-16,0 0-5 0,0 0 14 15,0 0 8-15,0 0 19 0,0 0 12 0,0 0 8 16,0 0 6-16,0 0-9 0,0 0-5 0,0 0-16 15,0 0-10-15,0 0-10 0,0 0-13 0,0 0 0 16,0 0-5-16,0 0-5 0,0-8 7 0,0 1-4 16,0 7 0-16,0-8 6 0,12-1 7 0,-3 3 10 15,-2-3 16-15,0 1 7 0,1-1-5 0,-1 0-9 16,-1 0-14-16,-1 1-7 0,2-5 23 16,3 0 8-16,0 0 3 0,1-4-9 0,1 0-22 0,3-3-7 15,2 1 6-15,1 1 10 0,2-1-1 16,-2 2 10-16,0-2 3 0,-1 3-2 0,-1-1 8 15,-2 2 6-15,-2 1 8 0,-1 4 1 0,-4 1-6 16,-1 0-11-16,-1 5-24 0,-2 0-5 0,-3 2-9 16,1 2-7-16,-1 0-1 0,0 0-4 0,0 0 3 15,0 0 0-15,0 0-2 0,0 0 6 0,0 0-2 16,0 0 7-16,0 10 0 0,0-1-1 0,0 2 1 16,0 2-3-16,0 2 7 0,0 2-3 0,0 2 3 15,9 0-2-15,-9 4-2 0,0-4 2 0,8-1-5 16,-2 1-1-16,-6-6 0 0,6-3 0 0,0 1 6 15,-3-4 0-15,0-2 1 0,2-2 1 16,-2-3 1-16,-2 5 6 0,2-5 8 0,0 0 19 16,0 0 7-16,5 0-3 0,1 0-8 0,2-17-23 15,5 1-8-15,6-1-6 0,3-2 6 0,6-4 1 16,2-2-3-16,3-2 3 0,1-2 1 0,0 1-2 16,-3-2 7-16,-2 4-4 0,-2-1-2 0,-3 2 1 15,-3 2-6-15,-4 1-7 0,-3 2-23 0,-4 5-35 16,-2 0-51-16,-2 4-34 0,-4 1-46 0,-1 1-45 15,-2 2-52-15,-1 3-151 0,-1 2-146 16,0 2 73-16,0-2 103 0</inkml:trace>
</inkml:ink>
</file>

<file path=ppt/ink/ink18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0:09.294"/>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-6258 3798 2471 0,'-11'-12'0'0,"2"-5"0"16,1 2 0-16,-2-4-1 0,2 1-1 0,2 0 0 15,0 4 2-15,6 0 0 0,0 2-2 0,0 0 1 16,21-2-4-16,2-3 3 0,7-3-3 0,4-1 1 16,4-1 0-16,6-1 3 0,5-1 5 0,7-3-4 15,5-1 5-15,6-2-6 0,7-2-2 0,4-1 5 16,7-1-7-16,4-3 4 0,7-1 2 16,1 3-3-16,5-2 1 0,-1 7 1 0,0-3 0 15,1 5 0-15,-2 2 1 0,-4 6-7 0,-5 1 2 16,-1 4 2-16,-6 4 2 0,-5 0 1 0,-3 3 1 15,-2 2-3-15,-1 0-4 0,-3 1 6 0,-2 1 0 16,1-1 3-16,-1 3-1 0,1-4-3 0,-4 3 1 16,-1-3 2-16,-3 4-2 0,-1-3 3 0,0-1-6 15,-2-1 12-15,-4 1 9 0,1-5 6 0,-2 5 7 16,-1-7-9-16,-1 2-6 0,3-1-14 0,-4-2-1 16,-2 2 1-16,3 0 1 0,-3-1 6 0,-1 0-3 15,2-2 2-15,-2 2 0 0,0 0 3 16,0-1-2-16,1 0-4 0,-1 2 0 0,0-2-7 15,0 1 4-15,-6 5-5 0,1-2 2 0,-2 2 0 0,-2 4 1 16,-2-1-2-16,-2 2-1 0,-5-2-1 16,1 3-1-16,-2 0 4 0,-1 0-4 0,-3-1 5 15,-1 3-3-15,0-2-1 0,0 2 1 0,-4 0-2 16,0 0 1-16,-3 0 8 0,0 0-5 0,-3 0 5 16,1 0-1-16,-2 0-5 0,-1 0 4 0,-1 0-4 15,1 0 2-15,0 0-5 0,1 0 6 16,-2 0-3-16,1 0-2 0,1 0 5 0,-1 0-4 0,1 0 6 15,-1 0-3-15,-1 0 0 0,1 0 3 16,0 9-6-16,-2-9 3 0,-3 0 7 0,-2 0-1 0,1 0 23 16,-1 0 22-16,1 0 14 0,-5 0 26 15,3 0-2-15,-3 0-7 0,0 0-6 0,0 0-13 16,0 0-2-16,0 0-9 0,0 0-6 0,0 0-1 16,0 0-9-16,0 0-1 0,0 0-12 0,0 0-18 15,-9 0-12-15,9 0-10 0,0 0-6 0,-8 0 2 16,8 0 7-16,-4 0-7 0,4 11 16 0,0 2-2 15,-5 0-9-15,5 5 15 0,0 5-12 0,0 3 5 16,0 6 10-16,0 3-6 0,14 6 5 0,-2 4-1 16,2 3-8-16,-1 5 8 0,3 1 5 0,2 4-4 15,0 2 2-15,2 1-3 0,0 4-9 16,1-1 9-16,-1 0 7 0,1-1 46 0,-1 3 0 16,-2-2 2-16,0-5-10 0,0-2-48 0,1-4 4 15,-3 0-4-15,3-8 4 0,-6-4 1 0,2-5-3 0,-1-5-3 16,-3-3 5-16,-4-5 11 0,2-3 13 15,-4-3 19-15,1-1-5 0,-3-4-10 0,0-1-10 16,-1-4-8-16,1-1-4 0,-2-2-1 0,1-1 5 16,-2 1-5-16,0-2 1 0,0 0-1 0,0-1-12 15,0 1 2-15,0 0 3 0,0-2-1 0,0 0 2 16,0 1-11-16,0 0 15 0,0 0-11 0,0 0 13 16,0 1 2-16,0 0-15 0,0 2 10 0,0-2-9 15,0 3 11-15,0-3-7 0,0 5 1 0,0-3 7 16,0 2-7-16,0 2 0 0,0-2 3 15,0 2-7-15,7 0 3 0,-7 1-2 0,6 0-2 16,-6 0 1-16,0-3-2 0,5 3 9 0,-5 0-1 16,5 0 2-16,-4-1-2 0,2 3-8 0,0-5 5 15,-1 0-4-15,1 3 6 0,-2-2-3 0,2 0 2 16,-1-2 5-16,-2-3-12 0,3 3 13 0,-3-1-9 16,1-1 5-16,1-1 5 0,1 2-5 0,-3-1 0 15,1-1-10-15,-1-2 5 0,0 1 2 0,0 1 0 16,0-2 4-16,0 0 1 0,0 1 1 0,0-1 2 15,0 0-6-15,0 0-1 0,0 0-5 0,0 0 4 16,0 0 5-16,0 0 4 0,0 0-2 0,0 0-6 16,0 0-1-16,0 0-2 0,0 0 5 0,-10 0 0 15,10 13-3-15,0-7-3 0,-8 0 2 0,1-6-5 16,1 12 5-16,-1-4 8 0,1 2-3 16,-1-1 7-16,1-1 2 0,-3 1-12 0,-1 0 6 15,1 2-6-15,2-2-10 0,1-2 8 0,-2 0-1 16,2-1 5-16,3-2 3 0,0 0-3 0,-2 1-6 15,2-1 4-15,-1-2 1 0,2 3-5 0,-2-2 3 16,1 0 0-16,-2 1 7 0,1-2 4 16,-3 3-7-16,0-2-5 0,2 0-2 0,-4-1 3 0,2 2 3 15,-4 1 1-15,0-1-2 0,-1 1-8 0,-2 0 4 16,1 0 8-16,-4 2-12 0,0-1 13 0,-2 3-4 16,0-2-7-16,-6 2 10 0,0 0-7 15,-2 2 5-15,-4 2-2 0,-4-1 3 0,-4 0-5 0,-5 3-4 16,-6-4 4-16,-3 1-6 0,-5 0 11 15,-6-1 4-15,-1-3-10 0,-5-2 9 0,1-1-10 16,1-3 8-16,-2-2-4 0,-1 0-1 0,4 0 6 16,0 0-8-16,4 0 3 0,1 0-3 0,1 0 5 15,2 0-7-15,0-10 8 0,1 10-4 0,-1-10-7 16,-2 4 6-16,-6 6 0 0,-4 0-1 0,-7 0 9 16,-5 0-5-16,-9 0-4 0,0 0 0 0,-9 16-3 15,2-3 5-15,-4 1 3 0,1 4 2 0,0-1-9 16,5 3-2-16,1-1-3 0,4 3 1 15,5-1 8-15,3-1 2 0,4-1 3 0,2-2 0 16,5 1-1-16,7-3-3 0,2 2-4 0,3-2 3 16,3-2 1-16,3 2-7 0,2-3 13 0,5 0-10 15,2-1 2-15,0 0 6 0,2-5-5 0,3 1 2 16,3-1 2-16,0 0-7 0,3-3 5 0,0 1 2 16,2-2-5-16,1 1 3 0,2-2-1 0,1 2 0 15,3-3 1-15,-1 0 6 0,1 0 2 0,6 0 32 16,0 0 8-16,0 0 3 0,5 0 0 0,2 0-26 15,-1 0-3-15,3-10-1 0,1 10 2 16,-1-7 0-16,2 7-1 0,-2-6-11 0,2 6-13 0,-2-8-2 16,1 4-5-16,-1-1 1 0,-1 4 8 15,-2-4-6-15,-1 2-1 0,0 2 4 0,-2-1 1 0,-3 0 0 16,2 1 1-16,-2 1 2 0,2 0 1 16,0 0 1-16,0 0-2 0,0 0-6 0,-1 0 5 15,3 0-9-15,3 0 10 0,1 0 2 0,2 0-7 16,0 0-1-16,3 0-3 0,1 0 1 15,3 0-5-15,1 0 5 0,1 0-22 0,1 0-39 0,0 0-39 16,0 0-63-16,0 0-34 0,0 0-44 0,0 0-42 16,0 0-40-16,0 11-66 0,10 2-90 15,-10 1-178-15,9 0 105 0</inkml:trace>
</inkml:ink>
</file>

<file path=ppt/ink/ink18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3:44.961"/>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0 45 1489 0,'3'-8'26'0,"-2"7"11"0,1-3 4 0,1 1 1 16,-2 0-20-16,-1 1 8 0,3-1 4 0,-3 1 12 15,4 0-3-15,-4-2-9 0,3 1-6 0,-3 2-13 16,0-2 3-16,4 1-9 0,-4 1 0 0,0-1 0 16,0 1-11-16,0 1 10 15,0 0-7-15,0 0 2 0,0 0 4 0,0 0-9 0,0 0 2 0,0 0 0 16,0 0 3-16,0 0 4 0,0 0 4 0,0 0 2 15,0 0 0-15,0 0 1 0,0 0-6 16,0 0 0-16,0 0 3 0,0 0-6 0,0 0 5 16,0 0-4-16,0 0-6 0,0 0 0 0,0 0 1 15,0 0 3-15,0 0 1 0,0 0-1 0,0 0-2 16,0 0-2-16,0 0 0 0,0 0-2 0,0 0 4 16,0 0 2-16,0 0-4 0,0 0 5 0,0 0-4 15,0 0-4-15,0 0 6 0,0 0-1 0,0 0 0 16,0 0 3-16,0 0-3 0,0 0 1 0,0 0-4 15,0 0 3-15,0 0-2 0,0 0-2 0,0 0 6 16,0 0 2-16,0 0 2 0,0 0 3 0,0 0 3 16,0 0-7-16,0 0 12 0,0 0 0 0,0 0 4 15,0 0 5-15,0 0-8 0,0 0 0 16,0 0-9-16,0 0 0 0,0 0-3 0,0 0-3 16,0 0 2-16,0 0-6 0,0 0-1 0,0 0-2 15,0 0 1-15,0 0 5 0,0 0 0 0,0 0 0 16,0 0-2-16,0 0-7 0,0 0 7 0,0 0-1 15,0 0-2-15,0 0 6 0,0 0-5 0,0 0 0 16,0 0-1-16,0 0 1 0,0 0 0 0,0 0-3 16,0 0 4-16,0 0-2 0,0 0 0 0,0 0 4 15,0 0-5-15,0 0-2 0,0 0-7 16,0 0-21-16,0 0-33 0,0 0-40 0,0 0-72 16,0 0-95-16,0 0-153 0,0 0-47 0,0 0 78 15</inkml:trace>
</inkml:ink>
</file>

<file path=ppt/ink/ink18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3:53.241"/>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2018 2981 786 0,'-10'5'16'0,"-4"-1"-7"0,-1 1-1 0,1 0 0 0,-3 1-12 15,-2 0 8-15,-1-1 0 0,0 1 13 0,0 0 7 16,1-1 23-16,-1 0 18 0,-3-1-1 0,3-4-5 15,1 3 4-15,-1-3-12 0,2 0 6 0,-1 0 2 16,3 0-16-16,-4-12 17 0,6 1-14 0,-2 2-11 16,0-3-11-16,3 0-26 0,2-1 2 15,-3-1 18-15,2 0 11 0,2-2 21 0,-1 3 21 0,-1-2 8 16,1 2 0-16,2 0-15 0,0 1-22 16,-2 1-19-16,1 2-2 0,1 0 7 0,-4 1 5 15,6-1 6-15,-5 3 2 0,4-1 3 0,-1 2-2 16,1-1-10-16,2 3-7 0,2 2-19 15,1-3-8-15,0 3-6 0,3-1-2 0,-3 2 5 0,3 0 3 16,0 0-1-16,0 0-2 0,0 0-1 0,0 0-2 16,0 0 1-16,0 0-3 0,0 0 5 0,0 0-3 15,0 0 6-15,0 0 0 0,0 9 4 16,0-9 2-16,15 8-7 0,0-8 10 0,2 7-5 16,4-1 3-16,6 0-2 0,4-1-4 0,7 2 3 15,3-2-10-15,7-1 6 0,2 3-1 0,7 1 0 16,-1 1 10-16,3-3-1 0,6 2-5 0,-1 3 4 15,6-2-6-15,1 3 1 0,5-2 8 0,6-1-5 16,5 0 1-16,5 0 3 0,7-2-4 0,4 2-2 16,5-6 1-16,2 1 1 0,2-4-1 0,-1 0 4 15,1 0 1-15,-2 0-7 0,-4 0 5 0,2-13-4 16,-2-3-5-16,0-1 3 0,-1-1 1 0,-3 1 0 16,-2-5 8-16,-4-1-8 0,-4-3-1 0,-3 0 1 15,-6 0-6-15,-4 3 6 0,0-3 4 0,-5 1-1 16,1 2 2-16,-2-1-2 0,-2 3-4 0,5-1-1 15,0-1 2-15,0 3 1 0,0-2-1 16,0 1-1-16,0 0 1 0,0-2 3 0,-3 2-1 16,-2 1 2-16,-4 1-6 0,1-3-3 0,-4 3 3 15,-5 2 0-15,2 1 5 0,-5 1 2 0,-4 2-6 16,-4 0 2-16,-4 2-1 0,2 1-2 0,-4-1 5 16,1-2-4-16,-2 2-2 0,2 1 1 0,1-3-2 15,3-1 6-15,-2 1-2 0,1 0 0 0,-1-2 2 16,2 0-3-16,-1-1 4 0,-4 2 0 0,-1-2-2 15,0 1-3-15,0-1 2 0,0-2 1 0,0-3-2 16,-1 0 0-16,6-2 5 0,-1-3-4 16,2-2 3-16,0 0 3 0,2-3-2 0,-2 0 6 15,0 1 2-15,-4-4-2 0,-2 3 9 0,-3-2 0 16,-4 1 7-16,3-1-2 0,-4-2-10 0,1-1-5 16,-1 3-11-16,4-4 6 0,-2 3 1 0,2 1-4 15,0 1 6-15,-2 4-3 0,-3 1-6 0,-3 1 3 16,1 3-4-16,-4 2 4 0,-3-1 0 0,-1 0 3 15,0 0 10-15,-1-1 23 0,0 0 18 0,0-2 13 16,1-1-3-16,-1 1-25 0,-1-3-3 0,1-2-14 16,-1 1-5-16,-2-3-5 0,0-1 1 0,0-4 37 15,1 1 16-15,-4-1 11 0,-2 5-12 16,0-5-35-16,-6 3-20 0,-1-1-10 0,-6 3-6 16,0-1 6-16,0 1-6 0,0-2 0 0,-16-2 2 15,-4 1-8-15,-1 0 5 0,-2 0 0 0,-6-2-2 16,-5 0 2-16,-2 0 3 0,-8 1 1 0,-2 2 5 15,-2 1-3-15,-8 2-4 0,-2 5-4 0,0-2-1 16,-1 8-1-16,-3-1 9 0,-1 4 2 0,1 1-3 16,0 2 1-16,3 1-5 0,-1 3 2 0,4 2-2 15,2 3 4-15,-1 1 1 0,2 3 0 0,0 1 4 16,-4 0-3-16,4 0 0 0,-6 13-3 0,-2 1 5 16,-4 0 3-16,-5 0-4 0,-4 6 2 0,-4 2-3 15,-1 4-4-15,-3 3 7 0,-3 1 0 16,3 1-1-16,0 3-2 0,-1 2 3 0,-2-2-2 15,-2 1 0-15,1 0 6 0,-3-2-12 0,-3-2 5 16,-1 2-3-16,-6-1-2 0,4-1 6 0,-4-1-3 16,0 0 7-16,-1-2 0 0,4-1-7 0,1-1 6 15,2 0-4-15,5-4 1 0,-5-2 5 0,7-3-3 16,-2-1-3-16,4-4-2 0,-1-3 1 0,5-2 5 16,1 0-1-16,6-4 6 0,1 0-7 0,6-1 1 15,3 0-2-15,7-2-9 0,3 0 6 0,4 0-3 16,2 0 5-16,-1 0 2 0,4 0 0 15,1 0-8-15,-2 0 0 0,2 0 5 0,-1 0-1 16,1 0 3-16,-2 10 0 0,1-10-3 0,1 12 0 16,-2-4 2-16,-2 2-1 0,4-2 2 0,-4 1-4 0,-2 1-1 15,1 0 3-15,-2 1-3 0,0 3 5 16,4-2 3-16,-1-3-2 0,-2 2-1 0,4 2-2 16,1-3 3-16,1 0-3 0,-1-2 4 0,6 1-3 15,-3-3-3-15,3 1 7 0,-1 1-7 0,2-1 4 16,4 2-3-16,0-3 0 0,-4 2 1 0,4 1-2 15,-2-1 4-15,0-1-1 0,0 2 4 0,-2 0 0 16,-2-2-1-16,3-1-1 0,-9 2-1 0,4-1-1 16,0-3 0-16,-1 2 2 0,-2-3-2 15,1 3 1-15,2-2-4 0,0 0-2 0,5-1 1 0,-4 1 3 16,1 0 2-16,2-2-5 0,1 3-2 16,1-1-3-16,-1 1 3 0,1-1 6 0,-2 5-1 0,2-1-2 15,-1 3-3-15,-4 2 1 0,1 2-4 16,2 0 7-16,1 1 5 0,0 1-9 0,-1 1 6 15,4 0-3-15,-2 3-1 0,4-1 1 0,-4 4 0 16,2 0 4-16,-2 6-4 0,0 1 6 0,-1 1-2 16,-1 5-7-16,1 0 1 0,-1 2 3 0,-1 1-1 15,2 2 2-15,-2 3 2 0,3 2 34 0,-3 1 8 16,2 2-1-16,-1 2 4 0,1 2-40 0,1 0-8 16,1 2 3-16,4-4-5 0,3 1 0 0,1-2 0 15,8-3-8-15,4-4 1 0,2-3-1 0,4-2 10 16,5 0 6-16,3-5 2 0,0 3 11 15,0 0-10-15,0 3 5 0,12 3-3 0,2 1-13 16,3 2 7-16,3 5 1 0,2-4 1 0,9 0 4 16,5-1 4-16,7-5-8 0,2-3 1 0,10-5 6 15,6-5-9-15,5-4 6 0,9-5-1 0,5-7-5 16,5-5 3-16,13-7-4 0,6 0 2 0,9-13-4 16,7-2-6-16,4-4-36 0,5-7-42 0,0 3-42 15,-1-4-49-15,-5-3-37 0,-4 2-59 0,-13 2-21 16,-7-2-225-16,-8 4-47 0,-11-3 96 0</inkml:trace>
  <inkml:trace contextRef="#ctx0" brushRef="#br0" timeOffset="4377.58">1798 2981 1629 0,'-8'-13'10'0,"-1"-2"11"0,2 2 8 0,-4-2 13 15,2 2 2-15,-5-1 21 0,2 0 52 16,-2 3 36-16,1 0 14 0,-4 0-4 0,2 3-35 15,1 1-24-15,4 3-14 0,-3 2-16 0,3-2-25 16,1 4-24-16,1 0-17 0,5 0-10 0,-3 0-2 16,3 0-2-16,1 0 0 0,1 0-2 0,-1 0 2 15,2 0-2-15,0 0-1 0,0 8 3 0,0-8-1 16,0 0 5-16,0 6 6 0,0-6-4 0,17 5 13 16,0 0 0-16,7-5 0 0,11 0 5 0,9 0-12 15,15 0-1-15,17-20 2 0,20-4-5 16,22-4 10-16,17-2-2 0,23-7-7 0,14-1 6 15,16-4-11-15,17 1 3 0,6-3 2 0,10 4-3 16,0 1-1-16,4 0-8 0,-5 4-7 0,2 1-13 16,-5 1-1-16,-4 3 2 0,-10 2 6 0,-5 0 2 15,-16 5-11-15,-7 1 2 0,-17 4 1 0,-16 2 12 16,-12 2 14-16,-18 2 0 0,-16 2 2 0,-11 2 1 16,-19 3 5-16,-6-2 14 0,-16 2 40 0,-9 2 21 15,-9-1 6-15,-10-1 9 0,-5 2-17 0,-5-2 4 16,-6 1 12-16,0-1 7 0,0 2-11 0,0-3-17 15,0 3-19-15,0 0-21 0,0-1-8 0,-8-1-2 16,8 4-10-16,-7-4 7 0,7 3-13 0,-8-2-1 16,8 1 8-16,-6 0-13 0,2 0 7 15,4 0-7-15,-7 2-5 0,4-2 2 0,3 3 0 16,0-4-1-16,0 3 5 0,0 0-4 0,0 0 0 16,0 0 6-16,0-1 1 0,0 1 0 0,0-1-9 15,0 2-51-15,0-2-99 0,0 0-135 0,0 2-152 16,0 0-195-16,0 0-155 0,0 0 125 15,0 0 159-15</inkml:trace>
</inkml:ink>
</file>

<file path=ppt/ink/ink18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3:20.571"/>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-1780 3606 2179 0,'-13'-13'3'0,"-4"4"11"0,-3 1 15 0,-1 2 29 15,-3 4 24-15,-5 2 19 0,0 0 12 0,-3 0-18 16,0 16-18-16,2 0-19 0,-1 1-15 0,1 1-7 16,1 5 13-16,2-1 17 0,4 5 3 15,2 4 10-15,3 3-4 0,1 5-19 0,3 4-9 16,1 3-7-16,2 3 0 0,2 3-1 0,3 1-6 16,0 3-2-16,6-2-5 0,0 2 13 0,0 0 3 15,0 1-8-15,0 0-19 0,13 0-16 0,-4-1-3 16,2 1 10-16,-2-2-1 0,-1-3 1 0,2-2-3 15,0-4-14-15,2-2 13 0,0-4-5 0,1-8 6 16,4-2 9-16,1-6-8 0,2-3 9 0,3-6 9 16,3-4 4-16,4-7 4 0,4-4 0 0,4 0-15 15,4-12-2-15,4-3 1 0,5-7 4 16,4-6 12-16,6-6 14 0,5-10 1 0,6-5 20 16,5-10-9-16,2-1 1 0,3-8 13 0,0-5-20 15,-3-1-1-15,-3-4-10 0,-4-2 0 0,-9 1-1 16,-6-3 9-16,-12 0 1 0,-4-2-28 0,-10-1 1 15,-9 1-14-15,-10 3 2 0,-12 3 9 0,0 4-16 16,-24 2-1-16,-8 11-1 0,-9 6-8 0,-7 7-20 16,-9 9-19-16,-9 9-43 0,-6 8-36 0,-5 10 3 15,-2 12-41-15,-2 0-53 0,1 0-72 0,5 21-108 16,4 4-60-16,9 3-174 0,7 2-108 0,11 1 132 16</inkml:trace>
</inkml:ink>
</file>

<file path=ppt/ink/ink18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3:59.552"/>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40 1073 2183 0,'0'-10'25'15,"0"2"22"-15,0 0 24 0,-14 8 11 0,5 0-19 16,9-6-9-16,-11 6-17 0,11 0 5 0,-7 0 17 16,7 0 2-16,0 0-8 0,0 0-5 0,0 0-26 15,0 0-12-15,0 0-1 0,0 0-11 0,0 0 4 16,10 0-3-16,4 0-1 0,0-12 4 0,7 0-4 15,6 1 4-15,11-3 0 0,9-3-2 16,9-2 0-16,14-6 2 0,14-2-2 0,15-5 3 16,14-2 1-16,18-7-4 0,16-4 6 0,19-3-4 15,13-7 0-15,13-2-2 0,8-5 3 0,8 0-1 16,3-1-1-16,-3 1 0 0,-9 1-1 0,-12 5 1 16,-20 6 2-16,-18 8 1 0,-23 8 3 0,-23 5 3 15,-24 9 27-15,-21 4 54 0,-20 8 39 0,-12 4 23 16,-13 1-26-16,-13 1-55 0,0 0-47 0,0 2-20 15,0-2-14-15,0 0 3 0,-16-3-16 0,-1 2-14 16,-3-1-13-16,0 1-46 0,-5 0-41 0,-4 2-48 16,-5 1-43-16,-2 0-12 0,-8 0-12 15,-8 11-57-15,-6 6-222 0,-7 2-18 0,-11 1 68 0</inkml:trace>
</inkml:ink>
</file>

<file path=ppt/ink/ink18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3:59.864"/>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257 827 2692 0,'-38'15'14'0,"3"-4"22"16,5-5 25-16,1-1 44 0,3-5 37 0,3 0 29 0,3 0 22 15,4 0-13-15,4 0-37 0,1 0-37 0,2 0-55 16,4 0-31-16,2 0-17 0,3 0-18 0,0 9 0 16,0-9 1-16,0 0 6 0,11 0 6 15,4 0 8-15,6 0 3 0,13 0 8 0,11-15 6 16,19-5-1-16,24-8 8 0,25-9-19 0,20-7-9 15,22-9-3-15,18-7-12 0,14-8 16 0,7-1-2 16,5-4 8-16,-6 4 2 0,-12 4-9 0,-15 5 0 16,-19 9 0-16,-20 6 3 0,-25 11 28 0,-23 7 40 15,-21 8 26-15,-20 2 15 0,-12 8-10 0,-16 2-40 16,-10 6-19-16,0-2-24 0,0 3-22 0,0 0-4 16,0 0-60-16,0 0-65 0,-10 0-52 0,-6 0-65 15,-3 0-48-15,-6 0-51 0,-6 0-56 0,-10 11-46 16,-8 1-144-16,-9 4-72 0,-4 4 110 0</inkml:trace>
</inkml:ink>
</file>

<file path=ppt/ink/ink18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4:05.963"/>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5708 4810 3482 0,'9'-27'0'0,"-5"-1"29"0,-4-1 20 0,0-2 9 0,0 1 13 16,0-2-3-16,0-1-4 0,0 0 7 0,0-1-2 15,0 1-8-15,15-3-7 0,-1 4-5 0,-5-1-15 16,-1 4-10-16,1 0-12 0,-9 4-11 16,11 5 2-16,-2 4-11 0,-5 2 0 0,2 4-2 15,-3 5-2-15,3 2 0 0,-4-1-3 0,1 4 1 16,0 0 7-16,0 0 1 0,3 0 1 0,-1 11 3 15,4-1-5-15,4 1 3 0,0 1 3 0,3 3-6 16,4 3 6-16,0 2 3 0,0 1 0 16,4 3 2-16,-4-1-19 0,-4 1-1 0,4 1-19 0,-3-2-17 15,-2-1-24-15,2 1-22 0,-7-3-59 16,2 0-17-16,2-3-20 0,-3 2-50 0,-2-4 5 0,1 3-37 16,3-5-58-16,-6 2-236 0,2 0-24 15,-1-3 78-15</inkml:trace>
  <inkml:trace contextRef="#ctx0" brushRef="#br0" timeOffset="-336.02">6364 5343 2024 0,'7'10'-4'0,"-1"-2"-7"0,-3-2 14 0,0 0 26 0,-3 1 30 16,0-2 45-16,0 0 18 0,0 1 29 0,0 0 30 15,0-3 18-15,0 0 22 0,0-1-3 0,0-1-20 16,0-1-25-16,0 0-23 0,0 0-41 16,0 0-18-16,0 0-24 0,0-13-27 0,0 0-7 15,-9-2-22-15,2-5-8 16,-2-4 2-16,-2-5-4 0,-1-7 2 0,-2-4 5 0,0-4-7 0,-8-6-1 16,2-1 13-16,-3-4 7 0,0 3 2 0,2-2 14 15,-2 3 4-15,1 3 5 0,2 1 14 0,6 5-18 16,-1 5-14-16,1 3-17 0,7 6-9 0,-2 2-1 15,2 4-3-15,0 3 4 0,4 4-1 0,-3 1 5 16,0 0 5-16,4 5-14 0,2 1-4 0,0 4 1 16,0 1-13-16,0 3 8 0,0 0-2 0,0 0-4 15,0 0 5-15,0 0-7 0,0 0 3 16,0 9 6-16,0 0 7 0,11 2 2 0,-2 3 4 16,-1 4 0-16,4 1-5 0,1 7 8 0,1 2-7 15,0 5-1-15,2 1 0 0,0 1 5 0,0-2 1 16,1 3 1-16,-3-6 3 0,-5 0-8 0,-2-6-1 15,-1-5-1-15,-3-1 3 0,4-8 11 0,-3-1 17 16,-4-5 85-16,3-4 120 0,-3 0 90 0,0 0 20 16,0 0-87-16,0-10-117 0,0-3-93 0,0-6-44 15,-14-1 20-15,5-6 89 0,-1-6 78 16,-4-1 33-16,2-3-28 0,-2-4-109 0,1-1-80 16,0 1-26-16,0 1 12 0,-1 4 9 0,5 1-2 15,-2 3-3-15,2 3-4 0,5 6-5 0,-2 5-1 16,3 6-5-16,0 3-8 0,-1 3-12 0,4 5-26 15,0 0-43-15,0 0-48 0,0 0-41 0,0 0-27 16,0 0 31-16,0 0 67 0,0 11 43 0,0 1 51 16,0-2-59-16,0 5-50 0,0 0-18 0,0 0-30 15,10 4 61-15,-10-1 45 0,13-1 33 0,-4 1 31 16,-1-3 1-16,-5-1-12 0,3-3-20 0,-3-2-16 16,2 0-6-16,-2-3-24 0,3 1-9 0,-6-5-12 15,3 0-39-15,0 0-28 0,-3 0-45 0,1-1-45 16,-1 1-24-16,0-2-25 0,0 0-24 0,0 0-188 15,0 0-36-15,0 0 88 0</inkml:trace>
</inkml:ink>
</file>

<file path=ppt/ink/ink18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4:24.539"/>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714 1068 3142 0,'-102'18'-5'16,"9"-1"-3"-16,7-1 1 0,4 1-2 0,15 1 3 16,5 1 0-16,5 6-1 0,9 0-1 15,8 2-4-15,10-2 1 0,7 3 3 0,6-2 17 0,11-4 32 16,6 1 29-16,0-3 7 0,0 0 1 15,16-1-13-15,5-2-11 0,11 0 0 0,10-8 5 16,14-4-2-16,17-5 4 0,23-12 9 0,22-11-10 16,31-14 10-16,27-10-12 0,42-12 1 0,29-9 9 15,37-9-6-15,37-6-8 0,39-3-18 0,31-1-20 16,33 0-12-16,27 2-6 0,23 5 2 0,18 5 0 16,9 4-3-16,2 13 10 0,-7 7-4 0,-10 16-6 15,-22 11 8-15,-25 7-10 0,-35 17-7 0,-37 0 5 16,-45 0-2-16,-44 18 8 0,-49-1 31 0,-46-3 163 15,-45-4 185-15,-40-10 108 0,-32 0 34 0,-28 0-158 16,-22 0-168-16,-16-13-89 0,0-2-21 0,-22-5-18 16,-3-1-22-16,-2 1-19 0,-3-1-37 15,-2 0 6-15,1 3 5 0,1-1-7 0,1 6 5 16,2 0 3-16,1 1 0 0,2 1 2 0,2 1 1 16,3 1 1-16,0 0 3 0,6 1-2 0,-1 2-9 15,3 0-3-15,2 1-2 0,5-1 0 0,-1 4 1 16,2-1-1-16,2 2-5 0,1 1-2 0,0-2 4 15,0 2-1-15,0-1 7 0,0 1 2 0,0 0-1 16,0 0 0-16,0 0-7 0,0 0 6 0,0 0-3 16,0 0 1-16,0 0 4 0,0 0-5 0,0 0 2 15,0 0 3-15,0 0-1 0,0 0-1 0,0 0 4 16,0 0-2-16,0 0 4 0,0 0 0 0,0 0 1 16,0 0 2-16,0 0-1 0,0 0 6 15,0 0-7-15,0 0-1 0,0 0-2 0,0 0 3 16,0 0-5-16,0 0-2 0,0 0-8 0,0 0-23 15,0 0-15-15,0 0-33 0,0 0-58 0,0 0-104 16,0 0-154-16,0 0-100 0,0 0-79 0,0-15-94 16,0 0-20-16,0 0-93 0,-11-7-100 0,0-4 214 15</inkml:trace>
</inkml:ink>
</file>

<file path=ppt/ink/ink19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4:26.583"/>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27 591 1933 0,'-10'0'3'16,"10"0"0"-16,-10 5-2 0,10-3-4 0,-7-2-3 15,7 0 4-15,0 1 5 0,0-1 14 0,0 0 5 16,0 0 7-16,11 0 3 0,5 0-3 0,7 0-6 16,7 0-9-16,10-12-6 0,8-4-6 0,10 1 0 15,14-4 2-15,11-1-3 0,13-6 2 0,12-1-4 16,7-2 0-16,8-1 1 0,5 1 1 16,1-3-1-16,0 2-5 0,0 0 8 0,-5 0 1 15,-7 4-2-15,-3-2 3 0,-10 0-7 0,-9 4-6 16,-7 0 9-16,-10 2-6 0,-13 3 34 0,-9 1 60 15,-16 6 54-15,-7 3 18 0,-10-1-25 0,-12 3-57 16,-11-1-62-16,0 1-16 0,-19 2-8 0,-6 1-2 16,-6 1 4-16,-10 3 8 0,-9 0-7 0,-11 0 4 15,-10 12 1-15,-11 5-10 0,-12 2 12 0,-11 8-6 16,-11 0-2-16,-2 1 7 0,-5 6-4 0,-5-3 4 16,5 3-1-16,-1-3-1 0,4 0-5 0,9-4 6 15,11-3 31-15,12-2 27 0,9-5 17 0,18-4-9 16,12 0-32-16,13-8-35 0,13-1-14 15,13 0 4-15,10-4 7 0,0 0 9 0,27 0-1 16,8 0-1-16,9-15-2 0,15 0 1 0,11-2-1 16,18-3-3-16,8-3-1 0,16-1 1 0,7-2 0 15,7 0 0-15,3 2 4 0,3-2-5 0,0 3-1 16,-4 0 5-16,-5 2-3 0,-5 2 2 0,-9 0 2 16,-4 4-4-16,-12 2-1 0,-8 1 2 0,-15 4 0 15,-14 1-3-15,-11 3 1 0,-17 2-2 0,-15 2-8 16,-13 0 8-16,-18 0-1 0,-17 0-2 0,-12 10 13 15,-15 1-7-15,-11 2 1 0,-12 0 3 0,-11 7-4 16,-7 1-1-16,-9-1 3 0,-4 3-1 16,-8-1 1-16,2 1 4 0,-1 0-7 0,2-3 3 0,8-1-3 15,10-2 0-15,7-3 9 0,17-2-6 16,14-3 2-16,21-3-2 0,12-1 0 0,32-2 4 16,0-3-3-16,20 0 3 0,16 0-6 0,16-12-3 15,15 0 7-15,15-2-7 0,10-4 5 0,15 1 1 16,4-3-5-16,6-1 2 0,7-3 1 0,5 3 2 15,0 2-2-15,0-1 2 0,-1 0-3 0,-5 1-5 16,2 3 9-16,-10 2 2 0,-9 1-4 0,-7-1 4 16,-11 4-4-16,-12 1-3 0,-15 2 20 0,-10 2 24 15,-14 0 2-15,-14 3-1 0,-23-1-10 0,0 2-35 16,0 1-3-16,-29 0-2 0,-11 0-5 0,-11 0 12 16,-13 12 1-16,-12 0 4 0,-8 2 2 15,-11-1-5-15,-10 2-1 0,-3 2-2 0,-6-4-2 16,-1 3-2-16,1-1 2 0,1 1 2 0,4-1 3 15,9-2 0-15,9 1-1 0,7-5-5 0,16 2-3 16,9-3-30-16,18-1 4 0,9-1 3 0,15-2-3 16,17 0 37-16,0-3-4 0,26-1 1 0,10 0 4 15,11 0-4-15,10 0-5 0,11-12 0 0,11-2 4 16,10 2-2-16,7-4 5 0,6 1 0 0,4 0-4 16,10-3-1-16,-1 3 3 0,4 0-5 0,-3 0 0 15,-3 2 2-15,1-1-2 0,-11 4 1 0,-4 1 3 16,-10 5-2-16,-11-1 0 0,-14 4 2 15,-11 1 1-15,-14 0 1 0,-11 0 0 0,-28 0 3 16,0 0-7-16,-17 0 1 0,-14 13 4 0,-17 0 0 16,-16-1 3-16,-15 1-2 0,-14 3-3 0,-13 3 3 15,-15 1-4-15,-8 1 3 0,-13 1-1 0,-3 2 1 16,-13-3-2-16,0 1-2 0,-5 1 0 0,-1 1-6 16,2-2 5-16,4-1 0 0,6-1 0 0,9-1 1 15,14-1 1-15,11-1-2 0,19-4-1 0,17 0-3 16,18-5-10-16,18-1 2 0,13 0 4 0,13-1 6 15,20-3 12-15,0 2 1 0,0 0-2 0,25-1-1 16,3 1-6-16,6 0-2 0,11 1 3 0,12-6-1 16,5 0 6-16,14 0-4 0,7 0 2 15,10-16-1-15,9 3-1 0,7 1-4 0,10-1 2 16,-4-3 2-16,10 2 0 0,-6 0 4 0,3-3-3 16,-2 2 2-16,-3-2-3 0,-6 1-4 0,-9 3 2 15,-10 1-1-15,-13 1-1 0,-14 2 19 0,-11 5-6 16,-15-1-2-16,-13 3 3 0,-26 2-13 0,0 0-2 15,-23 0 5-15,-16 0-7 0,-10 11 5 0,-18 3 3 16,-9-2-3-16,-12 3 9 0,-9 3-9 16,-8-1 0-16,-1 0 0 0,-3 0-4 0,-5 0 3 0,4 2 2 15,4-4-1-15,7-1 2 0,10-5 3 16,10 3-5-16,16-6 0 0,13 0 0 0,18-5-3 16,19-1 5-16,13 0 3 0,26 0-2 0,13 0-2 15,20-13 3-15,14 0-6 0,14-3 1 0,11 0 4 16,15-5-9-16,2 1 9 0,14-3-3 0,3-2 0 15,4 0 2-15,5 3-3 0,0-2 0 0,-4 1-1 16,-2 4 3-16,-7 1-2 0,-13 2 5 0,-15 4-27 16,-10 1-70-16,-19 3-29 0,-18 3-79 0,-19 5-110 15,-18 0-273-15,-16 0-64 0,-33 13 77 0</inkml:trace>
</inkml:ink>
</file>

<file path=ppt/ink/ink19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3:08.661"/>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-4620 3247 1353 0,'0'0'47'0,"0"0"31"16,0 0 15-16,0 0 25 0,0 0-44 15,0 0-7-15,0 0-5 0,0 0-11 0,0 0 7 16,0 0-20-16,0 0-7 0,0 0-18 0,0-7-10 16,0 4 2-16,0-2-3 0,0 5 11 0,0-5 5 15,0 1 3-15,0 1 7 0,0-1-4 0,0 2 2 16,8-1-2-16,-8 0 8 0,8-2 0 0,-4 3 5 16,1-2-2-16,-1 1-3 0,1-2-1 0,-1 0-10 15,1 0 0-15,1-1-9 0,1 0-1 0,-2-1 8 16,4 1-6-16,-3-3 0 0,2 2-2 0,-2 1-8 15,1 0 0-15,-1 1-2 0,-1 1 0 0,-1-3-3 16,1 4 0-16,0-1-1 0,-2 1-2 0,0 3 4 16,0-2-1-16,-2 1 4 0,1 0-3 15,-1 1-1-15,-1 0-3 0,3 0-10 0,-3 0 2 16,2 0 3-16,-1 0 9 0,2 0 4 0,-1 0-2 16,2 0 5-16,-1 10-7 0,2-10 4 0,1 11 2 15,-1-4-8-15,1 1 1 0,0 0-1 0,1 2 0 16,1-4 2-16,-1 1 1 0,-1-1 2 0,0 0-1 15,2-1 1-15,-2 0-1 0,0-4-2 0,0 4 3 16,-1-4-1-16,1 1 2 0,-2-2 2 0,2 0 1 16,-1 0-2-16,0 0 3 0,-1 0 0 15,2 0-3-15,0 0 1 0,2-10 5 0,1 10 8 16,0-11 3-16,0 0 2 0,2 0 5 0,2-2 5 16,4 1 3-16,-2-5-6 0,3-3-5 0,5-6-13 15,3 0-5-15,-1-4 1 0,7-2-9 0,0-3 1 16,3 0 2-16,-2-3-3 0,1-1-1 0,-3 2 5 15,0-1 7-15,-4 3-1 0,-3 0 14 0,-1 2 1 16,-3 3 2-16,-2 2 5 0,-5 1-10 0,0 2 0 16,-6 4-6-16,2-2 0 0,-3 5 2 0,0 2-10 15,-3 3 0-15,0 1 2 0,0 1 3 0,-1 3 7 16,-2 2-5-16,0 2-6 0,0 0-3 0,0 3-11 16,0 0-2-16,0 1-1 15,0 0-6-15,0 0 11 0,0 0-4 0,0 0-1 0,0 0 8 0,0 0-8 16,0 0-6-16,0 0-31 0,0 9-26 15,0-2-31-15,0 1-16 0,0 1 4 0,0-1-12 16,-9 3-10-16,9 0-19 0,-11 1-38 0,2 0-54 16,0 1-157-16,0 1-68 0,1 1 67 0</inkml:trace>
</inkml:ink>
</file>

<file path=ppt/ink/ink19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5:04.396"/>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66 506 1737 0,'0'-27'10'16,"0"-1"17"-16,0 3 7 0,0 3 16 0,0 1 8 15,0 2 4-15,-12 1 4 0,2-2 12 0,10 4-3 16,-9 0-2-16,9 3 5 0,-7-4-13 0,1 2 0 15,1 0-9-15,2 1-12 0,-2 2-5 0,4 1-10 16,-2 2-8-16,1 1-5 0,1 2-10 0,-1-1-3 16,2 4-6-16,0 1 0 0,0 0-8 15,0 0-6-15,0 2 4 0,0 0 4 0,0 0 5 0,0 0 5 16,0 0-1-16,0 0-2 0,14 16 0 16,-5-5-4-16,3 1 6 0,2 1 1 0,1 2 6 15,2 4-2-15,1 1-1 0,0 1-4 0,2 1-2 16,0 0 5-16,1-1-3 0,-1 3 2 0,0-2 4 15,-2-4-2-15,-2 0 2 0,3-2 5 0,-4-2 3 16,0 0 4-16,-3-6 11 0,2 2 12 0,0-4 23 16,-2-1 33-16,-2-4 24 0,-1 1 6 0,2-2-12 15,-2 0-25-15,2 0-22 0,-1 0-20 0,0-14-14 16,0 4-4-16,2-5-22 0,2 1 6 0,1-4 0 16,0-5-8-16,5 0 1 0,-3-7-7 0,6 0-24 15,-2-3-12-15,6-4-21 0,-2 3-35 0,-1-2-12 16,0 1-42-16,-3 5-12 0,2 2-18 15,-5 3-8-15,-1 4 1 0,-3 2-23 0,-4 6-22 16,-2 4-60-16,-2 2-124 0,-1 3-67 0,-5 4 72 16</inkml:trace>
  <inkml:trace contextRef="#ctx0" brushRef="#br0" timeOffset="272.85">524 199 2015 0,'-4'4'25'0,"-2"-4"14"0,-2 0 12 0,2 0 3 15,1 3-20-15,2-1-13 0,0-2-10 0,-1 0-4 16,1 2 6-16,0 0 20 0,3 3 22 0,0 1 14 16,0 3 10-16,0 3-3 0,0 1-22 0,0 7-14 15,0 2-20-15,10 0-14 0,-2 5 4 16,4 4 5-16,-3 1 0 0,3-3-1 0,2 0 0 16,1 2-2-16,2-1 4 0,0-2 11 0,1-5 1 15,0-1 4-15,0-2-3 0,2-7 11 0,0-1 23 16,3-5 25-16,4-7 21 0,0 0-11 0,5-15-32 15,8-10-28-15,4-9-16 0,9-9-22 0,8-11 2 16,5-10-37-16,7-9-64 0,6-6-79 0,-3 2-79 16,3-5-69-16,-3 6-79 0,-9 6-210 0,-6 11 14 15,-10 6 105-15</inkml:trace>
</inkml:ink>
</file>

<file path=ppt/ink/ink19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5:36.526"/>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-2723 5654 1778 0,'-15'7'20'0,"1"0"20"16,-6-4 21-16,0 0 22 0,1 0-2 0,-4-3 1 15,0 1 4-15,2 1 9 0,1-1 7 0,3 1-1 16,5 0-3-16,2-2-13 0,1 0-6 0,5 0-8 16,1 0-23-16,3 0-17 0,0 0-24 0,0 0-9 15,16 0-3-15,3-15-2 0,9 3 4 0,8-2 0 16,10 1 1-16,10-2 3 0,11 2-6 16,7-2 1-16,5 2 1 0,5 2 3 0,4-2 5 15,3 4-2-15,0 1 0 0,-1-1-3 0,-1 1-1 16,-7 1-1-16,-9 0 9 0,-11 5 9 0,-9-3 47 15,-10 2 16-15,-16 1-10 0,-11-1-16 0,-16 1-53 16,0-2-15-16,-16 0-3 0,-11 0 7 0,-12 1 1 16,-10 1 4-16,-13-2 0 0,-7 4 1 15,-7 0 3-15,-4 0 0 0,-4 0 3 0,2 0-2 0,6 0-3 16,0 11-5-16,7-1 2 0,3-1 4 16,7-1 4-16,3 3 1 0,6 0 3 0,6-2-14 15,6 0 4-15,7-2-5 0,6 1-21 0,8-2 13 16,3-2-1-16,8 1 4 0,6-1 19 0,0-3 0 15,11 3-4-15,7-4 3 0,6 0-2 0,5 0 2 16,8 0 3-16,8 0-3 0,5 0 0 0,6-15-2 16,4 3-2-16,0 0 4 0,0 0 1 0,0 2 2 15,-2-1 3-15,-5 2 0 0,-4-2 19 0,-7-1 34 16,-5 5 22-16,-5-1-1 0,-11-1-25 0,-6 0-39 16,-15 1-26-16,0-1-4 0,-15 2 4 0,-5 1-1 15,-9 0-4-15,-6 1 6 0,-7 1 3 0,-7 2-1 16,2 2 5-16,-6 0-3 0,0 0-8 0,1 0 3 15,-1 11 2-15,8 1-2 0,1-2 3 16,6 2 0-16,4 1-7 0,8-3 8 0,7 2 2 16,5 1 3-16,6-1 7 0,8-1-7 0,0 3 6 15,20-4 0-15,3-1-1 0,7 0-5 0,7-4 0 16,10 0 7-16,1-4 7 0,6-1 12 0,0 0 15 16,2 0 5-16,4 0-4 0,-3-11-6 0,0-2-17 15,-6 4-13-15,-5-2 6 0,-5 1-6 0,-8-1 2 16,-4 0 0-16,-12 2-8 0,-4-2-18 15,-13 0-51-15,0 0-77 0,0 3-81 0,-13-3-66 0,-7 1-45 16,-3-1-52-16,-1 4-213 0,-8-4 2 0,-1 4 93 16</inkml:trace>
  <inkml:trace contextRef="#ctx0" brushRef="#br0" timeOffset="7119.05">1002 5742 1425 0,'0'0'16'15,"0"0"3"-15,0 0 6 0,0 0-1 0,0-9-14 16,0 9-5-16,-11 0-3 0,11-8-5 0,0 8 5 15,-9-6 0-15,9 6-7 0,0 0 11 0,-6 0-11 16,6 0 2-16,0-4 3 0,0 3-3 0,-3 1 2 16,3 0-1-16,0-2 5 0,0 1-6 15,0-2-2-15,0 3 1 0,0 0-13 0,0 0-4 16,0 0 2-16,0 0-4 0,0 0 7 0,0 0 8 16,0 0 3-16,0 0 2 0,0 0 8 0,0 0-5 15,0 0 7-15,0 0-3 0,0 0-2 0,0 0 5 16,0 0-6-16,0 0 10 0,0 0 0 15,0 0-1-15,0 0 9 0,0 0-3 0,0 0 3 0,0 0 5 16,0 0-5-16,0 0-3 0,0 0 1 16,0 0-6-16,0 0-1 0,0 0-6 0,0 0-4 0,0 0-1 15,0 0 1-15,0 0-2 0,0 0 2 16,0 0-4-16,0 0 0 0,0 0 8 0,0 0-4 16,0 0 0-16,0 0 6 0,0 0 3 0,0 0 6 15,0 0 3-15,0 0 0 0,0 0 1 0,0 0 0 16,0 0 10-16,0 0 5 0,0 0 9 0,0 0 3 15,0 0-1-15,0 0 0 0,0 0-2 0,0 0-6 16,0 0 2-16,0 0 1 0,0 0 3 0,0 0 2 16,0 0 0-16,0 0-6 0,0 0-7 0,0 0 4 15,0 0-8-15,0 0 3 0,0 0 7 0,0 0-4 16,0 0 2-16,0 0-6 0,0 0 1 16,0 0-6-16,0 0 0 0,-7 0 0 0,7 0-2 0,0 0 2 15,0 0-5-15,0 0 4 0,-6 0-6 16,6 0-6-16,-3 0-1 0,3 0-8 0,0 0 3 15,0 0-1-15,0 0-1 0,0 0 1 0,-3 0-1 16,-1 7 3-16,4-7-5 0,-1 0-4 0,1 0-2 16,0 8 1-16,-3-8 1 0,3 0 4 0,0 0 3 15,0 3-10-15,0-3 5 0,0 0-5 0,0 0-4 16,0 4 7-16,0 1-2 0,0-4 4 0,0 5-3 16,12-3-3-16,-3 2 1 0,0-4-8 0,-3 4 11 15,5-1 11-15,1 4 30 0,3-3 15 0,5 1 6 16,6 3-14-16,6-2-23 0,6-1-5 15,7 1-9-15,4 0 10 0,7-5 10 0,2 3 7 16,4-3 8-16,2 1-10 0,0-2-18 0,-2-1-20 16,-3 2-2-16,-6 0 0 0,-6-2 2 0,-9 0 10 15,-7 0 1-15,-8 0 9 0,-8 0 19 0,-6 0 16 16,-6 0 16-16,-3 0 4 0,0 0-3 0,0 0-12 16,0 0-8-16,0 0-2 0,0 0-13 0,0 0 4 15,0 0-6-15,0 0 12 0,0 0-3 0,0 0-7 16,0 0 3-16,0 0-15 0,-6 0 3 0,6 0 0 15,0 0-4-15,0 0-7 0,0 0 0 0,0 0-6 16,0 0-3-16,0 0 1 0,0 0-1 16,0 0 0-16,0 0-8 0,0 0 5 0,0 0-5 15,0 0 3-15,0 0 6 0,0 0-8 0,0 0 2 16,0 0-1-16,0 0-3 0,0 0 2 0,0 0 3 16,0 0 0-16,0 0-3 0,0 0 5 0,0 0-10 15,0 0-14-15,0 0-26 0,0 0-39 0,0 0-27 16,0 0-36-16,-11 0-29 0,11 0-45 0,0 0-48 15,-9 0-27-15,0 1-11 0,0 0-12 16,-2 1-16-16,-1 5-106 0,-2-1-20 16,-4 1 91-16</inkml:trace>
  <inkml:trace contextRef="#ctx0" brushRef="#br0" timeOffset="8263.22">1402 5833 1286 0,'0'0'31'15,"-2"0"17"-15,1-5 13 0,-1 2 18 0,0 3-17 16,2-3-2-16,-3 0 3 0,0 0 1 0,2 2-3 16,-2-4 4-16,0 0-8 0,1 4-8 0,-1-3 1 15,0 1-12-15,2 1-1 0,-1-2-4 0,-1 4-10 16,3-1-4-16,0 1-8 0,0 0-7 16,0 0-3-16,0 0-1 0,0 0 0 0,0 0-3 15,0 0 2-15,12 0 2 0,-1 0 3 0,3 0 12 16,5 0 3-16,4 0 3 0,6 0-2 0,7-12-11 15,5 2-4-15,3 10-8 0,4-11-3 0,-4 4 4 16,1-1 0-16,-4 1 1 0,-4 7 3 0,-9-5-1 16,-2 5 4-16,-6 0 6 0,-5-5 10 0,-4 2 30 15,-4-1 11-15,-1 0 21 0,-2 2 5 0,-3 1-10 16,-1-2-4-16,0 0-22 0,0 0-14 0,0-1-25 16,0 0-13-16,0-3-5 0,-12 1-7 0,3-4 2 15,-2 3-3-15,-3-3-2 0,-2-1 2 16,-2 1 0-16,-2 2-1 0,-3-1-2 0,-4 5-5 15,-2-1 2-15,-3 2 8 0,-3 2 6 0,3 1 4 16,-1 0-2-16,1 0 3 0,4 0-2 0,3 0 2 0,3 0 2 16,7 0-4-16,3 0 4 0,3 0-6 15,3 0-3-15,1 0-10 0,2 0-6 0,3 0 0 16,0 0 3-16,0 0 10 0,0 0 2 0,12 0 10 16,1 0 3-16,2 0-2 0,5 9 7 0,4-9-10 15,6 0-2-15,4 0 3 0,2 0-3 0,4 0-1 16,1 0 5-16,1 0-4 0,-4 0 4 0,-2 0 0 15,-2 0-4-15,-2 0 2 0,-5 0 4 0,-6 0 14 16,-5 0 28-16,-6 0 23 0,-1 0 13 16,-6 0-8-16,-3 0-34 0,0 0-24 0,0 0-25 15,-16 0-5-15,-3-5 0 0,0 1 0 0,-4 0 3 16,-4 1 3-16,-1 2 4 0,-5 1 2 0,-5 0-1 16,-2 0 3-16,-1 0-1 0,-1 0-3 0,1 0 3 15,3 10-6-15,3-2 2 0,6-8-5 0,5 10-13 16,7-10-11-16,3 8-9 0,5-3 8 0,9-5 13 15,0 7 17-15,0 0 11 0,0 3-5 0,20-1 0 16,1 0 3-16,7 2-5 0,5-2 6 0,3 1-1 16,5 0-9-16,5-3-2 0,0 1-3 0,-1-1 1 15,-2-2 13-15,-4 1 13 0,-1-1 41 0,-3-1-5 16,0-1-7-16,-3-1-11 0,-5 1-35 0,-4-3 20 16,-3 0 34-16,-4 0 26 0,-3 0 24 15,-6 0-3-15,-7 0-22 0,0 0-22 0,0 0-18 0,0 0-20 16,0 0-12-16,0 0-5 0,0 0-17 15,0 0-4-15,0-8-11 0,-9 8-34 0,9 0-34 16,-9 0-59-16,3 0-49 0,6 0-39 0,-8 0-39 16,4 0-43-16,-2 0-100 0,1 0-121 0,-2 0 82 15</inkml:trace>
</inkml:ink>
</file>

<file path=ppt/ink/ink19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5:49.480"/>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12 180 1390 0,'0'0'46'0,"0"0"6"0,0 0 7 0,0 0 13 15,0 0-41-15,0 0 8 0,0 0 2 0,-8 0-4 16,8-10 1-16,0 10-14 0,-6 0-6 0,6 0-3 15,0 0-8-15,0 0-1 0,0 0-3 0,0 0 1 16,0 0 0-16,0 0-1 0,0 0-3 0,0-7-7 16,0 7 3-16,0 0 4 0,0 0-5 0,0 0 6 15,0 0 1-15,0 0-5 0,0 0 7 0,0 0-6 16,0 0-1-16,0 0 5 0,0 0 2 16,0 0 1-16,0 0-2 0,0 0 1 0,0 0-2 15,0 0 3-15,0 0 12 0,0 0-6 0,0 0 12 16,0 0 4-16,0 0-8 0,0 0 12 0,0 0-13 15,0 0 3-15,0 0-1 0,0 0-3 0,0 0 0 16,0 0 1-16,0 0 2 0,0 0 3 0,0 0 10 16,0 0 0-16,0 0-9 0,0 0 3 0,0 0-2 15,0 0 5-15,0 0 17 0,0 0 6 0,0 0 2 16,0 0-1-16,0 0-8 0,0 0-6 0,0 0-6 16,0 0-5-16,0 0-1 0,0 0-5 15,0 0-4-15,0 0-1 0,0 0-5 0,0 0-1 0,0 0-2 16,0 0-2-16,0 0-2 0,0 0-4 15,0 0 3-15,0 0 1 0,0 0 7 0,0 0 7 16,0 0 6-16,0 0 4 0,0 0 2 0,0 0 3 16,0 0-3-16,0 0 3 0,0 0-2 0,0 0-1 15,0 0 1-15,0 0-8 0,0 0-3 0,0 0-14 16,0 0-3-16,0 0-12 0,0 0 4 0,0 0 1 16,0 0-3-16,0 0 3 0,0 0-3 0,0 0 0 15,0 0-1-15,0 0 2 0,0 0-3 0,0 0 3 16,0 0 3-16,0 0 0 15,0 0 1-15,0 0-1 0,0 0-4 0,0 0 9 0,0 0-8 16,0 0 0-16,0 0 5 0,0 0-5 0,0 0 9 16,0 0-6-16,0 0-3 0,0 0-5 0,0 0-4 15,0 0-2-15,0 0-4 0,0 0 6 0,0 0 2 16,0 0 9-16,0 9-2 0,0-2 1 0,0-1-1 16,0 2-3-16,12 1 4 0,-4 0-1 0,1 0 4 15,-2 3 2-15,1-3-2 0,-2 4 4 0,3-4-1 16,2 3-4-16,-2 2 3 0,2-1-4 15,-1-1 2-15,-1 1 0 0,2 0-3 0,-2 1 0 16,0-1-4-16,0-1 3 0,-1-1-2 0,-2 0 5 0,3 0-1 16,-3-1-2-16,2-1 4 0,-2 0-3 0,-2-2 2 15,1-1 5-15,-2 0-4 0,0-2 2 0,-1 0-2 16,-1-1 0-16,-1 1-2 0,0-4 6 16,0 1 3-16,0-1 0 0,0 0 6 0,3 0 0 15,-3 0 7-15,0 0 28 0,0 0 29 0,2 0 29 16,-1 0 22-16,1 0 5 0,-2 0-2 0,1 0-18 15,1 0-38-15,-1-9-26 0,-1 0-32 0,0-1-19 16,0-1 6-16,0-3-4 0,0-3-7 0,0-1 2 16,0-2 3-16,0-2-7 0,0-1 9 0,0 3 7 15,0 0-12-15,0 0 8 0,9 6 6 0,-9-2-16 16,9 4 7-16,-9 1-5 0,8 0-6 0,-2 3 6 16,0 3 0-16,2-1 1 0,-2 1 1 15,1 0 2-15,1 1-1 0,3 2-5 0,-1 0 7 0,6 0-4 16,0 2-1-16,-1 0 1 0,2 0-11 15,1 0 5-15,-2 10-3 0,0-10 7 0,-1 14-3 16,1-1-4-16,-3 0 7 0,-1-2-4 0,2 1-1 16,0 4 7-16,-4-3-1 0,1 0-2 0,1-1 7 15,-1 4 2-15,-1-4-3 0,0 1 6 0,-1-1-7 16,-2-1-1-16,-1-1 1 0,0 1 0 0,-1-3 5 16,0 0 4-16,-1-3-4 0,-2-1-1 0,1 1 6 15,-3-5-1-15,1 1 2 0,1-1 13 16,-1 0 16-16,-1 0 28 0,0 0 34 0,2 0-3 0,-1 0-23 15,1 0-26-15,-1-15-27 0,2 1-15 0,-3 0 1 16,3-5 1-16,-1 0-11 0,1-3 5 16,-2-4 5-16,1 1-9 0,-2-3 1 0,3 1 1 15,-3 1-14-15,0 1 14 0,0 3 1 0,1 0-2 16,1 4 4-16,-2 0-21 0,0 5-19 0,0 0-21 16,0 4-34-16,0 0-51 0,0 3-92 0,0 2-123 15,0 1-107-15,0 3-146 0,2-4-191 0,-1 2 136 16,1 2 146-16</inkml:trace>
  <inkml:trace contextRef="#ctx0" brushRef="#br0" timeOffset="188.46">920 390 3758 0,'3'6'8'0,"0"-6"12"16,-3 0 10-16,0 0 14 0,0 0-5 0,0 0-11 15,0 0-15-15,0 0-20 0,0 0-13 0,0 0-29 16,0-11-43-16,0 11-70 0,0 0-93 0,0 0-83 16,0-6-70-16,0 6-93 0,0 0-171 0,0-4 72 15,0 4 118-15</inkml:trace>
  <inkml:trace contextRef="#ctx0" brushRef="#br0" timeOffset="892.95">1505-8 2013 0,'0'-6'21'0,"0"0"16"0,0 1 18 15,-11 2 12-15,-1-1-7 0,1 2-7 0,-1-2-22 16,0 4-2-16,-2 0-12 0,-1 0-6 0,1 0 7 16,-1 16-1-16,1-2-4 0,-1 3-2 0,-1 1-3 15,0 0-4-15,3 2 0 0,-1 2-4 0,3 2 4 16,1 1-5-16,4 0 1 0,0 1 4 16,3 0-2-16,0 1 2 0,3 0-2 0,0-1 0 15,0 0-2-15,0-2 1 0,12 0 7 0,-2-1-1 16,3-4 9-16,0 1 13 0,2-3 14 0,2-2 16 15,1-2 15-15,2-4 10 0,1-3 0 0,1-1 2 16,0-3-5-16,4-2-3 0,0 0 2 0,0 0 1 16,1-13-1-16,-3-1 2 0,-1-2-5 0,0-1-9 15,-2-3-11-15,-1-1-19 0,-3-3-17 0,-4 0-16 16,0-4-5-16,-4 0-4 0,-5-2 4 0,1-2-14 16,-5 3-13-16,0-2-17 0,0 4-24 0,0 0-14 15,-14 3-26-15,2 6-40 0,1 0-45 0,-2 3-53 16,0 2-54-16,3 4-64 0,-1 0-190 0,-2 5-34 15,-1-2 92-15</inkml:trace>
  <inkml:trace contextRef="#ctx0" brushRef="#br0" timeOffset="1251.61">1515-94 2228 0,'0'-7'41'0,"-9"3"47"16,9-2 34-16,0 4 29 0,-9 0-32 0,9 2-48 16,-8 0-42-16,8 0-35 0,0 0-14 0,-6 0 2 15,6 0 14-15,0 0 10 0,-6 13 15 16,6 1 15-16,-4 1 18 0,1 5 23 0,0 1-4 16,0 6-11-16,0 1-18 0,0 4-26 0,-1 0-5 15,0 1-2-15,2 3 16 0,-1-3 10 0,-1-1 1 16,2 3-2-16,-2 0-21 0,1-4-9 0,1 1-3 15,2-2-4-15,0-4 0 0,0 1 2 0,0-3 7 16,0-4-4-16,0 0 4 0,0-6-10 0,0 2 3 16,0-4 4-16,0-3-4 0,9-2 9 0,-9-3-6 15,0 0 4-15,0-2-1 0,0 0-3 0,0-1 4 16,6-1 1-16,-6 0 9 0,0 0 0 0,0 0-4 16,0 0-18-16,0 0-38 0,0 0-72 15,0 0-117-15,0-10-96 0,0 2-95 0,0-1-220 16,0-1-7-16,0 0 113 0</inkml:trace>
  <inkml:trace contextRef="#ctx0" brushRef="#br0" timeOffset="1582.84">2027-207 2330 0,'11'-5'-4'0,"-5"2"-11"0,1 3-4 0,-4 0 5 15,0 0 27-15,-3 0 44 0,0 11 28 0,0-1 8 16,0 3-2-16,0 2-12 0,0 5-7 0,0 2-1 16,0 4-15-16,-10 6-17 0,1 0-20 15,9 1-11-15,-9 1-2 0,1 3-3 0,2-2 1 0,1 1-1 16,5-2 1-16,-6 0 0 0,3-5-2 0,3 2 2 15,0-1-2-15,0-3 0 0,0-4 2 0,0 1-2 16,0-5-4-16,12-2-14 0,-1-2-18 16,0-1-17-16,-1-3-26 0,2-3-17 0,2-1-28 15,0-2-35-15,-1-2-51 0,3-3-102 0,0 0-249 16,-1 0 17-16,2-13 78 0</inkml:trace>
  <inkml:trace contextRef="#ctx0" brushRef="#br0" timeOffset="2084.67">2325 88 2225 0,'0'-8'18'0,"0"1"14"0,0 0 6 0,0 3-2 16,0 1-9-16,0-1 0 0,0 3 10 0,13-2 30 16,3 1-3-16,0 2 1 0,2-3-15 15,5 3-13-15,2 0 1 0,0 0-3 16,3 0 3-16,-2 0-8 0,-1 16-12 0,-2-5-4 0,-2-2-8 15,-2 0 2-15,-1 2-2 0,-4-2-9 0,-1 2 3 16,-2 0-8-16,-1 0 6 0,0 1 1 0,-6 1 1 16,2-2 6-16,-3 2-1 0,0 1 3 0,-3-1 4 15,0 1-6-15,0 1 1 0,0-2-2 0,0 2 0 16,-15 1 1-16,3-3 2 0,-2 2-3 0,-2-3 4 16,-1 2 1-16,-3-2-1 0,0-3-1 0,-1 0-2 15,1-1 9-15,1-3 0 0,2-2 10 0,2 0-1 16,3-3-1-16,5 0 6 0,0 0-10 0,4 0 0 15,1-12-6-15,2-1-19 0,0 0 7 0,0-5-2 16,0 1 9-16,17-3 21 0,-2-1 1 16,5-3 15-16,0 0 19 0,4-1-7 0,0 1 15 15,4 1-2-15,1 0-14 0,-2 4 4 0,-1 0-10 16,-2 4-11-16,2 3-10 0,-5 4-5 0,0 2-8 16,-6 1-7-16,1 5-7 0,-4 0 3 0,0 0-4 15,-3 0 3-15,0 0 3 0,0 18-10 0,-3-6 0 16,2 1 3-16,-2 0-2 0,2 4 3 0,-2 1 6 15,3 1-12-15,-2 1 5 0,4 2 1 0,-2 0-9 16,2 1-9-16,-2-1-28 0,2-1-24 0,-1 1-35 16,-1-2-15-16,0-2-24 0,-1 0-28 0,-2-3-16 15,0-1-48-15,-1-2-29 0,-2-4-49 16,-2-1-76-16,1-4-204 0,-2-3 79 0</inkml:trace>
  <inkml:trace contextRef="#ctx0" brushRef="#br0" timeOffset="2318.67">2987-139 2547 0,'17'-22'7'0,"-1"7"18"0,-2 4 28 15,3 4 20-15,-1 6 11 0,3-1-11 0,0 2-16 16,3 0 1-16,2 0-18 0,0 16 19 16,3-1 1-16,1 9-10 0,-1-1 1 0,2 8-23 15,-2 2-6-15,-1 6-11 0,0 3-3 0,-3 0-2 16,-3 1 2-16,-2 2 1 0,-5 0 4 0,0-1 2 15,-6 0-8-15,-4-1 2 0,-3-2-1 0,0 0-33 16,-12-2-59-16,-5-2-86 0,-5-1-80 0,-4-3-57 16,-5-3-65-16,-1-3-235 0,-2-2 7 0,0-6 90 15</inkml:trace>
  <inkml:trace contextRef="#ctx0" brushRef="#br0" timeOffset="2600.05">4001 339 3022 0,'8'8'-2'0,"0"-8"-6"0,-4 0 31 0,1 7 39 0,2-7 28 15,-1 0 15-15,6 0-27 0,4 0-35 0,2 0-29 16,8 0-9-16,4 0 2 0,5 0-11 0,3 0 6 16,3 0 3-16,0 0-13 0,1 0-2 0,-1-11-15 15,-3 4-27-15,-1 1-31 0,-2-1-34 16,-6 1-54-16,-3-1-70 0,-4-1-61 0,-3 0-93 16,-6-4-197-16,-2 2 23 0,-7-6 97 0</inkml:trace>
  <inkml:trace contextRef="#ctx0" brushRef="#br0" timeOffset="2787.75">4212 101 2232 0,'-13'0'16'0,"5"0"4"0,-1 0 8 0,6 0 15 15,0 8 13-15,3-8 24 0,0 11 14 0,0-3 7 16,0 2-13-16,0 2-15 0,0 1 8 0,0 4-12 16,11 1-10-16,-2 4-9 0,0 1-28 0,0 1-5 15,0 4-3-15,0 3-2 0,-1-2-2 16,-1 1 0-16,1 4 1 0,-2-1 1 0,0-1-24 15,-1-1-96-15,-2 3-96 0,-2-3-104 0,-1-3-128 16,0 3-233-16,0-8 70 0,0 1 104 0</inkml:trace>
  <inkml:trace contextRef="#ctx0" brushRef="#br0" timeOffset="4228.81">5028-129 2397 0,'0'-9'30'0,"0"-1"44"0,0 0 51 16,0 2 59-16,0 2 19 0,0 0-22 0,0 0-41 15,0 3-67-15,0 1-59 0,0 2-34 0,0 0-13 16,0 0-3-16,0 0 5 0,0 0 17 0,0 13 3 15,0 0 9-15,0 2 3 0,0 4-6 0,0 5 5 16,0 2-1-16,0 3 4 0,0 2-4 16,0 6 6-16,0-2-2 0,0 0 0 0,0 2 7 15,0-3-7-15,0 0-6 0,0-1 5 0,0-3-3 16,0 0-4-16,0-2 11 0,0-3-7 0,0-4 1 16,0 0 4-16,0-3-5 0,0-3 7 0,0-5 0 15,0-1 4-15,0-2 8 0,0-5 4 0,0 2 5 16,0-4 1-16,0 0 14 0,0 0-11 0,0 0-5 15,0 0-6-15,0-13-14 0,0 2 0 0,0-2-2 16,0 0 3-16,0-4-8 0,0 0-3 0,0 0 0 16,0-1-3-16,0-3 2 0,11 1 5 15,1 1-5-15,3 1 0 0,2-1-3 0,1 4-7 0,5-2 9 16,-2 4-1-16,3 0 1 0,2 3 6 16,0 3-4-16,-2 2-4 0,-1 1 1 0,-2 4-1 15,-3 0 1-15,-1 0 6 0,-3 0-5 0,-2 0 7 16,-1 15-4-16,-4-2 4 0,1 0 4 0,-1 0-4 15,-2 0 7-15,-2 2-3 0,0 0 1 0,-3 0 7 16,0 2 4-16,0-1 11 0,-14-1 1 0,1 1-8 16,-4 1-9-16,-4-1-12 0,-4 0 0 0,-5-2-6 15,-2 2-29-15,-3-3-46 0,-1-2-70 0,-1 0-63 16,1-3-34-16,2 0-16 0,4-3-12 0,3-3-97 16,7-2-227-16,2 0 50 0,6 0 81 15</inkml:trace>
  <inkml:trace contextRef="#ctx0" brushRef="#br0" timeOffset="4990.54">5868 368 2093 0,'-8'8'6'0,"5"-3"2"0,0-1 15 15,3-2 17-15,0-1 17 0,0-1 0 0,12 0-8 16,2 0-21-16,3 0-20 0,5 0-3 0,4 0-25 16,6-11-32-16,3 11-65 0,5-10-77 0,2-2-138 15,5 4-208-15,2-3 62 0</inkml:trace>
  <inkml:trace contextRef="#ctx0" brushRef="#br0" timeOffset="4821.54">5900 120 1773 0,'0'0'42'0,"0"0"24"0,0 0 21 16,7 0 23-16,-7 0-16 0,0 0 7 0,0 0 1 16,0 0 6-16,0 0-7 0,6 0-12 0,-6 0-3 15,0 0-12-15,0 0-4 0,0 0 2 0,0 0-7 16,0 0-8-16,0 0-7 0,0 0-18 16,0 0-11-16,0 0 0 0,0 0-15 0,0 0 1 15,0 0-1-15,0 0-12 0,0 0 3 0,14 0 0 0,0 0 2 16,1 0 9-16,2 0-2 0,1 0 0 15,5-11-2-15,-1 11-3 0,4-11 2 0,-1 4-6 16,-1 7-27-16,-3-6-29 0,0 0-49 0,-1 1-42 16,-2-1-36-16,-4 3-41 0,0 0-41 0,1-2-96 15,-8 1-212-15,3 0 48 0,-3 0 89 0</inkml:trace>
  <inkml:trace contextRef="#ctx0" brushRef="#br0" timeOffset="5348.51">7075-33 2744 0,'-12'-13'37'16,"1"-1"49"-16,2 3 48 0,2 1 44 0,-1 3-11 15,-1 1-35-15,3 1-37 0,-5 2-63 0,5 0-27 16,-3 3-18-16,2 0-5 0,-1 0 13 0,0 0-5 16,1 17 9-16,-4 0-7 0,2 3 4 0,-2 2 7 15,2 1-3-15,0 3 6 0,2 3 1 0,0 1-5 16,3 0-3-16,-1 2-2 0,5-3 4 0,0 3 2 16,0-2-2-16,16-4-1 0,-3 1 3 15,4-4 4-15,4-3 11 0,3-1-2 0,2-6 3 16,5-5-1-16,-2-1-4 0,4-7 10 0,-3 0 10 15,4 0 18-15,-1 0 13 0,2-16-1 0,-2-1 3 16,-1 1-14-16,2-4-11 0,-4-1-12 0,-4-6-18 16,-3-1-28-16,-2-4-30 0,-4-4-18 0,-5-4-40 15,-3 0-36-15,-9-4-26 0,0 0-65 0,-15 2-29 16,-13-2-7-16,-3 7-38 0,-9 0-23 0,-7 5-197 16,-6 4-75-16,-6 5 89 0</inkml:trace>
  <inkml:trace contextRef="#ctx0" brushRef="#br0" timeOffset="7123.35">1310 805 1928 0,'-12'-13'4'0,"0"13"16"0,-2-12 10 15,1 3 12-15,0 9 7 0,0-11-5 0,2 11-7 16,2-7-16-16,0 7-10 0,1-6-15 0,5 6-7 16,0 0 0-16,3 0-2 0,0 0 0 0,0 0 5 15,0 0 3-15,0 0-4 0,0 0 7 0,0 0 8 16,0 0 5-16,0 0 13 0,0 8 9 16,11-8-7-16,-4 11-3 0,-7-5-1 0,10-1-5 15,-4 1 2-15,1-1 2 0,-1-1 8 0,2 1 16 16,1 0 16-16,2 0 15 0,4 0-13 0,6-1-17 15,3-1-19-15,13-2-20 0,7-1 1 0,11 0-6 16,11 0 0-16,9 0 2 0,14-13-2 0,9 0 5 16,8 2-7-16,6 3 1 0,5-1-1 0,2 3-2 15,2 6 3-15,-1-9 1 0,-4 2-1 0,-4 7 1 16,-7-4-2-16,-11 0 2 0,-6 0-6 0,-11 4 3 16,-10-5 6-16,-11 4 1 0,-12-2 19 15,-10 0 16-15,-10 1-10 0,-9-1-9 0,-15 1-14 16,0-4-21-16,0 0 7 0,-22 0-1 0,-9 0-12 15,-7-2-9-15,-12 0-10 0,-9 2 8 0,-12 1 10 16,-10 1 14-16,-9 0 5 0,-8 0-2 0,-7 3 4 16,-4 0-3-16,-4 1 2 0,2-3-1 0,0 3 7 15,2 0 14-15,1 0 29 0,4 0 15 0,5 0 3 16,8 0 16-16,3 0 2 0,7 0 5 0,10 0 11 16,4 0-22-16,11 0-30 0,9 0-21 0,9 0-28 15,7 0-23-15,9 9 8 0,6-9 1 0,16 8 9 16,0-1 17-16,0-3-6 0,17 5 6 15,7-2 6-15,10 3 7 0,8-2 3 0,13 3 13 0,9-2-4 16,12-2-9-16,9-1-1 0,4-4-15 16,10 2-6-16,0-3 4 0,4-1-8 0,-1 0-1 15,-4 0 4-15,-2 0-5 0,-9 0 4 0,-8 0 5 16,-11-11 9-16,-10 11 50 0,-13 0 42 0,-11-7 33 16,-11 7 6-16,-10 0-36 0,-4 0-38 0,-9 0-41 15,0-6-35-15,0 1-11 0,-22 5 2 0,0-5 0 16,-4-1 16-16,-1 2-3 0,-5 0-4 0,-1 2 3 15,-1 2-8-15,-1 0 8 0,4 0-13 0,0 0-13 16,5 0-10-16,5 0-41 0,4 0-8 0,5 0-16 16,5 0 18-16,2 10 23 0,5-10 16 0,0 8 24 15,0-8-9-15,0 8 6 0,0-2 2 16,0-1-10-16,12 1 9 0,-1-2-13 0,-2-1-22 16,2 1-21-16,-4 0-55 0,2 1-49 0,-1-2-60 15,-2 0-38-15,0 2-48 0,0-2-83 0,0 0-214 16,-3 1 72-16</inkml:trace>
  <inkml:trace contextRef="#ctx0" brushRef="#br0" timeOffset="37675.9">1773 902 1975 0,'0'-8'21'16,"-13"-3"20"-16,-2 0 27 0,-1 0 24 0,0 0-5 16,0 0 10-16,-2 0 3 0,2 1 5 0,0 1 13 15,3 1 5-15,1 3 13 0,2-2 1 0,3 1 1 16,1 3-13-16,1 0-26 0,2 0-30 0,3 1-23 15,0-1-21-15,0 2-23 0,0-1-7 0,0 2-4 16,0 0 2-16,11 0-1 0,1 0 10 0,6 0-4 16,9 0-2-16,7 0 10 0,13 0-8 15,14 0 5-15,12 9-4 0,12-9-14 0,10 13-2 0,9-5-13 16,5 1-4-16,5-3 16 0,1 3-4 16,-2-1 10-16,-2-2 12 0,-13-1-4 0,-7-2 7 15,-10-1 4-15,-14 2 16 0,-13-4 33 0,-14 0 42 16,-13 0-7-16,-10 0-16 0,-17 0-33 0,0-18-44 15,0 6 0-15,-14-4-5 0,-7 2-3 0,-8-3 8 16,-7-3 2-16,-10 3 0 0,-7-2 0 0,-8 5-2 16,-3 0 0-16,-7 0 8 0,0 3-4 0,-2 3-1 15,-2-2-1-15,2 5-3 0,1 0 3 0,3 1 2 16,4-1-1-16,6 4-4 0,6-2 2 0,8 3-8 16,9 0-12-16,9 0-14 0,8 0-5 15,9 0-2-15,10 0 20 0,0 0 18 0,0 10 6 16,21 0 9-16,5-1-5 0,10 1-2 0,10-1 2 15,13 0-3-15,11 0-3 0,12-1 3 0,11-2-5 16,7-1 5-16,3-1-3 0,2 0 4 0,-6 0-3 16,-5-2-7-16,-11 1 6 0,-11-2 3 0,-15 1 10 15,-11-1 25-15,-14-1 24 0,-11 0 0 0,-9 0-8 16,-12 0-25-16,0 0-36 0,-13 0-2 0,-10-9-10 16,-9 9 5-16,-12-12 12 0,-11 1-6 0,-13 5 12 15,-11 6-6-15,-11-10 7 0,-5 10-4 0,-4 0-5 16,-1 0-4-16,3 0-1 0,4 0 2 0,9 0 6 15,10 0 2-15,10 10-6 0,13 0-8 16,6-2-14-16,15 1-1 0,9 2-4 0,9-2 13 16,12 2 12-16,0 2 13 0,0-1-3 0,22 4 2 15,6-5-7-15,10-1 0 0,6 1 2 0,12-2 0 16,6-1 3-16,8-1-6 0,8-3 9 0,-1-2-9 16,-1-1 5-16,0-1-3 0,-6 0 3 0,-11 0 26 15,-9 0 31-15,-10 0 17 0,-13 0 2 0,-9-9-24 16,-18 9-39-16,0-13-13 0,0 0-16 0,-21 3-6 15,-5-4 17-15,-6 2-2 0,-4 0 9 16,-7-1 4-16,-2 2-17 0,-4 3 4 0,0-1 5 0,4 5 4 16,1 0 5-16,6 0-3 0,3 3-14 0,6 1-10 15,6 0-18-15,5 0-8 0,7 0-6 0,4 0-3 16,7 0 4-16,0 0 12 0,0 0 11 16,0 0 9-16,0 0 17 0,0 9-2 0,11-1 1 15,-1-8 7-15,-1 9-1 0,2-3-3 0,-2-6-2 16,3 5-2-16,0-1-2 0,0-4-2 0,-1 0-17 15,-2 5-35-15,0-5-48 0,-1 2-63 0,-2-2-68 16,-1 0-56-16,-5 0-42 0,0 1-40 0,0-1-192 16,6 1-2-16,-3 1 90 0</inkml:trace>
</inkml:ink>
</file>

<file path=ppt/ink/ink19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6:20.917"/>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295 3373 2110 0,'-17'11'0'15,"0"-4"4"-15,4-3-2 0,2 3 4 0,11-6 2 16,-9 2 7-16,9-1 26 0,0 0 14 0,0 0 6 15,0 0 3-15,0 3-17 0,14-1-12 0,2 1-6 16,4 0-12-16,7 0-2 0,7 2-1 0,5-1 3 16,4-2 2-16,4 1-1 0,6 1-3 0,2-1 1 15,4 1-7-15,2 1-2 0,1-3 1 0,2 2-7 16,4 1 4-16,0-1-1 0,2 2-2 16,5 2 1-16,-1-2-5 0,1 5 6 0,2-1-7 15,2 2-2-15,3 0 5 0,-1 2 0 0,-3 2 2 16,1 1 0-16,0 1-3 0,-1-2-5 0,-2 5 3 15,-3-2 3-15,-2 0-1 0,-1-2 3 0,-2 2 2 16,-1-2-7-16,1 0 6 0,-4-1-1 0,2-1-2 16,0-1 5-16,1-1-4 0,2-1-1 0,0 2 3 15,3-3-4-15,-1 2-3 0,2 0 5 0,0-3-4 16,0 2 1-16,0-3 5 0,-2 1-5 0,-1 2 2 16,-3-1 0-16,1-3 3 0,2 0-1 15,-2-1-3-15,1 0 7 0,1 0-8 0,-2-3 4 16,5 1 0-16,-5-1-5 0,0-1 5 0,-1 1-3 15,-3 0 1-15,-2 1 2 0,-2 0-3 0,-6-1-1 16,-1 2 1-16,-4 1-1 0,-5 1 3 0,0-2 1 16,-1 1-3-16,-2-1 3 0,-2 1-5 0,-1-1 2 15,3-4 1-15,-1 3-2 0,1 0 4 0,0-4 1 16,1 3-3-16,2-2 2 0,2-2-4 0,-1 2 1 16,2-2 1-16,-1 0 0 0,2-2 3 0,1 4 0 15,-2-3 2-15,0 1-2 0,2-2-2 0,2 0-5 16,1 0 2-16,0 0-2 0,-1 0 2 0,1 0 5 15,1 0-4-15,-3 0 6 0,2-10-7 0,-3 10 0 16,-1-10 4-16,-1 3-6 0,0 7 11 16,0-8-4-16,0-1 0 0,1 3-1 0,-1-3-3 15,1 0-2-15,-1 1 1 0,3-5 3 0,1 2-3 16,0-1 8-16,1 1-4 0,1-1 2 0,0 0-2 16,2-1-3-16,-1 0 1 0,0 1-3 0,-1-2 3 15,-3 3 3-15,0-2 1 0,-1-1-2 0,-1-2-4 16,2 3 2-16,3-3-6 0,5 2 5 0,1-4 0 15,7 3-6-15,-1-2 6 0,5 2-3 0,-2 1 4 16,2 2 4-16,-2-1-2 0,1 2 0 0,-2 1-3 16,-4 0 3-16,-2 2 0 0,-2-1 1 15,1 2-3-15,-6 0-2 0,2-2 0 0,-2 0 2 0,-6 0 8 16,2-2-7-16,-4 1 3 0,1-3-2 16,0-1-5-16,-1 0 8 0,-1-4 2 0,1 0-3 15,1-1-1-15,-3-2 0 0,1 0-5 0,2-5 3 16,-2 0-2-16,2-3 0 0,0-1 1 0,1-1 3 15,-1-5 3-15,2 2-5 0,1-3-1 0,-1-1 3 16,4 0-4-16,0 0 3 0,-3 1 2 0,2-2-6 16,-2 4 5-16,-3-1 7 0,2 3 9 0,-7 1 13 15,-2-1 6-15,-1 3 27 0,-6 2-2 0,1 0-12 16,-5 1-7-16,-2 2-33 0,-1-2-7 16,0 4 1-16,1-4 0 0,-1 0-1 0,1 1 8 0,-1-2-6 15,0-1-5-15,1 1 8 0,-4-1-11 16,3-2 10-16,-2-1 5 0,-1-1-5 0,-3-3-3 0,-4-2 2 15,-4 0-6-15,-4-7-2 0,-2-1 9 16,-6-1-17-16,0-7 14 0,0 0 8 0,-14-3-11 16,-2-2 7-16,-3-2-6 0,-2 0-14 0,-2 1 11 15,1-1 0-15,-4 3-6 0,-1 2 9 0,-2 3-8 16,1 4 4-16,-1-1 0 0,-1 7-4 0,-3 0 0 16,-2 2 2-16,-2 2-2 0,1 0 0 0,-7 1 1 15,-1 0 2-15,-4 0-12 0,-5-1 1 0,-4 1 0 16,1-1-10-16,-6-1 5 0,-5 0-4 0,2 2-5 15,-2 1 3-15,-3-1 1 0,-1 1-3 0,1 2-2 16,-6 0 5-16,1 5 4 0,-2 0-6 16,-5 3 3-16,-3 1 1 0,-5 4-2 0,-2 0 7 15,-10-1 3-15,-4 2 3 0,-7-1-2 0,-8-3 10 16,-5 2 5-16,-5-2-4 0,1-1 3 0,-3 1-5 16,1-1 3-16,2 0 1 0,1 1 1 0,1 0 6 15,5 0-1-15,-2 1-4 0,1 0 3 0,-1 0 2 16,4 2-6-16,-1 0 4 0,-1-1 9 0,-1 1-6 15,-1 2 13-15,-2 0-3 0,-2-1-8 0,0 4 5 16,-4 0-7-16,3 0 3 0,1 2-4 0,0 2 0 16,1 2-1-16,4 2-1 0,8 1-4 0,4-1-2 15,2 4 2-15,9 2-4 0,2 3 4 16,5 0-2-16,6 0 2 0,4 0-2 0,2 0 2 16,5 0 2-16,2 9 9 0,1-9 4 0,1 11 6 15,-1-1 9-15,-1-2 4 0,-2 0 6 0,-1 0-5 16,1 1-6-16,-2-1-14 0,-2 0-7 0,4-1-3 15,-2 4-1-15,3-1-6 0,2 2 4 0,-1 0 2 16,1 2-8-16,1 1 4 0,1 0 0 0,0 2-10 16,0-2 4-16,-1 5 4 0,0 1-8 0,0 1 14 15,1 0-2-15,2 1-6 0,0 2 14 0,3 2-10 16,3 1-1-16,3 1 16 0,5 0-13 16,5 5 3-16,1-1 8 0,2 4-14 0,3-1 8 0,4 4 3 15,0 0-5-15,0 4 7 0,-2 2-2 16,2 2-2-16,0 4-2 0,-1-1-5 0,-1 0 5 15,-1 4 4-15,-1-3 2 0,-1 1 12 0,-1 1-6 16,0 0 4-16,-5 0 4 0,-1 2-14 0,-2 0 4 16,2-1-11-16,0 3 0 0,3-1 1 0,-2 3 20 15,5-1-1-15,3-1-14 0,5-1 9 0,2 0-27 16,5 2 7-16,7-2-3 0,3-1 1 0,9-1 3 16,5 0-1-16,8 2 3 0,0-1-4 0,14-1-4 15,4 1 2-15,6-3-1 0,7 1-1 0,5-3 6 16,7 0 2-16,8-1 1 0,6-2-1 0,5-3 4 15,8 1-4-15,4-1 4 0,8 0-4 0,5-4-8 16,4 2-11-16,1-2-61 0,3 0-91 16,2-1-116-16,-3-2-98 0,-1-1-164 0,-5-2-195 15,-6-1 117-15</inkml:trace>
</inkml:ink>
</file>

<file path=ppt/ink/ink19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6:21.693"/>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-1 227 2826 0,'0'-15'33'0,"8"2"20"0,-8-1 9 0,0 4 9 16,0 4-36-16,0-1-17 0,0 2-15 0,0 4-10 15,0 0 0-15,0 1 1 0,0 0 3 0,0 0 1 16,0 0 3-16,11 0-1 0,-4 13 2 0,2-1-3 16,0 1 3-16,1 0-7 0,-4 1 2 0,3 4 5 15,-2-1-5-15,-1 3 9 0,2-2-6 0,-2 3 0 16,0 1 13-16,0 1-14 0,0-1 5 0,0 1 2 15,2 2-19-15,-2 0 14 0,0 0-3 0,0-3 0 16,0-2 9-16,2 1-7 0,-4-5 2 0,1-1-4 16,0-4 1-16,-2 0 13 0,0-7 26 15,0 0 35-15,-2-4 23 0,2 0-2 0,2 0-24 16,-1-13-6-16,2-1-3 0,0-4-3 0,4 1 21 16,0-7 5-16,4 0-15 0,0-2 8 0,1-2-23 15,0 0-17-15,2 4-9 0,-2 0-4 0,-2 1 5 16,1 3-12-16,-2 1-5 0,0 3-4 0,-1 6-7 15,-3-1-10-15,-1 3 11 0,1 3-5 0,-2 2 2 16,-2 3 0-16,3 0-5 0,0 0-3 0,-1 0 8 16,2 11 1-16,2 0-1 0,0 1 10 0,2 5-10 15,0 0 4-15,2 3-5 0,-2-1-16 0,1 3 12 16,1-3-6-16,-3 0-3 0,-1 0 17 16,1-3-11-16,-2-6 12 0,-3 1 14 0,2-4 2 15,-4-2 50-15,-2-4 51 0,1-1 60 0,-2 0 54 16,2 0-45-16,0 0-58 0,0-16-56 0,2-2-71 15,0-6-5-15,2 0 10 0,2-6-6 0,0-2-8 16,0-7 13-16,2-1-13 0,0 1 4 0,-2 5 15 16,-2 1-19-16,3 4-10 0,-6-1-49 0,2 10-93 15,-3 2-78-15,0 2-70 0,-1 4-140 0,-2 2-121 16,0 3-229-16,0 1-171 0,0-1 181 16</inkml:trace>
  <inkml:trace contextRef="#ctx0" brushRef="#br0" timeOffset="164.73">1102 448 4133 0,'0'4'14'0,"0"-4"7"0,0 0 7 0,0 0 16 16,0 0-17-16,-14 0-9 0,5 0-18 0,9 0-37 16,-9-11-28-16,9 11-41 0,-9-10-66 0,1-1-109 15,8 2-116-15,-6 1-127 0,6 0-289 0,0-1 53 16,0-3 147-16</inkml:trace>
  <inkml:trace contextRef="#ctx0" brushRef="#br0" timeOffset="631.79">1337 132 2891 0,'6'-4'23'0,"1"-3"17"0,-1 3 14 0,-2 0 11 15,1 0-8-15,-2 1-13 0,3 0-11 0,-3 1 3 16,3 2 3-16,2 0 11 0,2 0 8 0,1 0-4 15,-1 0-16-15,4 0-16 0,0 12-7 0,-1 1-12 16,1-5 3-16,0 5 6 0,-5 0 3 0,2 0-1 16,-2 0-5-16,0 3-5 0,-3-2-2 0,0 1 7 15,-3 1 4-15,0-2-2 0,-3 1 12 16,0-1 2-16,0 3-3 0,0-3 6 0,-14 2-14 16,-1 0 0-16,1-2 0 0,-1 2 0 0,-1-3 14 15,-1-2 0-15,0-1 0 0,0-2 5 0,2-1-4 16,3-2 10-16,1-1 23 0,4-4 1 0,2 0-1 15,5 0-6-15,0 0-33 0,0 0-11 0,0-13-14 16,0-1-12-16,12-2 10 0,2-4 3 0,1-3 7 16,4-3-1-16,2-4-10 0,3-2 5 0,3-5-1 15,5 1 6-15,3-1 10 0,0 1-12 0,2 1 18 16,-4 1 9-16,0 1 25 0,-2 4 55 16,-4 2 56-16,-4 6 82 0,-6 1 42 0,-5 7-12 0,-3 3-46 15,-1 3-84-15,-7 3-74 0,-1 4-43 16,0 0-35-16,0 0-20 0,0 0-12 0,0 0 8 15,0 11 0-15,0-2 7 0,0 4 18 0,0 2-7 16,-9 4 10-16,9 5-22 0,0 2-61 0,0 5-49 16,0 2-93-16,0 4-59 0,0 0 9 0,0 2 19 15,0-1 50-15,14 1 50 0,-2-2-23 0,1-1-79 16,3-2-110-16,2-4-121 0,3-4-319 0,5-5 13 16,4-4 152-16</inkml:trace>
  <inkml:trace contextRef="#ctx0" brushRef="#br0" timeOffset="987.95">2876 255 2189 0,'0'2'72'0,"-8"0"66"0,8 0 63 16,0 1 63-16,0 0-10 0,-7-3-21 16,2 0-39-16,5 0-43 0,0 0-59 0,0 0-50 15,0 0-17-15,0 0-24 0,0 0-2 0,15 0 4 16,5 0-3-16,4 0 7 0,8-11-1 0,8 11-2 15,7-9-2-15,7 1-1 0,6 2-3 0,2 0 3 16,3-1-18-16,2 1-29 0,-3 2-42 0,0-3-72 16,-5 3-83-16,-3-2-73 0,-6-2-43 0,-7 1-45 15,-8-2-122-15,-8 1-66 0,-7-3 71 0,-13 2 117 16</inkml:trace>
  <inkml:trace contextRef="#ctx0" brushRef="#br0" timeOffset="1206.71">3208-6 2397 0,'-22'-7'64'0,"3"0"53"16,6 0 52-16,4 0 38 0,4 3-30 0,2-1-17 16,2 3-24-16,1 0-15 0,0 2-19 0,0 0-29 15,0 0-22-15,10 0-8 0,-1 0 20 0,3 0 12 16,2 13 34-16,1 2-8 0,4 3-9 0,2 3-14 16,2 3-46-16,-2 2-5 0,3 5-23 0,0 0-10 15,-1 4 6-15,-3 0-1 0,1 1 0 0,-3 1-7 16,-2-3-25-16,-1 3-39 0,-2-2-44 0,0-2-49 15,-4 1-43-15,-2-5-54 0,-1 0-65 0,-1-2-64 16,-4-2-90-16,2-4-261 0,-1-1 84 16,-2-5 126-16</inkml:trace>
  <inkml:trace contextRef="#ctx0" brushRef="#br0" timeOffset="1810.9">4405-218 3446 0,'2'-6'32'0,"-1"-1"37"16,-1 1 18-16,0-1 20 0,0 3-13 0,0 2-33 16,0-1-10-16,0 3-30 0,0 0-14 0,0 0-10 15,0 0-5-15,0 0 7 0,-9 12-8 0,9 0 8 16,-6 4-4-16,-2 4 5 0,1 7 9 0,-2 5-4 16,0 7 2-16,-4 4-1 0,1 5-12 15,-1 3 6-15,0 4 1 0,0 0-2 0,1 2-8 16,4-4-10-16,2-6 13 0,0-2-1 0,1-3 7 15,5-6 7-15,0-4-13 0,0-7 0 0,0-6 5 16,0-4 5-16,0-4 9 0,0-3 10 0,0-6 29 16,0-2 10-16,0 0 4 0,0 0-16 0,0-13-12 15,0-2-15-15,0 0-10 0,0-7 5 16,0-5-13-16,0-2-1 0,0-3 5 0,0-3 7 0,0 0 4 16,11-1 4-16,-11 5 0 0,12 2-13 0,-1 1-10 15,-2 5 4-15,3 4-12 0,2 0-1 0,1 6 11 16,3-1-15-16,5 6 8 0,1 0 4 0,4 3-7 15,2 5 6-15,2 0 4 0,0 0-2 0,1 11-4 16,-3 2 0-16,1 2-12 0,-4 0 4 16,-4 5 16-16,-3-1-4 0,-2 3 3 0,-4 1-4 15,-2 1-8-15,-5 0 12 0,-2 0-12 0,-5-2 13 16,0 0-5 0,0-2-7-16,0 0 16 0,-11-1-13 0,-1-5-1 0,0-2 3 0,-5-1-33 0,-1 0-25 15,-3-2-17-15,-5-3-48 0,-4 1-5 0,-2-4-58 16,-3 0-82-16,-2-3-67 0,-2 0-71 0,1 0-44 15,0 0-271-15,3-13 100 0,5 1 110 0</inkml:trace>
  <inkml:trace contextRef="#ctx0" brushRef="#br0" timeOffset="2610.13">5385-19 2954 0,'-11'6'54'0,"2"1"60"0,0-3 56 16,9-2 56-16,-8 1-17 0,8-3-35 0,0 0-42 15,0 0-40-15,0 0-41 0,0 0-21 0,0 0-20 16,0 0-12-16,0 0-1 0,12 0 0 15,-1-12 1-15,6 6-1 0,3 1-2 0,2-2-28 16,4 0-16-16,4 1-43 0,2 0-59 0,0 0-79 16,2 0-89-16,-4 0-67 0,-1 2-43 0,-3-1-45 15,-5 3-123-15,-3-2 24 0,-4 1 108 0</inkml:trace>
  <inkml:trace contextRef="#ctx0" brushRef="#br0" timeOffset="2758.42">5456 120 2246 0,'-21'17'25'0,"4"-4"20"0,3-1 24 0,4-5 13 0,4-1-10 16,1 1-2-16,5-5-9 0,0 0 8 16,0 0-7-16,14-1-16 0,4 1-15 0,3-2-19 15,8 0-6-15,6 2-12 0,11-2-47 0,2 0-77 16,8 0-78-16,5 0-72 0,0 0-110 16,4 0-169-16,2-15 40 0,-5 3 83 0</inkml:trace>
  <inkml:trace contextRef="#ctx0" brushRef="#br0" timeOffset="2403.04">5468-276 2118 0,'-6'-10'35'0,"-1"0"41"0,7 2 35 15,-6-1 45-15,2 1 7 0,0 1-5 0,1-2-3 16,0 5-23-16,3 0-28 0,0 1-28 0,0 0-34 15,0 2-25-15,0 1-12 0,0 0-7 0,0 0-1 16,0 0 1-16,0 0-18 0,0 0-34 0,0 0-39 16,0 0-46-16,0 0-20 0,0 0 6 15,0 0 10-15,0 0 7 0,0 11 1 0,0-2-8 16,0-3 7-16,0 1 16 0,0 1 18 16,0-1 11-16,0-3 7 0,0 4-7 0,0-2-20 0,0 0-67 15,0-1-124-15,0 1-45 0,0-3 38 0</inkml:trace>
  <inkml:trace contextRef="#ctx0" brushRef="#br0" timeOffset="2129.52">5508-257 892 0,'6'-2'14'0,"-2"2"8"15,1-2 0-15,1 0-11 0,-3 1-45 0,2 1-88 16,-2-2-72-16,0 2-40 0,-2 0 30 0</inkml:trace>
  <inkml:trace contextRef="#ctx0" brushRef="#br0" timeOffset="3022.69">6440-74 2757 0,'0'-12'46'0,"0"1"47"0,-15 2 32 16,-2 3 32-16,2 1-19 0,0 2-35 0,-2-2-15 15,4 5-25-15,-3 0-10 0,3 0 1 0,-5 0-11 16,2 15-1-16,0 1-12 0,-4-1-15 0,2 4-4 16,-1 1-3-16,3 2-12 0,-3 5 1 15,6 0 8-15,-2 2-12 0,6-1 10 0,1 2 2 16,3 1-9-16,5-2 9 0,0-2-6 0,0-1 10 15,0-2 2-15,14-3 8 0,0-3 7 0,2-3 1 16,3-4 9-16,0-4 1 0,4-2 1 0,3-5-14 16,4 0-4-16,5 0-8 0,2-15 8 0,1 1-7 15,0-4-8-15,1 1 2 0,-1-7-21 0,-1 2-32 16,-6-3-45-16,-2-3-76 0,-6-2-66 0,-5-2-75 16,-4 0-55-16,-5 0-73 0,-9 2-242 15,0-1 1-15,0 1 102 0</inkml:trace>
</inkml:ink>
</file>

<file path=ppt/ink/ink19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6:25.251"/>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4941 107 3284 0,'37'-21'54'0,"-5"0"67"0,-7 5 49 0,-10 1 36 16,-6 4-19-16,-3 0-37 0,-6 4-23 16,0 1-20-16,0 4-19 0,-23 2 13 0,-4 0 34 15,-11 0 51-15,-12 15 49 0,-17 5 24 0,-15 7-8 16,-18 5-30-16,-19 7-44 0,-16 10-41 15,-15 6-37-15,-19 8 6 0,-13 4 0 0,-15 4-11 0,-11 4-2 16,-13 1-33-16,-10 0-2 0,-7 2-20 0,-8-1-11 16,3 0-12-16,3-2-17 0,3-3 0 0,8 0 1 15,9-2-17-15,12-4 1 0,16-2-13 0,18-3-27 16,14-4-26-16,19-4-45 0,19-6-64 0,18-4-83 16,15-8-80-16,20-3-78 0,15-6-7 15,15-6 50-15,10-7 59 0,9-2 45 0,7-5-16 0,13-4-50 16,0-2-53-16,0 0-136 0,0-11-207 15,19-7 108-15</inkml:trace>
</inkml:ink>
</file>

<file path=ppt/ink/ink19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6:25.575"/>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0 78 3820 0,'16'-17'25'15,"-2"2"4"-15,-2 2 18 0,-7 2 2 0,-1 2-23 16,-2 2 2-16,1 4-23 0,-2 0 8 0,2 3-3 16,0 0-6-16,5 0 15 0,6 14 7 15,5 5 11-15,10 2 20 0,9 12 33 0,11 12-2 16,13 9 1-16,14 13-5 0,14 15-40 0,7 9 9 16,11 11 21-16,9 11 178 0,6 7 12 0,3 7-25 15,0 3-34-15,-2 0-198 0,-1-3-11 0,-6-6 5 16,-6-6-6-16,-3-8 7 0,-6-8 4 0,-5-12 2 15,-4-9-2-15,-5-6-2 0,-5-14-7 0,-5-2-5 16,-5-11 8-16,-7-8-8 0,-3-4-27 0,-12-7-24 16,-7-5-23-16,-6-6 6 0,-9-4 5 15,-8-4-98-15,-5-3-130 0,-6-4-78 0,-5 0-97 16,-5-17-20-16,0-1 12 0,0-3-69 0,0-5-209 16,-14-3 60-16,-1 0 138 0</inkml:trace>
</inkml:ink>
</file>

<file path=ppt/ink/ink19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4:16.137"/>
    </inkml:context>
    <inkml:brush xml:id="br0">
      <inkml:brushProperty name="width" value="0.05833" units="cm"/>
      <inkml:brushProperty name="height" value="0.05833" units="cm"/>
      <inkml:brushProperty name="fitToCurve" value="1"/>
    </inkml:brush>
  </inkml:definitions>
  <inkml:trace contextRef="#ctx0" brushRef="#br0">90 117 2041 0,'10'-7'20'16,"-10"-1"19"-16,8 4 21 0,-8-4 25 0,0 2 1 16,0 0-3-16,0-1 6 0,0 1-9 0,0-1 4 15,0 0 0-15,0 0-3 0,0 0-13 0,0 0-14 16,0-1-3-16,0 2-20 0,-6-1 4 0,6 2-22 16,0 1-25-16,0 4-11 0,0 0-10 0,0 0 11 15,0 0 22-15,0 22 28 0,-8 6 23 0,8 8 11 16,-6 16-6-16,-1 13-7 0,-1 15-3 0,-1 17-5 15,-2 16 8-15,1 10-14 0,-1 13 13 0,0 13-1 16,5 4-6-16,-1 7 1 0,4 2-23 16,3 2-16-16,0-3-5 0,0-3 1 0,15-5-8 15,-1-6 25-15,1-4-6 0,3-12 1 0,-1-3 3 16,1-12-13-16,-1-3-4 0,1-11 2 0,-5-7-1 16,1-6-2-16,-2-14 13 0,-3-6 0 0,-2-11 4 15,-3-5-6-15,-1-9-8 0,0-9 4 0,-1-9-11 16,-1-4 12-16,-1-8-16 0,0-5-58 0,0-9-95 15,0 0-133-15,0 0-109 0,0-23-164 0,0-2-180 16,0-7 127-16</inkml:trace>
</inkml:ink>
</file>

<file path=ppt/ink/ink20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5:11.912"/>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5447 350 2751 0,'-6'7'36'0,"-3"-7"16"0,-2 0 26 0,1 0 27 16,2 0 4-16,-1 0 17 0,1 0 8 0,-1 0-2 16,5 0-30-16,-2 0-18 0,3 0-33 0,0 7-24 15,1-7-10-15,2 0-19 0,0 0 0 0,0 0 3 16,0 0-2-16,0 0 5 0,18 0 4 0,2 0-5 15,3 0 2-15,7 0-3 0,4-12-4 0,7 1 4 16,6-1-3-16,1 1 2 0,5-4 0 16,-1-1-7-16,1 2 7 0,-3 0-7 0,-4 1 7 15,-1-1 0-15,-5 5-6 0,-4-2 20 0,-5 3 4 0,-4-1 15 16,-7 5 21-16,-2-3 1 0,-6 3 2 16,-3-1-7-16,-3 2-9 0,-6 2-8 0,0-3-6 15,0 3-4-15,0-1-4 0,0 2-5 0,0-1-6 16,0-1 2-16,0 2-5 0,0 0-2 0,0 0 0 15,0 0-3-15,0 0-1 0,0 0-4 0,0 0 4 16,0 0-1-16,0 0-4 0,0 0 7 0,0 0-6 16,0 0-1-16,0 0 0 0,0 0 3 0,0 0 6 15,0 0-4-15,0 0 2 0,0 0-6 0,0 0-5 16,0 0 4-16,0 0-3 0,0 0 9 0,0 0-4 16,0 0-2-16,0 0 9 0,0 0-9 0,0 0 0 15,0 0 3-15,0 0-5 0,0 0 4 0,0 0 8 16,0 0-5-16,0 0 0 0,0 0-9 0,0 0-6 15,0 0 5-15,0 0-7 0,0 0 8 0,0 0 0 16,0 0-5-16,0 0 5 0,0 0-4 16,0 0 2-16,0 0 0 0,0 0 1 0,0 0 5 15,0 0 0-15,0 0 4 0,0 0-1 0,0 0 5 16,0 0-6-16,0 0 5 0,0 0 2 0,0 0-7 16,0 0 13-16,0 0-7 0,0 0-5 0,0 0 4 15,0 0-4-15,0 0 1 0,0 0 5 0,0 0-4 16,0 0 0-16,0 0-4 0,0 0 2 0,0 0 1 15,0 0 1-15,0 0 5 0,0 0-6 0,0 0-1 16,0 0-2-16,0 0 1 0,0 0-1 16,0 0 5-16,0 0 2 0,0 0-2 0,0 0 3 15,0 0-5-15,0 0-2 0,0 0-2 0,0 0 0 16,0 0 8-16,0 0-2 0,0 0 3 0,0 0-3 16,0 0-5-16,0 0 5 0,0 0-4 0,0 0 5 15,0 0-7-15,0 0 4 0,0 0-4 0,0 0 3 16,0 0 3-16,0 0-4 0,0 0 10 0,0 0-9 15,0 0 12-15,0 0-13 0,0 0-1 0,0 0 6 16,0 0-11-16,0 0 13 0,0 0 3 0,0 0-11 16,0 0 9-16,0 0-3 0,0 0-9 0,0 0 16 15,0 0-9-15,0 0 1 0,0 0 5 16,0 0-9-16,0 0 3 0,0 0-3 0,0 0 4 16,0 0 1-16,0 0-2 0,0 0 3 0,0 0-4 15,0 0-4-15,0 0 3 0,0 0 5 0,0 0-3 16,0 0 8-16,0 0-2 0,0 0-13 0,0 0 7 15,0 0-5-15,0 0 1 0,0 0 7 0,0 0-7 16,-13 0 6-16,13 0-7 0,0 0 4 0,0 0 2 16,-12 0-7-16,12 0 9 0,0 0-4 0,0 0-1 15,-10 0 4-15,10 0-2 0,0 0-1 0,0 0-4 16,0 0 5-16,0 0-1 0,0 0-3 0,0 0 11 16,0 0-9-16,0 0 7 0,0 0 3 0,0 0-10 15,0 0 7-15,0 0-7 0,0 0 2 0,0 0 1 16,0 0-6-16,0 0 1 0,0 0 2 15,0 0-4-15,0 0 9 0,0 0-1 0,0 0-9 16,0 0 12-16,0 0-7 0,0 0-1 0,0 0 4 16,0 0 0-16,0 0 0 0,0 0 0 0,0 0-1 15,0 0-2-15,0 0 2 0,0 0-4 0,0 0 3 16,0 0 0-16,0 0-3 0,0 0 2 0,0 0 2 16,0 0 0-16,0 0 1 0,0 0 8 0,0 0-14 15,0 0 6-15,0 0-1 0,0 0-6 0,0 0 13 16,0 0-10-16,0 0 5 0,0 0 1 0,0 0-4 15,0 0 4-15,0 0-3 0,0 0-4 0,0 0 2 16,0 0-1-16,0 0 1 0,0 0 0 0,0 0 0 16,0 0 9-16,0 0-9 0,0 0 9 0,0 0-2 15,0 0-11-15,0 0 6 0,0 0-6 16,0 0 7-16,0 0 0 0,0 0-2 0,0 0 5 16,0 0-1-16,0 0 0 0,0 0-6 0,0 0 0 15,0 0-7-15,0 0 3 0,0 0 17 0,0 0-5 16,0 0 1-16,0 0-3 0,0 0-6 0,0 0 2 15,0 0 1-15,0 0 0 0,0 0-2 16,0 0 4-16,0 0-1 0,0 0 2 0,0 0-2 0,0 0 0 16,0 0 4-16,0 0-12 0,0 0 9 0,0 0 2 15,0 0-7-15,0 0 11 0,0 0-7 0,0 0-10 16,0 0 9-16,0 0-2 0,0 0 2 0,0 0-1 16,0 0-3-16,0 0 3 0,0 0-2 15,0 0 7-15,0 0-5 0,0 0 4 0,0 0-4 16,0 0-2-16,0 0 6 0,0 0-9 0,0 0 13 15,0 0-6-15,0 0-5 0,0 0 0 0,0 0-2 16,0 0 6-16,0 0 1 0,0 0 5 0,0 0-5 16,0 0 1-16,0 0 0 0,0 0-4 0,0 0 6 15,0 0-8-15,0 0 3 0,0 0 2 0,0 0-5 16,0 0 8-16,0 0-4 0,0 0 2 0,0 0-4 16,0 0 2-16,0 0 1 0,0 0-3 0,0 0 7 15,0 0-4-15,0 0 0 0,0 0 2 0,0 0-4 16,0 0 2-16,0 0 3 0,0 0-4 15,0 0 2-15,0 0-1 0,0 0-6 0,0 0 5 16,0 0 2-16,0 0-4 0,0 0 4 0,0 0-2 0,0 0-5 16,0 0 8-16,0 0-5 0,0 0 4 15,0 0 0-15,0 0-5 0,0 0 3 0,0 0-3 16,0 0 2-16,0 0 1 0,0 0 1 0,0 0 3 16,0 0 0-16,0 0 1 0,0 0-8 0,0 0 2 15,0 0 3-15,0 0-3 0,0 0 1 0,0 0 0 16,0 0-2-16,0 0 2 0,0 0 0 0,0 0-3 15,0 0-2-15,0 0 7 0,0 0-2 0,0 0 0 16,0 0 3-16,0 0-5 0,0 0 2 0,0 0 6 16,0 0-10-16,0 0 2 0,0 0 2 0,0 0 0 15,0 0 1-15,0 0 1 0,0 0-1 16,0 0-1-16,0 0 8 0,0 0-8 0,0 0 1 16,0 0-3-16,0 0-1 0,0 0 0 0,0 0 3 15,0 0-2-15,0 0-1 0,0 0 6 0,0 0-5 16,0 0-3-16,0 0 3 0,0 0 2 0,0 0 3 15,0 0 3-15,0 0-1 0,0 0-5 0,0 0-6 16,0 0 8-16,0 0-1 0,0 0-2 0,0 0-1 16,0 0-2-16,0 0-2 0,0 0 8 0,0 0 5 15,0 0-6-15,0 0 3 0,0 0-3 16,0 0-3-16,0 0 7 0,0 0-6 0,0 0-1 0,0 0 1 16,0 0-3-16,0 0 7 0,0 0-2 15,0 0 2-15,0 0-1 0,0 0-7 0,0 0 2 16,0 0 2-16,0 0 4 0,0 0 7 0,0 0-9 15,0 0-2-15,0 0-5 0,0 0-2 0,0 0 14 16,0 0-10-16,0 0 4 0,0 0-3 0,0 0 0 16,0 0 14-16,0 0-18 0,0 0 9 0,0 0-3 15,0 0-7-15,0 0 18 0,0 0-4 0,0 0-6 16,0 0 0-16,0 0-5 0,0 0 2 0,0 0 1 16,0 0 0-16,0 0 4 0,0 0-10 0,0 0 18 15,0 0-4-15,0 0-2 0,0 0-2 0,0 0-8 16,0 0 2-16,0 0 9 0,0 0-6 15,0 0-2-15,0 0 7 0,0 0-10 0,0 0 8 0,0 0-1 16,0 0-4-16,0 0 0 0,0 0 5 16,0 0-2-16,0 0-4 0,0 0 8 0,0 0-2 15,0 0-3-15,0 0-2 0,0 0 1 0,0 0-2 16,0 0 6-16,0 0 9 0,0 0-13 0,0 0 6 16,0 0-10-16,0 0 2 0,0 0 3 0,0 0 1 15,0 0 10-15,0 0-5 0,0 0-3 0,0 0-5 16,0 0-2-16,0 0-1 0,0 0 7 0,0 0 5 15,0 0-9-15,0 0 8 0,0 0-8 0,0 0 7 16,0 0 0-16,0 0-8 0,0 0 5 0,0 0-13 16,-15 0 14-16,15 0 1 0,0 0-2 0,0 0 4 15,0 0-10-15,0 0 6 0,0 0 2 16,0 0 6-16,0 0-12 0,0 0-4 0,0 0 3 16,0 0-7-16,0 0 15 0,0 0 4 0,0 0-8 15,0 0 4-15,0 0 1 0,0 0-10 0,0 0 3 16,0 0 2-16,0 0-7 0,0 0 9 0,0 0 5 15,0 0-11-15,0 0 5 0,0 0-4 0,0 0-3 16,0 0 13-16,0 0-11 0,0 0 10 0,0 0-4 16,0 0-10-16,0 0 17 0,0 0-14 0,0 0 7 15,0 0 3-15,0 0-15 0,0 0 8 0,0 0 6 16,0 0-3-16,0 0 1 0,0 0 0 0,0 0-8 16,0 0 1-16,0 0 3 0,0 0 0 15,0 0 10-15,0 0-9 0,0 0 5 0,0 0-8 16,0 0-2-16,0 0 4 0,0 0 1 0,0 0 13 15,0 0-13-15,0 0 3 0,0 0-1 0,0 0-3 16,0 0 8-16,0 0-1 0,0 0 3 0,0 0-11 16,0 0-3-16,0 0 3 0,0 0-2 0,0 0 12 15,0 0-9-15,0 0-1 0,0 0-4 0,0 0 0 16,0 0 18-16,0 0-3 0,0 0-1 0,0 0-8 16,0 0-7-16,0 0 2 0,0 0 7 0,0 0 3 15,0 0-5-15,0 0 0 0,0 0 1 0,0 0 0 16,0 0 2-16,0 0 4 0,0 0 0 0,0 0-17 15,0 0-37-15,0 0-62 0,0 0-97 0,0 0-93 16,0 0-61-16,0 0-51 0,0 0-22 16,0 0 9-16,0 0-153 0,0 0 76 0,0 0 115 15</inkml:trace>
</inkml:ink>
</file>

<file path=ppt/ink/ink20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5:09.261"/>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3452 355 2252 0,'-14'2'26'0,"3"0"20"0,-2 0 22 0,0-2 38 16,3 0 11-16,-2 0 16 0,1 0 7 0,-1 0-9 15,1 0-15-15,2 0-19 0,-1 0-14 0,-3 0-18 16,4 0-14-16,-1 9-16 0,1-9-8 0,-1 8-7 16,1-8-9-16,2 6-4 0,1-6-4 0,1 0 0 15,2 3-5-15,3-3 5 0,0 6-1 0,0-4-1 16,12-1 4-16,3-1 3 0,4 0 5 16,6 0-4-16,6 0 0 0,7 0-5 0,9 0-1 15,1-12 3-15,7 1-13 0,6 1-28 0,1-1-42 16,-1 1-50-16,3 2-52 0,-5-1-31 0,-3 2-30 15,0-3-34-15,-6 3-49 0,-4 2-202 0,-4 2-58 16,-5-4 80-16</inkml:trace>
</inkml:ink>
</file>

<file path=ppt/ink/ink20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5:08.825"/>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1930 286 1757 0,'-5'7'44'0,"-2"-4"42"16,1 2 37-16,-4-1 44 0,1-1-11 0,0 0 1 16,-3-3-1-16,0 3-7 0,0-3-2 0,1 4-11 15,-1-4-23-15,3 3-15 0,0-2-22 0,3-1-31 16,1 2-11-16,2-1-22 0,0 1-9 16,3-2 4-16,0 0-4 0,0 1 4 0,0-1-1 0,15 0 0 15,4 0-5-15,0 0-1 0,9 0 3 16,3 0-9-16,6-10 12 0,5 10-1 15,4-13 1-15,4 2 3 0,3 1-4 0,2 0-2 0,3 0-10 16,-1-1 7-16,3-2 2 0,-1 5-10 0,0-1-7 16,-7-2-35-16,-5 7-31 0,-6-1-20 0,-5 0-12 15,-7 1-1-15,-8 3-9 0,-7-1-21 0,-3 2-35 16,-4 0-51-16,-4 0-57 0,-3 0-97 0,0 0-182 16,2 0 81-16</inkml:trace>
</inkml:ink>
</file>

<file path=ppt/ink/ink20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4:17.053"/>
    </inkml:context>
    <inkml:brush xml:id="br0">
      <inkml:brushProperty name="width" value="0.05833" units="cm"/>
      <inkml:brushProperty name="height" value="0.05833" units="cm"/>
      <inkml:brushProperty name="fitToCurve" value="1"/>
    </inkml:brush>
  </inkml:definitions>
  <inkml:trace contextRef="#ctx0" brushRef="#br0">0 843 2209 0,'10'0'19'0,"-10"0"26"0,10 0 30 0,-10 0 37 16,6 0 12-16,-6-10-1 0,0 1-12 15,0-2-7-15,0-2-23 0,7 2 2 0,-7-6-25 0,0-3-24 16,5-5-1-16,-5-6-18 0,1-3 15 16,2-5-1-16,-3-4-8 0,2-3-9 0,-2-4-12 15,3-3-9-15,-3 0 5 0,1 2 10 0,-1 2 3 16,0 1 25-16,0 3 23 0,0 8-2 0,0 3 11 15,0 5-15-15,0 6-23 0,0 5-17 0,0 5-13 16,0 2-10-16,0 5-11 0,0-2 9 0,0 5-13 16,10 1 12-16,-10 1 11 0,7 1 1 0,-1 0 10 15,5 0-1-15,4 0-10 0,3 0 4 0,7 0 3 16,3 0-1-16,9 9 5 0,4-9-1 16,4 9-2-16,6-9-7 0,2 7 7 0,1 0-8 0,7-2 1 15,1 0 11-15,4-1-14 0,2 1 10 16,2 0-5-16,4 1 1 0,5 0-1 0,3-1-2 15,5 1 7-15,2 2-8 0,7-4 7 0,4 3-5 16,4-2 1-16,2 1 0 0,3-1-1 0,5 0 2 16,2 0-2-16,1-2 4 0,3 2-3 0,4 0 4 15,4-3-2-15,1 3-1 0,1-4 3 0,4 2-5 16,-2 1 0-16,0-2-10 0,-1 0 7 0,-4 3-2 16,1-5-11-16,-2 4-5 0,-1-2-15 0,1 1-9 15,-2-1 6-15,4-2-1 0,-7 1-7 16,4 2 3-16,-5 0-4 0,-3-2-4 0,-2 1 7 15,-4 0 2-15,-2-1-3 0,-1 3 11 0,-5-2 8 16,-4-1 5-16,-5 0 16 0,-3 1 2 0,-4 1-7 16,-8 1 9-16,-6-3-7 0,-6 3 11 0,-4-1 7 15,-5 1-9-15,-2 0 2 0,-4-2-2 0,-5 4 2 16,0-6 6-16,-3 4 0 0,-1-4-3 0,-2 2-3 16,-6-2-2-16,-2 0 1 0,-4 0 7 0,-3 0-6 15,-4 0 7-15,-3 0 5 0,-7 0-16 0,-2 0 20 16,0 0-20-16,-4 0 2 0,-2 0 8 0,1 0-10 15,-1 0 0-15,1-6 4 0,-1 6-6 0,3 0-4 16,0-8 12-16,2 8-14 0,0-5 1 0,5 1-46 16,0 1-59-16,4-1-66 0,0 0-68 15,3-1-50-15,1 3-203 0,-3-4-25 0,0-3 71 16</inkml:trace>
</inkml:ink>
</file>

<file path=ppt/ink/ink20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4:18.133"/>
    </inkml:context>
    <inkml:brush xml:id="br0">
      <inkml:brushProperty name="width" value="0.05833" units="cm"/>
      <inkml:brushProperty name="height" value="0.05833" units="cm"/>
      <inkml:brushProperty name="fitToCurve" value="1"/>
    </inkml:brush>
  </inkml:definitions>
  <inkml:trace contextRef="#ctx0" brushRef="#br0">1390 50 1838 0,'-23'-11'4'0,"7"2"-1"0,4-1-6 0,4 3-2 0,8 0-7 15,0 2-4-15,0 4 3 0,0 1 6 16,14 0 3-16,2 0 8 0,7 0 16 0,4 0 5 16,10 12 12-16,8-2 7 0,12 1-5 0,8 2-2 15,9-2-4-15,13 2-8 0,7 2-7 0,12 0-8 16,11 0-6-16,9 1-1 0,10 2 0 0,9 0 0 16,12 0 5-16,7 1 3 0,7 0-3 0,6-1 5 15,6-1-4-15,6 2-7 0,-1-6-2 0,2 2-2 16,0-3-3-16,-2 0-1 0,0-4 6 0,2-1-3 15,-3 1-2-15,-5-1 6 0,-3-2-8 0,-2 1 0 16,-3-1 3-16,-4-1-4 0,-6 2 8 0,-6-2-7 16,-6 1 6-16,-5 1-1 0,-7 0 3 15,-6 1 10-15,-8-3-3 0,-6 3-6 0,-9-3 0 16,-10 2-6-16,-6 1-2 0,-9-3 9 0,-8 1-8 16,-8-1 1-16,-10 0 0 0,-7 0-2 0,-10-1 26 15,-10 1 25-15,-5-2 28 0,-10 1 29 0,-6-1-4 16,-4 1-24-16,-5-2-23 0,-3 1-32 0,0 0-14 15,0 1 2-15,0 0-9 0,0 5 25 0,0-2 3 16,0 6-4-16,0 6 6 0,0 1-19 0,-11 6-5 16,2 6 17-16,9 3 15 0,-11 5 6 0,4 6 12 15,-1 3-14-15,4 5-7 0,4 4 15 0,0 7 7 16,0 2-4-16,0 5 0 0,0 4-28 16,0 3-18-16,0 6 2 0,13 5-12 0,1 6 22 15,-2 6 1-15,3 4-3 0,0 6 6 0,4 6-16 16,0 6-2-16,4-1 5 0,1-2-2 0,-1 5-5 15,2-4 1-15,2-2 11 0,-3-2-2 0,5 2 2 16,-3-2-3-16,-2-3-12 0,0-2 0 0,1 1 6 16,-5-3-7-16,1-4 1 0,-5 0 1 0,1-3-3 15,-3-1 7-15,0-2 3 0,-4-1 5 0,-1 1-2 16,-1-1-1-16,-2 0-7 0,0-1 3 0,-3-2-4 16,-1-5 1-16,-2 0 2 0,0-6-4 0,0-7 6 15,0-3-6-15,-11-5 3 0,11-4 2 16,-14-5-3-16,1-5 8 0,2-5-5 0,-1-1 8 15,0-4 6-15,0-4-11 0,-2-5 15 0,-1-4 2 16,-4-5 4-16,1-1 18 0,-2-4-20 0,-4-4-2 16,-2-2-15-16,-6-4-4 0,-4-2 6 0,-5-2-12 15,-6-3 12-15,-8-6-5 0,-7 0-6 0,-9 0-4 16,-11 0-23-16,-11-16-13 0,-12-2-10 0,-15-1 1 16,-13-3 17-16,-15 2-9 0,-13-1 23 0,-10-3 11 15,-12 3-5-15,-11-3 22 0,-9 3-6 0,-6 1-9 16,-3-4 1-16,-5 2-1 0,-8-2 0 0,-4 0 1 15,-8-1 4-15,-2-3 0 0,-1-2 14 0,-3-3 9 16,-6-2 4-16,-1-1 13 0,-1-1 6 0,3-2 19 16,2 0 44-16,2-3-20 0,2 5-10 15,9-4-11-15,8 1-46 0,11 4 17 0,10-1 7 16,11 2-14-16,14 2-9 0,14 1-1 0,14 2-17 16,18 4 19-16,14 0-25 0,17 3 7 0,16 1-9 15,14 7-11-15,18 0 24 0,11 4-49 0,14 0-61 16,10 5-74-16,8 1-97 0,11 5-49 0,0 0-46 15,0 0-79-15,0 0-301 0,14 0 82 0,2 0 114 16</inkml:trace>
</inkml:ink>
</file>

<file path=ppt/ink/ink20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4:19.588"/>
    </inkml:context>
    <inkml:brush xml:id="br0">
      <inkml:brushProperty name="width" value="0.05833" units="cm"/>
      <inkml:brushProperty name="height" value="0.05833" units="cm"/>
      <inkml:brushProperty name="fitToCurve" value="1"/>
    </inkml:brush>
  </inkml:definitions>
  <inkml:trace contextRef="#ctx0" brushRef="#br0">4452-1 1457 0,'-6'0'17'16,"-2"8"3"-16,2 1 8 0,1-1 8 0,-4 3-6 16,2 2 22-16,-5-3 0 0,1 7 5 15,-3 1 6-15,-4 3-19 0,1 4 26 0,-5 4 20 16,-1 5-10-16,-5 7-8 0,-3 4-27 0,-7 5-20 15,-2 9 39-15,-5 6 15 0,-1 5 6 0,-7 8 15 16,0 4-38-16,0 4-8 0,-1 4-12 0,0 2-15 16,1 0 7-16,-1-1-1 0,1-1 5 0,2-2 2 15,-3-1 0-15,7-1 8 0,-1-3 7 0,-2-1-4 16,3 1-16-16,-5-1 11 0,-1 4 16 0,0 2 2 16,0 2 9-16,-7 3-15 0,1 4-12 0,-3 0-7 15,0 3-5-15,-5 2-4 0,-2-1-9 0,3 2 0 16,-4 4 8-16,-2-2 2 0,-1 3 2 15,0 1-8-15,4 2-4 0,-6-1-14 0,2 3-1 16,-6-2 2-16,2-1-2 0,-2-2-1 0,-3-2 8 16,-3-1 4-16,1 1 3 0,-1-4 7 0,2 6-15 15,1-1-3-15,0 1 5 0,3 1-11 0,6-3 8 16,3 0-1-16,2-3-18 0,4-2 12 0,5-8-5 16,-1-3 3-16,7-4-3 0,-1-1 3 0,3-1 1 15,1-4-2-15,3-2 13 0,2-1-7 0,-1-5 2 16,2-1-9-16,2-4 1 0,2-4-1 0,1-7 2 15,-1-2-3-15,4-4 0 0,-1-5 7 0,4-1 0 16,4-7 18-16,0-1-14 0,2-4-3 0,2-3-1 16,4-4-3-16,0-1 7 0,4-6-4 0,1-2-6 15,0-4-6-15,6-2 5 0,4-2-1 16,-5-3-28-16,8-3-50 0,0-2-75 0,3 0-97 16,0 0-94-16,0 0-64 0,0 0-340 0,0 0-3 15,0-16 123-15</inkml:trace>
</inkml:ink>
</file>

<file path=ppt/ink/ink20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5:08.001"/>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252 112 2316 0,'0'0'25'0,"-14"0"13"0,2 0 10 16,-2-11 14-16,2 11-10 0,-2-10-6 0,2 10-4 16,0 0-13-16,4 0-13 0,2 0-10 0,6 0-5 15,0 0 0-15,0 0 0 0,0 0 2 0,0 0 0 16,19 0 2-16,3 0 0 0,6 0-4 16,8 0 1-16,8 0-1 0,6-13 1 0,5 0 6 15,4 4-5-15,2-1-1 0,1-1-2 0,-1 3-4 16,-6-2-1-16,-2 4-9 0,-8 0-16 0,-5 6-16 15,-7-5 2-15,-8 5 3 0,-9 0 24 0,-16 0 15 16,0 0 2-16,0 0 4 0,-18 12-10 0,-11 0 5 16,-6 1-5-16,-6 1 7 0,-7 0 24 0,-7 5 12 15,-1-1 16-15,-6 2 9 0,1 1-7 0,-3-3 17 16,-1 1 10-16,4 0 14 0,-1-4 13 0,6 0-5 16,4-4-9-16,6 1-21 0,8-5-26 0,8-2-27 15,10-1-17-15,7-3-4 0,13-1-1 0,0 0 3 16,10 0 6-16,10 0-3 0,9-11-2 0,7-1-3 15,7-2-1-15,7 1 0 0,2-1 0 0,2 2 1 16,1-1 1-16,-7 0-9 0,-2 4 3 16,-7 1-8-16,-5 4-7 0,-11 4 5 0,-5 0 5 15,-4 0 2-15,-8 0 9 0,-2 0-1 0,-4 0-5 16,0 0 8-16,0 0 0 0,0 0-2 0,0 0 2 16,-10 0-4-16,-3 0 1 0,3 0-6 0,-1 0-31 15,1 0-53-15,0 0-75 0,3 0-77 0,1 0-56 16,1 0 2-16,5 0 5 0,0 0-29 0,0 0-183 15,0 6 44-15,0-6 67 0</inkml:trace>
</inkml:ink>
</file>

<file path=ppt/ink/ink20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5:14.985"/>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510 24 1470 0,'0'-5'-5'15,"0"1"0"-15,0-3-5 0,0 5 2 0,-17-2 1 16,4 4-2-16,-2 0 2 0,-1 0 1 0,0 0 5 15,-1 0 19-15,-3 11 8 0,-1-3 14 0,-2 3 8 16,-1-2-2-16,1 1 8 0,-1 1-3 0,-4 1 1 16,3 0-6-16,0-1 2 0,1 0-7 0,3-1-12 15,-2-1-3-15,6 0-14 0,2-2-15 16,3 1 3-16,4-3-10 0,1 3 1 0,2-4 9 0,5 2 2 16,0 1 6-16,0 0 1 0,12 1-3 15,2-2-1-15,3 3-4 0,1-2 1 0,3 0 1 16,2-2-3-16,4 0 4 0,1-1-6 0,0-1-1 15,0 1 1-15,-2-2-2 0,-2 2 5 0,-3-1-1 16,-4 1-3-16,-3 2 1 0,-4 1 1 0,-10 1-3 16,0-1 7-16,0 6-1 0,-15 0-5 0,-5 2 5 15,-3 2-3-15,-4 1 1 0,-5 2 5 0,-1 3-2 16,-2-1-4-16,0 0-7 0,0 1 3 0,3-1 3 16,3-4 3-16,2 2 2 0,6-5-2 0,6-3-2 15,2 0 3-15,6-4 3 0,7-2 5 0,0-3 0 16,0 2 0-16,15-5-1 0,3 0-7 0,5 0 0 15,4 0-1-15,2-16 3 0,5 4 1 16,2-2 5-16,4-1-1 0,1-2-6 0,0 2-2 16,-2 0 0-16,-1 2 0 0,-5 1 0 0,-2 1 8 15,-8 2 9-15,-5 2 18 0,-5 2 15 0,-3 3 5 16,-6 2-7-16,-4 0-19 0,0 0-13 0,0 0-16 16,0 0-7-16,0 0-12 0,-11 0-38 0,11 0-43 15,-12 0-55-15,2 0-70 0,1 0-97 0,-4 9-116 16,4-1 21-16,-1-8 82 0</inkml:trace>
</inkml:ink>
</file>

<file path=ppt/ink/ink20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25:17.460"/>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-515 1022 1395 0,'0'0'-6'0,"8"-9"4"0,-8 9-3 16,0-11 3-16,9 4-2 0,-3 1 3 0,0-2 1 15,0 0 3-15,0 0 5 0,2 0-12 0,-1-1 7 16,5 1-7-16,-1-3-1 0,3 2 4 0,-1-2 6 16,4 2-4-16,1 0 5 0,-1 0 2 0,1 2-9 15,0 1-2-15,2 1-1 0,-3 1-1 0,-1 1 7 16,0 1 0-16,-4 2-8 0,-2 0 2 0,-2 0 0 15,-3 0 20-15,-4 0 19 0,-1 0 23 0,0 0 3 16,0 0 2-16,0 0 0 0,-15 0-11 16,0 16 7-16,0-1-6 0,-4 1-1 0,1 2-3 15,-2 2-8-15,-2 2-9 0,-1 0-12 0,0 0-9 16,3-1-17-16,-1-2-3 0,3-1 4 0,4-1 1 16,5-4 8-16,1-1 1 0,8-1-1 0,0 0-1 15,0-5 0-15,0 3 3 0,20 1 0 0,-2-3 3 16,5 1-4-16,1-2 3 0,5 0-6 0,3-2-5 15,3 0 7-15,0 1-5 0,2-2 0 0,-3-2 2 16,-2 4-6-16,-3-2-1 0,-4 3 6 0,-7-1 41 16,-5 6 20-16,-7-3 15 0,-6 5 3 0,0 2-37 15,-15 1-18-15,-3 1-13 0,-5 3 1 16,-1-2 1-16,-3 2-4 0,-1 0 2 0,-1-3-6 16,2 1-7-16,4-4 2 0,2-1-4 0,4-2 0 15,4-1-3-15,4-3 5 0,9-1-2 0,0 2-3 16,0-4 0-16,0 1-5 0,16-1 1 0,4 1 3 15,0-2 8-15,6 2-5 0,2-4 10 0,3-1-1 16,2 0-2-16,1 0 2 0,-1 0-6 0,-3 0-1 16,-2 0 0-16,-5 0 1 0,-5 0 2 0,-8 0 7 15,0 0 12-15,-10 0 4 0,0 0-1 0,0 0-7 16,0 0-12-16,0 0-8 0,0 0 3 0,0 0 0 16,0 0-3-16,-10 0 4 0,10 7-3 15,-9-7 1-15,9 6 4 0,-6-3-8 0,6-3 2 16,-4 4 1-16,4-2-2 0,0 1 8 15,0 0-1-15,0-1 1 0,0-1 3 0,0 2-4 0,0 1 0 16,0-4 0-16,0 2-3 0,0 2 3 0,0-4 2 16,0 2 0-16,0-2-2 0,0 0 2 0,0 0 1 15,0 0 1-15,0 0 0 0,0 0 0 0,0 0 0 16,0 0 0-16,0 0 2 0,0 0-4 0,0 0-1 16,0 0 1-16,0 0-7 0,0 0 5 0,0 0 0 15,0 0-4-15,0 0 4 0,0 0-4 0,0 0-1 16,0 0-1-16,0 0 1 0,0 0 2 0,0 0 1 15,0 0 5-15,0 0-3 0,0 0-4 16,0 6 3-16,-8-6-5 0,8 7 8 0,0-2-1 16,-6-5 0-16,6 5-3 0,0-1-3 0,-5-2 4 15,5 1 0-15,-3-2 3 0,3 1 5 0,-1-2-5 16,1 0 5-16,-2 0 7 0,2 2 6 0,-1-2 16 16,-1 0 7-16,2 0 4 0,0 0 3 0,0 0-2 15,0 0-2-15,0 0-6 0,-1 0 3 0,1 0-2 16,0 0 3-16,0 0-3 0,0 0-11 0,0 0-5 15,0 0-5-15,0 0-1 0,-2 0 1 0,2 0-2 16,0 0-5-16,0 0-2 0,0 0-2 16,0 0-1-16,0 0-2 0,0 0-2 0,0 0-5 0,0 0-2 15,0 0 1-15,0 0 0 0,0 0 0 16,0 0-3-16,0 0 3 0,0 0-1 0,0 0 2 16,0 0 0-16,0 0-3 0,0 0 4 0,0 0-5 15,0 0 0-15,0 0-5 0,0 0 6 0,0 0 8 16,0 0-10-16,0 0 10 0,0 0-7 0,0 0-6 15,0 0 8-15,0 0-1 0,0 0 3 0,0 0-4 16,0 0 3-16,0 0 2 0,0 0-3 0,0 0 3 16,0 0-2-16,0 0 1 0,0 0-1 0,0 0 3 15,0 0 3-15,0 0-5 0,0 0-2 0,0 0-2 16,0 0-1-16,0 0 0 0,0 0 1 16,0 0 3-16,0 0 0 0,0 0 0 0,0 0 4 15,0 0-2-15,0 0-6 0,0 0 5 0,0 0-4 16,0 0 2-16,0 0 1 0,0 0-1 0,0 0 2 15,0 0 0-15,0 0 3 0,0 0-1 0,0 0 4 16,0 0-1-16,0 0 3 0,0 0 4 0,0 0-2 16,0 0 8-16,0 0-3 0,0 0 8 0,0 0-6 15,0 0-1-15,0 0 8 0,0 0-2 0,0 0 9 16,0 0-7-16,0 0-3 0,0 0-15 0,0 0-8 16,0 0 3-16,0-10-2 0,0 10 2 0,-10 0 7 15,10-8-5-15,0 8-6 0,0 0 2 0,0-6 2 16,-8 6-5-16,8-4 7 0,0 4-1 0,0-4-7 15,-4 1 6-15,4 1-6 0,0 0 2 0,0 0-2 16,0 0 10-16,-4 1-1 0,4 1-7 16,0 0 3-16,0 0-8 0,0-1 2 0,0 1 9 15,0 0-6-15,0 0 0 0,0 0 1 0,0 0-7 16,-3 0 12-16,3 0-1 0,0 0-5 0,-3 0 5 16,3 0-7-16,0 0 1 0,0 0 5 0,0 0-6 15,0 0 4-15,0 0 2 0,0 0-6 0,0 0 11 16,0 0-11-16,0 0-2 0,0 0 4 0,0 0-3 15,-1 0-1-15,1 0 10 0,0 0-5 0,0 0 2 16,0 0 3-16,0 0-9 0,0 0 5 0,0 0-2 16,0 0-1-16,0 0 0 0,0 0 4 15,0 0-3-15,0 0 5 0,0 0 2 0,0 0-8 16,0 0 5-16,0 0-9 0,0 0 6 0,0 0 2 16,0 0-1-16,0 0 4 0,0 0-6 0,0 0 1 15,0 0-5-15,0 0 6 0,0 0 0 0,0 0 0 16,0 0 3-16,0 0-9 0,0 0 1 0,0 0 2 15,0 0 0-15,0 0 6 0,0 0-7 0,0 0 2 16,0 0-1-16,0 0 0 0,0 0 6 0,0 0-3 16,0 0-6-16,0 0 2 0,0 0-4 0,0 0-1 15,0 0 6-15,0 0-6 0,0 0 5 16,0 0 1-16,0 0-1 0,0 0 2 0,0 0-7 16,0 0 2-16,-8 0 1 0,8 0-3 0,-7 6 1 15,1 1 6-15,-2-2-3 0,-1 1 8 0,1 0 3 0,-1 1-11 16,0 1 4-16,0-2-6 0,0 0 4 15,3 1 3-15,-2-3-1 0,4 1 1 0,1 1-6 16,0-3 4-16,-2 1 0 0,2-1-1 0,1 0 1 16,-1 0-2-16,2-1 1 0,1 1 0 0,-3-2 5 15,3 0-2-15,-2 3 2 0,1-3-2 0,1 0-1 16,0 1 1-16,0-1-3 0,0 0 0 0,0 0 0 16,0-1-3-16,0 1 6 0,0-1 0 0,0 2-4 15,0-2 4-15,0 0-3 16,0 0-4-16,0 3 1 0,0-3 2 0,0 0-1 0,0 1 9 0,0-1-6 15,7 2 1-15,-7 1-2 0,6-3-2 16,-6 0 2-16,7 2 1 0,-7 0-1 0,3 0-1 16,0 1 2-16,-2 0-1 0,-1-1 0 0,0 1 2 15,2-1-2-15,-1 1 2 0,-1 1 0 0,0-2 0 16,0 0 1-16,0 0-3 0,0 2 1 0,0 0 1 16,0-2 3-16,0 2 0 0,0-1 3 0,0-1-6 15,0 3-3-15,0-1 3 0,-9 1 0 0,9-1 6 16,-8 0 0-16,8-1-7 0,-4 1-1 0,4 0 4 15,-6-2-4-15,6 0 6 0,0-2-3 0,-3 2-2 16,3-1 2-16,0 1-2 0,0-2-2 16,0 0 3-16,0 0 3 0,0 0 0 0,0 0 4 0,0 0-4 15,0 0 2-15,0 0-2 0,0 0-3 0,0 0-2 16,0 0-2-16,0 0 4 0,0 0 6 16,0 0-5-16,0 0-1 0,0 0 2 0,0 0-1 15,0 0 4-15,0 0 1 0,0 0-3 0,0 0-5 16,0 0 5-16,0 0-1 0,0 0 1 0,0 0 3 15,0 0-3-15,0 0-2 0,0 0 2 16,0 0-6-16,0 0 3 0,0 0-1 0,0 0 2 0,0 0 3 16,0 0-1-16,0 0 5 0,0 0-9 0,0 0 3 15,0 0-2-15,0 0-4 0,0 0 8 16,0 0-5-16,0 0 9 0,0 0-5 0,0 0-2 0,0 0 1 16,0 0-10-16,0 0 5 0,0 0 1 15,0 0 0-15,0 0 0 0,0-11 3 0,0 11-7 16,0-6-4-16,0 6 8 0,0 0 0 0,0-8 1 15,-8 8 7-15,8-6-6 0,0 6-2 0,0-4 9 16,-6 4-9-16,6-4 5 0,-4 1-3 0,4 1-2 16,0 2 1-16,0-1 2 0,0 0-3 0,-3 0 3 15,3-2 3-15,0 2-4 0,-3 0 0 0,3 0-1 16,0-2 2-16,-2 2-3 0,0-3 10 0,1 2-6 16,-1 0 2-16,2-3 6 0,-1 4-5 0,-1-4-4 15,1 0 10-15,1 2-10 0,0 0 3 0,-2-1 6 16,1 2-13-16,-1-4 8 0,1 3-2 0,-1 0-6 15,2 0 1-15,-1 0-1 0,1 1 5 16,0-1 2-16,0 2 0 0,0 0-4 0,0 0-3 16,-2 1 3-16,2 0-3 0,0 0-3 0,0 0-11 15,0 0-26-15,0-2-41 0,0 0-45 0,0 2-43 16,0 0-22-16,0 0-12 0,0 0-6 0,0 0-14 16,12 0-61-16,1 0-183 0,-3 0-60 0,4 0 64 15</inkml:trace>
</inkml:ink>
</file>

<file path=ppt/ink/ink20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4:44.511"/>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45 69 1646 0,'0'0'7'0,"-6"0"13"0,3-11 18 15,0 11 12-15,3-8 8 0,-6 8-2 0,4-5 1 16,-1 0 3-16,0 5 6 0,0-6 10 0,0 2 1 16,-1 1 11-16,1 0 2 0,3 2-3 0,-3 0-2 15,3 0-13-15,-3 0-11 0,3-2 12 0,0 2-17 16,0-2-6-16,0 3 7 0,0 0-23 0,0 0 14 16,0 0-3-16,0 0-13 0,0 0-8 0,0 0-10 15,0 0-14-15,0 0-7 0,0 0 2 0,0 0-8 16,0 0 8-16,0 0 1 0,0 0-7 0,6 0 8 15,-6 0-3-15,0 0 1 0,7 0-7 16,-7 0 10-16,6 0-4 0,-3 0-2 0,2 0 11 16,1 0-4-16,3 0 3 0,5 0 9 0,-1 0-3 15,1 0-3-15,9 0 6 0,3 0 3 0,4 0 16 16,10-7 2-16,5 7-3 0,5-6-7 0,9 6-16 16,4 0-5-16,7 0 2 0,3 0-2 0,5 0 6 15,4 0-1-15,5 0 3 0,4 0-5 0,5 0-2 16,3 0 3-16,4 0-1 0,-1 9-2 0,7-9-2 15,0 12 2-15,4-5 16 0,-2-1-12 0,1 0 0 16,-3-1 0-16,4-1-20 0,-7-1 20 0,2-3-4 16,-5 0-5-16,2 0 7 0,-5 0-6 15,-3 0 6-15,-3 0-2 0,-5 0 0 0,-3 0-3 16,-5 0 0-16,-9-11 3 0,-3 11-3 0,-7-7 1 16,-9 7 0-16,-4-7 0 0,-5 7-6 0,-9-6 10 15,-2 6-2-15,-7-5-4 0,-5 5 6 0,-5-4-15 16,-1 4 11-16,-5-3 2 0,-2 3 1 0,-5 0 7 15,3 0-3-15,-4 0-2 0,-1 0 0 0,1 0 2 16,-2 0-7-16,0 0 6 0,0 0-9 0,0 0 2 16,0 0 4-16,0 0-10 0,0 0 28 15,0 0-21-15,0 0 4 0,0 0 4 0,0 0-19 0,0 0 17 16,0 0-5-16,-8 0 2 0,8 0 2 0,0 0-3 16,-6 0-1-16,6 0 3 0,-5 0 1 0,1 0-1 15,2 0-4-15,-1 0-5 0,-1 0-21 16,1 0-28-16,0 0-50 15,-2 0-55-15,-3 0-51 0,2 0-51 0,-4 0-54 16,1 0-166-16,-5 0-131 0,-3 0 83 0</inkml:trace>
</inkml:ink>
</file>

<file path=ppt/ink/ink2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4:45.102"/>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2 308 2322 0,'0'0'27'0,"0"0"22"16,0 0 20-16,0 0 6 0,-13 0-28 15,13 0-21-15,-11 0-13 0,11 0-2 0,0 0 10 0,0 0 8 16,0 0 3-16,0 0 16 0,0 0 7 16,0 0-4-16,14 0-8 0,-1 0-12 0,1 0-12 15,1 0 21-15,2 0 8 0,3 0 15 0,4 0 17 16,8 0-25-16,1-10 4 0,10 10-12 0,7-11-5 15,6 5 9-15,9-3-16 0,11 0-3 0,8-1-10 16,7 2-15-16,12-4-4 0,13 0-6 0,5-1-3 16,11 2-1-16,7-2 12 0,3 0-5 0,7 2 0 15,3 0 5-15,3 0-3 0,3 0 5 0,1 3-4 16,2 1-1-16,0-1-4 0,-1 2 6 16,-5 0-8-16,-2 5 17 0,-9-2-8 0,-6 3-3 15,-8 0 3-15,-10 0-12 0,-10 0 10 0,-8 0-4 16,-11 0-6-16,-7 0 5 0,-10 0 0 0,-10 0 2 15,-12 0 5-15,-8 0 3 0,-11 0-3 0,-7 0 9 16,-8 0 35-16,-6 0 25 0,-4 0 23 0,-4 0-13 16,-4 0-31-16,0 0-36 0,0 0-19 0,0 0 3 15,-13 0-2-15,-1-10-12 0,0 1-16 0,-4 1-23 16,-2-2-40-16,-7 10-1 0,-5-8-53 0,-6 2-38 16,-3-1-37-16,-7 1-56 0,-5 2-7 0,2 0-3 15,-6-1-20-15,1 0-147 0,-4 3-80 0,3-2 63 16</inkml:trace>
</inkml:ink>
</file>

<file path=ppt/ink/ink2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4:45.606"/>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311 220 2068 0,'-44'7'3'0,"2"2"0"0,5-4-1 0,4-2 1 16,4 1 18-16,2-4 28 0,4 0 38 0,3 0 39 16,4 0 20-16,2 0 4 0,5 0-17 0,0 0-16 15,4 0-23-15,2 0-29 0,3 0-8 16,0 0-21-16,0 0-24 0,0 0-5 0,0 0-14 16,0 0-10-16,0 0 6 0,0 0 8 0,11 0 2 15,-11 0 1-15,9 7 12 0,-2-7 11 0,3 7 26 16,0-7 21-16,2 4 3 0,5 2-13 0,0-6-20 15,6 5 0-15,7-2 3 0,3-2 16 0,13-1 0 16,4 0-14-16,12 0-3 0,14 0-21 0,12 0-2 16,12-12 2-16,16-2-16 0,13 2 11 0,12 0-19 15,8-2 3-15,12 3 1 0,5-2-6 0,5 0 15 16,4 2-13-16,-4-2 7 0,3 4-3 0,-7 0 3 16,-6 1 5-16,-9 0-6 0,-10 1 4 15,-8 3-12-15,-13 0 5 16,-10 1-7-16,-12 1 0 0,-14 1 3 0,-11 0 1 0,-13 1 10 0,-12 0-1 15,-13 0 9-15,-10 0 16 0,-9 0 7 0,-7 0 7 16,-10 0 6-16,0 0-24 0,0 0-8 0,0 0-15 16,0-11-3-16,-10 2-2 0,-2 9 6 0,1-8-11 15,-1 3 4-15,-5 5 12 0,-3-8-15 16,-2 1 5-16,-6 3-10 0,-4 2-31 0,-4-2-18 0,-2 1-40 16,-5-1-40-16,-1 0-44 0,2-1-65 15,-2 1-53-15,0 0-50 0,3-1-35 0,0-1-194 16,1 4-34-16,-1-3 94 0</inkml:trace>
</inkml:ink>
</file>

<file path=ppt/ink/ink2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4:46.624"/>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62 0 2376 0,'-14'7'8'0,"2"-3"8"0,2-4 0 15,4 1 0-15,-2 2-11 0,-1-3 1 0,6 0 20 16,0 0 24-16,-2 0 28 0,5 0 18 0,0 0 3 15,0 0-7-15,0 0-15 0,0 0-25 0,0 0-26 16,0 0-21-16,0 0-10 0,11 0 6 0,-5 0 19 16,5 0 21-16,-2 0 14 0,7 9 5 0,1-9 4 15,9 9-13-15,4-9 18 0,7 6-8 16,11-6-6-16,5 0-4 0,11 0-24 0,12 0-10 0,9 0-2 16,14 0-11-16,10 0-4 0,7 0 6 0,7 0-8 15,4 0 13-15,2 0-8 0,7 0-1 16,-4 0-2-16,-3 0-7 0,1 0 7 0,-4 0-2 15,-1 0 2-15,-10 9 6 0,-1-9-8 0,-12 10 5 16,-2-3-3-16,-12-1 0 0,-9-6 5 0,-10 5-6 16,-10 1-2-16,-12-6 0 0,-9 0 4 0,-8 0 12 15,-8 4 33-15,-6-4 26 0,-4 3 25 0,-6-3 5 16,-6 0-12-16,0 0-18 0,0 0-27 0,0 1-2 16,0 2-5-16,0-3-12 0,0 0 10 0,0 0-22 15,0 0-12-15,-7 0 3 0,7 0-16 16,0 0 12-16,-8 0 5 0,8 0-3 0,0 0-7 15,-4 0 10-15,4 0-7 0,0 0-1 0,0 0 12 16,0 0-16-16,0 0 0 0,0 0-1 0,0 0 8 16,0 0 11-16,0 0-1 0,0 0-1 0,0 0-12 15,0 0 0-15,0 0-2 0,0 0-1 0,0 0 5 16,0 0 4-16,0 0-6 0,0 0 11 0,0 0-9 16,0 0-1-16,0 0 2 0,0 0-5 0,0 0 4 15,0 0-3-15,0 0 9 0,0 0-8 0,0 0-7 16,0 0 0-16,0 0-4 0,0 0 7 0,0 0 22 15,0 0-25-15,0 0 15 0,0 0 6 0,0 0-16 16,0 0 20-16,0 0-3 0,0 0-22 0,0 0 6 16,0 0-3-16,0 0-10 0,0 0 24 15,0 0-9-15,0 0 6 0,0 0-6 0,0 0-7 0,0 0 10 16,0 0-2-16,0 0 2 0,0 0 11 16,0 0-11-16,0 0-1 0,0 0 3 0,0 0-7 15,0 0-1-15,0 0 10 0,0 0-8 0,0 0-2 16,0 0 7-16,0 0-10 0,0 0 6 0,0 0 1 15,0 0-6-15,0 0 9 0,0 0 2 0,0 0-6 16,0 0 8-16,0 0-7 0,0 0 2 0,0 0-4 16,0 0 5-16,0 0-13 0,0 0 10 0,0 0 12 15,0 0-22-15,0 0 24 0,0 0-13 0,0 0-3 16,0 0 12-16,0 0-16 0,0 0 2 0,0 0 1 16,0 0 0-16,0 0 4 0,0 0 2 0,0 0-3 15,0 0 9-15,0 0-7 0,0 0-3 16,0 0 0-16,0 0-6 0,0 0 12 0,0 0-10 15,0 0 3-15,0 0-4 0,0 0 5 0,0 0-2 16,0 0 5-16,0 0 1 0,0 0-10 0,0 0 17 16,0 0-14-16,0 0 9 0,0 0 3 0,0 0-15 15,0 0 6-15,0 0-6 0,0 0-2 0,0 0 12 16,0 0 2-16,0 0 4 0,0 0-5 0,0 0-1 16,0 0-2-16,0 0-5 0,0 0 0 0,0 0-30 15,0 0-35-15,0 0-49 0,0 0-70 16,0 0-124-16,0 0-121 0,-15-11-111 0,15 11-268 15,-14 0 63-15,-3 0 156 0</inkml:trace>
</inkml:ink>
</file>

<file path=ppt/ink/ink2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5:44.854"/>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-108 154 1669 0,'-11'0'29'0,"2"0"29"16,3 0 36-16,-1 0 29 0,0 0 1 0,1 0 5 16,6 0-11-16,-4 0 4 0,1 0-4 0,0 0-12 15,0 0-2-15,3 0-9 0,-3-9-8 0,0 9-10 16,1 0-7-16,-1 0-25 0,3 0-16 0,-3 0-12 15,3 0-21-15,-3 0 0 0,3 0 3 0,-3 0-12 16,3 0 5-16,0 0-8 0,0 0-5 0,0 0 18 16,0 0-12-16,0 0 11 0,0 6-1 0,0-1 14 15,17 1 33-15,2-1 17 0,7 0 1 0,8 1-18 16,14 0-24-16,11 3-14 0,11-2 0 16,14-2-1-16,12 1 4 0,5 0-4 0,7 0-3 15,6 1 0-15,1-5-1 0,-1 0-2 0,-1 2 1 16,-4-1 4-16,-3-2-2 0,-7-1 4 0,-6 0-4 15,-8 0 0-15,-12 0 4 0,-8 0 0 0,-12 0 9 16,-9 0 11-16,-10 0 19 0,-9-10 4 0,-8 10 5 16,-8 0-10-16,-1-9-21 0,-8 9-8 0,0-7-16 15,0 7-6-15,0-6-7 0,-14 1-9 0,-3 0-5 16,-2-1-7-16,-9 2-31 0,-5 0-34 0,-10 1-9 16,-8-2-35-16,-8 5 6 0,-8 0 22 0,-9 0-8 15,-9 0 28-15,-5 0 31 0,-9 0 25 16,-4 0 26-16,-8 0 13 0,2 0 1 0,-3 8-8 15,-4-8 9-15,4 0 7 0,-4 0 13 0,4 0 20 16,6 0 13-16,1 0 12 0,3 0 17 0,3 0 10 16,10 0 2-16,2 0 22 0,11-9 19 0,8 1 5 15,7 8-9-15,10-9-23 0,8 3-37 0,10 0-37 16,7 1-16-16,8 1-9 0,8 0-20 0,1 1-3 16,9 3 3-16,0 0-8 0,0 0 12 0,0 0 5 15,20 0 0-15,9 0 6 0,7 0-1 0,15 11 0 16,17-11 3-16,15 11-2 0,19 0-10 15,17 0 15-15,10-4-9 0,9 3-1 0,8-2 5 0,3-2-11 16,1 1 9-16,-4-2-10 0,-4-1 8 16,-8-2-3-16,-8-2-1 0,-7 0-3 0,-10 0-4 15,-12 0-2-15,-9 0 2 0,-15 0 11 0,-14 0 10 16,-10 0 15-16,-13 0-3 0,-10 0-9 0,-12 0-12 16,-14-11-18-16,0 2-4 0,0 0 2 0,-26 1 0 15,-7-2 8-15,-13 0 0 0,-13 1 2 0,-14 1 2 16,-12-2 5-16,-12 4 9 0,-13 0-2 0,-10 1-2 15,-3 3-4-15,-3-2-6 0,-1-1 7 0,7 3 1 16,4-1 1-16,15-1-1 0,8 4-5 0,23 0-14 16,11 0-4-16,16 0 3 0,21 0 12 15,22 0 14-15,0 0 2 0,25 10 3 0,15-10-15 0,13 14 4 16,17-7-1-16,15-7-4 0,14 8 13 16,13 0-7-16,11-3 1 0,9 1-1 0,3-1-4 15,4 0 1-15,-4 0-2 0,-6 1 7 0,-11-3-6 16,-8-1 5-16,-12 0-1 0,-13 1 8 0,-15-3 5 15,-11 0 29-15,-15 0 23 0,-15 0-7 0,-9 0-8 16,-8-10-35-16,-12 10-27 0,0-14-11 0,-20 5 0 16,-7 3-10-16,-11-3-8 0,-7 3 1 0,-15-1 6 15,-3 3 5-15,-12-2 16 0,-4 2 4 0,-1-1 3 16,-2 3 8-16,9-1-9 0,9-1 0 16,9 4-3-16,13 0-16 0,8 0-9 0,12 0-16 0,8 0-15 15,6 0 10-15,8 0 13 0,0 0 21 16,0 0 18-16,14 0 5 0,6 0 2 0,0 0 0 15,4 0 2-15,2 0 3 0,4 8-4 0,-1-8-1 16,0 0-3-16,-2 0 3 0,-4 0 2 0,-2 0 9 16,-6 0 21-16,-1 0 17 0,-8 0 18 0,3 0-10 15,-7 0-20-15,1-10-25 0,-3 10-16 0,0-7 1 16,0 7-1-16,0-8-10 0,0 2 6 0,0 6-10 16,0-5 2-16,0 1 5 0,0 4-13 0,0-3 15 15,0 3-9-15,-6 0 5 0,6 0 6 0,0 0-15 16,0 0 10-16,0 0-4 0,0 0-6 0,-8 0 3 15,8 0-11-15,0 0 3 0,-3 0 2 0,3 0 6 16,0 7 5-16,0-7 3 0,-3 0 7 16,3 7-2-16,0-7 2 0,-3 0-3 0,3 7 1 15,0-6 0-15,0 3 1 0,-3-4 1 0,3 2-5 16,0-1 3-16,0 2 2 0,0-1 2 0,0-1 0 16,0-1-4-16,0 0-2 0,0 0 1 0,0 0 3 15,0 0-2-15,0 0 2 0,0 0 9 0,0 0-12 16,0 0 9-16,0 0-6 0,0 0-11 0,0 0 20 15,0 0-16-15,6 0 7 0,-6 0-4 0,0 0-9 16,0 0 7-16,0 0-8 0,3 0 6 0,-3 0-4 16,0 0-2-16,0 0-5 0,0 0-10 0,0 0 3 15,0 0-1-15,0 0-6 0,0 0-4 0,0 0-17 16,0 0-10-16,0 0-10 0,11 0-6 16,-11 0-15-16,0 0-5 0,6 0-14 0,-6 8-26 15,6-8-34-15,0 7-67 0,1-7-221 0,0 9-28 16,-1-5 66-16</inkml:trace>
  <inkml:trace contextRef="#ctx0" brushRef="#br0" timeOffset="-50086.87">191 37 1818 0,'-10'0'13'0,"-2"0"19"0,-2-10 27 0,0 10 34 0,-1-6 16 16,-2 6 9-16,1-9 11 0,-1 5-4 0,3 4 0 15,1-6-2-15,1 5-15 0,1 1-16 0,2 0-5 16,3 0-30-16,1 0-17 0,2 0-9 15,0 0-24-15,3 0 3 0,0 0-15 0,0 0-5 0,0 0-3 16,0 0-6-16,0 0 14 0,0 0-14 16,0 0 7-16,0 0 5 0,11 7 3 0,1-2 32 15,5 3 15-15,2-2 15 0,12 3 0 0,8-2-9 16,10 4-9-16,10-1-12 0,8-2-9 0,12 1-7 16,13 0-15-16,7-1-6 0,6 2 10 0,9-3 2 15,1 2-1-15,1-1 5 0,-1 1-7 0,-1 1 1 16,-3-5 2-16,-9 4-3 0,-4-5-1 0,-8 3-1 15,-8-5-1-15,-12 4 10 0,-5-2-5 16,-12 1 0-16,-9-4 17 0,-12 0-1 0,-9 0 15 0,-6-1 2 16,-7 0-17-16,-10 0-11 0,0 0-14 0,0 0-13 15,-16 0-11-15,-4-12 2 0,-6 4-6 0,-4-3-15 16,-7 11-4-16,-4-11-15 0,-7 2-22 16,-5 4-3-16,-7 5 1 0,-5-8 7 0,-5 4 17 15,-1-1 25-15,-10 5 11 0,2-4 10 0,-7 3 8 16,-2 1 3-16,1-3 7 0,-1 3-1 0,1 0 4 15,1 0 0-15,4 0 0 0,3 0 5 0,6 0 8 16,5 0 11-16,5 9 8 0,3-9 10 0,8 0 4 16,2 8 12-16,6-8 13 0,1 7 12 0,8-7 12 15,5 2-11-15,3 2-1 0,4-4-10 0,3 0-18 16,6 0-11-16,2 0-21 0,5 0-11 16,4 0-7-16,0 0-1 0,3 0-16 0,0 0 0 0,0 0-2 15,0 0 2-15,10 0 19 0,2 0-2 16,2 0 30-16,9 0-4 0,4 0 6 0,10 0 10 15,11 0-25-15,11 0-2 0,8 0-10 0,12 0-11 16,8 0 4-16,7 0-1 0,3 0 3 0,5 0-3 16,3 0-6-16,-2 0 11 0,-4 0-5 0,-4 0-4 15,-5 0 7-15,-8 0-1 0,-9 0-2 0,-11 0 11 16,-9 0-8-16,-10 0-2 0,-13 0 21 0,-7 0-10 16,-6 0 10-16,-11 0-1 0,-6 0-18 0,0 0-5 15,-17 0-12-15,-9 0-1 0,-7 0-2 0,-13 0 11 16,-10 0 5-16,-11 0-2 0,-15 0 0 15,-7 0-6-15,-13 0 15 0,-4 0-4 0,-5 0 5 16,-5 0 13-16,2 9-1 0,7-9 14 0,5 0 9 16,8 5 6-16,12-5-3 0,13 6 1 0,13-6-12 15,14 0-30-15,11 0-19 0,11 0-12 0,10 0 5 16,10 0 12-16,0 0 22 0,20 0-8 0,4 0 5 16,12 0 8-16,13 0-19 0,13 0 12 0,14 0-12 15,21 0-5-15,11 0 7 0,17-11-5 0,7 11 5 16,8-9-3-16,4 9 1 0,-1 0-3 0,-8 0 2 15,-8 0 6-15,-13 0-3 0,-12 0 4 0,-17 0 7 16,-18 0-7-16,-14 0 11 0,-18 0 0 16,-11 0 1-16,-24 0-8 0,0 0-5 0,0 0-1 0,-20 0-12 15,-7 0 18-15,-11 0-11 0,-6 0 5 16,-11 0 0-16,-11 0-4 0,-7 0 9 0,-9 0 1 16,-11 0-1-16,-7 0-9 0,-5 0-3 0,-1 0 21 15,-2 0 18-15,8 0 11 0,9 0 10 16,10 0-20-16,13 0-11 0,15 0-21 0,13 0-6 0,14 0-14 15,13 0 7-15,13 0 11 0,0 0-5 0,0 0 8 16,0 0-9-16,19 0 9 0,10 0-13 16,9-10 9-16,14 3-3 15,10-3-4-15,17 0 14 0,14 0-3 0,10 2-5 0,12-4-1 0,7 3 1 0,-2 1-4 16,-2 4 7-16,-5-3 0 0,-12 6-7 16,-8-2 12-16,-17 3-16 0,-17 0 42 0,-12 0 40 15,-13-3 5-15,-14 3 26 0,-11-1-46 0,-9-2-33 16,0 2-30-16,-23-1-11 0,-8 2 4 0,-5-3-2 15,-11 2 14-15,-11 1 3 0,-12 0-4 0,-9 0-5 16,-10 0-1-16,-10 0-5 0,-6 0 2 0,-4 0 8 16,0 0 7-16,-4 0-5 0,8 0 3 0,7 0 0 15,8 0-13-15,17 0 7 0,12 7-16 0,13-7-1 16,11 0-10-16,15 0-7 0,8 7 11 0,14-7-10 16,0 7 25-16,14-3 6 0,5-2 12 15,15 0 4-15,8 1-10 0,11-3-3 0,16 3-6 0,11-3 15 16,11 0-13-16,8 0 10 0,12 2-8 15,3-1 0-15,1 3 9 0,2-2-5 0,0 5 9 16,-6-3-14-16,-12 0 3 0,-7 2 13 0,-13-1-14 16,-12 1-2-16,-12-2 11 0,-14-2-2 0,-12 2 35 15,-11-4 17-15,-6 1-9 0,-12-1 1 0,0 0-23 16,0 0-12-16,0 0 0 0,0 0-16 0,-15 0-10 16,0 0 1-16,-3 0 5 0,-4 0 3 0,-4 0 17 15,-2 0 2-15,-4-8-12 0,-3 8-6 0,0 0-1 16,1-8-6-16,3 8 7 0,5 0 3 0,4 0 2 15,4 0-6-15,5 0-5 0,3 0 9 0,3 0-15 16,4 0 15-16,0 0 6 0,1 0-17 0,2 0 4 16,0 0 2-16,0 0-5 0,0 0 19 0,0 0-2 15,0 0-2-15,0 0 7 0,0 0-7 16,0 0-2-16,0 0-2 0,0 0-4 0,0 0 3 16,0 0 6-16,0 0-7 0,0 0 1 0,0 0-5 15,0 0 6-15,0 0 0 0,5 0-2 0,-5 0 1 16,0 0-3-16,6 0 3 0,-6 0-7 0,0 0 10 15,0 0-4-15,0 0-5 0,0 0 8 0,0 0-8 16,0 0 2-16,4 0-2 0,-4 0-1 0,0 0-1 16,0 0 3-16,0 0 13 0,0 0-5 0,0 0 8 15,0 0-3-15,0 0-7 0,0 0-1 0,0 0 0 16,0 0-6-16,0 0 9 0,0 0 0 0,0 0-4 16,0 0 6-16,0 0-18 0,0 0 5 0,0 0 4 15,0 0-5-15,0 0 8 0,0 0 1 16,0 0-7-16,0 0 5 0,0 0 5 0,0 0-3 15,0 0 2-15,0 0-5 0,0 0 0 0,0 0 3 16,0 0-3-16,0 0 1 0,0 0 2 0,0 0-6 16,0 0 5-16,0 0 4 0,0 0 0 0,0 0-5 15,0 0-3-15,0 0 5 0,0 0-3 0,0 0 10 16,0 0 2-16,0 0-12 0,0 0 0 0,0 0-3 16,0 0 2-16,0 0 4 0,0 0 9 0,0 0-5 15,0 0-3-15,0 0 13 0,0 0-25 16,0 0 17-16,0 0-8 0,0 0-2 0,0 0 13 15,0 0-3-15,0 0 6 0,0 0-12 0,0 0 6 16,0 0-8-16,0 0 2 0,0-12 0 0,0 12 0 16,0 0 3-16,0 0-1 0,0 0 8 0,0 0-12 15,0 0-7-15,0 0 3 0,0 0-5 0,0 0 13 16,0 0 4-16,0 0-3 0,0 0-5 0,0 0-1 16,0 0-6-16,0 0 12 0,0-8 3 0,0 8 1 15,0 0-4-15,0 0-15 0,0 0 12 0,0 0-13 16,0 0 16-16,0 0 2 0,0 0-14 0,0 0 12 15,0 0-5-15,0 0 10 0,0 0-2 0,0 0-14 16,0 0 11-16,0 0-14 0,0 0 10 0,0 0 9 16,0 0-7-16,0 0 6 0,0 0-7 15,0 0-3-15,0 0-2 0,0 0 5 0,0 0-3 0,0 0 9 16,0 0-9-16,0 0-4 0,0 0 7 16,0 0 0-16,0 0 9 0,0 0-12 0,0 0 9 15,0 0-9-15,0 0-3 0,0 0 9 0,0 0-8 16,0 0 2-16,0 0 1 0,0 0 5 0,0 0-4 15,0 0 1-15,0 0 0 0,0 0-6 0,0 0 10 16,0 0-4-16,0 0 3 0,0 0 3 0,0 0-14 16,0 0 12-16,0 0-8 0,0 0 4 0,0 0 8 15,0 0-11-15,0 0 5 0,0 0-5 0,0 0 1 16,0 0 5-16,0 0-8 0,0 0 11 0,0 0-2 16,0 0 2-16,0 0 7 0,0 0-18 0,0 0 4 15,0 0 1-15,0 0-3 0,0 0 11 0,0 0-11 16,0 0 1-16,0 0 1 0,0 0-2 15,0 0 16-15,0 0-17 0,0 0 7 0,0 0-6 16,0 0-4-16,0 0 20 0,0 0-16 0,0 0 6 16,0 0-9-16,0 0-4 0,0 0 7 0,0 0-1 15,0 0 6-15,0 0 1 0,0 0 3 0,0 0-2 16,0 0 4-16,0 0-8 0,0 0 0 0,0 0-4 16,0 0-6-16,0 0 7 0,0 0-3 0,0 0 6 15,0 0 3-15,0 0-3 0,0 0 0 16,0 0 2-16,0 0-5 0,0 0 3 0,0 0 0 0,0 0-14 15,0 0 12-15,0 0-6 0,0 0-3 16,0 0 14-16,0 0-12 0,0 0 8 0,0 0 9 16,0 0-5-16,0 0-3 0,0 0-5 0,0 0-3 15,0 0 3-15,0 0 14 0,0 0-8 0,0 0-1 16,0 0 3-16,0 0-7 0,0 0 13 0,0 0 1 16,0 0-13-16,0 0 3 0,0 0-9 0,0 0 2 15,0 0 3-15,0 0-4 0,0 0 18 0,0 0-4 16,0 0-2-16,0 0 7 0,0 0-24 0,0 0 10 15,0 0 11-15,0 0-10 0,0 0 16 0,0 0-15 16,0 0-7-16,0 0 11 0,0 0-4 0,0 0-5 16,0 0 14-16,0 0-14 0,0 0 2 0,0 0 4 15,0 0-9-15,0 0 12 0,0 0 1 16,0 0 0-16,0 0 2 0,0 0 0 0,0 0-2 16,0 0 0-16,0 0-2 0,0 0-5 0,0 0-7 15,0 0 10-15,0 0-2 0,0 0-10 0,0 0 13 16,0 0-4-16,0 0-1 0,0 0 5 0,0 0 6 15,0 0-10-15,0 0 6 0,0 0 3 0,0 0-13 16,0 0 23-16,0 0-19 0,0 0 7 16,0 0-2-16,0 0-11 0,0 0 13 0,0 0-4 0,0 0 3 15,0 0 0-15,0 0-7 0,0 0 8 0,0 0-6 16,0 0 1-16,0 0 5 0,0 0-8 0,0 0 0 16,0 0 4-16,0 0-7 0,0 0 3 0,0 0 1 15,0 0-9-15,0 0 16 0,0 0-11 16,0 0 11-16,0 0 8 0,0 0-6 0,0 0 1 15,0 0-4-15,0 0-6 0,0 0 0 0,0 0 9 16,0 0-8-16,0 0 6 0,0 0-4 0,0 0-9 16,0 0 5-16,0 0 3 0,0 0-1 0,0 0 7 15,0 0-1-15,0 0-6 0,0 0-3 0,0 0 4 16,0 0 4-16,0 0 1 0,0 0-11 0,0 0-1 16,0 0-5-16,0 0 9 0,0 0 10 0,0 0-15 15,0 0 16-15,0 0-10 0,0 0 1 16,0 0 16-16,0 0-17 0,0 0 3 0,0 0-1 15,0 0-5-15,0 0 9 0,0 0-2 0,0 0-6 16,0 0 18-16,0 0-17 0,0 0 5 0,0 0 8 16,0 0-13-16,0 0 5 0,0 0-3 0,0 0-3 15,0 0-2-15,0 0 10 0,0 0-7 0,0 0 13 16,0 0-7-16,0 0-3 0,0 0 7 0,0 0-8 16,0 0 7-16,0 0 0 15,0 0-6-15,0 0 7 0,0 0-32 0,0 0-14 0,0 0-28 0,0 0-36 16,0 0-9-16,0 0-39 0,0-9-46 0,0 9-62 15,0 0-67-15,0 0-40 0,0 0-43 0,0 0-218 16,0 0-17-16,-13 0 95 0</inkml:trace>
</inkml:ink>
</file>

<file path=ppt/ink/ink2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5:12.411"/>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-928 879 2802 0,'3'-18'60'0,"-3"5"69"0,0 0 42 0,0 6 16 16,0 7-58-16,0 0-72 0,0 0-43 0,0 0-23 15,0 0-15-15,0 0 11 0,0 11-5 0,0 4 9 16,0-1 11-16,10 4-7 0,1 5 18 0,1 4-7 16,-1 4 9-16,0 0-2 0,-1 4-9 15,4 1-3-15,-2 0-3 0,-1-4 2 0,-1 1-2 16,-1-7 26-16,-1 2-24 0,1-7 12 0,-1-2-11 15,-2-2-16-15,-2-2 17 0,2-5-40 0,-3-3-60 16,0-3-77-16,0-3-79 0,-3-1-39 0,0 0-44 16,0 0-290-16,0 0-1 0,0-12 64 0</inkml:trace>
  <inkml:trace contextRef="#ctx0" brushRef="#br0" timeOffset="172.08">-1010 712 3395 0,'-3'-21'55'0,"-3"0"40"16,0 7 42-16,-2 0 26 0,2 4-49 0,-2 5-32 16,2-2-34-16,2 3-37 0,1 0-11 0,0 2-43 15,1 1-45-15,2 1-64 0,0-1-129 0,0-3-107 16,0 2-57-16,0 2-64 0,0 0-217 16,0 0 132-16,0 0 92 0</inkml:trace>
  <inkml:trace contextRef="#ctx0" brushRef="#br0" timeOffset="569.04">-731 821 2870 0,'9'-8'11'16,"0"2"-2"-16,-3 6-12 0,-1-4-6 15,2 4-16-15,-2 0 2 0,-4 0 9 0,2 0 7 0,3 0 4 16,1 12-2-16,0-1 5 0,2-2 3 15,0 5 0-15,1 0 2 0,3 1-2 0,-2 3-5 16,1-5 10-16,-1 6-5 0,-2-2 2 0,-2 0 8 16,-1 0-3-16,0-1 23 0,-3-1 10 0,1 1 16 15,-4-4 17-15,0 1 3 0,0-4 21 0,0-1 16 16,0-2 13-16,0-3-19 0,0 0-18 0,0-3-33 16,-10 0-17-16,10 0 0 0,-12 0-8 0,2-19-4 15,-3 2-15-15,3-4-10 0,-1-1-13 16,1-6 10-16,0-6 9 0,3-1 1 0,2-1 23 0,5-4-19 15,0 1-17-15,0 0 18 16,11 2-19-16,0 4 0 16,1 2 2-16,1 3 0 0,3 6 6 0,0 3-6 0,1 6-1 0,3 2-2 0,-2 9-6 15,2 2 12-15,1 0 5 0,-1 0-6 0,2 13-6 16,0 2 4-16,-3 2-5 0,1 3-12 0,0-2 19 16,-3 4-7-16,-2 0-38 0,-1 2-49 0,-2 0-121 15,-5 2-146-15,-1-5-146 0,0 6-365 0,-4-4 85 16,-2-1 152-16</inkml:trace>
  <inkml:trace contextRef="#ctx0" brushRef="#br0" timeOffset="-3020.44">320-25 2348 0,'9'-16'6'0,"-3"6"-4"0,2-1-8 0,-3 0-3 15,-1 6-8-15,2-3 15 0,2 4 20 0,1-1 3 16,1 1 3-16,3 3-11 0,2-4-12 0,5 5 0 15,-1 0 2-15,1 0 1 0,1 0 3 0,1 15-2 16,0-3-1-16,1 0 3 0,-2 4-10 0,1 0 10 16,-1 4 1-16,-1-3 0 0,-2 4 9 0,-4-1-1 15,-1 1 10-15,-2-1 16 0,-2-3 14 0,-4 3 12 16,-1-3-2-16,-2-2-2 0,-1-2-9 0,-1 0 6 16,0-5 17-16,0-1 26 0,0-3 31 15,0 2 12-15,0-6 9 0,0 0-21 16,0 0-38-16,0 0-22 0,-11 0-31 0,4 0-15 0,-2-11 8 15,0-1-12-15,0 1 4 0,-4-2-21 0,1-3-3 16,0 0 4-16,1-4-18 0,1-1 9 0,1-3-2 16,3 0-10-16,1-1 6 0,5 0 20 0,0-3-21 15,0 2 4-15,0 0 8 0,14 1-21 0,-2 1 23 16,0 2-12-16,0 1-9 0,2 3 14 0,-3-1-14 16,-1 7 9-16,1-1 8 0,-2 4-11 15,-2 3-2-15,0 1-18 0,-4 2-28 0,-3 2-33 0,0 1-28 16,0 0-48-16,0 0-57 0,0 0-39 15,0 0-60-15,0 0-19 0,0 0-36 0,0 0-198 16,0 0 32-16,0 0 84 0</inkml:trace>
  <inkml:trace contextRef="#ctx0" brushRef="#br0" timeOffset="-2810.15">821-316 2703 0,'8'-6'20'0,"-4"2"8"16,1 4-5-16,0 0-3 0,-2 0-17 0,-2 0-8 15,2 0 13-15,-1 0 12 0,2 10 4 0,1-10 20 16,2 11 16-16,-1-4-6 0,5 4 5 0,0-3-25 16,2 4-23-16,1-1-1 0,1 1-1 0,-1 2 3 15,0-3 0-15,-1 1 1 0,-2 2-9 0,0-2 7 16,-2-1-2 0,-2 0-2-16,-2 0-3 15,-2-3-10-15,0 3-78 0,-2-3-84 0,-1-1-107 0,0 2-162 0,0 1-257 0,-15-3 60 0,-1-1 111 16</inkml:trace>
  <inkml:trace contextRef="#ctx0" brushRef="#br0" timeOffset="-2651.86">803-628 3470 0,'0'-18'42'0,"0"3"39"0,0 2 10 0,0 5 20 16,0 1-35-16,0 2-40 0,-9 4-13 15,9-1-20-15,0 0-18 0,0 2-36 0,0 0-58 0,0 0-104 16,0 0-100-16,0 0-16 0,0 0-25 15,0 0-14-15,0 0-206 0,0 10-30 0,11-1 85 16</inkml:trace>
  <inkml:trace contextRef="#ctx0" brushRef="#br0" timeOffset="-2045.44">1382-721 2978 0,'0'-10'57'0,"0"1"54"0,0-1 46 0,-17 0 31 16,3 5-31-16,4 0-37 0,-2-1-1 0,-1 2-21 16,3 0-17-16,1 2-7 0,0 0-43 0,1 2-15 15,2 0-12-15,0 0-10 0,1 0 8 0,2 0-9 16,-1 12 3-16,-1 4-4 0,2 4-8 15,0 3 8-15,-1 5-18 0,0 3 30 0,0 1-15 0,2 2-9 16,2-3 15-16,0 2-38 0,0-6 0 0,0 4 9 16,11-3-3-16,-11-4 4 0,12-1 7 0,-1-3 8 15,-11 0 1-15,9-6 8 0,-3-3 11 0,-6-4 0 16,8-7 3-16,-8 0 0 0,4 0 7 16,-4 0-14-16,5-13 6 0,-4-5 1 0,4-1-11 15,-1-5 14-15,1-2-4 0,2-4 12 0,0 0-12 16,0-3-1-16,2 3 4 0,-1 2-6 0,1 2-4 15,0 2 23-15,0 3-21 0,2 4-22 0,-1 2 30 16,1 1-27-16,3 5 14 0,-1 1 18 0,4 6-22 16,1 2 4-16,1 0 11 0,0 0-11 0,3 15 11 15,2-2-8-15,-1 7-6 0,1 1 21 0,-1 3 5 16,1 1 12-16,-1 2-5 0,-2 3-14 0,-1 3-10 16,-3 3 3-16,-7 2 2 0,1-1 3 0,-5 5-5 15,-2 0-8-15,-4 0 27 0,0-2-12 16,0-3 10-16,-12-4-10 0,12-7-29 0,-15-4 22 15,4-5 12-15,4-5 22 0,-2-7 31 0,1-5-11 16,-1 0-12-16,-2 0 3 0,2 0-40 0,-1-15 14 16,-1-2-7-16,0-1 3 0,1-3-12 0,1-6-4 15,3-2-17-15,3-1-9 0,3-5 28 0,0-1-25 16,0-3 12-16,0-1-5 0,15 2-14 0,-2 1-1 16,1 2-15-16,4 3-32 0,1-2-20 15,-1 7-37-15,0-2-56 0,0 6-63 0,0 2-86 0,-1 2-85 16,0 1-177-16,-2 3-137 0,-1 3 118 15</inkml:trace>
  <inkml:trace contextRef="#ctx0" brushRef="#br0" timeOffset="-1677.08">1730-1194 3600 0,'-13'-22'46'0,"0"2"27"0,4 5 27 0,-2 4 11 16,2 3-47-16,0 2-14 0,3 1-49 0,3 4-39 16,0 1-58-16,3 0-114 0,0 0-21 15,0 0-21-15,0 0-49 0,12 0-54 0,-2 0-326 0,7 0-41 16,-3 11 110-16</inkml:trace>
  <inkml:trace contextRef="#ctx0" brushRef="#br0" timeOffset="-1829.55">1960-973 3681 0,'-13'-9'38'0,"1"2"24"0,12 0 18 0,-11 3-6 16,11 0-31-16,-9 4-28 0,9 0-23 0,0 0 3 15,0 0-6-15,0 0-3 0,0 0 8 0,0 0 2 16,0 11-5-16,0 0 17 0,15-2-9 0,0 1 5 16,0 2 1-16,2 1-20 0,3 1-7 15,-2 1-44-15,-1 2-12 0,-2 1-32 0,0 0-40 0,-1 0-35 16,-4-1-72-16,0 0-58 0,-3-3-84 16,-2 0-291-16,-5 2 39 0,0-6 99 0</inkml:trace>
  <inkml:trace contextRef="#ctx0" brushRef="#br0" timeOffset="-1162.31">2111-1203 2616 0,'0'-6'38'16,"0"1"49"-16,0 0 23 0,0 4 16 0,0-4-38 16,0 2-56-16,0 2-19 0,0 1-19 0,10-2 13 15,-10 0 9-15,11 1-2 0,1-1 4 0,-1 2-15 16,2 0-4-16,4 0-5 0,1 0 9 0,2 0-2 15,3 0 4-15,-3 16 6 0,2-3-13 0,1 0 9 16,-3 3-4-16,1 2 6 0,-4 4-3 16,0-2-4-16,-1 1 6 0,-2 1-10 0,-2-2 12 15,-3-1-11-15,-1 0 0 0,-1-2 8 0,-1-4-10 16,-1 1 14-16,-2-3-8 0,0-3 5 0,-3-2 13 16,3-1 54-16,-3-2 53 0,0-3 24 0,0 0 44 15,0 0-18-15,0 0-8 0,0 0-22 0,0-14-56 16,0 1-51-16,0-5-36 0,-12-1-5 15,12-4 27-15,-11-4 6 16,2-5-5-16,9 0-6 0,-9-4-22 0,9 2 3 0,0 2 1 0,0-1-2 0,0 4-4 16,0 2 4-16,0 5-19 0,0-1 11 0,12 5-11 15,-1 6-3-15,0-2 22 0,2 4-27 0,2 3 16 16,2 1 4-16,3 3-18 0,1 3 4 0,2 0-14 16,-2 0-18-16,2 0-15 0,-2 11-20 15,2 1-19-15,0 0-36 0,-3 1-38 0,1 3-73 16,-1 0-85-16,-2 0-67 0,2 1-69 0,-1 0-219 15,-1 0 53-15,-1-1 117 0</inkml:trace>
  <inkml:trace contextRef="#ctx0" brushRef="#br0" timeOffset="-3499.9">115 33 1786 0,'-12'21'16'0,"-2"5"5"0,1 0 8 0,-1 2 5 15,0 0-9-15,2 3-3 0,3 1-2 16,1 1-1-16,2-1-3 0,6 0-8 0,0 1-3 15,0-1-3-15,0 1-5 0,14-5 11 0,-2 0-8 16,2-2-1-16,0-2 10 0,1-5-14 0,-2-3 8 16,4-3 17-16,-2-5 33 0,2-4 50 0,-3-4 30 15,-1 0 10-15,-1 0-4 0,1-14-6 0,-3-3 15 16,-1-1 16-16,-1-6-2 0,-2 1-6 0,-1-5-10 16,-1-1-42-16,-4-4-31 0,0 3-25 0,0-2-33 15,0-1-6-15,-14-1-3 0,1 1 7 0,-1 1 4 16,0-1 1-16,-2 5 1 0,1 0-14 15,-1 5-8-15,0 1 1 0,1 3 6 0,1 3-27 16,0 3-43-16,1 2-83 0,0 5-124 0,0 0-127 16,1 4-152-16,-1 2-257 0,0 0 117 0</inkml:trace>
  <inkml:trace contextRef="#ctx0" brushRef="#br0" timeOffset="-778.58">3008-1348 2998 0,'0'-21'55'0,"-10"-1"77"16,-1 2 59-16,-1 1 34 0,1 1-12 0,-1 1-29 15,-2 2-18-15,2 0 21 0,2 3 28 0,-1-2-2 16,2 5-1-16,1 1-21 0,1 4-62 15,1-1-31-15,1 4-36 0,2 1-43 0,0 0-26 16,1 0-18-16,-1 0-26 0,2 0 16 0,-2 10 19 16,1 0-7-16,-1 4 16 0,0 4-11 0,-1 3-11 15,1 5-21-15,-2 2-2 0,-2 2-28 0,2 5-48 16,2-1-12-16,0-2-2 0,3 1 20 0,0-3 51 16,0 0 37-16,0-4 4 0,0-2 6 0,0-4 9 15,0-2 10-15,9-6 0 0,-9-1 18 0,0-7-15 16,9 0 10-16,-9-4 12 0,0 0 13 0,6 0 30 15,-6 0 4-15,5-12 2 0,-1 0-20 0,-1-4-17 16,0-2 11-16,3-3 5 0,1-5 13 0,-1-2-23 16,3-3-15-16,0 1-19 0,0 0-14 0,3 1 5 15,-1 2-20-15,-2 2-4 0,0 7-1 0,3 0 2 16,-1 5 13-16,1 3-9 0,-1 3-10 16,1-2-19-16,3 2-32 0,2 3-24 0,1-1-1 15,3 2-9-15,2-2 8 0,4 3 11 0,2 0-28 16,1 2-8-16,2 0-70 0,-1 0-69 0,-1 0-75 15,-1 0-91-15,-5 0-239 0,0 0-18 0,-5 0 115 16</inkml:trace>
  <inkml:trace contextRef="#ctx0" brushRef="#br0" timeOffset="1584.91">3014-2155 2272 0,'0'-5'24'0,"0"-1"52"0,0-3 56 0,0 4 56 16,0-3 21-16,0 4-12 0,0-5-21 15,0 2-30-15,0 0-34 0,-9 2-26 0,9 0-25 16,0 1-32-16,0 0-21 0,0 0 3 0,0 3-30 16,0 0 12-16,0 1 21 0,0 0-11 0,0 0 20 15,0 0-10-15,0 0-4 0,0 0-15 0,0 0 7 16,0 0-1-16,0 10-3 0,7-2 0 0,3 2 47 16,0 2 18-16,4 4-2 0,1 4 16 0,5 5-54 15,3 4-11-15,2 7 0 0,3 2-11 0,2 5 0 16,0 1 2-16,4 3-5 0,-2-2 10 15,0 1 3-15,0 0-2 0,-1-5-6 0,-2 1 9 16,-1-4-8-16,-1-2-7 0,-4-5 4 0,-3-2 4 16,-2-5-9-16,-3-2 10 0,-3-5 1 0,-3-4-12 15,0-2 19-15,-4-5-4 0,-1 0-2 0,1-3 0 16,-4-3 3-16,1 3 16 0,-2-3 12 0,0 0 3 16,0 0-1-16,0 0-18 0,0 0-10 0,0 0 1 15,0 0-11-15,0 0-39 0,0-10-49 0,0 10-103 16,0-11-130-16,0 1-126 0,0-1-132 0,-9-1-318 15,1-3 134-15</inkml:trace>
  <inkml:trace contextRef="#ctx0" brushRef="#br0" timeOffset="-606.5">3288-1807 3654 0,'-14'-36'62'0,"2"4"35"0,0 3 42 15,4 4 28-15,2 8-58 0,-2 1-30 0,5 8-66 16,0 3-26-16,3 3-16 0,0 2-3 0,0 0 29 15,0 0-1-15,16 0 11 0,-3 14 3 0,4 1-14 16,3 2 8-16,2 4-12 0,3 5 11 0,5 0-38 16,-1 4-56-16,0 7-46 0,-2 3-109 0,-1 5-105 15,-2 0-97-15,-2 4-188 0,-7 5-187 0,-2-1 150 16</inkml:trace>
  <inkml:trace contextRef="#ctx0" brushRef="#br0" timeOffset="1972.01">4217-2403 2979 0,'0'-17'56'16,"-17"4"52"-16,3-2 19 0,-1 5 33 0,2 2-38 15,-1 2-43-15,3 2-23 0,-1 4-35 0,1 0-12 16,1 0-16-16,-1 0 5 0,1 18 1 0,-4 1-11 16,-1 2 14-16,0 2-3 0,-4 5 3 0,3 3 4 15,-3 2-14-15,3 4 1 0,5-3 4 16,0-3-8-16,5 1 18 0,2-4-9 0,4-3-1 15,0-2 2-15,0-4-4 0,16-3 3 0,0-2-3 16,3-1 11-16,1-2-7 0,1-2 9 0,2-3-2 16,3 0-8-16,0-3 4 0,1 1-1 0,1-3 5 15,-1-1-6-15,0 0-2 0,-1 0-2 0,-3 0 4 16,-2 0-6-16,-3 0 18 0,-3 0-6 0,-4 0-7 16,-2 0 24-16,-3 0-36 0,-1 0 13 0,-5 0-5 15,0 0-27-15,0 0-18 0,-17 10-67 0,0 3-41 16,1 2-62-16,-6 3-38 0,0 0-25 0,-1 1-61 15,-1-2-144-15,-1 0-120 0,3-3 80 16</inkml:trace>
  <inkml:trace contextRef="#ctx0" brushRef="#br0" timeOffset="2493.03">4454-2353 3390 0,'10'-13'63'0,"-4"4"48"15,-1 3 22-15,-4 2-5 0,3 4-61 0,-4 0-44 16,0 0-24-16,0 0 0 0,0 0-3 0,0 0 3 16,0 0-7-16,0 10 5 0,10-1 0 0,2 1-1 15,2 2 5-15,1 2-2 0,6 3 6 16,-1 2-4-16,4 1 4 0,2 1-17 0,-3 1 14 16,1 1-5-16,1 1 3 0,-4 0 11 0,-1-1-21 15,-4-2 12-15,0 0 6 0,-4-2 2 0,-2-1 4 16,-2-2-4-16,-4-2-1 0,1-6 37 0,-3 1 44 15,-1-6 59-15,-1 0 39 0,0-3-6 0,0 0-57 16,0 0-54-16,-15 0-52 0,1-12-27 0,-1-2 0 16,-5-1 5-16,-1-7-5 0,-2-1-18 0,-4-4 4 15,0-5-21-15,-2-1 9 0,1-4 13 0,1 0 9 16,3-4 16-16,1 0-5 0,2 1 10 16,6 1-11-16,2 1-13 0,4 3 4 0,5 1-11 0,4 1 14 15,0 1 5-15,0 2-9 0,0-1 4 0,13 2-3 16,1 1 3-16,0 2 1 0,2 1 4 15,-2 4-8-15,3 2 0 0,-1 4 5 0,0 3-15 16,-1 5 9-16,-1 1-5 0,-1 2-3 0,-1 4 16 16,1 0-4-16,-3 0 9 0,-1 16 4 0,0-2-1 15,0 3-3-15,-1 5 0 0,-2-1 12 0,-1 6-8 16,-1-1 4-16,-2 5 3 0,-2 2-18 0,0-1 11 16,0 1 8-16,0-1-23 0,-11-3 18 0,1 3-8 15,-3-4-2-15,1-1-4 0,-1-4-31 16,-1 1-19-16,-1-3-43 0,0-1-8 0,-4-3 7 15,1-1 1-15,3-2 6 0,-2-2-32 0,3-2-86 16,-1-6-98-16,2 1-78 0,2-5-67 0,3 0-201 0,2 0 0 16,2-14 112-16</inkml:trace>
  <inkml:trace contextRef="#ctx0" brushRef="#br0" timeOffset="2906.1">4950-2787 2979 0,'9'-18'83'0,"-1"-1"66"0,-3 4 58 16,-5-1 28-16,0 2-37 0,0 1-9 0,0 2 22 16,0-2 47-16,-11 6 37 0,11 0 9 0,0 1-48 15,-11 2-56-15,11 0-81 0,0 4-76 16,-6 0-45-16,6 0-25 0,0 0-10 0,0 0-1 16,0 0-20-16,0 9 18 0,0 2 9 0,0 1 17 0,0 3 21 15,0 6-3-15,0 4-26 0,0 6-26 16,0 5-39-16,0 1-63 0,0 4-49 0,0-2 8 15,0 3 8-15,0-2 41 0,0-3 65 0,0-3 5 16,11-4 46-16,3-1 9 0,-4-7 14 0,1-3-2 16,-4-7-2-16,1-3 2 0,1-2 8 0,-4-6 25 15,-2-1 17-15,3 0 12 0,-3-17 0 0,0 0 0 16,4-7 36-16,-2-4 58 0,1-4 98 0,2-7 45 16,-4 0-7-16,1-3-44 0,-2 2-76 15,-2-1-47-15,1 6-30 0,-2 4-25 0,0 4-40 16,0 4-22-16,0 5-15 0,0 5-16 0,0 4 2 15,0 4-10-15,0 4-65 0,0-4-20 0,0 5-16 16,0 0-3-16,9 0-38 0,3 0-61 0,0 16-37 16,5-6-33-16,1 1 53 0,5 2 40 0,0-1 13 15,1 2-42-15,2-1-76 0,-3 0-66 0,1 3-104 16,-4-2-262-16,-4 1 46 0,-2 1 119 0</inkml:trace>
  <inkml:trace contextRef="#ctx0" brushRef="#br0" timeOffset="3798.17">5414-3094 2161 0,'0'-24'21'0,"3"4"24"15,-3 1 9-15,0 6 1 0,0 3-25 0,3 1-20 16,-3 3-11-16,3 0-9 0,-2 3 12 0,4 1-10 16,-1 2-3-16,1-5 8 0,-1 5-6 0,1 0 14 15,1 0-3-15,-3 0 1 0,2 0-3 0,-4 0-3 16,2 0 13-16,-1 0-10 0,-2 0 5 0,0 0-4 15,0 0-4-15,0 0 34 0,0 0 22 0,0 0 29 16,0 0 18-16,0 0-17 0,0 0-16 0,0 0-25 16,0 0-8-16,0 0 9 0,-12 0 7 0,1 0 7 15,2 0 2-15,1 0-7 0,1 0-19 0,1 0-7 16,6 0-26-16,-8 0-3 0,8 0-7 16,0 0-7-16,0 0 9 0,0 0-4 0,0 0-5 15,0 9 4-15,-5-9 6 0,5 8-8 0,0 2 29 16,0-3-10-16,0 3 2 0,0-2 1 0,0 1-11 15,0 2 6-15,0-2-25 0,0-3-13 0,0 0-17 16,0-1-7-16,9-2 6 0,-9-3 28 0,10 0 18 16,-6 0 10-16,2 0 14 0,0 0-4 15,-1-12-9-15,1 1 4 0,-2-2 21 0,0 0 7 0,-1-2 17 16,1 2 28-16,-1-1 10 0,-1 1 21 0,-2 2 16 16,0 1-22-16,0 2-21 0,0 0-31 15,0 3-28-15,0 3-15 0,0 2-4 0,0 0-9 16,0 0-13-16,-11 0 2 0,11 0 1 0,-9 10-10 15,1-1 23-15,2 2-2 0,-3 2-2 0,2 0 14 16,-3 2-12-16,1 2 1 0,3 3 3 0,0-2-9 16,2 1-3-16,1-2 4 0,3-4-10 0,0 2-8 15,0-4-15-15,0-4-4 0,0-2 4 0,10-5 20 16,-2 0 12-16,2 0 6 0,0 0-7 0,2-16 6 16,-2-1 8-16,2-1-6 0,1-4 5 0,-3-1 5 15,1-1-6-15,-2 2 29 0,-1-2 30 0,-2 3 23 16,-3 2 28-16,-3 3-11 0,0 3-21 15,0 0-25-15,0 5-25 0,-15 1-2 0,1 2-6 16,0 1-18-16,1 4 2 0,-1 0-23 0,-1 11 12 16,-2 5-1-16,-3 3-7 0,2 5 27 0,0 3-25 15,-2 6 15-15,5 2-4 0,0 4-9 0,4 2 17 16,2 0-15-16,4-1 9 0,5 0-13 0,0 1-5 16,0-4 23-16,17-2-13 0,1-4 10 0,2-2-4 15,4-4-27-15,2-5 27 0,3-5-11 0,6-4 9 16,0-4 4-16,4-7-7 0,-1 0 31 0,6-18-25 15,2-3 8-15,3-5-16 0,1-5-14 0,0-6 13 16,-2-8 11-16,2-2 3 0,-1-6-15 0,0-3 14 16,-4-2-6-16,-2 0 5 0,-5-3 29 15,-5 1 19-15,-4 4 54 0,-6 1 83 0,-7 4 60 16,-6 3 62-16,-10 5 12 0,0 3 12 0,0 5-42 16,0 6-78-16,-16 4-73 0,1 3-75 0,0 5-47 15,0 5 5-15,1 6-12 0,1 2-33 0,0 4-5 16,3 0-9-16,-2 0 3 0,1 22 20 0,-1 3 3 15,3 4-9-15,-2 7 0 0,3 4-4 0,2 3-9 16,5 4-18-16,1 2-43 0,0-3-28 0,14-3 2 16,2-2 20-16,7-4 48 0,3-1 28 0,4-7 17 15,5-4-51-15,6-9-71 0,5-4-92 0,4-12-109 16,4 0-23-16,4 0-15 0,3-21-75 0,3-7-118 16,-2-5-302-16,3-5-81 0,1-3 167 15</inkml:trace>
  <inkml:trace contextRef="#ctx0" brushRef="#br0" timeOffset="5841.28">-696 2092 2835 0,'-11'-12'27'0,"2"3"38"0,-2 1 28 16,5 1 31-16,0 3-6 0,2 1-19 15,1-1-11-15,0 2-25 0,1-2-19 0,2 3-31 16,0-1-22-16,0 2-10 0,0 0-22 0,0 0 23 16,0 0-3-16,0 0 6 0,0 0 19 0,0 9-7 15,0-9 5-15,0 7-1 0,0-7 3 0,0 8 3 16,0-2 17-16,8-6 7 0,-8 0 21 0,0 5 23 16,0-5 4-16,0 0 16 0,0 4-17 0,0 1-10 15,0-5-13-15,0 0-14 0,0 0-3 0,0 0-19 16,0 0-6-16,0 0-8 0,0 0-1 0,0 0-1 15,0 0 11-15,0 0 1 0,0 0-14 0,0 0 0 16,0 0-10-16,0 0 23 0,0 0 4 16,0 0-5-16,0 0 15 0,0 0-5 0,0 0 13 15,0 0 12-15,0 0 8 0,0 0-24 0,0 0-6 0,0 0-9 16,0 0-25-16,0 0 3 0,0 0 8 16,0 0 4-16,0 0-4 0,0 0-14 0,0 0-22 15,0 0-3-15,0 0-5 0,0 0 7 0,0 0 23 16,10 8-7-16,2 7 10 0,2 3 21 0,6 4-22 15,1 5 3-15,7 6 14 0,-1 3-17 0,5 3 25 16,0 3-8-16,-2-2-10 0,0 2 4 0,-1-5-2 16,-1 1 2-16,-4-2-2 0,-3-5-3 0,-1-2 4 15,-3-5 4-15,-4-1 0 0,-1-4 3 0,-1-3-6 16,-5-2-9-16,2-4 3 0,-4-2-11 16,-1-4 3-16,0-1 3 0,-3-3-1 0,3 0-22 15,-3 0-25-15,0 0-4 0,0 0-17 0,0 0-11 16,0 0-20-16,0 0-40 0,0 0-146 0,0-7-175 15,0 7-313-15,0 0-72 0,-15 0 165 0</inkml:trace>
  <inkml:trace contextRef="#ctx0" brushRef="#br0" timeOffset="6634.1">-321 2006 2769 0,'0'-22'52'0,"0"1"64"0,0 0 57 15,0 3 35-15,0 3-7 0,0-1-19 0,0 4-24 16,0-1-10-16,0 4-16 0,0 2-28 16,0 4-39-16,0 3-22 0,0 0-43 0,0 0-24 15,0 0-5-15,0 0 5 0,0 15 12 0,0 2 6 16,0 0 17-16,0 2-8 0,14 7 10 0,-1 2-2 15,5 7-5-15,1 3-10 0,-1 2-1 0,3 1-10 16,0-2-9-16,1 2-8 0,-3-1-22 0,4-4 13 16,-3-4 0-16,-2-2 7 0,-1-2 5 0,-2-2-16 15,-3-7-1-15,0-2 4 0,-4-5 15 0,-2-3 18 16,0-4 18-16,-4-2 17 0,-1-3 6 0,-1 0-14 16,0 0-3-16,0-13-10 0,0 0-14 0,0-4 20 15,-9-3-11-15,9-1 15 0,-12-5 1 16,4 0 6-16,8-4-4 0,-7 2-2 0,7-1-1 15,-6 6-13-15,6-2 6 0,0 4-15 0,0 0 9 16,0 6 0-16,0-1-4 0,12 3-4 0,0 1-6 16,3 2-4-16,2-1 3 0,4 5 9 0,-1 3 6 15,1 0-11-15,3 3-6 0,-1 0-3 0,1 0-4 16,-1 0 1-16,2 15 13 0,-3-2-2 0,0-4-1 16,0-9 6-16,-3 8-24 0,0-8 1 0,0 7-5 15,-3-7 8-15,-2 0 22 0,-2 0 18 0,0 0-8 16,-1 0-2-16,-4-11 11 0,0-2-12 15,-1-4 24-15,-2-2 23 0,-1-5-12 0,-3-3-4 0,0-4-4 16,0 1 0-16,0-2-5 0,-13 0 24 16,3-2 24-16,0-1-12 0,1 9 23 0,-2-2 13 15,2 5 14-15,0 5 26 0,0 5 30 0,1 2-15 16,2 5-29-16,0 1-66 0,1 5-52 0,2 0-44 16,3 0-23-16,0 0 12 0,0 0 2 0,0 16 20 15,0-1 10-15,0 1-5 0,0 5 15 0,0 4-49 16,10 1-43-16,-1 5-23 0,0 1-52 0,0-2 36 15,3-2 26-15,2-2 26 0,4-4 31 0,0 0-11 16,3-3-10-16,4-6-14 0,2-2-44 16,8-3-63-16,1-8-93 0,4 0-105 0,4-15-270 15,1-9-117-15,7-11 122 0</inkml:trace>
  <inkml:trace contextRef="#ctx0" brushRef="#br0" timeOffset="6019.08">-690 2590 3188 0,'-3'-6'25'0,"0"1"25"16,0 0 7-16,0 0-3 0,1 2-21 0,2-1-28 15,0-5-7-15,0 0 9 0,11-8-18 0,2 2 7 16,6-9 0-16,4-4-3 0,4-2 10 16,5-5 0-16,4-3-70 0,2 1-97 0,2 0-103 15,-1-1-138-15,1 3-248 0,-5 1-35 0,-5 4 109 16</inkml:trace>
  <inkml:trace contextRef="#ctx0" brushRef="#br0" timeOffset="7083.86">1371 735 3678 0,'-11'-14'55'0,"-1"-2"65"0,1 5 31 15,1 2 21-15,2 9-63 0,2 0-62 0,1 0-47 16,5 0-19-16,0 0 2 0,0 0 5 0,0 16 9 16,0-1-2-16,14 4 14 0,1 3-22 15,2 7 20-15,6 6-2 0,1 4-4 0,3 4 6 16,4 4-12-16,-1 1 11 0,4 1-11 0,1 0 12 15,-4-3-8-15,0 0 5 0,-1-3 5 0,-6-1-1 16,1-6 3-16,-4-3-17 0,-3-4-1 0,-4-5 9 16,-5-5 8-16,-1-4 1 0,-4-4 9 0,-1-3 5 15,-3-3-9-15,0-5 8 0,0 0-9 0,0 0-19 16,-18 0 0-16,1 0 4 0,-2-15-4 16,-3 0 5-16,-4 3 18 0,2 2 28 0,-6-2 10 0,1 2 49 15,2 2 34-15,2-3-19 0,0 5 0 16,2-1-25-16,3 7-29 0,3-2-31 0,2 2-6 15,1 0-42-15,5 0-36 0,0 0-6 0,3 0 17 0,-1 10 12 16,3 3 2-16,1 2 35 0,0 1-25 16,3 1-15-16,0 3-4 0,0-1-27 0,0 2-13 15,0-1 26-15,17-3 9 0,-3 0 3 0,-4-3 13 16,6-3-10-16,-3-3 9 0,1-2 6 0,3-1 1 16,-2-5 0-16,3 0-22 0,3 0-40 0,4-15-27 15,0 2-35-15,3-7-28 0,1-2-68 0,-1-6-136 16,4-4-116-16,-1-1-196 0,-2-3-168 0,-5-2 168 15</inkml:trace>
  <inkml:trace contextRef="#ctx0" brushRef="#br0" timeOffset="7401.15">1927 1145 3120 0,'0'10'23'0,"0"-3"40"0,0 1 29 0,0-8 22 0,0 4-12 15,0 3-30-15,0-7-16 0,0 0-6 0,0 0-9 16,0 0-11-16,0 0-8 0,0 0 3 0,0 0-2 15,13-14 15-15,1 2-11 0,1-6-20 0,5-2 4 16,0-5-22-16,1-1 10 0,0-2 26 0,0-2 7 16,-2 0 37-16,-3 2 43 0,-4 4 55 0,-1 0 72 15,-6 4 15-15,-5 1 42 0,0 4-15 0,0 2-16 16,0 4-13-16,-14 0-82 0,3 3-69 16,-2 2-79-16,-4 4-44 0,2 0-11 0,-3 0 1 15,1 15-4-15,-1 2 16 0,-2 4-7 0,0 4 4 16,0 3-16-16,4 3-21 0,1 3-51 0,2 0-33 15,3 3-26-15,5-2-55 0,5-3-3 0,0-3 17 16,0-1 17-16,0-3 44 0,15-5 35 0,1-1-3 16,-1-1 12-16,1-6 0 0,3-4-25 0,2-3-80 15,3-5-73-15,4 0-70 0,2-16-119 0,3-5-296 16,4-4 55-16,-2-3 106 0</inkml:trace>
  <inkml:trace contextRef="#ctx0" brushRef="#br0" timeOffset="7738.03">2403 680 3058 0,'0'-6'58'0,"-10"0"67"0,2 2 28 0,8 4 20 15,-7 0-42-15,-1 0-58 0,8 0-8 0,0 0-28 16,0 0-23-16,0 0-12 0,0 0-18 0,0 0 5 16,0 0 6-16,0 0 7 0,0 0-2 0,0 0 8 15,0 0 26-15,0-8-16 0,0 8 9 0,0 0 8 16,0-9-8-16,0 9 29 0,0-10 8 0,0 10 6 15,0 0 0-15,0-10 4 0,0 10 16 0,0 0-8 16,-9 0-12-16,9 0-29 0,-8 0-32 0,2 0-30 16,2 0-9-16,-2 0 19 0,0 21-9 0,-2-1 22 15,0 4-1-15,2 5-15 0,-3 0 10 0,0 4-12 16,1 1-2-16,2 3 15 0,2-5-12 16,2 4 6-16,2-7 1 0,0 2-28 0,0-4-9 15,11-3-7-15,0-2 3 0,1-2 9 0,-2-3 15 16,4-2-5-16,0-5-10 0,2-4-2 0,1-6-30 15,1 0-30-15,1 0-70 0,2 0-110 0,-1-16-95 16,1-3-123-16,-1-3-326 0,1 0 100 0,-3-3 128 16</inkml:trace>
  <inkml:trace contextRef="#ctx0" brushRef="#br0" timeOffset="7902.26">2886 574 6277 0,'0'-2'127'0,"0"2"121"0,0-5 104 15,0 5 103-15,0 0-105 0,-15 0-119 0,5 0-104 16,10 0-103-16,0 0-24 0,-8 0 0 0,8 0 0 16,0 0-30-16,0 0-153 0,0 0-183 0,0 0-258 15,0 0-315-15,0 0-12 0,0 0-108 16,0 0-241-16,0-11 221 0,0 2 166 0</inkml:trace>
  <inkml:trace contextRef="#ctx0" brushRef="#br0" timeOffset="9552.74">4308-634 3303 0,'6'0'49'15,"-1"-12"40"-15,-2 2 26 0,0 0 22 0,1 1-38 16,-1-2-29-16,0 2-28 0,0 1-13 0,2-3-15 15,-1 4-12-15,1 1-1 0,0 0-5 0,2 2-7 16,-1 1 7-16,2 1 7 0,1 2-13 0,0 0 15 16,3 0-10-16,2 0 6 0,3 0-7 15,-2 15 2-15,4 0 18 0,0 2-20 0,0 1 5 0,-2 3 4 16,0 2-3-16,0 1 4 0,-1 2 14 16,-2-4-4-16,0 1-11 0,-4 1 6 0,1-6 2 15,-2-2-18-15,0-2 0 0,-3-3 7 0,-1 2 0 16,-1-7 2-16,-1-1 6 0,-1-2 6 0,1-3 11 15,-3 0 19-15,0 0 13 0,0 0-19 0,0 0-15 16,0-12-21-16,-15-3-6 0,1 0 19 0,-1-1 9 16,1-5 41-16,4 0 0 0,-4-2-9 0,3-5-10 15,2 0-22-15,3 0-1 0,1-4-3 0,5 0 5 16,0 1 6-16,0-1-26 0,11 1-2 0,0 1-14 16,1 4-17-16,2 5 38 0,1 1-26 15,0 3 7-15,3 4 0 0,0 2-16 0,2 7 44 0,1-1-31 16,2 5 12-16,1 0-9 0,-1 0-16 0,2 0 22 15,-1 14 3-15,0-2 0 0,0 4-2 16,-1-2 5-16,-2 1-14 0,-1 1 16 0,-3-1-7 16,0 0 7-16,-4 3 6 0,-1-6 0 0,-2-1-5 15,-1-2-31-15,-3 0-9 0,-2-4-37 0,-1 0 2 16,0-5 7-16,0 0-7 0,-3 0-2 0,0 0-57 16,0 0-106-16,0 0-173 0,0-10-174 0,0 10-344 15,-10-12 128-15</inkml:trace>
  <inkml:trace contextRef="#ctx0" brushRef="#br0" timeOffset="10066.17">4707-940 2444 0,'-7'-9'42'0,"-1"9"54"0,-1 0 58 15,0 0 56-15,1 0 14 0,1 0-7 0,-1 0-22 16,2 0-43-16,2 0-45 0,-1 0-46 15,2 0-45-15,0 0-11 0,1 0-21 0,2 0 9 16,0 0-2-16,0 0-2 0,0 14 29 0,13-3-6 16,-3 2 34-16,2 4-16 0,-1 2-11 15,3 1 2-15,-1 6-6 0,4 0 25 0,0 1-19 0,2 2 0 16,1-1-14-16,-2 2-11 0,2-1 7 0,3 1-6 16,-5-6 18-16,2 2-9 0,0-7-7 15,-1 0 14-15,1-5-5 0,0-6 34 0,0-8 49 0,1 0 46 16,2 0 54-16,-1-24 38 0,6 0 39 15,-1-8-15-15,0-2-20 0,-1-6-7 0,-1 0-32 16,-3-4-19-16,-2 0-27 0,-3 0-41 0,-7 3-39 16,-4 2-24-16,-6 2-23 0,0 1-8 0,0 5-6 15,0 3 14-15,-10 4-17 0,10 2-5 0,-15 3-27 16,3 4-71-16,1 2-69 0,3 3-170 0,-2 0-146 16,2 3-56-16,2 1 21 0,-2 1 41 0,4 2-4 15,-1-1-79-15,1 3-290 0,4-3 13 0,-5 4 175 16</inkml:trace>
  <inkml:trace contextRef="#ctx0" brushRef="#br0" timeOffset="10487.18">5297-1236 3285 0,'0'-8'64'0,"0"-2"25"0,0-1 40 0,0 2 14 15,0-1-51-15,0 0-20 0,0 2-34 0,0-1-21 16,0-1-11-16,12 3-10 0,-2 0-2 0,4 3-13 15,3-1 24-15,1 1-2 0,3 3 3 0,2 1 10 16,4 0-32-16,2 0 14 0,2 12-11 0,-1 0 18 16,0 4 9-16,2-1-14 0,-1 3 7 15,-3 2-11-15,-2 0-3 0,-1 4 9 0,-6-2 4 0,1 0-10 16,-5-1 11-16,-1-1-4 0,-5-2-5 0,-1-2 10 16,-2-3-8-16,-2-2 9 0,-2-3 0 0,-2-1 7 15,0-2 1-15,0-3-4 0,0-2 16 0,-17 0 25 16,2 0 19-16,0-11-3 0,-2-2 2 15,-3 0 46-15,0-4-10 0,1-2-6 0,-1-4 2 16,2 0-12-16,4-5 36 0,0-3 4 0,7-1-28 16,4-4-73-16,3-1-24 0,0 0 6 0,10-3 16 15,4 2 0-15,3 1-39 0,3 3 5 0,-1 3-5 16,3 2 5-16,0 6 5 0,3 4-5 0,-3 2-7 16,3 8-12-16,1 0-6 0,-1 5 0 0,4 4 0 15,-3 0 17-15,0 0-31 0,1 13-55 16,1 0-40-16,-4 0-65 0,-1 2 5 0,-1 0 9 15,0 2-5-15,-3-4-12 0,1 3-69 0,-3-4-96 16,-3 1-89-16,-1-6-168 0,-2 1-131 0,-4-3 138 16</inkml:trace>
  <inkml:trace contextRef="#ctx0" brushRef="#br0" timeOffset="8688.25">3251-339 2804 0,'-6'-15'43'0,"0"3"70"15,0 1 45-15,1 2 12 0,1 4-52 0,1 2-73 16,-1 2-55-16,4 1-23 0,-1 0 11 0,1 0 25 16,0 14 19-16,0 1 18 0,15 2 4 0,2 5-17 15,0 4-16-15,4 2 8 0,2 4-11 0,1 2-2 16,0 2 10-16,2 3-8 0,-2-1 2 0,1 3 4 16,-3-6-4-16,-2 3-2 0,-2-4 0 0,-2-1-8 15,-3-3-2-15,-2-5-6 0,-2-2 6 16,-1-4 8-16,-4-4 20 0,1-6 47 0,-4-4 30 0,2-1 23 15,-3-4 9-15,0 0-4 0,0 0 5 16,0 0-27-16,0-15-27 0,0 1-38 16,0-1-34-16,0-2-6 0,0-4-9 0,-10-1 5 0,10-3-9 15,-10-2 13-15,10-3 10 0,0-3-21 0,0 1 9 16,0-1-10-16,0 0-5 0,0-1 15 0,11 3-5 16,3-1-14-16,1 3 5 0,0 2-5 0,3 4 0 15,4 0 2-15,-3 6 0 0,3 3 0 0,-3 5 0 16,3 3 1-16,-3 6 15 0,3 0-2 0,-4 0 12 15,-1 0 0-15,-1 16-14 0,-1 1-3 0,-1-4-9 16,-2 4 13-16,-3-3 12 0,-1 0 1 0,-5 3-4 16,0-2 4-16,-3 4 7 0,0 1 8 0,0 2-6 15,-17-1-9-15,2 4-5 0,-3 0-18 0,-3 1-32 16,-2 0-56-16,0-1-40 0,-1-3-49 16,-2-2-37-16,2-5-64 0,1-2-97 0,2-5-92 15,1-3-253-15,3-5-18 0,4 0 130 0</inkml:trace>
  <inkml:trace contextRef="#ctx0" brushRef="#br0" timeOffset="9074.08">4106-535 2597 0,'0'-9'57'15,"0"0"70"-15,0 1 70 0,0 2 56 0,0 3-7 16,0 1-49-16,0 2-28 0,-12 0-23 0,3 0-34 16,9 0-8-16,-9 0-29 0,2 0-37 0,7 0-18 15,-9 0-23-15,3 0-13 0,0 15 5 0,0-6 1 16,3 0 9-16,-1 3-4 0,1 1 3 0,-1 0 10 16,4 6-7-16,0 0 15 0,0 2-12 0,0 0-14 15,0 3 4-15,14 0-5 0,-2 2-11 16,0-5 5-16,1 3-6 0,-3-4-7 0,4-3 17 15,-3-3-5-15,1-3 7 0,-3-4 5 0,0 0-9 16,0-3 18-16,2-4 5 0,-4 0 14 0,2 0 18 16,-1-15-1-16,1-2 3 0,2-4-9 0,-2-3 3 15,1-6-14-15,1-1-9 0,-2-3-3 0,-1 0 0 16,-1-1-1-16,-2 2-1 0,-4 1-7 0,-1-1-48 16,0 2-34-16,0 3-33 0,-10 4-53 0,-4 2-26 15,2 2-80-15,-2 6-100 0,1 3-81 0,-1 3-213 16,-1 5-89-16,-3 3 136 0</inkml:trace>
  <inkml:trace contextRef="#ctx0" brushRef="#br0" timeOffset="11685.04">7433-2409 2986 0,'-15'-12'68'0,"0"-4"75"16,1 3 47-16,4-3 33 0,1 0-35 0,3 1-51 16,-2-1-8-16,6 3-30 0,-1 0-24 0,3 1-29 15,0-2-32-15,0 3-9 0,14 0-12 0,0 0 18 16,1-1-22-16,5 4 4 0,1 0 0 0,5 1-6 15,4 2 6-15,4 3 5 0,2 2 4 16,2 0-9-16,3 0 17 0,-2 14-14 0,-1-1-1 16,0 2-2-16,-4-1-2 0,-4 3 0 0,-4 3 11 15,-5-3 5-15,-1 3-13 0,-3-3 20 0,-4-1-9 16,-4 0-2-16,-1-5 15 0,-2 0-13 0,-1-4 7 16,-4-2 15-16,-1-1 19 0,0-2 21 0,0-2 3 15,0 0-18-15,-10 0-26 0,-4 0-22 0,-4-12 26 16,-2 0 56-16,-1 1 86 0,-5-2 73 0,2-3-2 15,-1-1-33-15,2-1-67 0,5 0-32 0,3-2-37 16,3-1-2-16,3-2-16 0,6 5-43 0,3-2 3 16,0 0-24-16,0 2-1 0,0 0-1 0,16-2 1 15,0 2-1-15,2 1-17 0,2-2-37 0,1 4-74 16,6 0-107-16,-2 0-111 0,0 3-36 0,3 2 13 16,-4 2 30-16,-1 0-17 0,1 0-92 15,-3 3-137-15,-2-5-307 0,-3 2 141 0</inkml:trace>
  <inkml:trace contextRef="#ctx0" brushRef="#br0" timeOffset="12172.28">8229-3174 3969 0,'0'-13'70'0,"0"2"80"0,0 3 90 0,0-1 139 16,-10 5 34-16,10-1-27 0,-11 5-80 0,11 0-152 16,-9 0-121-16,9 0-74 0,0 0-13 0,0 0 18 15,0 13 18-15,0 3 16 0,0-1 10 16,0 0-4-16,17 4-8 0,-2 6 18 0,0 2-15 15,3 1-5-15,2 1-1 0,0-2-47 16,1-1-33-16,0 0-10 0,-1-5-13 0,0-2 11 0,-1-3 17 16,-2-4 3-16,-2-2 31 0,0-6 50 0,-1-4 25 15,-2 0 24-15,-1-14-9 0,1-6-27 0,0-4-4 16,-1-5-5-16,1-3-16 0,0-4 12 0,2-5-7 16,-1 0-4-16,3-3 29 0,-3 3-11 0,4 0-8 15,0 3 8-15,2 1-28 0,1 1-4 0,0 4 22 16,3 2-22-16,1 2 13 0,0 4-9 15,-1 5-8-15,1 4 5 0,-1 7-8 0,0 0 16 16,1 8 10-16,-1 0-14 0,1 14 14 0,4 3 1 16,2 5-19-16,3 4 34 0,1 4-10 0,2 7 1 15,2 6 26-15,0 2-24 0,2 5 15 0,-4 3-9 16,-1 6-2-16,-1 2 13 0,-6 2-7 0,-2 2 23 16,-8 3-22-16,-5-3 22 0,-13 2-8 0,0-4-37 15,0-3 51-15,-25-5-26 0,-1-6 8 0,-4-5 35 16,-3-9-25-16,1-8 62 0,-3-9 30 0,1-8 4 15,6-10-15-15,0 0-56 0,5-22-40 0,5-6-26 16,5-6 12-16,3-11-19 0,10-5 10 0,0-7-9 16,17-8-6-16,7-3 7 0,8-5-52 0,6-1-51 15,6 0-89-15,5 1-108 0,3 5-78 0,2 6-23 16,1 4 9-16,-3 8-13 0,-2 7-56 16,-5 8-107-16,-4 7-287 0,-6 9 54 0,-7 8 181 15</inkml:trace>
  <inkml:trace contextRef="#ctx0" brushRef="#br0" timeOffset="10951.83">6190-2303 3316 0,'0'-28'77'0,"0"2"68"0,0 5 57 16,-10 4 57-16,10 5 13 0,-13 2-18 0,4 4-69 16,9 2-57-16,-9 4-101 0,9 0-62 15,0 0 7-15,0 0-6 0,0 14 16 0,0 3 18 16,0 1-1-16,18 5 11 0,5 5-2 0,-1 5-14 16,6 4 17-16,4 3-8 0,1 0-7 0,3 3 10 15,2-2-18-15,2 0 13 0,-2 0 2 0,0-5 3 16,-2 1-24-16,-1-4-4 0,-4-4-30 0,-3-3-22 15,-3-5 31-15,-6-7 1 0,-5-1 31 0,-2-6 13 16,-4-3 24-16,-4-1 6 0,-1-3-5 0,-3 0 16 16,0 0-34-16,0-17-6 0,-13 1 4 15,-1 1-4-15,-6-4-4 0,-1-1-6 0,-6-2 10 0,-4 2-21 16,0 3 22-16,-4-2 9 0,1 3 22 0,1 2 52 16,2 1 15-16,4 4-4 0,3 5-24 0,1 4-43 15,5 0-41-15,1 0-21 0,5 0-34 16,1 0 34-16,4 18 15 0,2-2 4 0,1 5 37 15,4 2-37-15,0 3 0 0,0 2 16 0,0 0-19 16,10 3 6-16,4-1 10 0,0-1-9 0,1-1 9 16,0-2 0-16,0 1-19 0,-1-6 9 0,1 1-11 15,0-5 10-15,-1-3 14 0,3-4 5 0,-1-4 15 16,2-6 0-16,5 0-25 0,3 0-42 0,4-19-53 16,4-3-76-16,4-2-27 0,3-5-13 0,0-6-26 15,1-4-57-15,1-2-117 0,-1-5-89 0,-4 3-179 16,0-2-88-16,-4 1 166 0</inkml:trace>
  <inkml:trace contextRef="#ctx0" brushRef="#br0" timeOffset="11300.2">7092-2339 3448 0,'0'-18'102'15,"0"2"58"-15,-14 3 51 0,0 1 88 0,2 1 2 16,2 3 67-16,-1 2 29 0,0 1-45 0,4 2-89 16,-1 2-125-16,8 1-90 0,-7 0-50 0,0 0-27 15,7 0-13-15,-4 0 6 0,4 0 5 0,0 14 18 16,0 1 10-16,-5 3 5 0,5 3 1 0,0 4-10 15,0 3 4-15,0 3-3 0,0 2 2 16,0 2-7-16,0-3 5 0,0 1-40 0,9-3-34 0,-9-2-31 16,13-2-46-16,-4-2 31 0,-2-5 4 15,1-4 48-15,-2-4 23 0,2-2 17 0,-4-5 40 16,1-4 5-16,-4 0 41 0,4 0 54 0,-2 0 41 16,1 0 12-16,1-18-24 0,1 1-55 0,2-3-43 15,1-2-11-15,1-2 25 0,1-4-16 0,1-1-4 16,2-1-26-16,-2 4-17 0,0 0 2 0,0 0-16 15,0 7 16-15,1-3-22 0,0 7 3 0,-1 0 14 16,2 6-13-16,0 1 16 0,-1 4-8 0,3-1-10 16,-3 5-6-16,4 0-40 0,0 0-61 0,1 0-35 15,0 11-14-15,3 0-44 0,-1 0-4 16,3-2-18-16,0 3-20 0,-1-1-18 0,-2 2-62 16,3-4-112-16,-5-3-143 0,-1 0-244 0,-3 1 139 15</inkml:trace>
  <inkml:trace contextRef="#ctx0" brushRef="#br0" timeOffset="12892.07">46 3506 3213 0,'0'0'-19'0,"10"0"9"0,-10 0 40 0,12 0 22 16,0 0 41-16,2 15 12 0,-1-1-28 0,4 4-15 16,4 2 8-16,2 2-21 0,4 3-13 15,1 1-2-15,2-2-29 0,0 2 2 0,-2-2 0 16,-1 1-5-16,-3-3 0 0,-1 0-5 0,-3-2 4 15,-3-3 0-15,-4-4 2 0,1 0 8 0,-5-5-1 16,-1-1 6-16,-5-1-4 0,0-4-6 0,-2-2 3 16,-1 0-32-16,0 0-61 0,0 0-167 0,0 0-135 15,-12-11-123-15,0-1-282 0,-2-1 74 0,-4-7 131 16</inkml:trace>
  <inkml:trace contextRef="#ctx0" brushRef="#br0" timeOffset="13043.63">-39 3089 3575 0,'0'-13'27'0,"0"4"24"16,0 3 9-16,0 3-10 0,0 3-22 0,0 0-24 15,0 0-18-15,0 0-82 0,0 0-121 0,0 0-75 16,0 0-66-16,0 0 1 0,0 0-33 0,0 0-263 16,13 0 72-16,-4-10 89 0</inkml:trace>
  <inkml:trace contextRef="#ctx0" brushRef="#br0" timeOffset="13402.05">754 3060 3431 0,'12'-11'68'0,"-4"0"55"16,-4 3 35-16,-2 2 38 0,-2 6-40 0,0 0-22 15,0-5-8-15,0 5-12 0,0 0-23 0,0 0-38 16,0 0-33-16,-11 0-40 0,11 0-11 0,-7 0 8 15,-2 16 10-15,3 1-5 0,-4-4 9 0,1 3-10 16,-3 3 5-16,-1 2 10 0,2 3-3 0,0-4 18 16,1-3-35-16,4 0-22 0,-1-4-16 0,4-4-29 15,3-3 22-15,0-6 28 0,0 0 18 0,0 0 7 16,0 0 10-16,16 0 4 0,-3 0 7 0,4 0-7 16,1 0-3-16,5 0 0 0,1 0-5 0,4 0 12 15,0 0-1-15,0 0 4 0,-1 0-4 0,1 11 9 16,-6-11 7-16,0 12-5 0,-6-3-1 15,1 0-1-15,-6 0 3 0,-4-2 12 0,-2 1 29 16,-4 0-17-16,-1 4 0 0,0 0-15 0,0 1-29 16,-10 3 14-16,-4 0-29 0,2 2-33 0,-3 1-90 15,-2-3-144-15,-3 1-160 0,0-4-164 0,1-5-313 16,0-1 120-16,0-7 178 0</inkml:trace>
  <inkml:trace contextRef="#ctx0" brushRef="#br0" timeOffset="14722.07">3485 1609 4057 0,'0'-9'81'0,"0"-2"143"0,-14 0 171 0,14 3 109 0,-14 1 26 16,1 2-57-16,4-3-105 0,0 4-60 0,1-1-74 15,8 3-61-15,-8 0-71 0,8 2-53 16,-6 0-49-16,6 0-37 0,-4 0-8 0,4 0 1 16,0 0 6-16,0 17 13 0,-3-1 7 0,3 9-11 15,-3-1-13-15,0 9-32 0,0 3-31 0,1 6-8 16,1 6-28-16,1 0 30 0,0 2 26 0,0-3-43 16,0-2-19-16,15-2-68 0,-2-2-39 0,0-5-22 15,-1-4 21-15,-2-3 49 0,1-8 26 0,0-5 97 16,-4-3 45-16,-1-4 48 0,-1-7 39 0,-5-2 35 15,4 0 64-15,1 0-1 0,-2-16 1 0,2-5 3 16,-2-3-45-16,1-9-3 0,2-2-10 16,-1-8-15-16,2-5-5 0,-1-1 9 0,2-1-10 0,-2 3-12 15,0 2-13-15,2 4-39 0,-1 4 0 0,1 7-30 16,-2 8 2-16,2 2 3 0,-1 8 0 16,1 3-4-16,-1 0-6 0,2 5-39 0,4 0-67 15,-3 4-81-15,7-2-107 0,0 2-19 0,2 0-17 16,1 0 35-16,3 0 19 0,0 0-85 0,0 0-43 15,1 0-103-15,-1 0-270 0,-1 8 49 0,-3-8 128 16</inkml:trace>
  <inkml:trace contextRef="#ctx0" brushRef="#br0" timeOffset="15156.95">3946 872 4175 0,'-12'-40'101'0,"2"4"224"0,-1 8 192 15,-1 9 108-15,1 5 3 0,2 4-146 0,-1 6-164 16,2-3-105-16,2 7-126 0,6 0-93 0,-3 0-46 16,1 0-23-16,2 0 21 0,0 0 19 0,0 19 18 15,0-2 23-15,17 7 2 0,0 5-5 0,1 0-3 16,2 7 5-16,4 5-2 0,2 6-5 0,1 1-14 16,2-3-23-16,1-2-22 0,-1-1-24 15,-1-3-13-15,-1-2-19 0,-4-4-14 0,-2-3-11 0,-1-3-3 16,-1-6 6-16,-5 0 36 0,-2-8 40 15,-3-2 40-15,-3-2 44 0,2-5 13 0,-5 0 16 16,-3-4 3-16,0 0-16 0,0 0-10 0,0 0-22 16,-12-12-22-16,-5 12 1 0,-1-14-6 0,-6 4 7 15,-2 1 3-15,-3 9 3 0,-3-7 6 0,-1 7-5 16,-1 0-2-16,1 0-4 0,3 0-10 0,2 14-2 16,2 1 3-16,5 7 11 0,0 2 0 0,3 6-3 15,4-1 7-15,5 7-8 0,4 0 6 0,5 1 4 16,0 1 5-16,0 2-12 0,18-4 0 0,-1-3 14 15,3-3-14-15,3-4 13 0,-2-7-2 0,5-3 9 16,0-7 5-16,2-9 8 0,6 0 4 0,-1-14-50 16,5-5-55-16,0-8-165 0,5-9-113 15,2-1-51-15,1-8-21 0,-5-3 71 0,0-3-52 16,-2-3-85-16,-4 0-130 0,-7-4-286 0,-6 4 162 16</inkml:trace>
  <inkml:trace contextRef="#ctx0" brushRef="#br0" timeOffset="13987.53">2309 2257 3025 0,'-10'-15'74'0,"1"0"82"15,-2-2 57-15,2 3 31 0,0 3-38 0,1 1-48 16,-1 1 0-16,0 9 27 0,0-9 15 0,1 9-11 16,1 0-43-16,-3 0-66 0,3 0-63 0,-5 0-23 15,1 0-18-15,-3 20-4 0,-1 1 23 16,-4 0 1-16,-1 5-1 0,0 2-15 0,0 1-5 16,1 1 9-16,3 1-4 0,3 1 25 0,2-1 26 15,3-1-60-15,4-2-27 0,4-3-26 0,0-2-69 16,0 1 24-16,0-3 34 0,17-4 19 0,-4-2 26 15,1-1 29-15,0-5-2 0,1 2 10 0,0-6 4 16,-1-3 4-16,2-2 4 0,0 0 4 0,0-12 3 16,1-3 9-16,1-5-5 0,3-4-3 0,-1-5 18 15,3 1-14-15,0-6 14 0,-2 0 2 0,0 1 1 16,-1 1-4-16,-3 3-12 0,-1 4-9 0,-5 3-21 16,1 9 1-16,-3 2-4 0,-3 5 8 0,3 6 9 15,-2 0-2-15,2 0 11 0,3 0-3 16,2 21-7-16,1 2 7 0,3 2-8 0,3 8 7 15,3 3-6-15,2 10 7 0,0 1 0 0,0 5-1 16,-2 0 5-16,-1 4 11 0,-3 2-20 0,-4 0-8 16,0-2 18-16,-4-1-28 0,-5-2 14 0,-1-6 13 15,1-2 4-15,-4-7-14 0,-2-5 27 0,-1-7-2 16,3-6-7-16,-3-6 53 0,0-7 23 0,0-7 48 16,0 0 67-16,0 0 9 0,2 0-20 0,-1-16-59 15,2 2-82-15,2-6-42 0,2-3-29 0,2-7 9 16,4-3-37-16,2-5-78 0,2-6-109 15,1-2-81-15,3-2-15 0,3 2-2 0,-1-4-24 16,-2 0-115-16,1 3-192 0,-1-1-284 0,-4 1 141 16</inkml:trace>
  <inkml:trace contextRef="#ctx0" brushRef="#br0" timeOffset="14325.51">2877 2095 4040 0,'-18'-7'50'0,"1"-1"112"0,1 0 195 16,-1 2 134-16,2 6 12 0,4 0-75 0,-1 0-180 16,6 0-147-16,-2 0-72 0,4 0-57 0,4 0-23 15,0 0-12-15,0 0 16 0,0 0 20 0,0 14 9 16,13-1 23-16,1 3-48 0,1 4-5 16,4 0-10-16,3 7-23 0,1 0-10 0,4 1-17 15,-1 0-12-15,2-2-2 0,0-1 3 0,0-5 15 16,-1-1 28-16,-4-5 15 0,0-2 54 0,-4-2 27 15,-2-6-20-15,-5-1 68 0,0-3 53 0,-4 0 62 16,-2 0 85-16,0-14-11 0,-1-2-28 0,1-5-47 16,-2-2-59-16,-1-6-44 0,2-5-26 0,-2-5-34 15,-3-4-9-15,0-2-6 0,0-2 2 0,0 4 3 16,-14 1-9-16,2 0-1 0,3 7-20 0,0 5-37 16,9 0-101-16,-11 6-185 0,2 5-191 0,2-1-66 15,1 6-34-15,1 2-33 0,-1-2-27 0,3 3-333 16,3 0 128-16,0-2 224 0</inkml:trace>
  <inkml:trace contextRef="#ctx0" brushRef="#br0" timeOffset="16329.7">5825-188 4072 0,'-23'-46'60'0,"-1"1"106"0,1 3 155 15,-1 5 121-15,4 7 25 0,3 4-20 0,2 4-141 0,5 7-131 16,2 2-96-16,4 3-110 0,4 10-17 16,0 0 9-16,0 0 8 0,10 0 20 0,7 17 10 15,6 2 3-15,4 3 2 0,6 6 12 0,7 4-10 16,5 3-3-16,3 5 0 0,-1 7-2 0,3-2-3 16,-5 2 10-16,-2 0 0 0,-2-1-33 0,-5 1-37 15,-4-5-42-15,-3-2-39 0,-5-1-67 0,-4-4-30 16,-5-2-5-16,-3-5-7 0,-7-2 29 0,-5-3 55 15,0-1 45-15,-17-3 36 0,-1-6 74 0,-5-2 10 16,-4-2 10-16,-5-5 26 0,-1-4 51 0,-1 0 100 16,-2-17 54-16,-1-2 4 0,5-6-20 0,4 2-63 15,2-7-82-15,6-3-22 0,8-4-45 16,12-6-27-16,0-3 17 0,13-7-8 0,10-1 5 16,5-5 10-16,8 1 4 0,7-6 31 0,2 4-2 15,1 5 28-15,-1 1 15 0,1 6 5 0,-4 5 6 16,-5 8-32-16,-5 5-25 0,-3 9-21 0,-8 6-16 15,-6 6 1-15,-1 9 42 0,-2 0 54 0,-3 0 29 16,2 15 1-16,2 3-37 0,5 5-46 0,4 7-29 16,2 4 2-16,3 6-9 0,4 1-2 0,-1 4 8 15,0 5-7-15,4-2 2 0,-1 1-7 0,-1-1 1 16,0-5 0-16,1 2-1 0,2-6-11 0,-1-3-53 16,-1-3-77-16,-1-6-108 0,-2-2-175 0,-4-5-107 15,-4-5 30-15,-4-5 52 0,-5-3 118 16,-3-7-128-16,-10 0-267 0,0-18-324 0,0-10 66 15</inkml:trace>
  <inkml:trace contextRef="#ctx0" brushRef="#br0" timeOffset="16468.18">6540-797 5180 0,'-24'-39'214'0,"3"11"102"0,3 5 41 0,1 3 26 16,3 7-194-16,2 2-107 0,1 4-46 0,7 1-45 15,1 2-120-15,3 2-201 0,0 1-214 0,0 0-51 16,0 1 7-16,17-2 58 0,2 0-49 15,9-3-404-15,1 0 2 0,7 0 147 0</inkml:trace>
  <inkml:trace contextRef="#ctx0" brushRef="#br0" timeOffset="16788.75">7262-895 4146 0,'-14'6'101'16,"2"-1"140"-16,3-1 115 0,9-4 78 0,-11 0-41 15,11 0-105-15,0 0-107 0,0 0-80 0,0 0-60 16,0 0-40-16,0 0-29 0,0 0-17 0,0 0-32 16,0 0-19-16,0 0 14 0,0 0 26 0,0 0 20 15,0 0 39-15,8-10 19 0,-8 10 21 16,6-11 53-16,-6 5 25 0,4-1 32 0,-4 7 7 16,0-6-4-16,0 6-12 0,0-4-23 0,0 4-33 15,0 0-41-15,0 0-43 0,0 0-33 0,-12 0-13 16,3 10 0-16,0 6 13 0,3 4 12 0,-3 9-4 15,0 6 5-15,1 5-6 0,2 7 1 0,3 5 7 16,3 2-6-16,0 2 7 0,12-1-2 0,6-7 10 16,5-2 9-16,5-5-1 0,3-10 17 0,4-8-3 15,5-7-11-15,2-16-78 0,5 0-142 0,4-21-243 16,2-5-226-16,3-10-180 0,5-10-295 16,-1-6-83-16,3-6 236 0</inkml:trace>
  <inkml:trace contextRef="#ctx0" brushRef="#br0" timeOffset="15501.2">4461 886 3850 0,'-9'-6'62'0,"0"2"49"0,-2 4 77 16,2 0 73-16,3 0 21 0,2 0-3 0,-1 0-31 16,2 0-64-16,3 0-79 0,0 0-73 0,0 0-60 15,0 0-34-15,0 0-5 0,0 0 28 0,15 0 9 16,-1 0 28-16,4 9 13 0,3-1-12 0,5 1 18 16,5-2-43-16,2 6 18 0,7 1 0 0,-1 1-1 15,2 7 32-15,0-2-55 0,-3 2 41 16,1 6-21-16,-5-3 10 0,-2-1 18 0,-3 4-22 15,-5-3-6-15,-3 1 1 0,-4-3 22 0,-3-3-11 16,-4-6 34-16,-2 0 9 0,-5-1 31 0,-3-8 61 16,0 2-3-16,0-5 2 0,0 1 2 0,-14-2-15 15,1-1 22-15,-3 0-1 0,1 0-28 0,-3-17-28 16,-3 3-34-16,-2-4-12 0,3-6-28 0,2-2-3 16,0-6 20-16,2-3-15 0,4-4 7 0,3-3-9 15,5-2-19-15,4 0 14 0,0 2-2 0,0-2-6 16,13 1-2-16,1 4-3 0,0-1-3 15,1 6-9-15,2 4-56 0,-4 0-112 0,2 3-210 16,2 2-188-16,-2 4-53 0,2 1-28 0,1 0 16 16,-1 1-13-16,1 2-324 0,3-1 133 0,-1 2 203 15</inkml:trace>
  <inkml:trace contextRef="#ctx0" brushRef="#br0" timeOffset="15869.25">5228 400 4487 0,'-15'0'247'0,"0"0"173"0,-2 0 117 15,2 0 74-15,-2 11-180 0,1-11-138 0,0 0-112 16,4 0-80-16,3 11-74 0,2-11-45 0,0 0-14 16,3 9-2-16,4 0 7 0,0-2 15 0,0 7-1 15,0 4-17-15,0 3-29 0,0 5-23 0,0 6-30 16,12 2-32-16,-1 5-17 0,-1-2-22 16,1 2 4-16,3 0 14 0,-1-2-19 0,1 1-18 15,0-7 24-15,-2-1-4 0,0 1 51 0,-1-8 66 16,-1-3 20-16,-2-7 38 0,-2 0 35 0,-2-7-7 15,1-1 19-15,-4-1 72 0,1-4 42 0,-2 0-9 16,0 0-26-16,0-19-66 0,0-5-71 0,0-4 37 16,0-5 2-16,0-6 2 0,0-8 18 0,0-4 17 15,0-4 39-15,0-1 18 0,0 2 9 0,11-3-45 16,2 5-40-16,1 5-32 0,1 4-12 0,3 5-6 16,1 9 0-16,0 4 11 0,3 6-9 0,-3 2 4 15,3 9 4-15,-4 1-4 0,5 4 6 16,-2 3 4-16,5 0-24 0,0 0-40 0,2 0-63 15,3 18-156-15,2-5-118 0,4-1-48 0,-2-1-2 16,1 0 54-16,-1 0-17 0,-3-5-95 0,-3 1-137 16,-4-7-272-16,-5 0 155 0</inkml:trace>
  <inkml:trace contextRef="#ctx0" brushRef="#br0" timeOffset="16923.34">8402-1103 8191 0,'0'13'0'0,"0"2"0"0,0-4 0 0,-10-11 0 15,10 12 0-15,-14-12 0 0,14 0 0 0,-9 0 0 16,9 0 0-16,0 0 0 0,0 0-395 0,-9 0-633 16,9 0-467-16,-11-12-552 0,4 1 394 0</inkml:trace>
</inkml:ink>
</file>

<file path=ppt/ink/ink2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5:31.958"/>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96 2888 2011 0,'-15'5'14'16,"0"-5"32"-16,1 2 24 0,2 0 22 0,4-2-11 15,1 2-8-15,-1 1-21 0,2-1-26 0,3-1-3 16,-2 2-27-16,2-3-11 0,3 4 0 0,0-1 0 16,0-2 6-16,0-1 17 0,0 1 16 0,12 3 12 15,-2-4 11-15,3 2 20 0,2-2-12 0,7 0 17 16,5 0 8-16,8-15-24 0,7-5 26 0,12-8-45 15,9-13-12-15,13-9-7 0,14-10-20 0,12-14 16 16,15-12-14-16,13-7 4 0,13-6-3 0,12-5 0 16,7-7-2-16,10 1 4 0,6-2-3 0,5 1-1 15,1 2-3-15,3 1-22 0,-3-3-14 16,-3 6-22-16,-7 0-7 0,-2 0 10 0,-10 3 2 16,-4 1 9-16,-9 3 15 0,-6 6 5 0,-10 3 12 15,-8 7 12-15,-8 5 4 0,-9 7 1 0,-10 7 5 16,-8 5 2-16,-9 4 5 0,-10 6 11 0,-7 7 7 15,-10 5 6-15,-5 2 7 0,-10 5 13 0,-2 3-10 16,-10 7 12-16,-4 3 10 0,-5 4 10 0,-4 3 27 16,-5 2 5-16,-3 3-3 0,-1 0-34 0,-5 4-22 15,0 0-23-15,0 0-23 0,0 0-3 0,0 0-44 16,0 0-67-16,0 0-88 0,0 0-114 0,0 0-74 16,-8 0-91-16,-1 0-224 0,-3 10 118 15</inkml:trace>
</inkml:ink>
</file>

<file path=ppt/ink/ink2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5:32.477"/>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15 1756 2766 0,'-2'0'14'0,"-1"0"15"0,2 0 0 0,-2 0 3 16,1 0-20-16,-1 0-15 0,2 0 3 0,1 0 9 15,0 0 19-15,0-14 18 0,0 1 6 16,0-2-3-16,15-2 8 0,0-3-11 0,6-5-5 0,5-4-10 16,9-3-15-16,10-7-8 0,10-4-7 15,13-7 5-15,13-9-6 0,10-5 0 0,14-7 6 16,10-5-13-16,14-7 3 0,10-4 1 0,5-4 10 15,8-2-3-15,0-3-2 0,1 5 2 0,-1-1-12 16,-5 5 4-16,-6 5 2 0,-10 6-8 0,-8 10-7 16,-11 6-8-16,-10 9-27 0,-12 11-25 15,-13 7-17-15,-14 6 6 0,-13 11 33 0,-12 5 27 0,-13 4 25 16,-8 7 8-16,-9 0-8 0,-8 0-19 0,0 0-48 16,-14 13-54-16,-3 3-72 0,-4 3-47 0,-5 2-79 15,-4 4-206-15,-4 4 20 0,0 6 68 16</inkml:trace>
</inkml:ink>
</file>

<file path=ppt/ink/ink2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5:32.926"/>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0 1936 3643 0,'11'-13'-7'0,"-11"2"-3"0,12-2-10 16,-12 2-7-16,15-1 14 0,-3-4-2 0,3-5 4 15,5-7 10-15,9-7-7 0,9-8 16 0,10-7-6 16,16-8 5-16,12-7-9 0,12-6-8 0,14-5 5 16,12-2 8-16,10-4 1 0,12 0 0 0,8-4 1 15,9 3-7-15,7 1-1 0,2 0 4 0,4 0-2 16,1 0 12-16,0 2 2 0,-5 5-8 16,-1 0 7-16,-9 0-17 0,-6 6-4 0,-9 8 3 15,-10 6-3-15,-13 7-6 0,-12 9 15 0,-16 5-6 16,-14 8 11-16,-17 8 43 0,-14 4 38 0,-13 8 37 15,-9 6-1-15,-10 0-45 0,-9 0-43 0,0 0-36 16,0 0-48-16,-14 11-60 0,0-1-102 0,-4 2-84 16,-2-1-54-16,-2 2-42 0,-1 2-68 0,-4 1-229 15,-1-1 78-15,1-1 107 0</inkml:trace>
</inkml:ink>
</file>

<file path=ppt/ink/ink2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5:56.680"/>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1410 69 2673 0,'0'-20'41'0,"-14"3"53"0,2 1 51 16,-5 4 32-16,3 2-22 0,-2 4-44 0,-1 2-50 15,2 4-29-15,-5 0-21 0,3 0-6 0,-2 16 7 16,-6 5 13-16,0 7 8 0,-6 8 4 0,-4 4-3 16,2 8-22-16,-1 8-7 0,1 5-2 15,1 6-8-15,8 2 8 0,1 1 5 0,6 2-12 0,5 0 9 16,5 1 0-16,4-3 1 0,3-4 4 15,0-1 0-15,0-2-6 0,13-4-1 0,1-5 5 16,1-7-25-16,5-5-39 0,0-5-55 0,4-6-43 16,2-7-28-16,4-6-16 0,2-8-29 0,4-10-46 15,4 0-80-15,4 0-233 0,4-15-8 0,3-2 90 16</inkml:trace>
  <inkml:trace contextRef="#ctx0" brushRef="#br0" timeOffset="530.04">1733 564 3036 0,'-6'-12'55'0,"1"-1"56"15,-1-2 24-15,3 1 20 0,0 6-55 0,3 1-63 16,0-2-12-16,0 2-14 0,0-3-6 0,12 2 8 15,2 0-9-15,6 0-1 0,0-1 4 0,4 0 1 16,2 4-8-16,4 0-10 0,-1 5 11 0,0 0-9 16,-2 0 5-16,-4 16 6 0,1-4-10 0,-6 7 4 15,-4-1 20-15,-3 6-12 0,-2-1 4 0,-9 4-2 16,0 3-8-16,0 2 6 0,-17 4-3 0,-3 0 11 16,1 0-13-16,-4-1 6 0,-3 0 3 15,5-2-6-15,-5-6 2 0,6-3 6 0,1-5-4 16,2-6 3-16,5-2 12 0,-2-4 11 0,6-7 14 15,2 0-11-15,6 0-10 0,0-16-26 0,0-2-10 16,0-5 16-16,0-12-5 0,14-3 1 0,3-7 5 16,-1-9-8-16,1-4 12 0,6-4 21 0,0 0-2 15,2-1 17-15,0 5 14 0,-2 0 0 0,-4 8 31 16,1 5 11-16,-3 10 37 0,-5 4 39 0,-5 8 18 16,0 6-8-16,-4 6-69 0,-3 2-45 0,0 9-69 15,0 0-39-15,0 0 12 0,0 0-17 16,0 0 6-16,-10 15 10 0,10 0 6 0,-13 4-6 15,4 3 11-15,1 4 6 0,-1 9 0 0,-2 1 24 16,2 5-25-16,2 3-66 0,-2 1-70 0,6 2-48 16,-1-5-7-16,4-2 43 0,0-5 41 0,0-4 24 15,10-4 15-15,3-4-9 0,2-6-9 0,-1-6-19 16,3-7-27-16,3-4-52 0,-4 0-66 0,7 0-88 16,-3-18-76-16,3-5-231 0,-1-8-24 0,-2-2 119 15</inkml:trace>
  <inkml:trace contextRef="#ctx0" brushRef="#br0" timeOffset="697.4">2372 49 2489 0,'11'-10'2'0,"0"3"35"16,-2 7 28-16,1 0 30 0,3 0 24 0,-3 16-20 15,2 0 25-15,5 2 27 0,3 4-23 0,1 4 29 16,2 4-36-16,3 5-50 0,4 4 1 16,2 4-53-16,-2 4-11 0,1 5 1 0,-2-1-9 15,-2 8 20-15,-4 1-4 0,-7 5-3 0,-3-2-4 16,-13 4-42-16,0-1-86 0,0 0-147 0,-26-3-159 15,3-4-270-15,-7-5-141 0,1-9 142 0</inkml:trace>
  <inkml:trace contextRef="#ctx0" brushRef="#br0" timeOffset="-685.76">605 125 2144 0,'0'-11'34'0,"0"0"39"0,-14-1 32 15,-3-1 23-15,5 2-12 0,-5 2-18 0,1 1-3 16,-1 1 0-16,0 1-18 0,1 1-13 0,-7 3-22 15,3 2-10-15,0 0-12 0,-2 0-7 0,-3 9-10 16,-1 4-11-16,1 4 12 0,-6 5-9 16,-1 1 8-16,2 9-7 0,-3 1-5 0,1 4 3 0,1 2 0 15,1 4-1-15,4 1 4 0,3 2 5 0,4 0-1 16,5 1-1-16,2 1 3 0,7 1-2 16,5-5-4-16,0 2 11 0,0-3-13 0,14-4 7 15,3 1-1-15,-2-4 0 0,6-6 10 0,-1-1-6 16,3-8 2-16,2-4 3 0,3-3 0 0,1-9 31 15,1-5 27-15,-1 0 6 0,4 0 25 0,1-22-19 16,2-4-14-16,-4-2 9 0,4-6-4 0,4-3 4 16,-4-3-3-16,-2-2-14 0,-1-1-1 15,-4-5-25-15,-2 1-4 0,-4-1-7 0,-3 0-17 0,-6 0 11 16,-5-3-5-16,-6 4-8 0,-3 1 5 0,0 3-10 16,0 4-3-16,-12 2 3 0,-2 5-18 0,-3 4-18 15,4 2-42-15,-6 7-76 0,1 2-92 16,0 1-101-16,-3 3-88 0,1 5-167 0,0 3-153 15,0 0 122-15</inkml:trace>
  <inkml:trace contextRef="#ctx0" brushRef="#br0" timeOffset="-332.13">340-30 2849 0,'0'-11'60'15,"0"0"82"-15,0 2 62 0,0-2 42 0,0 3-34 16,0 5-72-16,0-3-58 0,0 5-38 0,0 1-29 16,-9 0-6-16,9 0-13 0,0 0-13 0,0 0 10 15,0 0-16-15,0 10-1 0,0 1 16 0,0 2-4 16,0 5 29-16,0 8 11 0,0 6 19 0,0 11-16 16,0 8-27-16,0 14 13 0,-13 8-29 0,-1 9-6 15,3 6 29-15,-1 8-22 0,5-2 14 0,-2 2 16 16,9-2-7-16,-7-1 4 0,7-4-13 0,0-9-3 15,0-2-14-15,0-10 0 0,0-6 16 0,0-7-3 16,0-5-1-16,0-5 15 0,0-10-22 0,0-3 9 16,0-6 12-16,0-6-16 0,0-5 17 0,0-4 17 15,0-3-29-15,0-4 18 0,0-2-12 0,0-2-16 16,0 0 13-16,0 0-51 0,0 0-68 16,0-12-119-16,0-4-98 0,0 1-74 0,0-2-58 15,0-9-235-15,0 0 5 0,0-4 112 0</inkml:trace>
  <inkml:trace contextRef="#ctx0" brushRef="#br0" timeOffset="1045.81">3331 523 2988 0,'-5'11'41'15,"-2"-2"59"-15,-4-1 53 0,6-3 40 0,1 3-14 0,-4-4-40 16,2-1-39-16,2-2-25 0,-2-1-26 16,3 0-13-16,3 0-20 0,-4 0-10 0,4 0-1 15,0 0-3-15,0 0 10 0,14 0-14 0,-2 0 3 16,8-11 7-16,6-3-9 0,1 3-33 0,10-2-57 16,2-4-86-16,4 0-96 0,2-3-58 0,-1-1-46 15,3 4-31-15,-3-1-92 0,-6 3-156 0,-4 2 101 16</inkml:trace>
  <inkml:trace contextRef="#ctx0" brushRef="#br0" timeOffset="1210.05">3419 773 2331 0,'-32'35'37'0,"6"-5"25"16,5-3 23-16,1-7 26 0,6-3-9 0,2-5 0 16,8-3 16-16,4-2 26 0,0-6 15 0,0-1-6 15,12 0-29-15,0 0-47 0,8 0-37 0,6-11-25 16,7-3-10-16,3 1-8 0,13-6-36 0,1 1-74 15,8-1-94-15,4-5-95 0,3 2-83 0,8 3-301 16,6-3-23-16,6 4 100 0</inkml:trace>
  <inkml:trace contextRef="#ctx0" brushRef="#br0" timeOffset="1686.89">5174-248 2877 0,'0'-30'63'16,"0"-1"65"-16,-12 5 67 0,-1 1 51 0,0 7-37 15,-3 3-49-15,-1 2-74 0,-3 8-26 0,-1 5-38 16,-3 0-8-16,-5 0 7 0,-3 22-29 0,-1 4 14 16,-7 8-9-16,-1 7-3 0,0 7 1 0,2 7 7 15,2 7-6-15,5 5 1 0,6 5 15 0,5 4-23 16,8 3 15-16,5 2 11 0,2 1-17 16,6 0 21-16,0 1-20 0,14-2-48 0,2 1-23 15,9-8-47-15,5-2-72 0,9-3-58 0,7-6-87 16,9-7-82-16,7-3-149 0,6-12-163 0,7-5 115 15</inkml:trace>
  <inkml:trace contextRef="#ctx0" brushRef="#br0" timeOffset="19675.96">7279 800 1702 0,'-10'0'-2'0,"-1"0"28"16,0 0 24-16,-1 0 27 0,2-10 22 0,-4 10-10 15,0-10 9-15,2 10-2 0,2-7 14 0,-1 7 19 0,0-6-2 16,1-2-5-16,1 7-13 0,-1-2-9 0,1-4-11 16,0 7-1-16,2-2-2 0,-2-3-10 15,1 3-15-15,-1 1-9 0,1-2-9 0,2 3-14 16,2-3 5-16,-2 3-13 0,3 0 1 0,-1 0-7 16,3 0-6-16,-1 0 0 0,1 0-17 0,-1 0 7 15,1 0-12-15,1 0 5 0,0 0 7 0,0 0-7 16,0 0 10-16,0 0-4 0,0 0-1 0,11 9 0 15,-2-9-2-15,1 7-1 0,7 3 5 0,3-3 3 16,7 1 2-16,9 2 1 0,10-2-2 0,7 1 6 16,9-5-6-16,8 3 5 0,9-3-5 15,5 1-5-15,2-5 11 0,2 1-5 0,4 1 3 0,-6-2 6 16,-1 0-15-16,-4 0-27 0,-8 3-44 0,-5-1-45 16,-6 2-62-16,-7 1-45 0,-10-1-39 15,-5 3-38-15,-8 1-52 0,-5 3-244 0,-3-1 42 16,-7 1 78-16</inkml:trace>
  <inkml:trace contextRef="#ctx0" brushRef="#br0" timeOffset="2433.99">6936 177 2326 0,'0'-8'26'15,"-10"3"42"-15,10-3 44 0,-11 1 37 0,11-2 25 16,-12 8-3-16,3-6 0 0,4 3-18 0,5-2-25 15,-6 1-44-15,6 0-47 0,0 1-16 0,0 2-31 16,0-1 9-16,0 0-1 0,0 2-5 0,15-1 4 16,3 0-6-16,5 0 3 0,1 2 2 0,4 0-2 15,1 0 4-15,0 0 1 0,-1 11-8 0,0-1 9 16,-4 4-1 0,-1-3 1-16,-5 2 3 15,-3 2-4-15,-4 0 3 0,-4 4 5 0,-7 1-6 0,0 3 4 0,0-1-1 0,0 2-4 0,-19 1 6 16,0-1-9-16,0 0-1 0,-3 0 6 0,0-2-2 15,-1 0 7-15,2 1 1 0,-2-3-3 0,2-2 5 16,1-3-8-16,0-3 1 0,5 1 3 16,4-6-17-16,4-1 24 0,2-6-20 0,2 0-21 0,3 0 24 15,0 0-21-15,0 0 13 0,12-18 15 0,2 0-16 16,4 0 2-16,2-8 7 0,1 0 0 16,7-7 10-16,0-1-5 0,3-4 6 0,1 2-5 0,-2-3 10 15,0 1 3-15,-1-1 10 0,-1 3 19 16,-4-2 15-16,-1 5 40 0,-7 4 3 0,0-1-2 15,-4 7-4-15,-8 0-29 0,1 5-6 0,-5 7-18 16,0 1-27-16,0 3 1 0,0 3-18 0,0 4-1 16,-15 0-3-16,1 0-9 0,0 14 9 0,-2 0 8 15,-1 5 0-15,0 3-1 0,-3 2-6 0,1 6-9 16,3 1 8-16,0 1 1 0,5 1-16 0,4-1-26 16,4 2-39-16,3-1-30 0,0-2-53 0,12 1-32 15,3-2-53-15,2 0-76 0,1-3-17 0,5 1-67 16,2-2-258-16,3 1 54 0,1-5 86 15</inkml:trace>
  <inkml:trace contextRef="#ctx0" brushRef="#br0" timeOffset="2787.27">7911 328 3543 0,'8'-13'72'16,"-4"-1"52"-16,-1 3 29 0,-3 5 28 0,0 1-45 15,0 1-36-15,0 1-32 0,0 1-40 0,0 2-25 16,0 0-29-16,0 0 8 0,0 0 7 0,0 14 2 16,0-2 17-16,0 3-20 0,0 3 25 0,0 4-10 15,0 3-5-15,11 3 19 0,-11 1-17 16,9 3 2-16,-9-1 7 0,0 0-1 0,0-2-8 16,0-1 1-16,0-3-1 0,0-2 8 0,0-6 37 15,-11 0 71-15,11-4 124 0,-9-7 132 0,9-1 23 16,-6-5-56-16,6 0-123 0,0 0-142 0,0-17-61 15,0-3-13-15,0-5-9 0,0-4 10 0,0-6-1 16,0-2 1-16,0-4 4 0,0-4-10 0,0-3-2 16,0 0 6-16,9 4-6 0,-1 2 8 0,-8 5 0 15,8 3-20-15,-4 4-33 0,-4 8-76 0,5 3-115 16,-1 4-133-16,-4 4-75 0,3 2-10 16,-1 5-66-16,-2 0-33 0,1 4-47 0,1 0-351 0,-1 0 183 15,-1 0 182-15</inkml:trace>
  <inkml:trace contextRef="#ctx0" brushRef="#br0" timeOffset="3431.99">10353 4 2507 0,'0'-9'38'0,"9"3"27"0,-9 1 36 0,9-3 19 16,-2 4-20-16,-3-3-3 0,1 1-29 15,-1 2-8-15,4-1-11 0,2 0-5 0,1 1-3 0,3 2 3 16,2 1-4-16,3 1-18 0,2 0-9 16,3 0-10-16,-1 14-7 0,1-1 4 0,1 4 4 15,-3 1 0-15,-2 3-1 0,-3 4 0 0,-4 0-1 16,-2 3 2-16,-5 3 4 0,-6 3 3 0,0 3-3 15,0 0-3-15,-21 0-1 0,1 3 1 0,-6-4-3 16,2 1 5-16,-3-3-1 0,-1-2-4 0,3-5 11 16,3-2 9-16,0-8 48 0,3-5 32 0,4-4 15 15,4-8-7-15,2 0-50 0,3 0-39 0,6-14-24 16,0-5-2-16,0-2 5 0,0-7 4 0,15-6 1 16,2-2-2-16,3-6 5 0,3-2 2 15,4-4 15-15,3 1-5 0,2-5 12 0,2 2 2 16,-1 2 9-16,2 1 34 0,-5 4 15 0,-1 4 30 15,-4 4 60-15,-3 5 59 0,-3 5 25 0,-9 8 8 16,-1 1-63-16,-3 6-96 0,-4 4-69 0,-2 6-55 16,0 0-21-16,0 0-1 0,0 0 6 0,0 9 7 15,-14 2 4-15,4 5 2 0,-2 3 3 0,-1 3 1 16,1 1-36-16,0 5-63 0,0 2-88 0,1 1-64 16,1-1-26-16,2 5 15 0,3-5 34 0,1 2-13 15,4 0-44-15,0 1-96 0,0-1-81 0,11-4-118 16,5-2-204-16,2 1 145 0</inkml:trace>
  <inkml:trace contextRef="#ctx0" brushRef="#br0" timeOffset="3785.92">11299 320 3330 0,'9'-8'55'0,"-2"3"57"0,-4-1 43 16,-3 3 34-16,0-3-7 0,0 1-27 0,0-1 1 15,0 4 5-15,0-2-15 0,-11 1-3 0,3 0-35 16,8 0-2-16,-10-1-15 0,1 1-26 0,3 2 11 15,-1-2-31-15,3-1-16 0,-2 0 10 0,3 1-11 16,3 1 5-16,0 0 8 0,0 0-15 0,0-2-13 16,0 3-11-16,0-3-15 0,0 0 1 0,9 1-6 15,0 2 7-15,2-1-13 0,-1-3 5 0,4 3 1 16,0 0-11-16,2 2 15 0,1 0-10 16,1 0 0-16,-3 0-6 0,2 11 6 0,-2 1 4 15,-2 2 10-15,-3 3 6 0,-1 5-5 0,-4-1-12 16,-2 5 23-16,-3 4-1 0,0 3 20 0,0 4 3 15,-18-1-17-15,-1 3-1 0,1-1-25 0,-2-1 7 16,2-2 10-16,0-4-62 0,4-4-54 0,4-2-43 16,2-7-40-16,8-2 72 0,0-7 64 0,0-5 52 15,0-4 16-15,24 0-2 0,4-10-26 0,5-7-33 16,8-1-33-16,9-4-53 0,9-5-64 16,8-2-98-16,6-4-106 0,6-3-129 0,3 1-331 15,5-4 121-15,-1 2 146 0</inkml:trace>
  <inkml:trace contextRef="#ctx0" brushRef="#br0" timeOffset="4922.75">15219 50 2908 0,'0'0'41'0,"0"-13"22"0,0 2 22 16,0 1 28-16,0 0-2 0,9-1 7 0,2 1-6 15,1 0-17-15,2 0-25 0,2 0-15 0,0 0-15 16,3 0-4-16,0 3-16 0,-1 2-19 0,0-1-8 15,-3 5-3-15,-1 1 1 0,-3 0 13 0,-1 0 1 16,-4 0-3-16,0 0 2 0,0 0-7 0,-3 12 2 16,0-1-4-16,-1 2 9 0,-2-1-2 15,0 2 5-15,0 3 2 0,-12 1-14 0,-2 4 8 0,-4 1 3 16,-2 0-9-16,-4 0 11 0,0 1-7 16,1-5-7-16,-2 1 11 0,4-5-12 0,6-2-3 15,1-3-1-15,5-3-10 0,5-3 15 0,4 1 7 16,0-5 18-16,10 0 16 0,7 0-11 0,4 0 0 15,4 0-17-15,3-11-7 0,4 11 5 0,5 0 13 16,-1-9 5-16,1 9-1 0,-2 0-1 0,-3 0-13 16,-4 0-9-16,-3 0 0 0,-4 0 2 0,-3 0-3 15,-6 9-1-15,-3 2 1 0,-3-11 4 0,-2 8-2 16,-4 1 13-16,0-3 0 0,0 3-9 0,-13 0 8 16,-2 4-6-16,-2-2-36 0,-4 1-86 0,-3 5-185 15,-2-1-198-15,-3-2-375 0,0 0-25 0,1-1 180 16</inkml:trace>
  <inkml:trace contextRef="#ctx0" brushRef="#br0" timeOffset="4481.92">14451-228 2480 0,'-12'-7'33'16,"1"-2"51"-16,2 3 58 0,0-3 61 0,3 4 11 15,-4 1-10-15,6-2-47 0,-4 2-41 16,5 0-37-16,0 3-40 0,3 1-14 0,0-2-23 16,0 2-15-16,0 0-5 0,0 0 0 0,0 0 2 15,0 0 7-15,11 0 7 0,1 12-2 0,3 0 0 16,2 3 1-16,1 0-3 0,2 0 0 15,3 7 4-15,-2 0-1 0,-1 2 3 16,-1 3 4-16,-5-3-4 0,-3 3 0 0,-4 0 0 0,-4 1-1 0,-3-2 1 16,0 2 10-16,0 0-7 0,-10-2 7 0,-4-2 3 15,-1-1-12-15,0-3 9 0,-4-1-4 0,1-3 0 16,2-1 0-16,0-4-4 0,1-3 4 0,3-3 4 16,3 1 11-16,1-4-7 0,2-2 1 0,0 0-1 15,6 0-13-15,-1-13 2 0,1-2-5 0,0 0-4 16,0-5 3-16,10-1 7 0,4-3-10 15,0-4 0-15,5-2-2 0,1 0-7 0,3-5 19 16,0 0 1-16,4 1 9 0,-1 2 20 0,0-4 23 16,-1 4 23-16,-2 0 24 0,-2 6 31 0,-1 2 18 15,-5 3 32-15,-2 4 22 0,-7 2-5 0,0 6-35 16,-6 2-53-16,0 5-65 0,0-2-54 0,0 4-33 16,0 0-24-16,0 0 24 0,0 0-2 0,-12 13 20 15,-1-4 14-15,3 8 1 0,-2 0 5 0,-2 5-13 16,0 2-43-16,1 6-45 0,-1 0-45 15,2 2-33-15,3-1 5 0,1-2 3 0,4 2 23 0,4 1-4 16,0-2-43-16,0-2-92 0,15-1-92 16,4-2-99-16,6-1-287 0,4-4 48 0,3-7 119 15</inkml:trace>
  <inkml:trace contextRef="#ctx0" brushRef="#br0" timeOffset="7550.79">6903 2363 2615 0,'-9'-13'26'0,"0"1"51"0,-1 0 63 0,1-2 55 16,0 4 14-16,2-1-25 0,-1 2-53 0,0 2-56 16,4 2-45-16,-1 0-27 0,5 5-6 0,0 0-2 15,0 0 3-15,14 0 0 0,3 0 0 0,1 0 5 16,3 16-2-16,6-2 5 0,1 1-3 0,2 2-1 16,-1 3 6-16,0 4-8 0,-3 0-4 0,-2 6 4 15,-6 1-6-15,-4 1 10 0,-2 2 7 16,-12 3-4-16,0 0-1 0,0 2-1 0,-17-2-5 15,-5 2 1-15,-3-1-1 0,-2-1-7 0,-6 0-8 16,-1-7 0-16,1 0 5 0,1-2-1 0,0-6 18 16,6-5 3-16,3-5 4 0,2-4-5 0,6-8-11 15,3 0-7-15,6 0-3 0,6-22 3 0,0-1 13 16,0-2-6-16,16-6 6 0,6-2-4 0,2-7-5 16,6 2 8-16,5-3-8 0,3 0 10 0,0-3 13 15,2 2 14-15,1 0 20 0,-3 5 11 0,0 3-5 16,-7 3 0-16,-3 7 3 0,-5 5 8 15,-5 5 5-15,-5 4-21 0,-6 6-16 0,-3 4-19 16,-4 0-21-16,0 0 7 0,0 10 1 0,-14 4-9 16,4 3 2-16,-4 3-4 0,0 0 2 0,1 3 2 15,-1 3 5-15,4 1-2 0,-1 2-1 0,5 0 0 16,6-2-39-16,0 1-19 0,0-1-29 0,0-2-37 16,13 1-30-16,4-2-60 0,1-3-74 0,2-3-67 15,3-3-56-15,1-3-213 0,5-2-69 0,0-7 110 16</inkml:trace>
  <inkml:trace contextRef="#ctx0" brushRef="#br0" timeOffset="8179.96">7383 1915 3325 0,'0'-15'46'0,"9"2"49"0,-9 1 35 16,0 2 25-16,0 5-31 0,0 2-25 0,0 0-20 16,0 1-23-16,0 2-14 0,0 0-24 0,-14 0-8 15,5 0-3-15,0 0-3 0,-2 9-4 0,2-9 0 16,-3 14 0-16,-2-4-4 0,1-1 13 15,-3-1-11-15,3-2 7 0,-1 1 15 0,5-7 19 0,1 0 40 16,2 0 48-16,2 0-4 0,4 0-31 16,0 0-28-16,0 0-57 0,0-17 0 0,13 1-6 15,4-1-1-15,0-2-5 0,1-4-17 0,5 0 20 16,3-1-10-16,3 3 9 0,-1-1-2 0,3 5-11 16,-1 4 7-16,1 4 7 0,0 9 9 0,0 0-7 15,-2 13-5 1,-2 3 2-16,-3 6-4 0,-1 3 4 0,-2 5 0 0,-2 3-3 0,-4 3 6 0,-3 6 3 15,-5 3 3-15,0-2-6 0,-7 3 12 0,0 1-10 16,0-4 4-16,0-1-5 0,0-5-8 0,-13-7 4 16,13-5-1-16,0-5 12 0,0-10 0 15,0 0 7-15,0-10 0 0,0 0-8 0,19-17-5 16,3-2 7-16,7-6-5 0,6-4-3 0,5-7 6 16,7-2-11-16,1-2-31 0,7-1-76 0,0 4-83 15,1-2-58-15,-3 7-143 0,-1-1-93 0,1 4-132 16,-2 4-314-16,1 4 176 0</inkml:trace>
  <inkml:trace contextRef="#ctx0" brushRef="#br0" timeOffset="7721.78">7626 2604 3260 0,'4'-4'2'0,"-1"0"-10"16,0 2-5-16,-3 2 16 0,0 0 23 0,0 0 25 16,0 17 12-16,0-2-3 0,0 2-27 0,0 2-16 15,0 3-4-15,0 0-16 0,-9 3 6 0,9 4 12 16,-9 1-13-16,9 0-2 0,-6 2 1 0,6 2 0 15,-6-1-40-15,3 0-64 0,-2-1-84 0,5-3-77 16,-3 0-29-16,0-6-31 0,0-2-162 0,0-3-141 16,-1-5 79-16</inkml:trace>
  <inkml:trace contextRef="#ctx0" brushRef="#br0" timeOffset="9138.08">11239 2453 3031 0,'0'-8'65'0,"-14"2"69"0,3-1 59 0,1 3 42 16,-1-1-40-16,0 1-46 0,-1 1-37 0,3-1-28 15,0 1-7-15,3 2-12 0,1-4-29 0,1 5-14 16,4-4-21-16,0 2-5 0,0 0-3 0,0-2 1 15,0 4 8-15,11-6-12 0,1 3 15 0,3 0-7 16,2 1-7-16,2 0 8 0,3 0-7 16,0 2 2-16,3 0 14 0,-6 0-8 0,3 0 5 15,-6 11-3-15,0 2-6 0,-4 1 2 0,-3 2-9 16,-2 2 12-16,-2 4-1 0,-5 3-2 0,0 2-1 16,0 4 3-16,-17 2-5 0,1-1 18 0,-3 2-1 15,-2 1-11-15,1 0 8 0,-2-4-21 0,0 1 7 16,3-5 1-16,3 0-8 0,3-6 20 0,4-1-8 15,1-6 2-15,8-3 12 0,0-2 6 0,0-5 21 16,12-4-3-16,2 0-8 0,6 0-18 0,2-13-7 16,6-3-20-16,2 0-23 0,3-2-40 0,2-1-47 15,0-1-42-15,0-3-115 0,-3 1-137 0,-3-2-161 16,-5-1-366-16,-1-1 140 0,-8-2 175 16</inkml:trace>
  <inkml:trace contextRef="#ctx0" brushRef="#br0" timeOffset="8770">10270 2302 2603 0,'0'-13'22'0,"13"-1"31"0,-2 0 33 0,-2-2 45 16,0 4 8-16,0-1 1 0,0 2-32 0,2 1-41 16,0 3-29-16,1 1-15 0,3 2 6 0,2 4 8 15,-1 0-6-15,4 0-18 0,1 10-5 0,2 5-14 16,2 2 4-16,-3 1 3 0,1 2-1 0,-3 3 1 31,-2 2 4-31,-4 1-2 0,-7 1-1 0,-1 4 1 0,-6 0-2 0,0 0 2 0,-13-2-3 0,-1 4 8 16,-6-3-3-16,1 1-2 0,-3-4 8 0,-3-2-16 15,0-4 10-15,1-2 8 0,1-4-5 0,2-4 7 16,3-2-10-16,2-4-5 0,4-5-4 0,3 0-4 16,6 0 0-16,3-18-4 0,0-3 7 0,12-2 2 15,5-5 8-15,3-2-3 0,4-4 0 0,5-4 1 16,1-4-3-16,5 1 21 0,0-4 20 16,2-1 29-16,-1 3 17 0,-1-3 16 0,-2 6-8 15,-1 3 1-15,-4 0 24 0,-4 5 5 0,-4 8 30 16,-5 5 2-16,-5 3-31 0,-2 6-23 0,-5 4-48 15,-3 3-38-15,0 3-21 0,0 0-26 0,0 0 9 16,0 17 2-16,0-3 16 0,-14 6 5 0,2 2 0 16,-1 5-1-16,2 3-8 0,0 0 15 0,2 5-67 15,9 0-60-15,-4-2-55 0,4-1-67 0,0-1-23 16,0 2-78-16,15-4-112 0,2-3-158 16,2-2-287-16,0-2 145 0</inkml:trace>
  <inkml:trace contextRef="#ctx0" brushRef="#br0" timeOffset="9629.06">10864 1552 3287 0,'10'-11'51'0,"-10"-1"34"0,6 6 30 0,-6 6 29 16,0 0-25-16,0 0-29 0,0 0-32 0,0 0-26 16,0 0-25-16,0 0-1 0,0 0-1 0,0 0-4 15,0 0 8-15,0 0 5 0,0 0 1 0,0 7 4 16,0-7-12-16,0 0 1 0,0 0 25 0,0 0 24 16,0 0 39-16,0 0 35 0,0 0 41 0,0 0 35 15,0 0 5-15,0 0-17 0,0 0-39 0,11-14-51 16,1-2-24-16,2 3-39 15,4-4-18-15,0 0-9 0,5 0-15 0,1-3 15 0,2 3-24 0,-2-1 0 16,-1 8-3-16,0 1-3 0,-3 0 4 16,-2 5-14-16,0 4 9 0,0 0-9 0,-1 0 1 15,-2 19 21-15,0 2-13 0,-1 2 1 0,0 5 7 16,-2 2-6-16,-3 4 18 0,0 5 10 0,-3 1 5 16,-1 3 4-16,-1-3-27 0,-1 1-3 0,-1-6 9 15,1-2-7-15,-2-8 15 0,2-5-14 0,-1-7 11 16,2-5 5-16,1-1 6 0,4-7 23 0,3 0-17 15,2-15-11-15,6-1 3 0,4-5-18 0,3-2-8 16,5-5-3-16,3-1-21 0,0-3-72 0,0 2-109 16,-2 5-82-16,-1-1-50 0,0 5-13 0,-3 3-51 15,-2 1-96-15,-1 5-159 0,-1-1-261 16,-1 6 164-16</inkml:trace>
  <inkml:trace contextRef="#ctx0" brushRef="#br0" timeOffset="11622.95">15146 1436 3554 0,'6'-14'38'0,"-1"4"39"15,-2 3 28-15,-3 2 21 0,0 5-19 0,0 0-33 16,0 0-15-16,0 0-23 0,0 0-27 15,0 0-12-15,0 0-9 0,0 0 1 0,-9 9 7 16,9-1 4-16,-8-1-5 0,8 2-5 0,-6-1 12 16,6 1 1-16,-6 0 0 0,6-1 7 0,-4-1-8 15,4 0 2-15,0-3 13 0,0-1 9 0,0-3 27 16,0 0 23-16,0 0 25 0,0 0 35 0,0 0 33 16,0 0 34-16,10-14 8 0,2 5-28 0,0-2-59 15,2-1-56-15,3 0-48 0,1-1-17 0,2-1-1 16,1 0 4-16,0 2-19 0,-2-1 1 15,-1 4-8-15,-5 2-24 0,1 2 10 0,-5 5 0 16,0 0 5-16,0 0 7 0,-1 0 0 0,1 15 8 16,-1 2 7-16,2 3 4 0,-1 2 9 0,1 3-9 15,-1 6-13-15,-3 0 18 0,3 1-9 0,-3 3-1 16,-1-2 16-16,-2 0-15 0,1-2 28 0,-2-5-14 16,1 1 3-16,1-8 0 0,-2-3-23 0,2-4 38 15,-1-4 31-15,3-8 62 0,4 0 22 0,5 0-25 16,3-18-39-16,8-2-52 0,6-5-24 0,6-3 4 15,3-3-6-15,1 0-46 0,2-1-46 0,-3 1-110 16,-4 1-100-16,-4 7-42 0,-6 4-15 0,-2 3 35 16,-6 1-16-16,-3 6-84 0,-6 2-44 0,-1 7-15 15,-9 0-194-15,0 0 28 0,0 0 108 0</inkml:trace>
  <inkml:trace contextRef="#ctx0" brushRef="#br0" timeOffset="11117.87">15222 2401 3573 0,'0'-7'46'0,"0"-3"24"16,0 1 36-16,0 2 30 0,0 1-41 0,0-2 0 15,0-1-30-15,0 2-35 0,0 3-3 0,11-1-22 16,-2 2-14-16,0-2 9 0,0 5-3 0,2-2-7 16,1 2 8-16,2 0-1 0,1 0-3 0,-2 0-2 15,1 15 10-15,-3-4-13 0,1 2 15 0,-3 1 3 16,-3 2-7-16,-3-1 0 0,-3 1-7 0,0 1 12 15,0 3-10-15,-17-2 13 0,4 2-9 16,-2 0-11-16,-2-2 12 0,2 0-9 0,-1-1 9 0,1-3-4 16,5-3-7-16,1-1 1 0,2-4-9 15,7-2 3-15,0-1 8 0,0-3-5 0,0 2 7 16,11 1 4-16,1-3 3 0,3 0 5 0,4 1-2 16,0 2-5-16,1-1-6 0,1 3 2 0,1-1 0 15,-4 0 10-15,-3 3 9 0,0-1-10 0,-1 4-6 16,-5-1 0-16,-1-2-12 0,-2 1 14 0,-3 1 1 15,-3 1 1-15,0 2-3 0,0-1 5 0,0 2 10 16,-12-1-14-16,-2 1-7 0,0 0-31 16,-1 3-68-16,-3-6-93 0,-5 3-133 0,2-2-127 0,-3-7-171 15,-2 0-199-15,0-4 145 0</inkml:trace>
  <inkml:trace contextRef="#ctx0" brushRef="#br0" timeOffset="10705.94">14522 2081 2452 0,'11'-9'5'0,"-2"0"4"0,-3 3-2 0,1 0 3 15,1 0-2-15,-2 3 1 0,-1 0-2 0,-2 2 5 16,3 1 13-16,-2 0 22 0,2 0 19 0,4 11-1 16,0 2-10-16,1 2-26 0,1 5-5 0,2 5-5 15,-2 4-15-15,1 3 2 0,-3 2-1 16,-1 3 1-16,-5 0 7 15,-4 1 1-15,0-1-5 0,0 0-2 0,-13-4 4 0,-4-1-9 0,3-2 7 16,-4-3-4-16,0-2-1 0,-2-2 8 0,2-5-3 16,-2-1 12-16,3-4 4 0,2-3 52 0,0-4 35 15,1-2 10-15,4-4 0 0,1 0-61 0,1 0-44 16,5-15-17-16,3 0-6 0,0-4-4 0,0-4 11 16,17-4-4-16,2-4-2 0,4-3 3 0,4-1-5 15,4-4 5-15,1 2 14 0,1 0 18 0,1-1 30 16,-3 3 34-16,-2 3 12 0,-1 0 12 0,-4 5-17 15,-4 4-16-15,-4 3 1 0,-5 3 14 0,-5 6 27 16,-1 3-5-16,-4 2-9 0,-1 3-40 0,0 3-41 16,0 0-16-16,0 0-25 0,0 0-2 0,-15 13 3 15,1-2 2-15,-2 3-7 0,-3 2 15 0,0 4-18 16,-3 1 10-16,-2 4 11 0,1 2-16 16,1 1 1-16,0 2-50 0,6 0-28 0,2-1-13 15,5 1-18-15,9-4 18 0,0 0 23 0,0 0-9 16,0-2 1-16,20-5-38 0,4 2-80 0,3-5-69 15,4-3-68-15,5 0-54 0,3-7-87 0,4-1-228 16,0-5 100-16</inkml:trace>
  <inkml:trace contextRef="#ctx0" brushRef="#br0" timeOffset="12883.37">6778 4893 2825 0,'-7'0'41'0,"-4"0"42"0,2-11 41 15,0 11 32-15,1-10-29 0,2 3-42 0,2 7-48 16,0 0-38-16,3 0-21 0,1 0 2 0,0 0 3 15,0 0 10-15,12 0 6 0,0 0-1 0,3 0 0 16,4 11 0-16,2 1 3 0,3 1 3 0,4 4 0 16,-1 0-6-16,-1 1-2 0,-2 3-8 15,-3-1 0-15,-6 3 9 0,-2 0 4 0,-13 2 11 16,0 2-2-16,0 1-12 0,-19-2 0 0,1 2-9 0,-5-3 10 16,1-1 7-16,-3 0 7 0,-2-4-18 15,1 0 0-15,2-2 3 0,0-2-3 0,1-5 16 16,2-1-2-16,1 0-3 0,3-5-19 0,3-5-2 15,5 0 0-15,5 0-5 0,-1-12 18 0,5-3 2 16,0-2-2-16,0-3-1 0,12-4-3 0,4-5 26 16,2 0 17-16,3-7 51 0,3 2 22 0,4 2-4 15,-1-4 3-15,5 3-33 0,-2 1-8 0,1 4 1 16,-1 1-13-16,-1 6-3 0,-5 1-1 0,-1 6-17 16,-5 3-7-16,-4 4-8 0,-5 2-9 0,-1 5 20 15,-5 0 17-15,-3 0 2 0,0 13 2 0,0 3-32 16,0 0-17-16,0 2-4 0,0 4 0 15,0 1 9-15,0 2 0 0,0 2 1 0,-10 0-3 16,10 0 2-16,-7 2-11 0,7-1-26 0,-5 1-38 16,1 0-36-16,4-1-51 0,0-3-52 0,0-2-78 15,0 1-89-15,0-6-67 0,0 2-63 0,12-5-227 16,2-3 74-16,-2-4 125 0</inkml:trace>
  <inkml:trace contextRef="#ctx0" brushRef="#br0" timeOffset="13080.84">7443 5141 3276 0,'10'-4'38'0,"-3"0"11"0,-2 1 2 15,-4 3 6-15,2 0-5 0,-3 0 17 0,0 11 14 16,0 3 10-16,0 1-37 0,0 2-28 0,0 2-18 16,0 5-16-16,0 2 11 0,0 2-11 0,0 4 12 15,0-1-6-15,0 3-6 0,0 1-13 0,0 0-47 16,0-3-66-16,0 0-82 0,0-2-78 0,0-1-79 15,11-5-95-15,-4-4-266 0,-7-5 84 0,0-4 115 16</inkml:trace>
  <inkml:trace contextRef="#ctx0" brushRef="#br0" timeOffset="13506.93">7572 4969 3251 0,'10'-26'37'0,"-3"6"11"0,2 3 8 15,-3 2 7-15,3 2-24 0,1 1-9 0,-1 5-6 16,0-2 15-16,3 4 3 0,3 1 11 0,3 4 17 16,4 0-24-16,0 0-9 0,3 0-11 0,4 15-15 15,-2 1-5-15,0 0-10 0,1 2-2 16,-4-1-4-16,-3 3 8 0,-3 2-2 0,-2 1 10 0,-4 0-6 16,-5 1-6-16,-2-1 4 0,-5 1-10 0,0-1 12 15,0 1 5-15,0 1 10 0,-18-2 3 16,1 2-8-16,-1-2-5 0,-2-1-4 0,0-2-1 0,0-1 3 15,2-3 4-15,0-2 1 0,3-6 1 16,4-2 7-16,1-6 1 0,0 0-11 0,4 0-3 16,3 0-4-16,3-14-8 0,0-3 6 0,0-2 2 15,0-2-1-15,13-6 14 0,0 0 57 0,1-3 17 16,1 1-2-16,3-4 11 0,2 2-39 0,3-3-16 16,1 4 26-16,0 0-3 0,-1 4-7 0,0-1 16 15,-3 6-9-15,-2 4-17 0,-3 3-8 16,-6 7-22-16,-1 4-27 0,-5 3 0 0,-2 0 0 15,1 0 4-15,-2 0 5 0,3 15-8 0,-3-2-4 16,4 3 7-16,1 1 17 0,1-2 15 0,0 6-30 0,3-1-53 16,0 3-74-16,5-1-75 0,1 2-41 15,2-1-91-15,1-1-91 0,0 0-82 0,4-4-258 16,-1-2-18-16,3-2 152 0</inkml:trace>
  <inkml:trace contextRef="#ctx0" brushRef="#br0" timeOffset="13864.98">8578 5109 3555 0,'6'-14'51'0,"-2"2"46"16,-2-1 36-16,-2 2 48 0,0 2-5 0,0 4 1 15,0-1-1-15,0 2-33 0,0 0-45 0,0 2-40 16,0 2-23-16,-9 0-27 0,9 0-9 16,0 0-10-16,-9 0-4 0,9 0 7 0,-8 0 12 15,2 0-1-15,0 7 1 0,-2-7 0 0,2 0 0 16,0 8 7-16,-1-8-10 0,2 0-2 15,2 0 1-15,0 0 4 0,3 0-16 0,0 0 1 16,0 0 3-16,0 0-16 0,14 0 20 0,-2 0 0 0,0-13-15 16,0 13 7-16,-1-6-15 0,-1 6-3 0,3 0 7 15,-6 0-3-15,2 0 22 0,-1 0 3 0,0 17-10 16,1 2 11-16,-2 2-1 0,-2 4 3 16,-1 3 14-16,-1 4-16 0,-3 3 7 0,0 0-6 0,0 1-9 15,-15-2-3-15,2-1-7 0,0-3 3 0,4-2 12 16,9-3 12-16,-10-3-15 0,10-4 3 15,0-5 0-15,0-3 5 0,0-7 27 0,0-3 2 16,21 0-30-16,6-12-36 0,8-5-95 0,8-4-68 16,11-4-129-16,10-5-199 0,6-2-232 0,7-4-231 15,2 0 154-15</inkml:trace>
  <inkml:trace contextRef="#ctx0" brushRef="#br0" timeOffset="14469.81">10608 4713 2833 0,'13'-11'46'0,"-13"1"52"0,0 1 40 0,10 3 33 0,-10 1-29 15,0 1-56-15,0 1-42 0,0 1-34 0,0 0-22 16,0 2 7-16,14 0 8 0,-2 0 4 0,3 13 2 15,2-1-6-15,3 2-9 0,2 2 4 0,3 1 3 16,-3 3-7-16,1 1 9 0,-1 4 0 0,-6 0-6 16,-4 1 14-16,-3 4-7 0,-9-2-1 0,0 0 11 15,0 1-13-15,-13-2 4 0,-4-1 1 0,-4 0-9 16,-2-5 5-16,-3-1 1 0,-1-5-2 0,3-2 7 16,-1-3 7-16,3-1-2 0,3-6-13 0,3-3-11 15,3 0-11-15,4 0 2 0,6-14 5 16,3-5 9-16,0 0 3 0,12-5-4 0,4-4 12 15,2-2-13-15,6-5 10 0,3 1 28 0,1-5 21 16,1 5 49-16,-2-3 26 0,-3 2-18 0,-1 2-10 16,0 2-19-16,-2 3 1 0,-6 4 7 0,-1 1 24 15,-2 5-14-15,-1 3-16 0,-2 6-21 0,-5 0-40 16,-4 9-6-16,0 0-17 0,0 0-5 0,0 0-13 16,0 0 3-16,0 12 1 0,0 0 7 0,0 1 11 15,0 1 5-15,0 1-5 0,0 7 2 0,0-2-27 16,0 4-38-16,0 1-28 0,0 3-36 0,11-2-10 15,1 2-26-15,2 1-35 0,3-3-70 16,2-2-102-16,0-1-79 0,3-4-229 0,1-2-89 16,1-5 140-16</inkml:trace>
  <inkml:trace contextRef="#ctx0" brushRef="#br0" timeOffset="14831.31">11249 4938 3185 0,'3'-9'77'15,"-3"1"78"-15,0-1 46 0,0 1 36 0,0 4-43 16,0-3-41-16,-12 1-8 0,12-1 3 0,0 2-3 16,-9 0-32-16,9 1-39 0,0 1-42 0,0 0-35 15,0 2-4-15,0-3-1 0,0 3-8 0,0 1 4 16,0 0 0-16,0 0 4 0,0 0 8 16,9 0 4-16,0 0-8 0,2 0 0 0,0 0 0 15,4 0-3-15,0 11 0 0,2-3-3 0,-4-1 0 16,4 1 3-16,-3 1-4 0,-2 0 0 0,-3 2 10 15,0 1-13-15,-3 1 3 0,0 3 0 0,-4 1-7 16,-2 2 21-16,0 3 1 0,0 2-1 0,-15 0 17 16,-2 2-20-16,0 2 2 0,-3-2 4 0,-1 0-17 15,-2-1 21-15,1-3 3 0,0-2-4 0,4-1 0 16,3-5-6-16,1 0-8 0,5-3 1 16,5-2 0-16,-1-3 0 0,5 0-3 0,0-1 18 0,0-4-3 15,14-1-6-15,2 0 16 0,1 0-59 16,4 0-46-16,7 0-54 0,-1-12-57 0,6 1-84 0,1-1-150 15,4-1-145-15,0-2-334 0,1-4 42 16,-2-1 200-16</inkml:trace>
  <inkml:trace contextRef="#ctx0" brushRef="#br0" timeOffset="15285.8">11700 4541 3259 0,'0'-17'38'0,"0"-1"21"0,0 5 38 0,12-2 32 16,-1 2-20-16,1 0-19 0,2 2-24 0,4 2-23 15,0 5-21-15,4 1 13 0,3 3-6 0,4 0-11 16,-1 0-7-16,0 18-12 0,0 4-4 0,-1-2 1 16,1 3 9-16,-6 3-1 0,-3 2-6 0,-6 5 6 15,-4-4 0-15,-9 5-6 0,0-3 9 0,0 3-12 16,-19-3 5-16,-4 2 4 0,-5-2-5 0,1-2 5 15,-2-3-1-15,0-2 2 0,2-3 1 16,1-4-5-16,5-3 0 0,1-1 0 0,7-6 3 0,3-2 0 16,4-5-14-16,6 0-6 0,0 0-3 0,0-14-1 15,0-3 18-15,19-1 0 0,0-6 3 0,1-4-3 16,3 0-3-16,3-7 10 0,-1-1-2 16,3-3 14-16,-1 2 2 0,1-3 7 0,-4 1 16 15,-1 2 27-15,-2 0 37 0,-3 3 43 0,-3 3 54 16,-3 7 15-16,-4 3-1 0,-2 5-28 0,-4 4-66 15,-2 3-60-15,0 9-54 0,0 0-20 0,0 0 0 16,0 0-2-16,0 16 10 0,-14 5-2 0,3 3-8 16,-2 0 17-16,2 6-7 0,-1 4-8 0,0 1-13 15,1-1-63-15,2 2-34 0,9-2-68 16,0 2-52-16,0-5 13 0,0 3-10 0,0-6-29 0,12 2-76 16,3-5-104-16,2-2-97 0,4-2-261 0,5-3 72 15,-2-7 148-15</inkml:trace>
  <inkml:trace contextRef="#ctx0" brushRef="#br0" timeOffset="15644.28">12413 4796 3335 0,'9'-15'58'0,"0"-3"44"0,1 1 35 0,3 2 30 16,0 0-24-16,2-3-30 0,2 1-26 0,3 2-15 16,0 2-38-16,2 0-9 0,1 2-2 0,0 3-19 15,-2 3 7-15,-1 5-1 0,0 0-8 0,-2 0 15 16,-3 0-12-16,-4 18 4 0,-2-4 0 15,-3 1-1-15,-6 5 12 0,0 2 2 0,0 2 6 16,-15 0-16-16,-3 4 0 0,-4-1-11 0,0 3-5 0,-6-3 11 16,-1 1-4-16,0-3 2 0,-1-3 4 15,1 0-7-15,5-5 5 0,1-2-14 0,6-2-3 16,4-6 1-16,4-1-4 0,9-1 17 0,0-5 12 16,0 0-1-16,16 0 9 0,1 0-3 0,4 0-5 15,4 0 0-15,2-11-7 0,3 11-4 0,1 0-4 16,-1 0-2-16,-1 0 10 0,1 0-5 0,-2 0-5 15,-1 0-2-15,-3 16-8 0,-1 1 10 0,-3-3 4 16,-2 1 10-16,-3 1-3 0,-4 1 8 0,-4-3 0 16,-7 4-7-16,0-1 9 0,0 0-9 0,-15 1-6 15,-3 0-31-15,-5-1-81 0,-3 2-72 16,-4 1-155-16,-3-3-232 0,-7 0-430 0,-2-2 2 16,-4-2 154-16</inkml:trace>
  <inkml:trace contextRef="#ctx0" brushRef="#br0" timeOffset="16632.64">15225 4571 2694 0,'-4'0'8'0,"-1"0"-4"0,1 0-6 16,2 0-1-16,2 0 3 0,0 0 17 0,0 0 17 15,0 0 17-15,15 13 9 0,2 1-7 16,1 0-15-16,3 1-10 0,2 2-24 0,3 4-4 15,1 0-1-15,-1 2-2 0,-2 3 2 0,-2-2 0 16,-4 4 3-16,-4-2 2 0,-5 2-2 0,-9 0 5 16,0-4-2-16,0 3-3 0,-12-2 3 0,-5-1-5 15,-3-3 4-15,-1 0-4 0,-2-2 7 0,2-2 11 16,-2-5 3-16,2-1 3 0,1-3-3 0,3-1-5 16,4-5-3-16,-1-2 3 0,5 0-5 0,1 0-5 15,2 0-3-15,2 0-11 0,4-17 12 0,0 3-8 16,0-2 5-16,0-1 11 0,15-1-9 15,0-2 2-15,3-1 5 0,2-2 9 0,3-1 11 0,1-2 16 16,3-2 21-16,4 0 2 0,2-5 7 16,1 1 9-16,1-3 2 0,-2-2-2 0,0 0-3 15,-2 2-1-15,-2 1 7 0,-4 2 23 0,-2 2 63 16,-5 1 74-16,-7 6 71 0,-3 5 21 0,-4 4-44 16,-4 3-76-16,0 7-106 0,0-1-70 0,0 5-35 15,-15 0-34-15,3 0 3 0,-2 11 3 0,-3 2-6 16,-1 2 13-16,0 3-7 0,0 5 2 0,0 4 9 15,1 1-3-15,2 4 5 0,3-1-33 0,2 0-53 16,6 2-91-16,-1-3-77 0,5-2 6 0,0-1 23 16,0 0 37-16,14-3 19 0,-3-1-39 0,2-1-86 15,1-3-75-15,1 2-78 0,0-4-156 16,1-2-198-16,-1-3 131 0</inkml:trace>
  <inkml:trace contextRef="#ctx0" brushRef="#br0" timeOffset="17038">16027 4900 3805 0,'9'-13'46'16,"0"-1"28"-16,-4 1 35 0,2-2 53 0,1 3-2 16,-3 1 23-16,1-1-30 0,-3 2-50 0,0 4-56 15,1-1-58-15,2 3-8 0,-1 2-5 0,1 2 13 16,2 0 3-16,-1 0-2 0,1 0-1 15,-1 10 0-15,4 1 11 0,0 2-3 0,-2 0-4 16,-2 2-7-16,-1 2-11 0,-3-1 16 0,-1 1-5 16,-2 2-5-16,0 1 0 0,-12-3-17 0,-2 3-10 15,-3-1-15-15,1 0-9 0,-5-1-14 0,-1-3 19 16,1 1 20-16,1-4 0 0,4 1 19 0,0-5 2 16,7-2 5-16,2-1 18 0,7-3-2 0,0-2 0 15,0 0 12-15,13 0-5 0,4 0 21 16,1 0 5-16,2 0-10 0,1 0 4 0,-1 0 2 0,1 0 0 15,-1 0-4-15,-2 0 0 0,-3 0-21 16,2 0 11-16,-3 0-8 0,-2 0 1 0,-1 0 9 16,-1 11-7-16,-2 2 0 0,-1-2 10 0,-2 0-1 15,-1-1-12-15,-4 2 14 0,0 0-19 0,0-1 4 16,0 1 8-16,-13 0-22 0,1 1-27 0,-4 0-63 16,0 0-75-16,-1-2-132 0,-3 1-168 0,-2-3-169 15,-1-2-291-15,0-5 149 0</inkml:trace>
  <inkml:trace contextRef="#ctx0" brushRef="#br0" timeOffset="17499.3">16556 4612 3678 0,'7'-24'8'0,"2"5"35"0,-1 1 28 0,1 3 18 16,0 3 8-16,3 1-37 0,0 2-25 0,4 2-23 15,-1 5-13-15,3 2 7 0,2 0-4 0,1 0 0 16,-1 13-7-16,1 4 3 0,0 3-2 0,-1 1 9 16,-3 6 9-16,-2 0-13 0,-3 4-1 0,-3 1 3 15,-4 1-6-15,-5 1 2 0,0-1 5 0,0-1-5 16,-14 0 7-16,-1-3-7 0,0 1 9 0,-4-4-5 16,1-3-11-16,0 1 17 0,0-4-2 0,1-5-9 15,0-2 15-15,4-4-11 0,2-1-9 0,2-5 8 16,3-3-36-16,1 0-9 0,5 0-10 15,0-16-7-15,0-1 37 0,0-1 0 0,11-4 14 16,3-5 11-16,1-2-6 0,2-6 11 0,4 1 11 16,-1-3 18-16,1-1 8 0,-1-1 28 0,2 2 18 15,-3 0 69-15,0 3 65 0,-2 5 81 0,-2 2 23 16,-3 5-34-16,-1 5-52 0,-3 4-88 0,-4 5-40 16,-2 3-55-16,-2 3-45 0,0 2-25 0,0 0-23 15,0 0 3-15,0 0 18 0,0 15 4 0,0 2 12 16,-9 1 1-16,9 3 6 0,0 3 0 0,-10 1-4 15,10 4-5-15,0 1-43 0,0 0-76 16,0-1-67-16,0-3-79 0,19 1-58 0,3-3 15 16,1 0 11-16,2-2 12 0,5 0-48 0,2-3-99 15,3-2-126-15,4-2-311 0,1-5 75 0,-1-1 161 16</inkml:trace>
  <inkml:trace contextRef="#ctx0" brushRef="#br0" timeOffset="17680.97">17464 4836 3885 0,'0'-4'35'0,"0"-2"15"0,0 2 11 16,0 4 3-16,0 0-30 0,0 0 10 0,0 0 20 16,0 0 14-16,0 14 19 0,0 2 12 0,0 1-11 15,0 0-5-15,0 3-27 0,0 3-32 0,0 3-15 16,0 1-7-16,0 2 6 0,0 2-8 16,0 0-15-16,0 0-59 0,9 0-66 0,-9-1-48 15,9 0-63-15,-9-2-102 0,8-2-157 0,-8-1-264 16,0-6-204-16,0-2 156 0</inkml:trace>
  <inkml:trace contextRef="#ctx0" brushRef="#br0" timeOffset="18019.75">18705 3778 3382 0,'18'0'37'0,"-2"0"87"0,4 0 34 0,3 14 25 0,7 10-26 15,7 10-73-15,8 8 6 0,6 16 30 0,2 12 39 16,4 10 97-16,1 11 8 0,-2 8 26 0,-4 7-39 15,-8 4-101-15,-2 0-36 0,-10 0-86 16,-4-1-5-16,-12-3 2 0,-16 0-10 0,0-5 9 16,0-2-8-16,-24-1-98 0,-8-1-209 0,-7-5-137 15,-11-3-134-15,-5-4-179 0,-9-11-202 0,-6-8-120 16,-6-6 136-16</inkml:trace>
</inkml:ink>
</file>

<file path=ppt/ink/ink2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6:17.292"/>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5 180 2726 0,'-2'-14'41'0,"-1"14"36"0,3-11 18 0,0 1-7 16,0 10-39-16,0-11-34 0,14 0-8 0,4 3 22 16,5-3 2-16,6 0 5 0,7-2-9 0,8 2-15 15,8-1 0-15,4 0-8 0,6 1 0 0,4 1-1 16,2 2-9-16,2 1 8 0,0 2-4 0,-2 1-2 15,-1 3-11-15,-3 1-34 0,-6 0-28 0,-4 0-38 16,-5 0-42-16,-7 0-36 0,-5 0-31 0,-7 0-34 16,-6 10-63-16,-2-10-191 0,-7 8 1 0,-8-8 74 15</inkml:trace>
</inkml:ink>
</file>

<file path=ppt/ink/ink2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6:16.847"/>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354 221 2623 0,'-15'0'25'0,"0"0"18"15,-2 0 28-15,1-13 20 0,-4 2 6 0,0 1 6 16,-1 2 3-16,-3-2 7 0,-2 2-2 0,1 0 1 16,1 0-13-16,1 1-17 0,-1 1-13 0,1-1-25 15,4 2-15 16,5 0-19-31,2 1-7 0,3-1-9 0,2 4 1 0,7 1 1 0,0-1-3 0,0-3 7 0,13 3 3 0,5-2 1 0,6-2-2 0,13 1 4 16,8-4-15-16,10 1 8 0,12-3 2 0,10 0-3 16,10-1 7-16,5 4-2 0,4-1-2 0,1 3-6 15,-4-1-13-15,-2 3 0 0,-9-2-25 0,-5 5-31 16,-8 0-37-16,-10 0-57 0,-6 0-43 0,-9 0-38 16,-4 0-8-16,-5 0-20 0,-5 0-37 15,-6 8-183-15,-2 3-71 0,0-11 76 0</inkml:trace>
</inkml:ink>
</file>

<file path=ppt/ink/ink2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6:17.986"/>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 0 2207 0,'0'2'25'0,"0"1"5"0,0-3 0 0,0 0-2 16,0 0-25-16,0 0 18 0,0 0 15 0,0 0 39 15,7 13 45-15,-1-5-1 0,2 3 7 0,1 0-37 16,3 0-19-16,3 2 15 0,4 0-10 0,6 2 7 16,4 0-18-16,8-3-32 0,10 0-11 0,12-1-5 15,12-1-10-15,16-3-4 0,18-7 6 0,15 0-8 16,16 0-33-16,16 0-34 0,12-13-55 0,15 1-47 16,10 1-19-16,4 1-1 0,3 10 3 15,-1-11 0-15,4 3 5 0,-3 8-52 0,-3 0-76 16,-7 0-130-16,-7 0 1 0,-11 0 85 0</inkml:trace>
</inkml:ink>
</file>

<file path=ppt/ink/ink2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6:18.360"/>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477 223 2593 0,'-33'0'8'0,"-3"0"29"15,-4 0 25-15,-1 0 42 0,0 0 22 0,-2-14 3 16,2 2 1-16,4 12-9 0,0-11 13 0,7 3 4 16,2 1-7-16,7 7-15 0,1-10-37 0,7 4-31 15,4 2-26-15,1-3-23 0,8 6-10 0,0-4 1 16,15-1 4-16,6 0-6 0,10-1-10 16,8-3-28-16,13 0-45 0,10-3-38 0,11 2-59 15,8-3-68-15,8 1-50 0,7-1-71 0,4 2-207 16,5 1-92-16,1 0 97 0</inkml:trace>
</inkml:ink>
</file>

<file path=ppt/ink/ink2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6:18.665"/>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 98 3353 0,'0'0'0'0,"0"-11"1"15,12-2-3-15,6 1-3 0,5 3 6 0,10-4-8 16,11 4 6-16,6 0 5 0,13 9-23 15,8-7-5-15,13 0-25 0,7 7-40 0,4-5-3 16,4 5-25-16,0 0-36 0,1 0-19 0,-3 0-47 16,-1 0-52-16,-3 0-311 0,-7 13 7 0,-2 0 66 15</inkml:trace>
</inkml:ink>
</file>

<file path=ppt/ink/ink2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6:19.283"/>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0 265 2606 0,'0'0'13'0,"0"0"8"15,0 0-4-15,0 0 10 0,9 0 4 0,-9-11 20 16,9 11 16-16,2 0 6 0,5-9-13 0,4 3 2 16,8 2 39-16,8-4-10 0,11 2 37 0,12-2-12 15,11-3-53-15,14-1-8 0,11 1-37 0,16-3-13 16,12-3-6-16,12 2 4 0,13-4 4 0,7 1-36 15,7-1-57-15,4 2-39 0,4 1-39 0,-2 1-50 16,1 4-31-16,-7 1-20 0,-2 1-263 0,-7 5-119 16,-7 4 77-16,-8 0 62 0</inkml:trace>
</inkml:ink>
</file>

<file path=ppt/ink/ink2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6:19.766"/>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325 50 3852 0,'-32'0'3'0,"-1"0"5"16,-4 0 3-16,1-13-10 0,-4 2-6 16,4 3-4-16,2 8-6 0,2-11 15 0,7 11-11 15,5-6 7-15,9 6-1 0,5 0-3 0,6 0 13 16,0 0-7-16,14 0 3 0,3 0 5 0,5 11-2 16,6-3-3-16,7-8 3 0,7 9-5 0,8-5-5 15,11-4 10-15,12 0 0 0,10 0-32 0,13 0-1 16,12 0-29-16,7 0-36 0,10 0-22 0,4 0-60 15,2 0-68-15,-1 0-64 0,-1-8-75 0,-4 8-267 16,-7 0-10-16,-5-6 100 0</inkml:trace>
</inkml:ink>
</file>

<file path=ppt/ink/ink2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6:20.264"/>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19 178 3881 0,'-9'0'8'0,"5"0"-11"0,-3 0-38 0,7 0-9 0,0-10-15 15,20-3 11-15,8 5 42 0,10 8 7 16,12-10 5-16,13 4 3 0,13-2-4 0,12 0-3 16,8 0 9-16,6-3-5 0,4 3 2 0,1-2 5 15,-3 0-15-15,-2 2 6 0,-5-2 2 0,-6 4 2 16,-7 3 1-16,-8-4-1 0,-9 4 1 0,-8 2 8 16,-12-2 21-16,-8 1 24 0,-8 2 21 0,-8-2 8 15,-7 1-5-15,-7 0-32 0,-9 1-20 0,0 0-31 16,0-2-31-16,0 0-47 0,0-1-101 0,-18 2-128 15,-5-2-128-15,-1 1-124 0,-6-2-280 0,-7 0 138 16</inkml:trace>
</inkml:ink>
</file>

<file path=ppt/ink/ink2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6:27.370"/>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1355-162 3437 0,'0'0'16'0,"0"0"1"15,0 0-6-15,0 0-4 0,0 11-26 0,0-11 16 16,0 11 30-16,0-1 12 0,0 4 6 0,0 0-7 16,0 3-23-16,0 1-8 0,0 5-4 0,0 1-3 15,11 1-3-15,1 2 4 0,-1 0 9 0,1 0-5 16,-2 1 0-16,1-2 1 0,-3-2-4 16,-1-2-2-16,1-2 4 0,-1-1 6 0,-5-7-7 15,2-1-7-15,-1-3-40 0,-3-4-122 0,0-4-127 16,0 0-112-16,0 0-120 0,-15 0-181 0,2-20 78 15,-3 0 121-15</inkml:trace>
  <inkml:trace contextRef="#ctx0" brushRef="#br0" timeOffset="125.77">1241-428 2875 0,'9'-20'-3'16,"-9"6"3"-16,0 0 0 0,0 6-4 0,0 2 0 15,0 0-24-15,0 3-44 0,0 0-75 0,12 3-99 16,-12 0-153-16,13 0-247 0,-3 0 78 15</inkml:trace>
  <inkml:trace contextRef="#ctx0" brushRef="#br0" timeOffset="578.25">1779-303 3337 0,'0'6'31'0,"0"0"59"15,-14-2 37-15,2-2 19 0,-2 2-16 0,4-1-60 16,-2 1-38-16,1 0-21 0,0 0-18 0,1 2 3 15,1 4-2-15,-2 0 4 0,0 4-2 16,2 4 5-16,-3 2-1 0,1 1-3 0,1 6 4 16,1 1-19-16,1 1-14 0,0 0-27 0,5 1-16 15,0-2-17-15,3-2-16 0,0-2 6 0,0 0-12 16,0-6 19-16,0-4 33 0,11 0 27 0,-11-6 40 16,9-3 38-16,-9-5 27 0,8 0 27 0,-2 0 17 15,1 0 4-15,-1-18-6 0,4 0-15 0,0-1-25 16,1-1-23-16,3-3-18 0,1 0-8 0,0 0-9 15,2 1-10-15,1 3 2 0,2 2-17 0,1 2 2 16,2 4 1 0,2 5-3-16,6 1 7 0,2 5-2 0,4 0 8 0,-1 0 3 0,-2 16 1 0,0 1-4 15,-2 3-7-15,-3 1-1 0,-4 6 8 0,-4 1-2 16,-5 4 8-16,-2 1-9 0,-6 2-5 16,-2 2 12-16,-6 0 3 0,0-1-6 0,-15 1 12 15,-5 0-7-15,-6-2-12 0,-4-3 15 0,-5-2-16 16,-3-6 6-16,-2-2 7 0,-1-3 1 0,5-8 23 15,1-6 21-15,5-5 14 0,4 0 4 0,6 0-45 16,3-20-8-16,5 0-21 0,8-3-12 0,4-5 20 16,0-4-10-16,0-3-11 0,16-6-15 0,7 0-29 15,4-2-50-15,4-2-63 0,4-1-100 0,6 1-96 16,1 1-98-16,1 3-207 0,2 0-93 16,-2 0 131-16</inkml:trace>
  <inkml:trace contextRef="#ctx0" brushRef="#br0" timeOffset="912.04">2268-642 4020 0,'-5'-30'11'0,"1"4"29"0,-1 3 22 0,-2 5 7 16,2 7-12-16,0 0-37 0,1 5-41 0,4 2-54 15,-2 1-56-15,2 3-55 0,0 0-66 0,0 0-71 16,19 0-77-16,-1 0-112 0,2 0-281 0,5 0 116 16</inkml:trace>
  <inkml:trace contextRef="#ctx0" brushRef="#br0" timeOffset="755.93">2491-465 3851 0,'0'0'-9'0,"0"13"-1"0,0-13-5 15,0 11 8-15,0 2 37 0,0-1 9 0,0 0 12 16,0 3-5-16,0 0-30 0,0 4-8 0,0 3-2 16,0 2-6-16,12 2-2 0,-1 1 2 0,0 2-3 15,1 0 8-15,1-1-23 0,-1 2-38 0,2-4-72 16,0 2-118-16,-2-3-90 0,-1-3-99 15,-1-3-183-15,-4-1-143 0,-3-8 117 0</inkml:trace>
  <inkml:trace contextRef="#ctx0" brushRef="#br0" timeOffset="-623.83">345 151 2708 0,'-17'0'6'0,"-2"-8"8"0,-3 8 1 0,0 0 18 16,-1 0 7-16,-3 0-6 0,0 0-7 0,0 17-15 16,2 2-15-16,1 2 1 0,2-1 5 0,1 8-6 15,2 1 3-15,1 1 5 0,4 4-6 0,4 1-1 16,0 2-1-16,4-2 3 0,2 1-1 0,3-1 4 16,0 2 1-16,0-3-7 0,12-1 8 0,-3-3-1 15,2-2-6-15,-2-1 0 0,0-4-3 0,3-3-2 16,-1-3-2-16,-1-5 7 0,3-2 4 0,-1-5 12 15,0-5 39-15,2 0 29 0,2 0 34 16,3-22 31-16,0-3 4 0,1-4-6 0,4-4-11 16,2-5-19-16,-2-6-14 0,1-2 4 0,-2-2 5 15,-4 1 3-15,-1-2-9 0,-4 7-27 0,-5-4-31 16,-4 3-19-16,-5 4-17 0,0 3-6 0,0 0-37 16,-12 5-6-16,-2 3-33 0,-1 1-22 0,-3 5 2 15,1 2-20-15,-1 3-33 0,2 6-63 0,1 0-105 16,3 5-110-16,0 6-30 0,4 0-86 0,1 0-155 15,4 12 137-15</inkml:trace>
  <inkml:trace contextRef="#ctx0" brushRef="#br0" timeOffset="-231.51">570 188 3045 0,'0'-13'29'15,"0"4"42"-15,0-2 29 0,0 3 24 0,-9 1-21 16,9-1-48-16,0 2-23 0,0 3-30 0,0-3-4 16,0-1-3-16,0 3-8 0,0 1 5 0,18-3-4 15,2 1 9-15,4 3-3 0,3-2-3 0,2 4-8 16,3 0 0-16,0 0 2 0,-3 13 2 0,-2 2 10 16,-1 0 2-16,-3 3 7 0,-5 4 2 15,-4 1-3-15,-2 2-1 0,-4 2-1 0,-2 0-9 16,-6 0 6-16,0 1-3 0,0-1 0 0,0-2 9 15,-14-2 5-15,2 0 1 0,1-4 15 0,0-2 31 16,-1-4 22-16,2-2 30 0,-1-6-5 0,0-5-15 16,2 0-20-16,2 0-17 0,-1 0 0 0,2-18-24 15,2-1-6-15,-1-1-5 0,5-3-17 0,0-5 8 16,0-3 1-16,0-3-13 0,14-4 13 0,-1 0-6 16,2 1 1-16,2 0-5 0,1 0-3 0,2 1 3 15,0 5-16-15,1 4 8 0,-1 0-16 0,1 4-31 16,-1 1-37-16,3 3-70 0,-4 1-89 0,3 4-83 15,-1-1-71-15,0 1-66 0,0 0-230 16,-1 2 34-16,0 1 116 0</inkml:trace>
  <inkml:trace contextRef="#ctx0" brushRef="#br0" timeOffset="1580.01">2705-543 3333 0,'2'5'3'0,"-2"-5"0"15,0 2-3-15,0-2 1 0,0 1-6 0,0 3 9 16,0 0 20-16,0-2 7 0,0 5 16 0,0 1-16 16,9 0-8-16,3 4-13 0,0 0-6 0,2 4 10 15,3 3-9-15,-1 0 9 0,1 3-5 0,0 0-3 16,1 1-3-16,-3 0 0 0,0 2-6 0,0 0 3 16,1-1 5-16,-4 0-5 0,-2-2 4 0,1-3 4 15,-3-1 0-15,-2-3 3 0,0-4 17 16,-3-3 42-16,-3-1 44 0,0-5 41 0,0-2 8 15,0 0-30-15,0 0-39 0,0 0-27 0,0-15 3 16,-9-1-13-16,9-1 7 0,-14-4 6 0,6-2-9 16,8-1-8-16,-9-7-15 0,9 1-19 0,0-1-10 15,0-1-10-15,0-1 4 0,0 3-12 0,16 0-1 16,-3 1 0-16,2 2-3 0,4 3-1 0,2 3-8 16,3 1 13-16,2 3-27 0,4 0-40 0,2 3-40 15,5 2-51-15,2 1-8 0,2 0-4 0,2 3-19 16,-1-3-31-16,-1 2-34 0,0 0 0 15,-1 3 28-15,-4-2 68 0,1-1 70 0,-5 1 56 0,-4-2 56 16,-3 3 62-16,-7-1 88 0,-3 0 86 16,-4-2 71-16,-7 0-10 0,-4 1-44 0,0 0-15 15,0-1 35-15,0-1 105 0,-15 0 81 0,3 3-3 16,-2-1-74-16,4-1-112 0,-1 3-104 0,-1 0-78 16,1 3-58-16,2 0-42 0,0 1-29 0,0 3 1 15,0 0 0-15,1 0 4 0,-2 18 13 0,0 1-7 16,-2 7 8-16,0 3-7 0,0 7-24 0,-2 3-21 15,1 5-40-15,2 4-59 0,-1-2-66 0,3 4-9 16,3-4-3-16,0-2 23 0,3-1 58 0,3-5-11 16,0-4 45-16,0-6 35 0,0-4 31 0,0-4 46 15,0-8 18-15,9-3 62 0,-9-4 69 0,7-5 93 16,-7 0 35-16,8 0-42 0,-1-15-62 16,1-3-77-16,1-5-56 0,3-8 10 0,2-2 3 15,1-6-8-15,2-3 17 0,3-3-27 0,1 1-8 16,-3 0-9-16,3 4-20 0,1 4 2 0,-4 3-11 15,2 6 9-15,1 4-7 0,-1 5 3 0,-1 5 3 16,1 2-7-16,0 5-21 0,0 6-49 0,1 0-56 16,-1 0-72-16,1 0-73 0,0 13-45 0,0 0-3 15,2-1 19-15,-3 2 35 0,3-1 2 0,-5 0-48 16,0 2-81-16,-4-2-98 0,-4 1-333 0,-5-2 112 16,-5-1 136-16</inkml:trace>
  <inkml:trace contextRef="#ctx0" brushRef="#br0" timeOffset="1796.29">3878-1348 4204 0,'0'-40'83'16,"0"6"163"-16,0 9 137 0,0 5 42 0,0 6-93 16,0 6-184-16,0 5-158 0,0 3-55 0,0 0 6 15,0 0 30-15,0 17 36 0,0 5 17 0,0 3 13 16,13 4-5-16,1 8-3 0,4 7-7 0,3 5-4 15,1 7 8-15,-1 0-15 0,3 6-12 0,-1 1-113 16,3 1-155-16,-3 1-123 0,-1 2-57 16,-2-2-23-16,0-1-84 0,-6 1-170 0,-2-4-283 15,-5-1 133-15</inkml:trace>
  <inkml:trace contextRef="#ctx0" brushRef="#br0" timeOffset="2459.42">5009-944 2694 0,'-12'0'46'0,"1"0"58"0,-2 0 49 16,1 0 66-16,1 0-5 0,-3 0-16 0,4 0-22 16,-1 0-34-16,0 0-15 0,2 0-12 0,3 0-21 15,2 0-14-15,-1 0-32 0,3 0-21 0,1 0-4 16,1 0-18-16,0 0-4 0,0 0-21 0,0 0 4 16,0 0-1-16,12 0 16 0,-3 0 13 0,5 0-13 15,0 0 8-15,5-11-1 0,6 1-8 0,2-3 1 16,3-2-23-16,2-2-28 0,0 3-23 0,2-5-16 15,-6 3-9-15,0 0-2 0,-4 2-3 16,-3 0-11-16,-4 2-5 0,-2-2-19 0,-4 3-4 0,-2-2 31 16,-3-2 29-16,-3 1 39 0,-3 0 63 15,0 0 44-15,0 1 39 0,-17 0 59 0,1-3 33 16,-3 4-2-16,1 1 2 0,0 0 1 0,-2 4 4 16,3 1 45-16,4 0 40 0,2 2-21 0,2 3-72 15,1-3-99-15,4 3-101 0,4 1-56 0,0 0-10 16,0 0 26-16,0 0 13 0,0 0 33 0,14 15 4 15,-1-2-10-15,5 1 11 0,5 1 5 0,2 3-5 16,3 0 6-16,4 3-1 0,2 0-4 16,-1-1-1-16,1 0 0 15,-4-2-21-15,-6-1-21 0,-1 0-22 0,-5-3-15 0,-6 2-3 0,-4-1-53 0,-8-1-36 16,0 5-63-16,-12-1-99 0,-6 1-161 16,-7-1-167-16,-5 4-344 0,-3-3 119 0</inkml:trace>
  <inkml:trace contextRef="#ctx0" brushRef="#br0" timeOffset="3680.4">7002-1738 2683 0,'-9'-8'50'15,"-2"-3"73"-15,-1 2 62 0,1 1 51 0,0 2-8 16,1-3-47-16,-1 2-34 0,-1 0-34 0,4 3-34 15,-1-1-31-15,5 2-27 0,-1 0-19 16,1 1-7-16,4 1 0 0,0 1-1 0,0 0-6 0,0 0 11 16,12 0-2-16,0 0 2 0,2 14 4 15,4-4-10-15,0 2 11 0,6-1-12 0,2 0 10 16,-1 2-6-16,2-1 1 0,-1 5 8 0,-2-1-6 16,0-1-1-16,-2 2-2 0,-3 3 4 0,0 0-5 15,-6-1 11-15,1 3-4 0,-2-2-8 0,-4 1 13 16,-4 2-10-16,-1 1 8 0,-3-1 8 0,0 2-16 15,0 1 4-15,-20-1-3 0,4-2-5 0,-2 1 7 16,-1-1 1-16,0-5-4 0,-1 2 1 0,0-4-1 16,0 1-3-16,1-6 7 0,0-2-5 0,3 0 0 15,0-4 0-15,3 0-6 0,1-3 5 0,4-2 3 16,2 0-8-16,1 0-22 0,5 0-2 16,0-12-6-16,0-2 14 0,0-1 20 0,17-7 15 15,1-1-12-15,2-3-2 0,6-5-2 0,3-3-10 16,4-2 24-16,-1-2 0 0,5-1 16 0,0-2 4 15,0 1-2-15,-2 1 14 0,-2-2-2 0,-1 1 11 16,-4 1 13-16,-4 1 4 0,-3 5 16 0,-3 1 26 16,-4 5 39-16,-3 4 37 0,-7 3 26 0,1 5 16 15,-2 5-28-15,-3 2-36 0,0 5-49 0,0 3-59 16,0 0-35-16,0 0-27 0,0 0-8 0,-12 0-13 16,2 11 7-16,4 1 8 0,-7 4 2 15,1 2 15-15,-4 4-6 0,3 3-12 0,-5 2-24 0,1 3-83 16,0 1-58-16,3-2-43 0,2 1-10 15,6-5 54-15,2 1 36 0,4-2 24 0,0 2 13 16,0-2 2-16,0-2-2 0,15-2-5 0,0 1-59 16,2-2-65-16,-1-4-75 0,7-1-81 0,-2-4-70 15,7-2-273-15,2-8 90 0,4 0 116 0</inkml:trace>
  <inkml:trace contextRef="#ctx0" brushRef="#br0" timeOffset="4652.64">8812-2437 2328 0,'0'-7'51'0,"0"-2"53"16,0 3 70-16,-12 0 52 0,1-1-14 0,2 2-16 15,-2-1-45-15,-1 4-41 0,-1 2-31 0,-1 0-30 16,-6 0-1-16,-3 18-4 0,-2 2 11 0,-3 7 10 16,-4 4-9-16,2 4-9 0,-3 6-8 0,-1 6-9 15,5 4-11-15,0 3-5 0,7 0-5 0,3 2-4 16,4 0-2-16,5 0 2 0,2 0-10 0,8-4 6 16,0 3-1-16,0-6 5 0,14-6 7 0,-1-1-5 15,3-4-10-15,2-6-14 0,5-5-5 16,-1-4-18-16,1-7-8 0,4-5 3 0,2-3-34 15,5-8-43-15,-4 0-85 0,4 0-101 0,0-19-70 16,0-1-82-16,-2-3-222 0,1-2 18 0,-6-2 109 16</inkml:trace>
  <inkml:trace contextRef="#ctx0" brushRef="#br0" timeOffset="3906.12">8400-1984 2338 0,'0'-7'14'15,"0"-1"8"-15,0 0 7 0,0 1 2 0,6 1-15 16,-6 1-10-16,0-2-3 0,8 1-5 0,-8-2 1 15,0 1-33-15,6-1-49 0,-6 1-40 0,0-3-62 16,0 3-59-16,0-4-175 0,0 1-72 0,0 0 64 16</inkml:trace>
  <inkml:trace contextRef="#ctx0" brushRef="#br0" timeOffset="4242.32">8698-2346 2206 0,'0'-5'14'0,"0"1"16"0,-11-1 13 0,11-1 11 15,-9-1-11-15,9 2-9 0,-7 0-12 0,7-1-15 16,-6 1-2-16,6 0-4 0,0 3-6 0,-5-2-1 15,1 2-10-15,4 2-12 0,0 0-7 16,-2 0-4-16,-1-3 5 0,3 3 11 0,0 0 11 16,-3 0 7-16,3 0-1 0,-5 0 3 0,2 0 0 15,-1 0-8-15,-1 11-14 0,-2-1-16 0,2-10-20 16,1 7-6-16,-3-7-8 0,1 9 5 0,2-2-4 16,1-1 8-16,0 0 3 0,-3-3-5 0,3 2-4 15,-2 3-40-15,5-4-43 0,-3 3-114 0,0-4-50 16,-2 3 14-16,4 2 62 0</inkml:trace>
  <inkml:trace contextRef="#ctx0" brushRef="#br0" timeOffset="4854.46">8443-1770 3159 0,'-23'13'43'0,"6"0"52"0,1-2 36 15,7-5 20-15,1 0-29 0,2-6-51 0,6 0-25 16,0 0-8-16,0 0-3 0,0 0-1 0,20 0-6 16,2 0-9-16,4-10-14 0,6-1-4 0,8-4-13 15,5 2-44-15,8-7-60 0,4 1-95 0,3-4-85 16,4-3-68-16,6-1-71 0,0-1-271 0,4 0 18 16,-1-2 111-16</inkml:trace>
  <inkml:trace contextRef="#ctx0" brushRef="#br0" timeOffset="5112.46">9754-2658 3905 0,'-14'-10'50'0,"2"1"28"15,4 0 45-15,-1 2 25 0,1 6-39 0,-1-2-38 16,5 3-60-16,1 0-26 0,0 0 13 0,0 13 46 15,3 2 36-15,0 3 4 0,0 5-6 0,0 5-24 16,0 8-26-16,0 6-3 0,10 3-19 0,-1 8 10 16,2-2 6-16,1 3-12 0,-1 0 29 0,-1 1-42 15,3-2 5-15,0-1 22 0,-4-2-37 0,2-4 1 16,-2-2-64-16,2-2-61 0,-5-5-35 16,-2-8-23-16,2-3 30 0,-3-4 4 0,1-7-17 15,-4-4-21-15,3-4-101 0,-3-7-138 0,0 0-290 0,0 0-103 16,0-18 129-16</inkml:trace>
  <inkml:trace contextRef="#ctx0" brushRef="#br0" timeOffset="5795.96">9875-2591 3290 0,'-12'-15'50'0,"1"0"70"0,-1 0 56 0,1 0 47 16,1 1-13-16,1 2-36 0,1-4-19 0,8 7-39 15,-6-3-45-15,6 1-37 0,0-2-35 0,0 0-10 16,20-2 4-16,0-3 11 0,7-1-4 0,5-2-2 16,4 1 9-16,5-2 0 0,5 0 11 0,2 4-1 15,-1 0-13-15,2 1 9 0,1 4-25 16,0 2 12-16,-1 2-4 0,-7 4-10 0,-2 2 17 0,-7 3-13 16,-2 0 2-16,-9 0 8 0,-8 0-17 0,-5 15 18 15,-4 1 16-15,-5 2-4 0,0 2 19 0,0 4-20 16,-21 4-4-16,-2 4-11 0,-11 5 13 15,2 4-1-15,-12 4-3 0,-1 2 5 0,-5 1-18 16,1-1 4-16,-1-1 3 0,1 0 6 0,7-4-16 16,4-4 17-16,3-3 37 0,5-5 31 0,7-4 61 15,3-6 5-15,6-3-15 0,1-3-14 0,4-5-40 16,6-3-3-16,0-2-35 0,3 0-20 0,0-3-4 16,0-1 30-16,0 2 74 0,12-2 35 0,1 3 24 15,4-1-40-15,6-2-60 0,6 2-43 0,7-2-18 16,8 0-5-16,5 0 1 0,1 0 4 0,6 0-10 15,-3-10-12-15,-1 10-55 0,-2-10-123 16,-3 10-165-16,-1-8-130 0,-4 8-38 0,-5 0-2 0,-4-8-26 16,-4 8-35-16,-2 0-287 0,-1 0 4 15,-9 0 195-15</inkml:trace>
  <inkml:trace contextRef="#ctx0" brushRef="#br0" timeOffset="5379.35">9925-2669 3779 0,'0'-22'48'16,"0"3"53"-16,0 4 63 0,-10-1 95 0,-3 6 24 15,13 2-16-15,-10 3-73 0,10 2-116 0,-9 3-83 16,9 0-26-16,0 0 65 0,0 20 30 0,0 2 21 15,0 6 8-15,12 4-19 0,-2 9 2 0,7 6-16 16,3 6-9-16,0 6-26 16,2 3-9-16,4 3 0 15,-2 0-4-15,2 0-9 0,-3 0-5 0,0-5 15 0,-3-1-9 0,1-3 4 0,-4-5 8 16,1-5-11-16,-8-2 0 0,1-7 0 0,-2-4-20 16,0-6-41-16,-4-4-31 0,-2-8-47 0,0-2-36 15,-3-4-6-15,3-4-45 0,-3-5-71 0,0 0-112 16,0 0-164-16,-14-15-121 0,-1-2-299 0,-2-4 126 15,-2-3 211-15</inkml:trace>
  <inkml:trace contextRef="#ctx0" brushRef="#br0" timeOffset="6360.24">10473-3614 2929 0,'0'-12'58'15,"0"-3"48"-15,0 0 39 0,0-1 36 0,0 1-15 16,0 0-28-16,13 1-18 0,-3-3-18 0,4 1-39 16,1-2-8-16,2 4-19 0,6-2-7 15,-2 3-1-15,5-2-16 0,-4 3 5 0,4 2-4 16,-2 2-5-16,-4 2 4 0,3 1-9 0,-3 3-9 0,-7 2 1 15,1 0 6-15,1 0 1 0,-7 11 16 16,1 0-19-16,-3 1 20 0,-1 3-1 0,-5 2-7 16,0 4 23-16,0-1-25 0,-14 4 13 0,0 0-5 15,-1 2-11-15,-2 1 16 0,-2 1-18 0,2-7-4 16,-3 0 6-16,3-1-23 0,4-3 7 0,2-4 1 16,2-2-1-16,3-3 11 0,6-3 3 0,0-2-11 15,0 1 26-15,0-2 26 0,15 2 46 0,2-3 28 16,3 4-14-16,4 0-6 0,5 2-32 0,1-2-31 15,4 2 4-15,-3 4-17 0,0-2-13 16,1 1 36-16,-5 1-3 0,-4 1-9 0,-3 0-1 16,-1 3-22-16,-5-2-1 0,-5 0 22 0,2 0-2 15,-8 1 16-15,-3-1 8 0,0 1-16 0,0-1 17 16,0 2-22-16,0-2-5 0,-14 1-25 0,-1-1-127 16,1 2-101-16,-2-1-111 0,-4-1-64 0,0 0-94 15,-3-3-99-15,1 2-293 0,-3-1-75 0,-1-2 199 16</inkml:trace>
  <inkml:trace contextRef="#ctx0" brushRef="#br0" timeOffset="6538.95">11143-3071 4011 0,'6'-10'28'0,"-6"2"25"0,0-2 14 0,0 1 3 15,0 2-30-15,0-1-25 0,0 0-38 0,0 1-55 16,0 3-98-16,0 1-202 0,0-3-200 0,0 3-399 16,0 0 82-16,0 3 202 0</inkml:trace>
  <inkml:trace contextRef="#ctx0" brushRef="#br0" timeOffset="9120.44">2257 1502 3559 0,'14'-24'10'0,"-7"6"24"15,-7 6 18-15,0 5 6 0,0 7 1 0,0 0-35 16,-12 0-12-16,0 18-1 0,-1 3 0 0,-1 5 16 16,0 9-2-16,1 3-9 0,-1 8-15 15,3 4 0-15,-1 1-5 0,4 5 9 0,2 0 0 0,6-1-6 16,0 1-3-16,0-2-21 0,14-2-28 16,0 0-22-16,2-4-33 0,4-1-43 0,0-6-35 0,6 0-42 15,0-8-23-15,2-6-14 0,4-4-21 0,0-8-85 16,0-7-231-16,2-8 62 0,-1 0 88 15</inkml:trace>
  <inkml:trace contextRef="#ctx0" brushRef="#br0" timeOffset="9533.1">2581 1891 2749 0,'10'-26'-3'0,"2"0"9"0,-1 2 28 0,1 2 33 15,2 2 26-15,-2 2 21 0,5 2-9 0,3 0-26 16,-2 5-25-16,5 0-29 0,1 4-17 15,2 3-7-15,-2 4 2 0,0 0 0 0,2 0-6 16,-3 18 4-16,0 0-3 0,-4 2 6 0,0 4 3 16,-3 2 4-16,-4-2-3 0,-2 4-1 0,-7 0 0 15,-3 2-4-15,0-1 2 0,0 2 4 0,-16-2-1 16,-2 1-9-16,-3-1 10 0,0-2-5 0,-1-4 3 16,0-1 12-16,2-4 5 0,-1-3 31 0,4-7 19 15,2-1-2-15,3-7-2 0,2 0-30 0,3 0-18 16,1-17-5-16,1-3-4 0,5-4 4 0,0-4 3 15,0-2 11-15,0-5-11 0,0-3 7 0,14-1-1 16,0-2-8-16,-2 2 10 0,1 1-15 0,1 0-4 16,1 5-9-16,-1 2-6 0,1 6 2 0,-1 4-3 15,-2 5 10-15,0 4-3 0,0 3 0 16,-3 5-4-16,2 4-7 0,-2 0 4 0,0 0-9 16,2 0 14-16,-2 16 4 0,2-1 0 0,-1-1 4 15,1 5-4-15,2-1-3 0,1 4 0 0,0 0 5 16,1 1-2-16,3-1 3 0,-1-1-23 0,3 0-22 15,-2 0-25-15,0-2-50 0,0-1-62 0,-2-4-92 16,-1 0-101-16,-5-2-79 0,1-4-138 0,-2-8-105 16,-1 0 124-16</inkml:trace>
  <inkml:trace contextRef="#ctx0" brushRef="#br0" timeOffset="9711.94">3436 1236 3116 0,'23'-38'9'0,"2"5"44"0,1 6 50 0,1 4 26 15,2 8 20-15,0 2-23 0,5 13-31 0,1 0 4 16,1 0-38-16,3 13-5 0,6 6-20 0,2 5-23 16,0 4 1-16,1 6-9 0,-1 3-4 0,3 6-3 15,-2 1 4-15,-4 5-4 0,-3 1-1 0,-5 5-27 16,-7 4-50-16,-6 2-109 0,-7 4-174 0,-6 0-182 16,-10 2-369-16,0 0 87 0,0-4 180 0</inkml:trace>
  <inkml:trace contextRef="#ctx0" brushRef="#br0" timeOffset="8592.34">1489 2053 2562 0,'4'-14'25'0,"-4"2"49"16,0 1 53-16,0-2 53 0,0 5 23 0,-16 2-10 15,2-1-24-15,0 2-42 0,5 2-44 0,-1 1-40 16,2 2-38-16,0 0-12 0,1 0-2 0,2 0 0 15,-1 17 5-15,-1 2-3 0,0 4-4 0,0 6 2 16,1 1 6-16,-2 6 2 0,2 1-3 0,2 2 6 16,1 1-6-16,3 0 3 0,0-1 2 0,0-2 0 15,0-1 0-15,13-3-2 0,1-1 7 0,-2-3-10 16,0-1 3-16,0-4 0 0,2-2-13 0,0-3 0 16,-1-4 7-16,-2-4 1 0,3-2 16 15,-1-4 3-15,4-5-3 0,-3 0 5 0,4 0-9 16,0-19 4-16,3-2 18 0,2-4 3 0,3-5 21 15,0-7 13-15,0-1 9 0,-2-3 1 0,-1-2-3 16,-2-3-15-16,-1-1-32 0,-5-1-9 0,-3 0-12 16,-4 2-11-16,-8-3-13 0,0 2-30 0,0-1-32 15,-13 0 0-15,-2 4-14 0,-6 1-30 0,-3 8-44 16,-4 2-70-16,-2 7-36 0,-2 7-30 0,-1 7-19 16,1 12-34-16,1 0-208 0,4 0-13 0,1 18 93 15</inkml:trace>
  <inkml:trace contextRef="#ctx0" brushRef="#br0" timeOffset="8884.01">1509 1910 2554 0,'0'-10'59'0,"0"-1"82"0,0 0 69 0,0 2 69 16,0 1-12-16,0 2-54 0,-11-1-41 0,11 2-56 15,-8 5-49-15,8-4-37 0,0 4-37 0,0 0-10 16,0 0-3-16,0 0 12 0,0 0 6 0,0 14-8 15,0 2 11-15,0-1 3 0,0 9-10 0,14 2 12 16,0 6 2-16,2 2-4 0,3 5 10 16,-1 3-3-16,2-1-18 0,-1 3 5 0,3 1-4 15,-1-4-1-15,-1 1 10 0,-1-1 2 0,-1-1-1 16,-1-3 1-16,-2-2-3 0,-2-3 2 0,-1-2 1 16,-3-3-9-16,0-1 17 0,-2-6-19 0,0 0-14 15,-1-1-21-15,-2-6-35 0,1-2-28 0,-4 0-31 16,1-4-35-16,-1-1-56 0,-1-5-95 0,0-1-113 15,0 0-315-15,0 0 19 0,-12 0 134 0</inkml:trace>
  <inkml:trace contextRef="#ctx0" brushRef="#br0" timeOffset="10402.03">5931 1210 3051 0,'-21'5'54'0,"-1"0"67"0,3-3 68 15,-1 1 46-15,5-2-30 0,1-1-61 0,2 0-64 16,1 0-46-16,7 0-35 0,4 0-1 0,0 0-9 16,0 0 1-16,0 0 17 0,15 0 3 0,5-15-1 15,7 2-4-15,8-3-28 0,7-1-31 0,7-2-34 16,4-8-16-16,5 3 12 0,-2 1 16 0,0-3 46 16,-4 2 26-16,-8 1 5 0,-8 1 17 0,-8 3 0 15,-8-1 14-15,-10 2 35 0,-10-1 12 16,0 5 15-16,0-2 0 0,-17-2-14 0,-2 4 10 0,-1 0 15 15,0 2 19-15,0 0 31 0,2 4 10 0,0 2-27 16,4-2-50-16,1 5-60 0,4 0-60 0,1 1-19 16,8 2-19-16,0 0 5 0,0 0 30 15,0 0 2-15,0 0 30 0,12 16-4 0,0-3-3 16,3 2 7-16,2 2 0 0,1 1 14 0,4 1-16 16,0-1 12-16,0 0-7 0,-1 2-7 0,0-3 6 15,-4 1-13-15,0-3 6 0,-5 2 7 0,-3-2 3 16,-3 0 0-16,-6 2-29 0,0-1-61 0,0 3-54 15,-17 2-50-15,-2 3-66 0,-4 3-102 0,-5-2-120 16,-2 4-219-16,-2-1-190 0,0-3 160 0</inkml:trace>
  <inkml:trace contextRef="#ctx0" brushRef="#br0" timeOffset="10911.45">7674 372 3782 0,'0'-13'34'16,"0"3"45"-16,0-1 39 0,-13 0 26 0,13 3-7 16,-14 2-42-16,5 0-35 0,9 0-38 0,0 3-39 15,0-2-5-15,0 2-8 0,0-2 11 0,0 5 13 16,18 0-2-16,3 0 5 0,2 0 1 15,3 0-11-15,4 16 5 0,1-1-4 0,2 4-4 16,-4 2 12-16,-2 4-2 0,-2 3 4 0,-6 3-3 16,-3 2 8-16,-4 5 6 0,-8 0-3 0,-4 2 5 15,0 1-22-15,-12-1 11 0,-3 3 4 0,-5-3-5 16,-4 0 14-16,0-1-15 0,-4-5 1 0,1-2 2 16,1-4-3-16,3-5-3 0,-1-4-2 0,7-4 8 15,4-5 7-15,2-4-2 0,5-6-10 16,5 0-29-16,-3 0-11 0,4-14 2 0,0-5 4 15,0-5 33-15,0-4-7 0,0-6 10 0,11-5 4 16,3-4-14-16,2-4 17 0,3-4-1 0,-3-1-3 16,4-2 12-16,0 4 12 0,0 3-9 0,-1 4 13 15,-2 3 4-15,-3 6-11 0,1 6 27 0,-3 3-5 16,-1 7-5-16,-4 5-2 0,-2 1-30 0,-1 5-1 16,-1 7-6-16,-3 0-14 0,0 0 11 0,0 0-6 15,0 0 0-15,0 13 8 0,0-2-5 0,0 1 5 16,0 5-23-16,11-1-21 0,-11 4-22 0,14-2-42 15,-4 6 2-15,4 0-22 0,1 1-52 0,2 1-45 16,6-3-94-16,0 1-74 0,7-3-90 0,6-2-275 16,7-5 102-16,-1-2 118 0</inkml:trace>
  <inkml:trace contextRef="#ctx0" brushRef="#br0" timeOffset="11280.7">9627-160 3175 0,'4'-24'62'16,"0"3"69"-16,-4 0 55 0,0 3 45 15,0 6-33-15,0 2-41 0,-14 2-47 0,2 1-38 16,2 4-30-16,2 3-31 0,-4 0-9 0,-2 0-14 16,-2 15 10-16,-7 4 6 0,0 5-1 0,-10 7 9 15,-1 8-13-15,-2 5 2 0,-1 6-6 0,2 3-5 16,5 6 14-16,0 1-6 0,7 2 12 0,0 0-5 16,9 2-3-16,1-3-4 0,8-1 1 0,5-5-2 15,0-2 4-15,0-7-3 0,0-4-5 0,15-4-9 16,2-6-20-16,3-9-12 0,3-3-12 15,1-7-13-15,8-4-39 0,1-9-64 0,7 0-114 16,-1 0-126-16,7-17-131 0,-2-4-320 0,1-5 128 0,-4-1 153 16</inkml:trace>
  <inkml:trace contextRef="#ctx0" brushRef="#br0" timeOffset="11460.63">9222 501 4344 0,'-23'7'42'0,"6"-7"31"16,4 0 34-16,4 0 8 0,9 0-54 0,0 0-27 16,0-11-40-16,15-4-11 0,9-7 15 0,11 2-12 15,9-6-26-15,12-2-48 0,7-4-48 16,2 0-46-16,12 0-72 0,2 3-98 0,-3-1-131 16,0 0-152-16,-6 0-258 0,1 2 149 0</inkml:trace>
  <inkml:trace contextRef="#ctx0" brushRef="#br0" timeOffset="11906.22">10586-198 2980 0,'0'-18'73'0,"12"1"83"15,-12 3 62-15,0 1 44 0,0 4-36 16,0 4-65-16,0 1-50 0,0 1-47 0,0 3-47 16,0 0-16-16,0 0-16 0,0 0-2 0,0 13 14 15,0 2 1-15,0 2 11 0,0 5 2 0,0 7 29 16,0 5-8-16,0 6-5 0,0 4-7 0,0 3-32 16,11 5 11-16,-2 0 10 0,4 0 8 0,-2-4-9 15,1 1-4-15,2-4-6 0,-1-4-16 0,-3-1-5 16,0-4-13-16,-4-3-31 0,0-4-7 0,-3-3-23 15,-3-6-36-15,0-2-38 0,0-5-61 0,2-3-57 16,-2-5-87-16,0-5-187 0,0 0-216 0,0 0 94 16</inkml:trace>
  <inkml:trace contextRef="#ctx0" brushRef="#br0" timeOffset="12712.29">10640-65 3472 0,'-3'-21'51'0,"0"-1"37"16,0 3 27-16,0-2 20 0,3 2-39 16,0 1-24-16,0-2-34 0,0-1-13 0,17 0-12 15,0 0-4-15,2-1 4 0,4-2-16 0,9-1 5 16,5-1-3-16,7 0-5 0,4 0 12 0,5 0-10 16,7 2-2-16,2 1 5 0,2-1-4 0,-2 6 4 15,0-1-4-15,-3 6 9 0,-5 3-7 0,-7 3 3 16,-2 3-5-16,-8 4-2 0,-7 0 4 0,-4 13 4 15,-9-1 10-15,-1 5 7 0,-10 3 9 0,-6 4-7 16,0 4 7-16,0 0-5 0,-16 4-4 0,-4 0-9 16,-6 5-6-16,-1 0-4 0,-2 0 7 0,-8-1 3 15,1 1 2-15,-4 2-10 0,-2-4 16 0,-2 0 33 16,1-5 35-16,1-2 38 0,-1-2 12 0,2-5 59 16,2-3 60-16,-1-5 62 0,8-2 37 15,-1-5-12-15,3-4-39 0,7-2-27 0,0 0-23 16,3 0-26-16,7 0-20 0,1-11-28 0,1 11-19 15,2-14-28-15,4 5-21 0,-1 0-20 0,3 0-31 16,0 0-19-16,0 5-19 0,2 4-18 0,1-8-17 16,0 3-6-16,0 5-14 0,0 0-1 0,0 0 11 15,10 0 2-15,4 0 11 0,3 0 1 0,2 0 3 16,7 0-1-16,5 14 7 0,6 0 1 0,4 2-5 16,2-1 17-16,3 2-5 0,-2 2-4 0,1 1 5 15,1 1-12-15,-2-1 5 0,1 0 5 0,2-1-19 16,-1-2-5-16,0 0-26 0,-2-1-15 15,1-3-12-15,-5-1-20 0,2-2-6 0,-8-2 3 16,-1-2 5-16,-7-1-1 0,0 1 0 0,-7-4-15 16,-5 1-4-16,-3-2-2 0,1-1-4 0,-5 0-20 15,-1 0-25-15,1 0-37 0,-6 0-71 0,2 0-115 16,-3 0-87-16,3 0-44 0,0 0-95 0,-3-10-32 16,0-3-105-16,0-1-238 0,3-3 197 0</inkml:trace>
  <inkml:trace contextRef="#ctx0" brushRef="#br0" timeOffset="12156.76">10890-301 3556 0,'6'-21'57'15,"3"4"41"-15,-9 4 31 0,0 2 21 0,0 4-42 16,0 1-29-16,0 3-39 0,0 3-22 0,0 0-18 16,0 0-3-16,0 16 31 0,0-1 21 0,0 5 9 15,0 5-2-15,0 4-24 0,16 7-23 0,-2 5-2 16,0 2-10-16,1 5 12 0,2 1 9 0,-1 1-2 16,1 1-4-16,3-2 4 0,-4 1-4 0,1-4-11 15,0-4 14-15,-5-2-16 0,-1-4-8 16,2-2 4-16,-7-3-27 0,1-8-16 0,-3 0-11 15,-4-2-30-15,0-4-21 0,0-2-46 0,0-2-105 16,-14-4-115-16,1-1-104 0,-1-4-147 0,-6-4-191 16,1 0 152-16</inkml:trace>
  <inkml:trace contextRef="#ctx0" brushRef="#br0" timeOffset="13164.12">11793-1310 3646 0,'20'-17'43'0,"-6"0"39"16,2 2 40-16,-7 4 16 0,-3 2-32 0,-6 3-38 15,0 1-46-15,0 5-15 0,0 0-11 0,0 0-5 16,0 0 11-16,0 11 3 0,0 2-11 16,0-2 11-16,-12 6 1 0,2-1-10 0,-2 5 16 15,-5-1-8-15,0 3-2 0,-3-1 6 0,1-3-3 16,-3 1-2-16,1-5 2 0,-3-3 0 0,4-2 3 15,-6-3 8-15,3-7-2 0,-1 0 10 0,4 0 15 16,-2 0 19-16,2-12 31 0,3 1 25 0,4-1 4 16,0-1-15-16,6-1-34 0,1 1-41 15,6-4-16-15,0 2-3 0,10-2 3 0,7-1 11 0,3 3-11 16,6-2-11-16,5 4 3 0,3 1-8 16,2 6 8-16,4 2-1 0,2 4 5 0,-1 0 15 0,-1 14 14 15,-1 0-1-15,-2 3-26 0,-4 3-5 0,-1 4-13 16,-6 0 9-16,-6 3 9 0,-5 2 15 15,-6 2 2-15,-9 1 0 0,0 4 14 0,0 1-130 16,-17 4-132-16,-9 2-83 0,-4 0-131 0,-6 5-109 16,-4-1-111-16,-2 1-358 0,-2-3 121 0</inkml:trace>
</inkml:ink>
</file>

<file path=ppt/ink/ink2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6:40.849"/>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95 407 4982 0,'-34'26'-9'0,"8"-4"-11"15,5-5-12-15,6-5 5 0,15-4 28 0,0-4 94 16,0-4 24-16,18 0 32 0,10 0 33 0,14-12-80 15,14-6 0-15,20-4-44 0,14-3-52 0,18-3 6 16,12-3-14-16,15-4 14 0,11 1-7 0,4-2-9 16,3 3 3-16,-1 1-1 0,-4-1 5 0,-6 5 3 15,-11 2-6-15,-14 2-12 0,-15 5-24 16,-23 3-19-16,-11 4 6 0,-21 3-40 0,-14-1-77 16,-10 5-84-16,-23 1-99 0,0 2-50 0,0 1-68 15,0 1-130-15,-26 0-259 0,1 0-93 0,-9 0 166 16</inkml:trace>
</inkml:ink>
</file>

<file path=ppt/ink/ink2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7:02.035"/>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4450-1558 1640 0,'-11'-7'22'0,"2"0"20"0,-2 1 17 16,-2 2 28-16,1-1 3 0,-5 0 16 0,0-3 11 15,0 4 1-15,-2-2-6 0,2 3-6 16,0-3 6-16,2 2 7 0,1-2 25 0,4 2 14 16,-2 0 19-16,1 3 3 0,5-2-4 0,-2 1-25 15,2 1-32-15,0 0-20 0,0 1-29 0,2 0-8 16,1 0-8-16,-1 0-15 0,-2 0-2 0,3 0-12 16,-1 0-15-16,4 0 0 0,-3 0-10 0,0 0 3 15,0 0-4-15,3 0 4 0,0 0-7 0,0 0-1 16,0 0-1-16,0 0-11 0,0 0 7 0,0 0-6 15,0 0 1-15,0 0-3 0,0 0 1 0,13 0 7 16,3 0 8-16,0 8 5 0,4-8 8 0,6 0-11 16,7 0-6-16,7 0 9 0,2 0-8 0,8 0 4 15,0 0 0-15,2 0-5 0,1 0-8 0,-3-10 7 16,-1 1 9-16,-8-2 2 0,-5 3-6 0,-1-1 8 16,-7 1-9-16,-6 1 0 0,-2 7 7 15,-6-6-3-15,-2 1 2 0,-4 5 6 0,-2 0 1 16,-3-4-7-16,0 4 9 0,-3-2-20 0,0-1 9 15,0 1-3-15,0-2-18 0,-20 2 14 0,2 0 7 16,-3 2-1-16,-5 0 1 0,-2 0 6 0,-3 0-4 16,-9 12-9-16,1-1 10 0,-2 0 1 0,-2 1-20 15,4 2 18-15,-4-1-4 0,7-2-9 0,2-3 5 16,8 2-2-16,4-5-2 0,2 4 8 0,9-6 5 16,2-3-10-16,5 0 2 0,4 0-2 0,0 0 2 15,0 0 6-15,0 0-6 0,0 0-1 0,0 0-2 16,10 0 6-16,1 0-1 0,1 0 14 15,5 0-3-15,-1 0-20 0,4 0-29 0,6-9-60 16,-3 1-64-16,4-2-90 0,2 4-82 0,4-1-83 16,-2 2-81-16,5 0-251 0,1 0 116 0</inkml:trace>
  <inkml:trace contextRef="#ctx0" brushRef="#br0" timeOffset="-6362.55">4400-1692 1926 0,'-6'0'15'16,"-5"0"24"-16,2 0 28 0,1 0 33 15,2-11 8-15,-4 11 9 0,3-9 2 0,1 1 0 0,0 8 11 16,-1-9-1-16,4 6 7 0,-3 3-4 0,1-7 0 16,2 4 1-16,0-2-16 0,-3 3 1 15,3 0-22-15,-2 2-16 0,2 0-6 0,-3 0-30 16,3-2-1-16,-3 2-10 0,2 0-20 0,0 0 8 16,1 0-11-16,0 0-13 0,0 0 9 0,2 6-12 15,-1-6-2-15,2 8 2 0,0-8 0 0,0 0 11 16,0 0-12-16,0 10 4 0,0-6-9 0,0 1 3 15,0-5 14-15,0 6-1 0,12 0 1 0,-2-1-12 16,3 1 17-16,1 0-5 0,6 1 7 0,-1 0 2 16,4-1-33-16,1-2 17 0,5-2 2 0,-1 0 2 15,4 0 21-15,-5-2-20 0,2 0-7 0,-2 0 4 16,-1 0-1-16,0 0 8 0,-7 0-6 16,1 0-6-16,-3-8 1 0,-3 8 0 0,-2 0 9 15,1-8 2-15,-5 8-9 0,-2 0 0 0,3 0 5 16,-6-7-5-16,2 7-3 0,-2 0 7 0,-3 0-8 15,3 0-2-15,-3-4 0 0,0 4-37 0,0 0-26 16,3 0-57-16,-3 0-67 0,0 0-49 0,3 0-28 16,-3 0-4-16,1 0-2 0,6 0-15 0,-1 0-136 15,0 0-174-15,4 0 80 0</inkml:trace>
  <inkml:trace contextRef="#ctx0" brushRef="#br0" timeOffset="-5614.56">7360-1513 2274 0,'0'9'3'0,"0"-9"8"0,0 0 12 0,-14 0 13 15,2 0-5-15,1 0-7 0,-1 0-14 16,-2 0-14-16,4 0-3 0,-2 0-26 0,-1 0-69 16,3 0-120-16,4 0-282 0,1-10-66 0,5 10 70 15</inkml:trace>
  <inkml:trace contextRef="#ctx0" brushRef="#br0" timeOffset="-5441.49">7826-1486 2975 0,'0'14'6'0,"-14"-7"30"0,0-7 35 0,2 0 24 16,-1 0 21-16,-1 0-27 0,0 0-31 0,2 0-20 15,-1 0-23-15,-1 0-2 0,-1 0-3 0,4 0-6 16,0 0-52-16,4-7-104 0,-1 7-127 16,5-9-100-16,3 4-55 0,0 5-162 0,0-5-6 0,14 5 101 15</inkml:trace>
  <inkml:trace contextRef="#ctx0" brushRef="#br0" timeOffset="-5952.81">6641-1535 1603 0,'-21'0'-2'0,"1"0"2"16,-1 0 0-16,3 0 2 0,1 0 1 0,-1 0-3 15,-2-9 0-15,6 9-7 0,4 0-12 0,1 0-25 16,1-4-42-16,2 4-57 0,3 0-126 16,0 0-78-16,3-8 32 0,0 3 63 0</inkml:trace>
  <inkml:trace contextRef="#ctx0" brushRef="#br0" timeOffset="-5789.95">6681-1572 2070 0,'3'5'5'0,"-3"-5"1"15,0 0-3-15,0 0 1 0,0 0-3 0,0 0-7 16,0 0-43-16,-11 0-77 0,11 0-162 0,0 0-230 15,0 0 46-15</inkml:trace>
  <inkml:trace contextRef="#ctx0" brushRef="#br0" timeOffset="1175.95">8275-1453 2306 0,'0'-1'23'0,"-12"0"38"15,0-3 40-15,-2 4 53 0,1 0 28 0,-2 0-4 16,-5 0 1-16,0 0-14 0,-1 0-25 0,-4 0-1 16,1 0-30-16,1 0-19 0,-1 8-2 0,0-8-14 15,1 0 1-15,3 11-13 0,2-11-21 0,1 5-15 16,5-5-17-16,2 6-9 0,3-6 1 0,1 0-10 15,5 0 2-15,1 0 5 0,0 0-10 16,0 0 19-16,0 3-6 0,14-2 4 0,5 3 6 16,6 0-16-16,8-3 9 0,5 4 0 0,11-5 1 15,7 1-10-15,5-1 5 0,5 0 4 0,3 0-9 16,-1 0 12-16,-4 0 12 0,0 0-29 0,-8 0 10 16,-6 0 4-16,-9 0-17 0,-5 0 30 0,-8-8-14 15,-7 8 9-15,-7 0-3 0,-2 0 18 0,-5 0 20 16,-4 0 3-16,-3 0 1 0,0 0-22 0,0-7-4 15,0 7-13-15,-10-4-6 0,-5 4 1 0,-1-5-11 16,1 1-3-16,-5 2 7 0,-1 2-4 0,-3 0-2 16,0 0 9-16,-4 0-9 0,1 0 1 0,1 0 8 15,2 0-5-15,1 0 12 0,3 11-9 0,4-11-2 16,2 7 0-16,2-7 1 0,4 0-3 0,-1 5 4 16,5-5 3-16,2 0-13 0,-1 3 5 15,0-3-3-15,3 0-3 0,-2 0 9 0,1 0 4 16,1 0 4-16,0 0-4 0,0 0-7 0,0 0 0 15,0 0-6-15,0 0 11 0,0 0 3 0,0 0-5 16,0 0 11-16,0 0-12 0,0 0-6 0,0 0 10 16,0 0-9-16,0 0 5 0,0 0 3 0,0 0-8 15,0 0 4-15,0 0 0 0,0 0 5 0,0 0-5 16,0 0 0-16,0 0 0 0,0 0-2 0,0 0 5 16,0 0 5-16,0 0-6 0,0 0 7 0,0 0 1 15,0 0-12-15,0 0 5 0,0 0-2 16,0 0 2-16,0 0 3 0,0 0 3 0,0 0-5 15,0 0-5-15,0 0 10 0,0 0-3 0,0 0-1 16,0 0 2-16,0 0-7 0,0 0-2 0,0 0 6 16,0 0-2-16,0 0-4 0,0 0 10 0,0 0-7 15,0 0 5-15,0 0 9 0,0 0-15 0,0 0 6 16,0 0-17-16,0 0 5 0,0 0 16 0,0 0-1 16,0 0 2-16,0 0-5 0,0 0-6 0,0 0 4 15,0 0 5-15,0 0 0 0,0 0-6 0,0 0 0 16,0 0-9-16,0 0 5 0,0 0-6 0,0 0-5 15,0 0 8-15,0 0-20 0,0 0-9 0,0 0-19 16,0 0-1-16,0 0-4 0,0 0 4 0,0 0-14 16,0 0-38-16,0 0-37 0,0 0-77 15,0 0-35-15,0 0 16 0,0 0 32 0,0 0 46 16,0 0 34-16,0 13-21 0,0-13-25 0,0 12-7 16,7-1-45-16,1-2-161 0,-8 0-110 0,9-1 52 15</inkml:trace>
  <inkml:trace contextRef="#ctx0" brushRef="#br0" timeOffset="-4462.78">8383-1522 2066 0,'-6'0'30'0,"-1"0"32"15,-3-11 29-15,3 11 42 0,1 0 22 0,-3-7 17 16,0 7 10-16,-1-8 3 0,0 8-13 0,-1-7-11 15,-3 4-10-15,5 3-21 0,-1-4-10 0,-1 2-27 16,2 2-16-16,-2 0-17 0,2 0-24 0,2 0-9 16,-2 0-7-16,4 0-10 0,-1 0-9 0,3 0-6 15,-3 0-5-15,6 0 5 0,-2 0 6 0,1 0-2 16,1 0 3-16,0 0-4 0,0 0-9 16,0 0 13-16,0 0-1 0,16 0-5 0,1 0 21 15,3 0-14-15,6 0-2 0,7 0 11 16,5 0-11-16,6 0-3 0,3 0 1 0,2-9-6 0,5 9 3 15,-2-12 7-15,-2 4-4 0,-4 0 5 0,-7 8-1 16,-4-9-7-16,-7 9 3 0,-6-3 7 0,-5 3-9 16,-6-6 15-16,-7 6-1 0,-4 0-15 0,0-4 5 15,0 1-1-15,-15 2-1 0,-2-1-4 0,-5-1 5 16,-4 2 0-16,-5 1-6 0,-5 0 10 0,-5 0 3 16,-5 0-6-16,-4 14-1 0,-1-5-1 0,-4 1-6 15,0 3 12-15,-1-2 9 0,4 0 6 16,-1-2 1-16,6 2-13 0,6-2 3 0,8 0-5 15,2-2-7-15,9-3-3 0,5 1-1 0,9-2-8 16,2 1 6-16,6-4 1 0,0 0 1 0,0 0 9 16,0 0-6-16,11 0 9 0,3 0-5 0,2 0-3 15,6 0 1-15,5 0 7 0,3 0-5 0,5 0-7 16,3 0 8-16,0 0-22 0,0-14 12 0,-3 5 12 16,-3 9-10-16,-6-9 18 0,-4 9-6 0,-5-8-3 15,-5 8 5-15,-4 0 1 0,0-4 2 0,-7 4 21 16,-1 0 3-16,0 0-3 0,0 0 0 0,0 0-20 15,-11 0-6-15,-1 0-13 0,-1 0 4 16,-7 0-12-16,0 0 4 0,-4 0 10 0,-2 0-4 16,-3 11-1-16,-1-1 12 0,4-2-16 0,2 0 4 15,1-1 9-15,5-2-11 0,4 1 0 0,3-3 4 16,5 1-10-16,3 0-10 0,3-2 9 0,0 2-5 16,0-3 20-16,17 2 15 0,1-3-14 0,3 0-9 15,4 0-11-15,2 0-5 0,3 0 17 0,1 0-1 16,-2-11 10-16,3 0-13 0,-5 11 7 0,-3-9 19 15,-4 9-24-15,-5-8 7 0,-3 8 5 0,-1 0-14 16,-5-7 18-16,-3 7 11 0,-1 0-23 0,-2 0 7 16,0 0-13-16,0 0 19 0,0 0-12 0,0 0-33 15,0 0-36-15,0 0-105 0,0 0-119 0,0 0-136 16,0 0-131-16,0 0-269 0,0 0 79 16,0 0 161-16</inkml:trace>
  <inkml:trace contextRef="#ctx0" brushRef="#br0" timeOffset="10887.8">1239-109 2712 0,'5'-14'27'0,"-5"0"35"0,0 6 32 15,0 1 8-15,-12 7-6 0,-2 0-6 0,-1 0-13 16,-3 15 11-16,-4 5-15 0,-2 4-34 0,0 6-20 16,-4 3-20-16,3 7-7 0,0 0 10 0,2 7-1 15,4 1 0-15,2 4 5 0,3-1-7 0,5 3 4 16,3 3 3-16,3 4-6 0,3-7 14 0,0 5-9 15,0-5-28-15,15-3-51 0,0-1-49 16,2-4-45-16,3-6-10 0,4-7 8 0,4-3 0 16,3-6-14-16,6-4-32 0,4-9-71 0,3-2-265 15,0-8 25-15,0-1 71 0</inkml:trace>
  <inkml:trace contextRef="#ctx0" brushRef="#br0" timeOffset="11376.9">1472 332 2913 0,'0'-14'29'0,"0"1"31"0,0 4 7 0,0 3 1 0,0 0-39 15,0 3-29-15,0 3-16 0,0 0 10 0,0 0 27 16,0 0 16-16,0 0 9 0,16 0-7 16,3 11-22-16,0-2-13 0,4-1 3 0,0 1-5 15,1 0 6-15,2 2-6 0,-3 0-2 0,-4 1-3 16,-2 3 2-16,-2 0 5 0,-4 1-4 0,-2 1 8 15,-4 2-2-15,-2 3 3 0,-3 2 3 0,0 3-7 16,-12 2 4-16,-2-1 0 0,-3 3-2 0,0-5 3 16,-1 0-1-16,0-2 0 0,0-5 3 0,0-1 2 15,2-6-1-15,4-1 0 0,3-4 33 0,0-3 27 16,1-4 15-16,4 0-4 0,4 0-42 0,-5 0-28 16,5-16-9-16,0-2-6 0,0-4 1 15,0-4 6-15,11-7-5 0,3-4 0 0,1-2 9 0,3-5-12 16,3-4-2-16,2 1 1 0,0 0 16 15,1 4 20-15,0-3 7 0,-1 9 17 0,-2 2-11 16,-2 5-4-16,-1 7 0 0,-4 5-13 0,-1 4 1 16,-5 4-10-16,-2 4 2 0,-3 6-15 0,0 0-11 15,-3 0-4-15,0 0-13 0,0 0 11 0,0 13 6 16,0 0 5-16,0 2 1 0,0 3 2 0,0 3-6 16,0 3-3-16,-9 0 10 0,9 4-3 0,0 3-2 15,0 1 13-15,0-2-14 0,0 0-2 16,0-1 8-16,0-1-13 0,0-2-15 0,0 0 1 0,11-4-20 15,-2-5-40-15,-2-2-5 0,1-1-47 16,1-2-41-16,-3-5-30 0,3-3-29 0,-1 0-26 16,-1-4-55-16,1 0-185 0,-1 0-202 0,1-15 76 15</inkml:trace>
  <inkml:trace contextRef="#ctx0" brushRef="#br0" timeOffset="11585.27">1933-120 2797 0,'12'-6'41'0,"1"2"44"16,0 4 46-16,2 0 37 0,1 0-16 0,2 0-11 16,3 15-32-16,3 0-12 0,7 5-9 0,5 2-14 15,2 4-11-15,3 5-7 0,3 4-9 16,5 3-13-16,-1 7-7 0,3 3-12 0,2 3-6 0,-6 5-9 16,-2-1 9-16,-2 5 8 0,-10 1-16 15,-7 4 10-15,-8 2-27 0,-18-2-71 0,0 4-86 16,0 0-169-16,-21-2-145 0,-9-2-223 15,-4-4-157-15,-4-5 166 0</inkml:trace>
  <inkml:trace contextRef="#ctx0" brushRef="#br0" timeOffset="10216.64">330 351 1350 0,'-5'-4'27'0,"2"0"24"0,0 0 19 0,0-1 17 16,-2 3-18-16,4-3-4 0,-4-2-5 0,4 1-5 15,-2-3 4-15,1 1-7 0,-1 0-7 0,2 1-3 16,-1-4 3-16,1 0-8 0,-1 0 2 16,1 1 2-16,-1-1 2 0,0 0 14 0,2 2 18 15,0-2 7-15,-3 3 15 0,3-2-3 0,-1 2-3 16,-2 0 1-16,1 1-18 0,-1-2-3 0,-1 4-11 16,1-2-9-16,-3 2-3 0,1 0 2 0,-1 0-11 15,0 2 3-15,1-2-8 0,-1 3 1 0,0-4-1 16,2 5-24-16,-4-1-1 0,0 2-28 0,-1 0-1 15,-1 0 4-15,-1 0-7 0,-3 9 4 0,-1 5 1 16,-1 2 3-16,-3 6 7 0,3 0 11 0,-3 6-3 16,4 5 0-16,0 5-2 0,1-1 2 0,5 2-2 15,0 3 8-15,3 2-7 0,3 0-4 0,3-4 5 16,0 3-3-16,0-5-2 0,0 2 6 16,0-4-5-16,14-1 6 0,-2-2 14 0,0-6-5 15,0 0-3-15,2-4-12 0,-1-2-4 0,1-1 3 16,3-5 9-16,0-4 15 0,-1-1 7 0,-1-5 29 15,4-5 28-15,0 0 7 0,3 0 20 0,2-15-21 16,6-5-27-16,-1-3 2 0,6-8-17 0,3-2-11 16,2-7 6-16,1-3 1 0,-2-7-7 0,-2 1-4 15,-4-5-14-15,-3 4-1 0,-7-5-17 0,-3 4 11 16,-5-1 0-16,-6 2-16 0,-9 4 12 16,0 5-6-16,0 3-4 0,0 2-27 0,-20 6-24 0,-2 4-21 15,-3 4-27-15,-4 5-19 0,-1 3-60 16,-5 4-74-16,-1 5-68 0,-2 1-56 0,1 4-46 15,4 0-232-15,1 0 48 0,5 18 103 0</inkml:trace>
  <inkml:trace contextRef="#ctx0" brushRef="#br0" timeOffset="10568.33">273 75 2124 0,'8'-12'45'0,"-4"1"53"0,-2 2 53 0,0 0 58 16,-1 1 16-16,-1 1 0 0,0 2-20 0,0 0-42 15,0 4-45-15,0 1-58 0,0 0-40 0,0 0-18 16,-11 0-29-16,11 0 1 0,0 11 14 0,0 2 7 16,-7 4 23-16,7 3 30 0,-9 8 6 0,1 6 4 15,2 9-7-15,-2 6-30 0,2 11-19 0,-1 2 2 16,1 6-6-16,-2 1 16 0,4 5-3 0,-1 0-9 15,-1 0 3-15,3-4-12 0,1-3 7 0,-1-5 3 16,2-6-3-16,-1-6 8 0,1-2 2 0,1-7-10 16,0-6 5-16,0-3-2 0,0-4-7 0,0-6 8 15,0 0 3-15,0-6-11 0,0-3 8 16,0-5-4-16,0-1 3 0,0-3 1 0,0 0-15 16,0-3-17-16,0-1-33 0,0 0-36 0,0 0-43 0,0 0-143 15,0 0-144-15,0-11-228 0,0-2-166 16,0-7 160-16</inkml:trace>
  <inkml:trace contextRef="#ctx0" brushRef="#br0" timeOffset="11906.13">3165 292 3350 0,'-15'7'55'0,"0"-4"65"0,2-3 36 0,-2 0 14 15,8 5-29-15,-4-5-61 0,5 0-27 0,1 0-2 16,5 0-16-16,0 0-11 0,0 0-16 0,0 0 0 15,0 0-11-15,0 0 2 0,0 0 13 16,14 0-18-16,1 0 6 0,3 0 1 0,4 0 3 16,4 0 1-16,7-11-23 0,2 0-33 0,3 4-62 15,3-3-82-15,1 1-120 0,-1-2-97 0,2-1-89 16,-4 1-243-16,-2-1 11 0,-1 2 134 0</inkml:trace>
  <inkml:trace contextRef="#ctx0" brushRef="#br0" timeOffset="12065.28">3324 706 3771 0,'-10'18'12'0,"1"-6"20"0,4-4 11 0,2-8 3 15,3 0-8-15,0 0-24 0,0 0-11 0,17 0 6 16,3 0-11-16,-1-17-18 0,7 0-40 0,6-1-114 16,6-1-123-16,3-1-101 0,4 2-127 15,9-1-297-15,2 2 126 0</inkml:trace>
  <inkml:trace contextRef="#ctx0" brushRef="#br0" timeOffset="13338.14">4889-320 2587 0,'0'-29'20'0,"-11"5"33"0,-6 0 35 15,1 6 29-15,-4 1-3 0,-3 9-31 0,3 8-25 16,-2 0-16-16,-4 14 12 0,-2 7 13 0,-3 12-3 16,-3 10-11-16,-2 11-30 0,-7 8-9 15,2 11-12-15,-1 5 4 0,2 10-4 0,1-2 1 0,5 9-8 16,8-7 9-16,4 5 4 0,8-2-1 16,14 1 16-16,0-4-24 0,0-2-58 0,23-4-68 15,0-9-77-15,7-1-44 0,6-12 7 0,7-4 25 16,4-10 24-16,5-5-29 0,7-11-146 0,5-6-164 15,8-6 48-15</inkml:trace>
  <inkml:trace contextRef="#ctx0" brushRef="#br0" timeOffset="14082.66">6347-1 2103 0,'-20'-3'33'16,"3"-3"38"-16,2 5 36 0,1-3 38 0,1 1-6 15,4 2-24-15,-2 0-28 0,5 1-45 0,1 0-33 16,2 0-25-16,3 0-6 0,0 0 5 0,0 0 3 15,0 0 21-15,14 0 6 0,0 0 14 0,5 10 7 16,1-1-7-16,3 1-6 0,3-1-12 0,1 2-4 16,-1 0-5-16,4 3-3 0,-4-1 3 0,0 4 3 15,-5-1-1-15,2 2 8 16,-6 1-11-16,-2-1 1 0,-5 5 1 0,-2-3 2 0,-8 6 8 16,0-3-4-16,0 2 9 0,-17 3-8 0,1-2 4 15,-4 2 0-15,0-5 1 0,-1 1-6 0,-2-1-5 16,0-5 2-16,4-1-3 0,-1-4 7 0,3-3 6 15,0-4 1-15,5 1 8 0,2-7 7 0,0 0 12 16,3 0-5-16,4 0-8 0,-3 0-1 0,6-12-31 16,0 0 9-16,0-4-10 0,0-1-5 0,12-3 11 15,2-7-13-15,2 1 20 0,1-5-7 0,3-3-1 16,3-3 3-16,4 2-12 0,-4-2 12 16,5-1 5-16,-3 1 11 0,1 0 15 0,-4 2 3 0,-2 1 15 15,0 4 16-15,-3-1 13 0,-4 7 15 16,1 2-9-16,-5 4-19 0,-6 4 0 0,0 4-26 15,2 1-12-15,-5 7-13 0,0 0-21 0,0 2-3 16,0 0 0-16,0 0 3 0,0 0-12 0,-11 14 12 16,2 1 3-16,-2 2-1 0,1 4 5 0,-3 1-3 15,3 3-10-15,-1 2 12 0,-1 2-5 0,4-1-2 16,2 4 5-16,6-4-8 0,0-1 2 0,0 4-13 16,0-4-14-16,14 0-38 0,3-2-44 0,-1-3-29 15,4-3-40-15,6 3-54 0,0-5-28 0,1-2-50 16,5-2-90-16,2-4-265 0,-1-3 72 0,0 1 91 15</inkml:trace>
  <inkml:trace contextRef="#ctx0" brushRef="#br0" timeOffset="14437.15">7221 289 3134 0,'-13'0'39'0,"1"0"57"15,1 0 46-15,-1 0 35 0,1 0-28 0,5 0-56 16,0 0-49-16,-2 0-42 0,2 11-12 0,6-11-4 16,0 11 8-16,0-2-2 0,0 3 14 0,0 4-12 15,0 1 4-15,0 4-2 0,14 5-5 0,-5 4 15 16,0 1-12-16,-1 2 20 0,1 4-3 16,0-2 1-16,-4 0-7 0,1-5-7 0,-6 5 5 15,0-8-5-15,0 0 14 0,0-7-4 0,0-3 5 16,0-4 46-16,0-3 37 0,0-4 78 0,0-6 34 15,0 0-42-15,0 0-41 0,0-14-78 16,0-4-47-16,0-6 6 0,0-6-5 0,0-6 4 0,0-9 0 16,0-5-9-16,0-5 12 0,0 0-9 0,0-3-1 15,0 5 0-15,0 5-1 0,0 1-10 0,0 8-23 16,0 6-48-16,0 10-59 0,0 3-35 16,0 7-41-16,0 3-93 0,0 1-117 0,0 3-81 0,0 6-78 15,0 0-210-15,0 0 173 0</inkml:trace>
  <inkml:trace contextRef="#ctx0" brushRef="#br0" timeOffset="15659.62">10341 133 2875 0,'0'0'49'0,"0"0"57"0,-12 0 55 16,-2 0 45-16,3 0-21 0,-5 0-16 16,0 0-38-16,-2 0-27 0,3 0-25 0,0-11-32 0,0 11-12 15,1 0-17-15,3-10-11 0,2 10-2 16,3 0-10-16,3-7-5 0,0 7 13 0,3 0-13 15,0 0 5-15,0 0 1 0,0-6 0 0,0 6 1 16,0-4 7-16,9-1 0 0,2 3-5 0,-1-1 1 16,6 2 4-16,2 0-5 0,0-1 5 15,5 2 3-15,1 0-12 0,2 0 9 0,-5 0-5 0,1 0 1 16,-4 14 4-16,-3-1-4 0,-1-1-10 0,-5 1 13 16,0 4-7-16,-5 3 7 0,-4-3 9 0,0 7-6 15,0 0 4-15,-13 0-3 0,-1 6-3 0,0-4-2 16,-2 2 0-16,-1 2-5 0,-1-4 2 15,3-2 3-15,1-2-7 0,2-1-8 0,3-2 17 0,0-4-13 16,9-3 7-16,0 0 20 0,0-7-17 16,0-1 11-16,0 0-1 0,13-4-15 0,4 0-34 15,1 0-33-15,5 0-90 0,4-17-146 0,7 0-139 16,5-2-283-16,5-6-163 0,6 2 149 0</inkml:trace>
  <inkml:trace contextRef="#ctx0" brushRef="#br0" timeOffset="15287.18">9589-66 2663 0,'-12'0'53'0,"-2"0"49"0,2-13 42 0,0 13 22 16,1-11-30-16,1 0-38 0,4 11-37 0,1-10-23 16,0 10-30-16,5-9-7 0,0 2-17 0,0 4 8 15,17-4 1-15,3 0 0 0,0 2 10 16,7 3-8-16,0-2 7 0,5 4-3 0,0 0-2 15,0 0-5-15,-3 0-2 0,-2 16-5 0,-4-4 4 16,-5 3 11-16,-3 1-4 0,-2 0 12 0,-7 2 4 16,-6 3-9-16,0 1 4 0,0 4-3 0,-14 2-5 15,-3 0 9-15,-1-1 3 0,-5 1-7 0,-1 0 0 16,0-2-8-16,-2 0 2 0,0 0 16 0,0-6-8 16,2-1-3-16,3-2-15 0,2-2 5 0,4-2 9 15,5-4 8-15,0-3 13 0,6-3-16 0,-1-3 12 16,5 0 3-16,0 0-8 0,0 0-2 0,0-11-15 15,13-4-1-15,2-5 14 0,1-1 8 0,6-3 25 16,2-4 20-16,5-7 1 0,1 0 3 16,2-3-12-16,0-1-8 0,0-3 2 0,1-1 6 15,-2 0 8-15,-1 0 12 0,-3 4 22 0,-4 0 20 16,-2 3 31-16,-2 3 29 0,-6 6 26 0,-2 5 4 16,-7 5-11-16,-2 3-41 0,-2 3-56 0,0 7-48 15,0 2-47-15,0 2-37 0,-12 0 1 0,1 0 7 16,-1 11 17-16,-2 4 10 0,-4 4-15 0,0 3 11 15,-3 2-17-15,-1 4 8 0,0 2-8 0,2 0-84 16,2 1-18-16,1-3 5 0,5-1-29 0,4 0 0 16,4-2-23-16,4-2-32 0,0 1 13 0,0-2 47 15,0 1-4-15,12 1-36 0,2-6-64 0,1 0-113 16,3-3-64-16,2-1-102 0,4-3-248 16,2-4 143-16</inkml:trace>
  <inkml:trace contextRef="#ctx0" brushRef="#br0" timeOffset="15815.45">11747 181 3838 0,'0'9'5'0,"-14"-9"-3"0,2 0 10 16,2 0-9-16,2 0-3 0,-1 0-12 16,1-12-68-16,8 12-113 0,-7-13-172 0,7 2-155 15,0 1-331-15,0-1 82 0,13-2 169 0</inkml:trace>
  <inkml:trace contextRef="#ctx0" brushRef="#br0" timeOffset="15959.07">12964 207 3440 0,'0'12'-27'0,"0"-1"-74"0,0-11-106 0,-16 0-157 16,4 0-226-16,12 0-169 0,-12-11 106 0</inkml:trace>
  <inkml:trace contextRef="#ctx0" brushRef="#br0" timeOffset="16119.54">13229 155 3552 0,'0'11'-7'0,"0"-3"-7"0,-12-8-19 0,12 0-59 15,0 0-72-15,-9 0-96 0,9 0-102 0,0 0-38 16,0 0-96-16,0 0-112 0,0-13 115 16,11 5 96-16</inkml:trace>
  <inkml:trace contextRef="#ctx0" brushRef="#br0" timeOffset="17071.39">14074-69 2223 0,'0'0'43'0,"0"-10"40"15,0 10 38-15,0-8 49 0,0 8 4 0,0-8 14 16,0 2-2-16,-12 1-17 0,12 0-20 0,0 5-36 15,-11-4-34-15,11-1-32 0,0 2-30 0,0-1-21 16,0 3-8-16,0-1 2 0,0 2-2 0,0-4-4 16,15 4 9-16,2 0 2 0,1 0-3 0,2 0 6 15,1 13-9-15,0-1-1 0,1 2 6 0,-3 1 1 16,3 3 8-16,-6 2-5 0,0 0 2 16,-4 4 7-16,-2 0-5 0,-4 4 3 0,-3 1 1 15,-3 0-6-15,0 5 28 0,0-2-26 0,-19-1 2 16,-1 3 0-16,-3-5-19 0,-1-1 27 0,-3-2-8 15,-1 2 6-15,1-5-8 0,-2-4-5 0,3-2 5 16,0 0 0-16,4-7 0 0,-1 0 5 0,2-5 4 16,4-1-4-16,3-4-2 0,4 0 10 0,0 0-21 15,4-12-5-15,6-4 3 0,0-1-8 0,12-2 13 16,8-7 0-16,3-5 3 0,7-1-13 16,5-5 8-16,8-2 5 0,2-4-5 0,4 2 10 15,-2 1 1-15,-1-2 9 0,1 1 19 0,-6 3 30 16,-3 1 9-16,-6 4 24 0,-4 3 13 0,-5 4 11 15,-3 2 43-15,-5 7 30 0,-6 4 39 0,-3 2-12 16,-1 3-55-16,-5 3-63 0,0 5-69 0,0 0-30 16,0 0-38-16,0 0 0 0,0 0-6 0,-11 13 6 15,2 0 18-15,-1 3 25 0,-1 3-14 0,-3 0-6 16,1 5-61-16,-1 1-86 0,2 2-43 0,0 1-48 16,2 2 29-16,1-1 6 0,5 1-38 0,4-3-53 15,0 1-78-15,0-4-74 0,15 3-184 0,5-5-96 16,3-3 125-16</inkml:trace>
  <inkml:trace contextRef="#ctx0" brushRef="#br0" timeOffset="17527.34">15061 154 3448 0,'3'-8'54'0,"-3"-1"45"0,0 3 27 0,0 2 9 16,0 2-50-16,-12-3-51 0,12 3-35 0,-9 2-4 15,9 0-6-15,0 0 2 0,0 13 11 0,-9 0-12 16,2 3 12-16,7 2 4 0,-7 2-10 0,7 7 8 16,-5 0-10-16,5 5 0 0,0-1 8 15,0 2 1-15,0 4 1 0,0-3-1 0,0 3-1 0,0 0-10 16,0-4 8-16,9 0 7 0,-9-4-1 16,0-3 4-16,0-5 0 0,0-4-3 0,0-2-3 15,0-6 5-15,0-6-5 0,0-2 19 0,0 3 28 16,0-3 25-16,0-1 8 0,0 0-20 0,0 0-29 15,0 0-24-15,-10 0-17 0,1-12-2 0,-3-1 5 16,-1 3-9-16,-2 1 4 0,-1 0 0 0,-1 1 3 16,-1-2 1-16,-1 4 8 0,1 6 3 0,0 0-1 15,3 0 0-15,-2 0-6 0,3 0-5 0,2 0-2 16,2 0-1-16,2 12 11 0,2-1 0 0,3-1 1 16,0-1-6-16,3 0 0 0,0-1 3 0,0 1-6 15,0-5 30-15,17 3 13 0,-2-4 5 16,3 2 11-16,3 0-16 0,2-4-22 0,4-1-1 15,4 0-13-15,1 0 0 0,1 0 10 0,2-13-12 16,0 1 15-16,1-4-15 0,-1 2-23 0,-1-1-28 16,1-1-47-16,-4 3-53 0,1-2-18 0,-3 3-31 15,-4 2-68-15,-6-2-71 0,-2 3-178 0,-8 3-341 16,-9-1 78-16,0 0 135 0</inkml:trace>
  <inkml:trace contextRef="#ctx0" brushRef="#br0" timeOffset="43673.6">17981 651 2667 0,'0'8'-2'0,"0"-8"2"0,0 0-1 15,0 0-2-15,-15 0 10 0,3 0-9 0,0 0-14 16,1 0-38-16,11-9-57 0,-10 9-64 0,1 0-81 16,1 0-169-16,2-7-137 0,6 7 73 0</inkml:trace>
  <inkml:trace contextRef="#ctx0" brushRef="#br0" timeOffset="43835.51">18586 538 2164 0,'12'9'2'0,"-6"-9"-13"0,-1 0-38 0,-2 0-59 16,-2 0-56-16,2 0-98 0,2 0-187 0,1 0 16 15,1 0 53-15</inkml:trace>
  <inkml:trace contextRef="#ctx0" brushRef="#br0" timeOffset="43992.99">20013 418 2816 0,'14'13'2'0,"-6"1"0"16,-8-8-2-16,0-6-1 0,0 0-1 15,0 0 0-15,0 0 7 0,-11 0-18 0,11 0-59 16,0 0-93-16,-9 0-152 0,9 0-332 0,0 0 17 16,0-11 94-16</inkml:trace>
  <inkml:trace contextRef="#ctx0" brushRef="#br0" timeOffset="44172.99">21400 334 3986 0,'20'15'-1'0,"-7"-4"-13"0,-5-5-51 0,-8-6-53 16,0 0-18-16,0 0 12 0,0 0 56 15,0 0 56-15,0 0 20 0,0 0-45 0,0 0-83 16,0 0-78-16,0 0-66 0,0-8-45 0,0 8-40 16,0-10-229-16,0 3-25 0,0 0 90 0</inkml:trace>
  <inkml:trace contextRef="#ctx0" brushRef="#br0" timeOffset="44791.18">23172-301 2139 0,'0'-13'12'0,"-10"-2"21"16,1 0 23-16,1-2 40 0,-1 3 35 0,1-3 26 15,-1 1 26-15,-3 2 5 0,4 1-7 0,-1 0-14 16,2 6-49-16,1-1-51 0,1 1-58 0,2 5-31 16,3 0-8-16,-3 2-1 0,3 0 17 0,-3 0 0 15,3 17-1-15,0 1 9 0,0 6 0 0,0 2 5 16,0 3 2-16,0 8 5 0,0 5-2 15,0-2-9-15,0 6 6 0,0 0-3 0,0 0 3 16,0 1 2-16,6-2 4 0,-6-3 1 0,0 2-5 16,8-1 1-16,-8-1 3 0,6-4-2 0,-3-3-3 15,1-3 1-15,-1-4-5 0,3-4 1 0,-3-4 4 16,0-3 2-16,2-5 2 0,-2-1-2 0,-1-2 1 16,2-4 19-16,-4-2 0 0,0-3 50 0,3 0 37 15,-3 0-13-15,0 0-8 0,0 0-44 16,0 0-33-16,0-14-1 0,0 0 5 0,-10 4-4 0,10-3-5 15,-13 1-8-15,1 0-9 0,0 1-10 16,-3 3 3-16,1-1 1 0,-6 2 8 0,-2 7 9 16,-4 0-9-16,2 0 6 0,-7 0-11 0,2 17 1 15,1 1 10-15,0-1-10 0,1 3 11 0,4 1-3 16,3 5-3-16,2 1 3 0,1 2 1 0,7 0 1 16,-2 3-1-16,4-2 14 0,-1 5-17 0,6-5 0 15,0 2 6-15,3-3-9 0,0-4 18 0,0-3-2 16,12-3 33-16,2-3 15 0,1-8 3 0,6-8 9 15,5 0-34-15,3 0-12 0,6-17-15 0,4-4-5 16,4-2-3-16,2-4-8 0,-1-4 3 0,0 2 0 16,-3-1-21-16,-4 1-18 0,-4-1-26 0,-1 1-33 15,-6 2-9-15,-5 5-37 0,-3 1-67 0,-4 4-73 16,-5 3-94-16,-4 1-118 0,-5 7-220 16,0 3 62-16,0 3 125 0</inkml:trace>
  <inkml:trace contextRef="#ctx0" brushRef="#br0" timeOffset="19006.05">6321 1862 2409 0,'-11'-7'31'0,"-1"1"42"0,1 0 28 16,2 1 28-16,-1 2-17 0,4 0-30 0,-1 1-30 15,0 1-27-15,7-1-23 0,-3 2-20 0,3 0-8 16,0 0-4-16,0 0 12 0,0 0 4 16,0 0 11-16,0 14-2 0,14-1-1 0,2-1 6 15,-1 0 3-15,5 0 6 0,3 0-12 0,-3 3 3 16,1 1-3-16,2-1 3 0,0 1 4 0,-4-1-6 16,1 0-1-16,-3 4-2 0,-4-2 0 0,1 0 14 15,-5 0-2-15,2 0-3 0,-5-1 11 0,-3 2-11 16,0 1 7-16,-3-1-3 0,0 3-2 0,0 0-1 15,0-1-2-15,-17 2 3 0,4-2-2 0,-3 0 4 16,3-2-10-16,-1 0 6 0,-1-3-5 0,1-1 8 16,1-1 3-16,0-1-3 0,3-4-1 0,-4-1 5 15,2 1 1-15,1-3-3 0,-2-1 7 0,3-2-6 16,3 1-3-16,1-1 5 0,0-2-1 16,1 0-4-16,2 0 4 0,3 0-9 0,0 0-6 15,0-16-4-15,0 4-1 0,11-1 4 0,2-2 10 16,0-3-3-16,3-1-7 0,1-5 4 0,0-2-6 15,2 2 10-15,4-4 2 0,-3 1-2 0,0 0 3 16,-1-1 9-16,-2 1 35 0,0 0 41 0,0 2 38 16,-7 2 16-16,-1 1-11 0,-3 3-29 0,-1 4-29 15,-4 2-31-15,-1 4-9 0,0 3-26 0,0 3-7 16,0 1-3-16,0 2-10 0,0 0 6 0,-9 0-10 16,0 11 10-16,-1 2-4 0,4-1 2 15,-5 4 10-15,2-1-11 0,1 3 4 0,-1 2 5 0,3 1-7 16,1-1 11-16,5 1-7 0,0-1 6 15,0 2-13-15,0-3-38 0,0 0-34 0,14-1-70 16,0 1-53-16,1-6-38 0,2 2-40 0,-1-5-23 16,1-1-21-16,6-1-99 0,-3-5-185 0,1-3 84 15</inkml:trace>
  <inkml:trace contextRef="#ctx0" brushRef="#br0" timeOffset="19250.96">6971 2148 2699 0,'0'-6'51'0,"0"1"58"0,0 0 54 0,0 2 40 15,0 3-27-15,0 0-57 0,0 0-50 0,0 0-51 16,-8 0-21-16,8 0 1 0,-12 12-7 0,6-1 5 16,-2 4 5-16,2 1-7 0,-1 2 6 0,1 3 6 15,-3 1-8-15,5 2 9 0,0 2-2 0,-2-2 4 16,6-1-3-16,-3 2 2 0,3-3 3 0,0-1-5 15,0 0 0-15,0-1-37 0,0-3-47 0,0-2-67 16,0 1-82-16,0-4-49 0,0-3-33 0,0 0-29 16,9-2-118-16,-9-7-146 0,0 0 77 0</inkml:trace>
  <inkml:trace contextRef="#ctx0" brushRef="#br0" timeOffset="20027.14">6852 1590 2232 0,'-1'-7'36'16,"-1"-1"37"-16,-1 1 31 0,-1 3 32 0,1 1-7 15,3 2-21-15,-3-2-12 0,3 3-25 0,-3 0-27 16,3 0-19-16,0 0-20 0,0 0-11 0,0 0-6 16,-2 0 1-16,2 0 0 0,-1 0 6 0,-1 0 4 15,2 0-1-15,-1 0 5 0,1 7 10 0,-2-7 25 16,2 6 48-16,0-6 46 0,-3 0 35 16,3 0 16-16,0 0-16 0,0 0-18 0,0 0-15 15,0 0-18-15,0 0-22 0,0 0-35 0,0 0-34 16,0-9-12-16,0-1-18 0,0-1 5 0,11 0 4 15,-2-2-12-15,1 2 3 0,-1-1 4 0,2 1-7 16,4-1-12-16,2 2 13 0,-3 6-4 0,5-1 1 16,1 5 13-16,0 0-9 0,1 0 5 0,0 0-4 15,-1 14 6-15,-2 0-10 0,-1 2 4 0,-2 1-2 16,-1 3-2-16,-3 1 14 0,-2 1-5 0,-3 1-3 16,-3 4 3-16,0-4-6 0,-2 1 3 15,-1-2 11-15,0-2-6 0,0-3 6 0,0-3-2 0,0-3-1 16,0-2-6-16,0-2 7 0,0-6 2 15,0-1 2-15,0 0-1 0,0 0-11 0,0 0 0 16,14-10 1-16,-2-4 10 0,5 1-5 0,0-2-56 16,5-1-40-16,1-2-66 0,1-2-97 0,2-1-79 15,0 1-91-15,4 3-72 0,2 2-250 0,2 0 49 16,-1 2 128-16</inkml:trace>
  <inkml:trace contextRef="#ctx0" brushRef="#br0" timeOffset="20869.92">9079 1720 1790 0,'9'-6'14'0,"-2"0"13"0,1 0 18 0,1 3 23 16,-4 0-1-16,4 1 10 0,-2-2-19 0,1 4-21 15,3 0 20-15,-2 0 12 0,4 0 15 0,3 0-1 16,-1 0-29-16,2 9-25 0,1-9-17 0,1 15-1 16,3-3-4-16,1 3-8 0,-2-2 0 0,0 2-2 15,2 3-1-15,-5 2 0 16,0 0 2-16,-3 4 1 0,-4-2 7 0,-2 1 45 0,-3 1 15 0,-6 0 10 15,0 3-3-15,0-3-36 0,0 2-20 16,-15 0 1-16,0-1-1 0,0-2-3 0,-4 0 4 16,1-5 18-16,-3 0-5 0,3-4 12 0,-2-3 1 15,2-1-26-15,1-4 6 0,2-4-11 0,4 2 12 16,-1-4 34-16,2 0 13 0,2 0 0 0,-1 0-8 16,4-13-35-16,-1 1-12 0,3 1-9 0,3-2-15 15,0 0 15-15,0-3-14 0,0-3 6 0,14-2 6 16,3 1-19-16,-1-2 16 0,4-1 12 0,0-1-9 15,-1 0 4-15,4-2-6 0,0-1-14 0,3 0 6 16,-3 1 10-16,-1 0 16 0,-2 2 29 0,-5 3 26 16,-1 1 15-16,-2 8-2 0,-6 0-20 0,-1 5-10 15,-2 2-14-15,-3 5-22 0,0 0-2 0,0 0-21 16,0 0-10-16,0 0 3 0,0 0-7 0,0 0 7 16,0 11-2-16,0 2 1 0,0-5 1 15,0 4 6-15,0 2 2 0,0 1-5 0,0 4 5 16,0-1-4-16,0 1-4 0,0 0-26 0,0 2-28 15,12-2-67-15,2 0-65 0,1 1-58 0,0-3-65 16,5 3-32-16,-2-3-75 0,2 1-269 0,1-4 56 16,-1 2 99-16</inkml:trace>
  <inkml:trace contextRef="#ctx0" brushRef="#br0" timeOffset="21694.82">9717 1376 2962 0,'-2'-18'63'0,"-1"4"66"0,0 2 62 15,-2 1 45-15,2 2-30 0,-1 1-49 0,-1 2-56 16,1 2-25-16,-1 2-36 0,2 0-17 0,0 1-7 16,0 1-27-16,0 0 10 0,0 0 0 0,0 0-1 15,1 0 7-15,-1 0-11 0,-1 0 1 16,1 0 1-16,0 9 3 0,0-9 11 0,0 6-5 0,1-6 3 15,2 0 0-15,-1 0 19 0,1 0 20 16,0 0 23-16,0 0 12 0,0 0-6 0,0 0-11 16,0 0-27-16,0 0-24 0,9-9-16 0,0-1-13 15,2 0 10-15,-1 1 7 0,4-5-10 0,3 1 6 16,1 3-9-16,1-3-7 0,3 5 13 0,1 2-3 16,-2 2 0-16,3 4 8 0,-3 0 0 0,2 0 1 15,-5 18-7-15,4-1 5 0,-6 3-6 0,1 1-1 16,-3 3 11-16,-4-1-6 0,-1 5 4 0,-4-1 2 15,-2 2-1-15,-3-2 0 0,0 1-8 16,0-2-2-16,0-3 5 0,-14-3 2 0,5-2 9 16,9-4-1-16,-10-3-3 0,10-4 5 0,0-3 0 15,0-2 14-15,0-2-2 0,0 0-5 0,0 0-1 16,0 0-14-16,0 0 4 0,10-12-5 0,4 0-27 16,1 0-48-16,5-2-67 0,3-1-67 0,1 0-112 15,0-2-117-15,2 3-102 0,3-1-313 0,3-1 42 16,3 3 168-16</inkml:trace>
  <inkml:trace contextRef="#ctx0" brushRef="#br0" timeOffset="21244.86">9846 2030 2788 0,'3'-8'41'0,"0"4"42"0,-3-1 52 0,0 1 42 16,0 0-2-16,0 1-19 0,0 2-30 0,0 1-27 16,0 0-37-16,0 0-25 0,0 0-25 0,0 0-15 15,-9 0-5-15,9 0 1 0,0 0 4 0,0 0-5 16,0 0 11-16,0 0-10 0,0 0-2 0,0 0 5 16,0 0-6-16,0 0 19 0,0 0-10 0,0 0-2 15,0 0 5-15,9 0-13 0,-2 0 10 0,2 0 9 16,-1 0-14-16,3 0 3 0,1 0 2 15,-2 12-9-15,1-3 10 0,0 1 5 0,1 1-2 0,-3 3 1 16,0 3 13-16,-1 3-18 0,-4 1-2 16,-4 5-1-16,0 2-1 0,0 4 9 0,-13 0 2 15,-1 1 10-15,-1-1-13 0,-3 1 5 0,-4-3 3 16,3-2 2-16,0-2 5 0,1-5-5 0,4-3-9 16,2-4 4-16,5-4-9 0,1-1 11 0,6-6 32 15,0-3 7-15,0 0 2 0,0 0-3 0,18 0-30 16,3-16-18-16,6 0 1 0,4 0-26 0,5-2-35 15,4-1-49-15,1-1-88 0,-3-2-92 0,1 0-100 16,-5 1-111-16,-6-4-293 0,-2 1 66 0,-8 2 138 16</inkml:trace>
  <inkml:trace contextRef="#ctx0" brushRef="#br0" timeOffset="21860.85">11001 2001 3497 0,'-13'12'1'0,"-1"-4"8"16,5-8 13-16,0 0 7 0,9 0-5 0,-9 0-65 15,3-12-108-15,6 2-115 0,0 0-118 0,0-2-192 16,12-1-173-16,5-3 108 0</inkml:trace>
  <inkml:trace contextRef="#ctx0" brushRef="#br0" timeOffset="22005.1">11869 2016 3491 0,'0'16'-3'0,"0"-4"4"0,0-6 6 16,-13-1 3-16,13-5-2 0,-10 0-90 0,10 0-145 16,0 0-152-16,0 0-281 0,0-11-133 0,0-1 141 15</inkml:trace>
  <inkml:trace contextRef="#ctx0" brushRef="#br0" timeOffset="22165.52">12775 2087 3721 0,'-15'13'3'0,"-2"-5"3"0,4-8-12 0,2 0 11 15,11 0-48-15,-14 0-57 0,14 0-60 0,-7 0-87 16,7-13-57-16,0 5-93 0,0-1-342 0,0 0 52 16,0-2 99-16</inkml:trace>
  <inkml:trace contextRef="#ctx0" brushRef="#br0" timeOffset="23307.6">14774 2247 3611 0,'0'-9'63'0,"0"1"43"0,0 0 25 16,0 2 21-16,-9 0-59 0,9 2-44 0,-9 4-22 16,9 0-30-16,0 0-7 0,0 0 5 0,0 0-6 15,0 15 5-15,0 0 14 0,0 2-7 0,0 5 1 16,0 2 6-16,10 4-14 0,1 0 3 0,0 5 2 16,-2-4-2-16,1 4 0 0,-1-1 4 0,-1 1 2 15,0-5 5-15,-2 0 4 0,0-1-8 16,-2-4 0-16,-2-1-4 0,-2-5 1 0,0-2 7 0,0-3-5 15,0-3 5-15,0-2-1 0,0-5 2 16,0-2-1-16,0 0-1 0,-14 0-5 0,2 0-13 0,0 0 8 16,-2-11 0-16,-1-1-3 0,-2 3 15 15,-2-2-5-15,-1 0-1 0,-1 0 0 0,1 0-7 16,0 3 0-16,0 2-8 0,2-1 10 0,1 0-10 16,2 7 2-16,2 0 8 0,2 0-6 0,0 0 10 15,4 0-4-15,1 0 2 0,0 14-11 0,2-2 11 16,1-1 0-16,3 4 0 0,0-2 5 0,0 2-10 15,0-2 7-15,14 1 1 0,-2 0 2 0,3-2-1 16,2-1-10-16,0-1 6 0,4-2 0 0,0-3 8 16,4-5 4-16,0 0-3 0,4 0-8 0,0 0 4 15,3-12 3-15,0 0-11 0,1-2 10 0,2 0-18 16,0-3-30-16,0-1-25 0,-1-1-44 0,-3 0-70 16,-2-2-106-16,0 2-125 0,-3-1-170 0,-2-1-296 15,-2 0 133-15</inkml:trace>
  <inkml:trace contextRef="#ctx0" brushRef="#br0" timeOffset="23811.8">14780 1572 3058 0,'-5'-20'57'0,"1"1"60"15,-1 2 59-15,1 4 38 0,2 2-27 16,-2 1-42-16,1 2-44 0,-2 2-27 0,4 0-27 16,-2 4-19-16,1 2-12 0,0-1-16 0,1 1-13 15,1 0 5-15,-2 0 0 0,2 0-2 0,-1 0 16 16,-1 0-6-16,1 0-1 0,-4 9 4 0,2-2-3 16,-3 2 4-16,2-9 4 0,-2 9-4 0,-1-1 6 15,1-4 3-15,2 0 25 0,-2-4 19 0,3 0 20 16,0 0 25-16,1 0-7 0,2 0 6 0,0 0-16 15,0 0-18-15,0 0-20 0,0 0-31 0,0 0-12 16,0 0-23-16,9-10-1 0,2 10 13 16,3-11-16-16,4 7 15 0,2 4 1 15,4 0-5-15,2 0 11 0,1 0-3 0,2 0-5 0,0 11-3 16,0 3-7-16,-1 4 5 0,-2 1-1 0,-1 2 5 16,-1 2 3-16,-4 2-14 0,-4 0 16 0,-4-2 2 15,-2 1 9-15,-1-3 11 0,-5 2-17 0,-4-5 15 16,0-2 44-16,0-3 64 0,0-2 100 0,0-4 65 15,0-2 8-15,0-5-28 0,0 0-73 0,0 0-83 16,0 0-50-16,0-12-43 0,17 1-27 0,-2-4 6 16,2-1-31-16,1 0-54 0,2-2-105 0,4-4-145 15,2 4-82-15,1 1-30 0,1 1 47 0,-3 2 34 16,1 3-41-16,0 4-69 0,-5 2-78 16,2 5-232-16,-5 0 52 0,-2 0 156 0</inkml:trace>
  <inkml:trace contextRef="#ctx0" brushRef="#br0" timeOffset="22314.74">13674 2054 3921 0,'0'15'-5'0,"-16"-7"-9"16,-4-2-43-16,2-6-75 0,1 0-87 16,2 0-145-16,3 0-123 0,3-12-288 0,9 12 18 15,-7-16 156-15</inkml:trace>
  <inkml:trace contextRef="#ctx0" brushRef="#br0" timeOffset="22839.14">14043 1814 3104 0,'-13'0'29'0,"-2"0"40"15,2-14 44-15,1 1 42 0,3 4 0 16,0 9-23-16,-3-9-50 0,6 9-32 0,6-6-34 16,-8 6-21-16,4 0 10 0,4 0-10 0,0 0 0 15,0 0 11-15,0 17-8 0,0 0 6 0,12 5 17 16,-2 0-21-16,3 3-1 0,-4 3-3 0,-2 3-15 16,2 0 15-16,-9 2 6 0,0-1 0 0,0 1 1 15,0 0-6-15,0 0-2 0,0-1 8 0,-12 0-1 16,-1 0 6-16,-1-1 0 0,2-3-11 0,3-3 4 15,-4-2-16-15,6-3-13 0,7-3-11 16,-9-3-18-16,3-3 8 0,6-5 16 0,0-1 6 16,-5-5-15-16,5 0-33 0,0 0-24 0,0 0 9 15,0-14 32-15,0 0 29 0,0-2 26 0,15-5-5 16,1-1 3-16,3-3 10 0,3-1-8 0,5-2 6 16,0-5-5-16,2 1 1 0,3-3 2 0,-2 0 2 15,-1 0 11-15,-1 1-4 0,-4-2 3 0,2 2 23 16,-7-2-3-16,0 4 29 0,-1-1 24 0,-5 3 8 15,-2 2 21-15,0 4 0 0,-4 3-13 0,-1 4-5 16,-3 4-14-16,0 5-31 0,-1 2-16 0,-2 2-22 16,0 4-14-16,0 0-4 0,0 0 4 0,0 0-13 15,-11 16 2-15,-2 0 24 0,-1 2-19 0,-1 6 17 16,-3 2-5-16,1 2-14 0,-3 2 15 16,3 0-18-16,2 3 12 0,2-1 5 0,2 0-2 15,2-3-9-15,4 0-44 0,5 0-51 0,0-2-77 16,0-1-73-16,0-1-80 0,16 0-87 0,0-3-111 15,4-2-261-15,3 0 112 0</inkml:trace>
  <inkml:trace contextRef="#ctx0" brushRef="#br0" timeOffset="45477.01">17646 2451 2804 0,'-15'3'2'16,"1"-3"5"-16,0 0-2 0,2 0-13 0,4 0-23 0,1 0-15 15,4 0-1-15,3-9 10 0,0 9 17 0,0-9-13 16,12 9-32-16,0-8-61 0,3 0-78 15,5 2-140-15,3-2-250 0,4 0 65 0</inkml:trace>
  <inkml:trace contextRef="#ctx0" brushRef="#br0" timeOffset="45632.15">19078 2400 2797 0,'4'5'-46'0,"-4"-2"-52"0,0-3-54 0,0 0-42 16,0 0-13-16,-16 0-43 0,5 0-146 0,11-12-109 15,-9 12 58-15</inkml:trace>
  <inkml:trace contextRef="#ctx0" brushRef="#br0" timeOffset="45793.49">19562 2389 3306 0,'0'16'1'0,"0"-4"-13"15,0-5-38-15,0-2-46 0,0-1-56 0,0-4-68 16,0 0-59-16,-9 0-80 0,9 0-277 0,0 0 42 16,0-11 96-16</inkml:trace>
  <inkml:trace contextRef="#ctx0" brushRef="#br0" timeOffset="46099.9">21233 2385 3140 0,'0'9'-3'0,"0"-3"-2"0,-12-1-1 15,12-5-22-15,-14 0-24 0,14 0-42 0,-11 0-59 16,11 0-46-16,-9 0-39 0,9 0-43 0,0 0-172 15,0-11-104-15,0 2 64 0</inkml:trace>
  <inkml:trace contextRef="#ctx0" brushRef="#br0" timeOffset="45933.21">20586 2428 2570 0,'9'6'-87'0,"-4"-4"-106"0,-1-2-232 0,1 0-218 15,-1 0 88-15</inkml:trace>
  <inkml:trace contextRef="#ctx0" brushRef="#br0" timeOffset="46718.85">23186 1782 3007 0,'1'-19'-7'0,"3"-3"-1"0,0 3 0 15,-1 4 25-15,0-2 56 0,-1 3 63 0,2 1 40 16,-1 4 9-16,2 0-39 0,-2 4-56 0,-3 0-47 15,3 5-49-15,-3 0-12 0,0 0-6 0,0 0 15 16,0 15 9-16,0 2 5 0,0 3-6 0,0 7-1 16,0 2 3-16,0 8 4 0,0 2 5 0,0 4-3 15,0 3-6-15,0 1-7 0,0-1 3 16,0-3-4-16,0 0 19 0,0-1-14 0,0-2 6 0,0-4 1 16,0-3-14-16,0-3 17 0,0-3-3 0,0-6-3 15,0-2 5-15,0-6-3 0,0-4 3 16,0-3 8-16,0-1-1 0,0-5 7 0,0 0 23 15,0 0-7-15,0 0 11 0,0 0-1 0,0-13-22 16,0 2-16-16,0 2-6 0,0-5 5 0,0-1 23 16,0-3 30-16,0 1 4 0,0-1-6 0,0 3-25 15,-14 0-12-15,8 2-9 0,-6 0-3 0,4 5-6 16,-4 3-11-16,2 0 2 0,-4 2-3 0,-3 3-2 16,1 0-8-16,-4 0 12 0,-3 13-5 0,0 4 10 15,0 0 15-15,-1 2-19 0,1 5 12 0,1 3-9 16,2 0-2-16,2 0 5 0,1 2-12 15,3-2 1-15,4-1 9 0,2-1-6 0,3-3 10 0,5-2-6 16,0-1 3-16,0-6 12 0,0 0-8 16,13-2 9-16,-3-2 0 0,4-1 0 0,3-4 3 15,2-1 9-15,7-3-13 0,3 0 3 0,7 0 3 16,4-16-10-16,-1-1 3 0,9-3-9 0,-3-2 8 16,1-1-15-16,1-1-5 0,-2-1-18 0,-5 1-27 15,-2 1-18-15,-2 4-32 0,-4 0-21 0,-6 4-59 16,-3 2-89-16,-5 4-92 0,-3 1-73 0,-7 4 14 15,-2 4-29-15,-6 0-189 0,0 0 113 0</inkml:trace>
  <inkml:trace contextRef="#ctx0" brushRef="#br0" timeOffset="29387.74">6453 4176 3261 0,'9'-11'13'0,"-9"3"6"16,0 2-8-16,0-2-7 0,14 3 5 0,-14 1-1 16,10 4 12-16,2 0 28 0,2 0-15 0,0 0 2 15,9 0-9-15,-1 17-16 0,9-4-8 0,1 0 1 16,1 1 2-16,0 0-6 0,2 5 3 0,-1 1-6 15,-4 0-3-15,-2 3 12 0,-6 2-4 0,-3-1-1 16,-9 3 7-16,-1 1-4 0,-9-1 3 16,0 1 6-16,0-1-5 0,-18-1-3 0,0 2 2 15,-3-3-4-15,-2 2 5 0,-5-3 0 0,6-3 2 16,-4-1 1-16,-1-3-5 0,4-2 2 0,3-5 2 16,0-1-2-16,7-2 0 0,-1-3 0 0,5-1-4 15,1-3-5-15,2 0 4 0,3 0-5 0,3 0 3 16,0-12-7-16,0 0 6 0,0-6-2 0,17 1-8 15,-2-5 18-15,2-2-6 0,1-4 1 0,2 0 2 16,-1-1-2-16,3-4-6 0,-1 0 4 0,2-3 0 16,-1-1-3-16,3 0 6 0,-5-2 7 0,2-1 31 15,-2 1 16-15,0 3 10 0,-2 4 24 0,-1 2-21 16,-4 6 3-16,-2 2 5 0,-2 5-9 0,-3 6 14 16,-1 2 3-16,-2 4-8 0,-3 5-23 15,0 0-25-15,0 0-28 0,0 0-10 0,0 0-4 16,0 11-1-16,0 1 8 0,-9 3 5 0,9 2 2 15,-11 3-3-15,2 6 5 0,1 2 2 0,8 4-20 16,-6 2-26-16,2 2-50 0,4-2-66 0,0-2-46 16,0-1-96-16,0-4-112 0,0 0-84 0,16-3-292 15,-2-5 12-15,3-2 153 0</inkml:trace>
  <inkml:trace contextRef="#ctx0" brushRef="#br0" timeOffset="29750.46">7287 4454 3204 0,'1'-8'71'16,"-1"2"59"-16,0-2 46 0,0 2 32 0,0 1-45 15,-10-1-39-15,10 3-22 0,-13 1-7 0,13 0-20 16,-10-1-9-16,10 2-17 0,-8-2-35 0,8 2 3 16,0 0-23-16,0-1-15 0,0-2 23 0,0 2-25 15,0-1 19-15,0 1 5 0,0-1-7 0,0 0 15 16,14 0-7-16,0-1 0 0,2-2-1 0,4 2-6 15,0-3-4-15,3-2 9 0,1 5-21 0,-4 0 15 16,-1-1 10-16,1 5-11 0,-3 0 12 16,-5 0-4-16,2 13 3 0,-5 3-1 0,-3 1 15 15,-6 4-8-15,0 7-4 0,0 5 3 0,0 6-7 16,-18 1 3-16,-2 4-6 0,-1 1 4 0,-2-1 1 16,3 1 0-16,-3-6-7 0,3-2-2 0,4-5-1 15,2-6 0-15,5-5 5 0,3-3 3 0,3-5 10 16,3-4-6-16,0-3 10 0,0-4-5 0,12-2-4 15,8 0-3-15,3 0-7 0,7-19-44 0,6 1-47 16,13-3-59-16,4-2-94 0,9-3-108 0,4 2-107 16,5-3-138-16,3-3-277 0,1 4 151 0</inkml:trace>
  <inkml:trace contextRef="#ctx0" brushRef="#br0" timeOffset="28637.52">5435 4323 1667 0,'-15'6'37'0,"2"-1"21"0,5-3 26 0,-1 1 26 15,6-2-7-15,-3-1-5 0,1 0-5 0,2 0-11 16,0 0-16-16,0 0-3 0,0 0 1 0,0 0-5 15,1 0-11-15,-1 0-3 0,3 0-11 0,0 0-9 16,0-8-7-16,0 8-11 0,0 0-9 0,0 0-2 16,0 0-1-16,0 0 2 0,0 0-1 0,8 0 6 15,1 0 10-15,2 0 5 0,1 0 8 0,8 0-3 16,1 0-10-16,8 0-7 0,-2 0-7 16,5 0 2-16,1 0-3 0,4 0 3 0,-4 0 0 15,-1 0-10-15,2 8 5 0,-6 4 4 0,-3-1-1 16,1-1 7-16,-7 3 3 0,-2 0-3 0,0 0 7 15,-8 3 3-15,-2-4 7 0,-1 5-4 0,-6-1-1 16,0 3-7-16,0-1-6 0,-13 2 8 0,4 1-5 16,-8-2 0-16,0 1 0 0,1-1-5 0,-4-2-7 15,0-3 5-15,3 3-3 0,-2-5 5 0,2 1 9 16,2-2-1-16,-2-2-2 0,6-2-8 16,-1-2 8-16,2 0 6 0,4-3-1 0,-2-2-6 0,5 0-13 15,0 0-11-15,3 0 0 0,0-13 2 16,0-1 5-16,17-3 5 0,-4-2 0 0,7-5 4 15,0-3 7-15,3-4-4 0,2-1-3 0,3-2 0 16,-3-1 0-16,1 0 10 0,2-1-6 0,-3-1 4 16,-5 4-3-16,0 1 9 0,-3 1 32 0,-7 4 27 15,-1 3 30-15,-1 7 14 0,-5 2-2 0,-3 6-14 16,0 2-37-16,0 3-29 0,0 4-29 0,0 0-16 16,0 0 1-16,-14 0-6 0,7 12 3 0,-5 0 6 15,1 3-2-15,2 2 9 0,-2 3-1 0,2 0-4 16,3 3 8-16,-2 1-3 0,2-1 8 0,3 1-6 15,3-1-6-15,0 0 1 0,0 1-39 0,0-6-41 16,17 2-60-16,-5-3-53 0,2 1-36 16,3-5-23-16,-1 1-31 0,4-4-100 0,0-4-221 15,0-4 50-15,-4-2 93 0</inkml:trace>
  <inkml:trace contextRef="#ctx0" brushRef="#br0" timeOffset="28882.9">6271 4432 2487 0,'0'6'14'0,"-6"1"4"16,6-1 8-16,-6 2 16 0,6 1 14 0,-4 0 16 16,0 2 12-16,1 2 13 0,3 0 6 15,0 6-7-15,0-1-20 0,0 3-23 0,0 0-34 16,0 4-14-16,0 1 2 0,14-1-11 0,-5 1 8 15,-2 0 1-15,2-3 5 0,-9 0 5 0,9-2-4 16,-1 1-16-16,-2-3-47 0,-6-2-56 0,5-2-71 16,-5-2-63-16,0-1-47 0,0-4-122 0,0-1-239 15,0-5 78-15</inkml:trace>
  <inkml:trace contextRef="#ctx0" brushRef="#br0" timeOffset="31022.44">8353 4118 1920 0,'0'-2'11'0,"0"0"24"16,0 2 15-16,3 0 18 0,-3-2-16 0,0 0-14 16,0 1-17-16,0-2-7 0,0 1 10 0,0-3-1 15,10 3 10-15,0-1-3 0,0 1 5 0,1 0-1 16,3 2 6-16,1 0-5 0,0 0-7 0,0 0 0 15,2 16-9-15,-1-4 3 0,0 5-4 0,0 0 6 16,-2 1 14-16,-3 4 8 0,1 0 0 0,-3 1-9 16,-4 3-14-16,1 0-9 0,-6-2 4 0,0 2-3 15,0-2-11-15,0-3 1 0,0 0-9 16,-16-1 11-16,4-5 5 0,0 2-5 0,0-1 7 16,-2-3-7-16,7 0 2 0,-5-2 1 0,5-3-5 0,1-2 3 15,2-2-5-15,4-3 1 0,0-1 9 16,0 0 8-16,0 0 14 0,0 0 2 0,0 0-11 15,0 0-12-15,0-11-15 0,0 0-10 0,0-3 8 16,12 2-5-16,-1-5 1 0,2-4 7 0,1-4 0 16,1 0-2-16,0-2 4 0,1 0 0 0,0 0-4 15,-2 2 4-15,0-1-1 0,-2 4 1 0,-3 0-4 16,0 3 4-16,-1 1-3 0,-2 3 3 16,-3 2 7-16,1 3 6 0,-1 2 10 0,0 1 6 0,-1 3 2 15,-1 4-16-15,-1 0-16 0,0 0-14 16,0 0-3-16,0 0 8 0,0 9 4 0,0 1 6 0,0 0 3 15,0-1-3-15,0 4 2 0,0 1-1 16,0-2 2-16,0 5 0 0,11 0 0 0,-3 1-67 16,1-3-92-16,3 3-68 0,0-4-92 0,3 0-107 15,2-1-221-15,1-3 69 0</inkml:trace>
  <inkml:trace contextRef="#ctx0" brushRef="#br0" timeOffset="31393.92">9100 4270 2569 0,'0'-5'30'0,"0"3"22"0,0-3 16 0,-12 4 14 15,0 0-12-15,1-3 2 0,2 3 15 0,0 0 6 16,0-2-8-16,-2 2-8 0,0 1-21 0,4 0-20 16,-2 0-3-16,0-1-9 0,1 1-5 0,2 0-1 15,3-1-5-15,-2 1-6 0,5 0-12 0,0-3 3 16,0 2 4-16,0 0-6 0,0-1 7 0,0 2-2 15,0 0-4-15,10 0-2 0,-1 0 3 0,-2 0 2 16,1 0-5-16,1 0 6 0,0 0 0 0,2 0-9 16,-1 0 6-16,2 0-7 0,1 15 3 0,-1-2 14 15,-3 3 12-15,-2 1 21 0,0 2 5 0,-7 3 5 16,0 2-21-16,0 1-10 0,0 1-16 0,-13 0-8 16,3 2 5-16,-2-4 0 0,1 2 33 15,-3 0-15-15,2-4-7 0,2-1 1 0,-1-1-26 16,2-3 9-16,0-2 4 0,3-2-7 0,0-4 5 15,6-1-2-15,0-3 9 0,0-2 5 0,0-2-8 16,16 1 3-16,-2-2-34 0,3 0-35 0,-1 0-43 16,7 0-55-16,0 0-64 0,1-17-60 0,3 4-47 15,1-2-122-15,-1 1-226 0,2-3 94 0</inkml:trace>
  <inkml:trace contextRef="#ctx0" brushRef="#br0" timeOffset="31950.95">9392 4112 2455 0,'0'-6'29'0,"-10"-3"30"15,10-1 24-15,0 4 32 0,0-2-9 0,0 1-1 16,0 0-11-16,0-1-17 0,0 1-13 0,0-1-20 16,13 4 7-16,-1-3-12 0,1 5-10 0,3 0-9 15,0-2-26-15,3 4 5 0,-3 0-1 0,1 0 2 16,-2 0 1-16,2 13 1 0,-3-2 7 0,-2 1 0 15,-2 5 7-15,-1-1-3 0,-2 4 4 0,-3 0-1 16,-4 1 5-16,0 4-4 0,0 1-4 16,-14 2-6-16,1-1-3 0,-2 2 4 0,-4 0 1 15,1-4 1-15,-2 0-8 0,1-2 2 0,-3 1-7 16,4-6 14-16,0-4-5 0,1 1-3 0,2-4 2 16,1-2 1-16,5-3-1 0,0-1 8 0,3-4 3 15,1-1-20-15,2 0 15 0,3 0-7 0,0 0-5 16,0-10 16-16,0-2-15 0,11 0-8 0,1-4 10 15,5-4-14-15,3-4 3 0,2-2 14 0,4-2-5 16,2-5 7-16,0-2 16 0,1 3 4 0,0-2 24 16,-1 3 12-16,-3 3 10 0,-2 0 17 0,-3 4-1 15,-3 2 12-15,-4 3 14 0,-2 2 14 0,-5 4 35 16,0 3 13-16,-3 2 19 0,-3 3 12 16,0 1-20-16,0 2-5 0,0 2-36 0,0 0-50 15,0 0-41-15,0 0-46 0,0 0-21 0,-11 0-24 16,2 10-4-16,0-2 19 0,0 1 2 0,-5 2 16 15,1 2 11-15,-2 6-13 0,-4 0 1 0,1 4-13 16,-2-2-3-16,4 4-3 0,2 0-4 0,3-4-2 16,4 1 0-16,2-2-6 0,5-2-6 0,0-2 14 15,0 3-20-15,0-4-8 0,11 3-47 16,-1-5-57-16,0 0-26 0,2-1-14 0,-2 1 28 0,1-3 26 16,3 0 12-16,-2-6-4 0,0 3-28 0,0-5-65 15,2 2-97-15,-1-1-69 0,1-3-67 16,1 0-142-16,0 0-87 0,2 0 114 0</inkml:trace>
  <inkml:trace contextRef="#ctx0" brushRef="#br0" timeOffset="32373.47">9917 4473 2738 0,'0'0'15'15,"0"0"20"-15,0-13 23 0,0 13 44 0,0-14 21 16,0 6 5-16,0 8 1 0,11-10-32 16,-1 0-40-16,2 4-21 0,-1 6-16 0,1-8-10 15,-1 3 1-15,0 0-6 0,-1 2-12 0,-1 3 3 16,-1 0-1-16,-2 0-5 0,0 0 8 0,-4 0-9 16,1 0 9-16,-3 8 10 0,0 1-6 0,0-2 15 15,0 4-4-15,0 1 1 0,-16 3 9 0,1 5-12 16,-2-1-4-16,-1 3-14 0,-1 3 0 0,-1-3 2 15,0 0 0-15,5-4 8 0,1-2-3 0,5-5-2 16,1-4 0-16,8-1 4 0,0-2 0 0,0-1 1 16,0-3 6-16,0 0-4 0,16 0 5 0,0 0 5 15,3 0 6-15,-1-10 13 0,5 10-10 0,1-12 2 16,-1 12-9-16,-1-9-7 0,0 9 1 16,-3 0-9-16,0 0-1 0,-1 0-8 0,-3 0 1 15,-3 0 5-15,-3 0 2 0,0 11-2 0,-1 0 10 16,-2 0-3-16,-6 0 2 0,0 0 3 0,0 3-9 15,0 0 2-15,-17 1-14 0,1 1-55 0,-1-2-78 16,-1 1-105-16,0-1-105 0,1-2-80 0,2-1-254 16,-1-3-19-16,1-3 117 0</inkml:trace>
  <inkml:trace contextRef="#ctx0" brushRef="#br0" timeOffset="32542.73">10444 4386 3146 0,'6'-11'0'0,"-6"3"8"0,0 2 1 0,0-1-2 15,0 0 4-15,0 4-26 0,0-2-56 0,0 0-82 16,0 1-101-16,0 1-145 0,0-3-317 0,11 0 75 16,-1-2 98-16</inkml:trace>
  <inkml:trace contextRef="#ctx0" brushRef="#br0" timeOffset="32707.91">11096 4334 3277 0,'9'0'26'16,"-3"0"27"-16,-6 0 32 0,0 0 30 0,0 0-22 16,0 0-26-16,0 0-35 0,0 0-30 0,0 0-31 15,0-8-63-15,0-1-91 0,0 0-98 0,0 0-97 16,18 1-112-16,2-2-262 0,1-1 97 0,5-2 123 15</inkml:trace>
  <inkml:trace contextRef="#ctx0" brushRef="#br0" timeOffset="32848.97">11896 4209 3256 0,'0'11'-2'15,"0"-2"9"-15,0-4 21 0,0-5 17 0,-11 0 5 16,11 0-6-16,-10 0-28 0,10 0-75 0,-8 0-134 15,8 0-143-15,0 0-214 0,0 0-249 0,0 0 129 16</inkml:trace>
  <inkml:trace contextRef="#ctx0" brushRef="#br0" timeOffset="35399.18">13960 4103 2023 0,'-5'0'14'0,"2"0"27"15,0 0 18-15,-1 0 20 0,1 0 16 0,-2 0-4 16,1-6-5-16,-1 6-4 0,3-7-20 0,2 3-16 16,0 4-11-16,0-7-15 0,0 5-10 0,0-3-4 15,14 2 0-15,-3-2-1 0,1 2-3 16,2 1 1-16,-1-1-1 0,1 0-2 0,0 3 10 0,1 0-6 16,0 0 4-16,0 0 4 0,0 0-10 0,-1 0 5 15,-2 11-1-15,0-11 0 0,0 13 6 16,-1-2 3-16,-2 0-6 0,0 0 2 0,-1 3 0 15,-1 0-4-15,1 2 2 0,-2 2-5 0,-1 1-8 16,-1-1 2-16,-1 1 2 0,-1 0-2 0,1 1 14 16,-3 0-7-16,0 0-2 0,0 0-2 0,0-2-3 15,0 0 17-15,0-4-9 0,-14 0 4 0,1-1-6 16,-1 0-10-16,0-2 15 0,-4-1-7 0,0 1 1 16,-2-1-3-16,2 1-8 0,-2-2 6 0,3-1-3 15,1-1 10-15,0 0 0 0,4-1 7 0,2-3-2 16,4-3-5-16,1 0 5 0,0 0-3 15,1 0-1-15,4 0-7 0,0 0 2 0,0-9-2 0,0 9-2 16,0-15 8-16,0 3-11 0,0 2 1 16,0-1 6-16,14-2 0 0,-4 4-2 0,5-4 5 15,1 3-8-15,2-5-5 0,0 0 6 0,2 0 3 16,1-3 1-16,2-1 6 0,1-2-6 0,-1 3-9 16,1-2 3-16,-1 3 2 0,-3 0 3 0,1 0 2 15,-3-1 9-15,-1 3-8 0,-2 0 6 0,-1-1 0 16,-4 2-12-16,1-1 7 0,-2-1 7 0,-1-1 20 15,-2 0 11-15,-2 2 12 0,-1-2 20 0,0-1 1 16,0 0 10-16,-3 1 13 0,0 3-6 0,0 2 4 16,0 0-1-16,0 2-11 0,0 2-11 0,0 5-24 15,-10-1-11-15,10 3-19 0,-12 1-14 0,3 0 5 16,-1 0 1-16,1 13 8 0,-1 0 12 16,-4 4 2-16,-1 4-14 0,-2 3 5 0,2 5-17 15,-2 2 0-15,1 3 4 0,3 1-10 0,1 0 10 16,5 0-11-16,2 0 0 0,5 0 3 0,0-5-3 15,0-2-6-15,15-1 14 0,0-2-5 0,4-6 1 16,3-1 15-16,4-6-15 0,6-1-2 0,3-2-36 16,3-4-29-16,5-2-46 0,2-3-70 0,2 0-83 15,3 0-109-15,0 0-87 0,-2-14-228 0,-6 0-79 16,1 6 133-16</inkml:trace>
  <inkml:trace contextRef="#ctx0" brushRef="#br0" timeOffset="39599.06">15120 4431 2077 0,'0'-3'38'0,"0"-4"25"0,0 4 38 0,0 0 40 16,-9 0 3-16,9 1 30 0,-9 2 8 0,9-2-1 15,-9 2-10-15,3 0-46 0,6 0-32 0,-8 0-28 16,2 0-26-16,-2 0-1 0,-1 9-8 0,0 2-5 16,2 1-8-16,-2 2-4 0,-2 5-9 0,3 2-6 15,1 5 24-15,2 5-1 0,1-2 3 16,4 6 0-16,0-2-17 0,0 1-4 0,0-2-1 16,10-1-4-16,-10-1-5 0,14-4 0 0,-5-4 7 15,-1-3 9-15,-1-1-2 0,1-5 2 0,-2-2-6 16,0-1 2-16,-6-3 3 0,6-1-4 0,-3-2 5 15,2-3-5-15,-4 1 10 0,-1-2 18 0,2 0 3 16,-2 0 7-16,0 0-13 0,0 0-11 0,0-11-12 16,0 0-7-16,0 0 3 0,0 0 0 0,-12-3-2 15,1-1 5-15,0-1-3 0,1-1 1 16,-4 1-1-16,0-1-5 0,1 2 5 0,-4 2-5 0,0 0 7 16,0 6 2-16,2 1-7 0,-3 2 4 15,1 4 1-15,1 0-3 0,-1 0 4 0,2 10-5 0,-2 3 4 16,3 0 0-16,-1 1-8 0,5-1 16 15,2 2-8-15,2-2-2 0,3 2 11 0,3 0-12 16,0-4-1-16,0 1 1 0,0 0-2 0,14-4-1 16,-1 2 2-16,2-3 4 0,2 0 2 0,1-5 7 15,5-2 1-15,1 0 0 0,4 0 1 0,-1 0-5 16,3-10-6-16,1-1 6 0,-2-1-5 0,-2 2-5 16,-4-4 12-16,-2 4-8 0,-1-3-3 0,-3 1 3 15,-5 2-13-15,0 0-12 0,-3 1-14 0,0 2-22 16,0-1-28-16,-3 2-38 0,-1 1-90 15,-2 1-236-15,3-4-359 0,1-1-60 0,1-3 59 0,3 0 262 16</inkml:trace>
  <inkml:trace contextRef="#ctx0" brushRef="#br0" timeOffset="36557.94">14882 4494 2284 0,'0'0'28'0,"-5"0"14"15,5 0 14-15,-4 0 14 0,4 0-31 0,0 0-22 16,0 0-14-16,0 0-14 0,0 0 13 0,0 0 12 16,0 0 0-16,0 0 4 0,0 0-15 0,12 16-1 15,-2-4 6-15,-1 4-6 0,2-1 19 0,-3 4 6 16,1 2-1-16,0 1 4 0,-1 1-11 16,-2 0-10-16,0 1-8 0,0-1 1 0,-3 0 1 15,0-4 0-15,0-1 7 0,-3-4-2 0,0-1-2 16,0-3 3-16,0-1 1 0,0-2 6 0,0-4 13 15,0 0 15-15,0-1 8 0,0-2-10 0,0 0-13 16,-9 0-13-16,9 0-14 0,-8 0 3 0,2-14 1 16,-2 4-5-16,2-3 3 0,-1 0 2 0,1-2 2 15,1-4 13-15,2 0 24 0,-1-2 12 0,2 1 21 16,2-4 15-16,0 3-21 0,0 1-10 16,0 1-22-16,0 1-31 0,11 1-6 0,-2-2-2 0,3 3 10 15,0 1 11-15,2 3 10 0,1 0 3 16,0 1-14-16,2 5 2 0,0 4-7 0,-1 2 2 15,-1 0-1-15,-1 0-4 0,-2 0 0 0,0 14-4 16,-2 2-4-16,-1-3-9 0,-2 4 3 0,-2-2-2 16,-1 3 5-16,1-4 4 0,-4 2-10 0,2-1 6 15,1-2 0-15,-3 1-5 0,2-4-9 0,0 0-57 16,0-1-62-16,2-2-82 0,-2-1-65 0,0-1-49 16,0-2-44-16,-3-3-82 0,4 0-189 0,-1 0 98 15</inkml:trace>
  <inkml:trace contextRef="#ctx0" brushRef="#br0" timeOffset="36740.96">15365 4632 3084 0,'0'7'9'0,"0"-7"1"0,0 2 5 0,0-2 8 15,0 0 3-15,0 0 1 0,0 0-11 0,0 0-10 16,0 0-9-16,0 0-5 0,0 0-13 0,10 0-37 15,1 0-58-15,-2 0-63 0,3 0-61 0,2 0-52 16,3 0-119-16,1 0-210 0,0 0 79 0</inkml:trace>
  <inkml:trace contextRef="#ctx0" brushRef="#br0" timeOffset="36937.28">15623 4527 2796 0,'0'0'6'15,"0"0"-1"-15,0 8-10 0,0-8 14 0,-9 9 30 16,9-2 34-16,0-1 25 0,-9 4-7 0,4 1-36 16,-1-2-35-16,1 7-16 0,2-2-6 0,-1 1 3 15,-1 3 5-15,4-1 6 0,-2 2 0 0,3-2-4 16,0 3-20-16,0 1-56 0,0-1-70 0,0-3-60 16,0-1-53-16,0-1-28 0,0-3-61 0,9-3-232 15,-2 2 33-15,-7-5 77 0</inkml:trace>
  <inkml:trace contextRef="#ctx0" brushRef="#br0" timeOffset="40327.54">15870 3950 1973 0,'0'-7'25'0,"0"-1"15"0,0 2 14 16,0 1 8-16,0 0-17 0,0 1-11 0,0 2-4 15,0 0 0-15,0-3 7 0,11 3 6 0,-3 0 10 16,1 0 6-16,1 0-4 0,2 2 2 0,4 0-25 15,-1 0-19-15,3 0-9 0,0 0 0 0,1 0 47 16,-1 16 39-16,2 0 13 0,-4 1-7 16,2 1-35-16,-2 1-13 0,-3 3 16 0,1 4 13 15,-5 2 11-15,-1 2-3 16,-2 3-24-16,-6-1-18 0,0 4-17 0,0 1-11 0,-18-1-8 0,-1-2-11 16,3-3 12-16,-1-2-7 0,-3-4 5 0,3 0 6 15,-1-5-10-15,3-5 0 0,0-1-6 0,3-1 4 16,0-4 4-16,2-1 8 0,3-2-1 0,1-1 3 15,0-5-3-15,4 0-8 0,-1 0 6 0,2 0-9 16,-1 0 1-16,2-15-8 0,0 2 6 16,0 0-8-16,0-4-2 0,0 2 5 0,14-6-13 15,-4 0 10-15,4-2-7 0,3-3-3 0,-1-2 6 16,4-2-8-16,3-1 13 0,1 0-8 0,1-1 3 16,0 1-1-16,3-3-1 0,-1 3 11 0,0-2-1 15,1 3 10-15,-4 1-3 0,-1 2 0 0,0 2 12 16,-4 3 19-16,0 4 24 0,-4 3 16 0,-3 2 14 15,-3 4-7-15,-4 3 0 0,1 2-9 0,-3 4-42 16,-3 0-10-16,0 0-17 0,0 0 0 0,0 0 32 16,0 15 1-16,0 0 0 0,-17 2-6 0,3 3-17 15,2 5-11-15,0 2 3 0,1 4-4 0,-2 3 0 16,1 0 9-16,-1 3-8 0,4 4 5 0,0-4-4 16,0-1-36-16,5 1-29 0,-1-5-62 15,5 1-65-15,0-3-84 0,0-5-92 0,0-1-70 16,0-1-182-16,15-6-115 0,2-3 118 0</inkml:trace>
  <inkml:trace contextRef="#ctx0" brushRef="#br0" timeOffset="40792.68">16718 4408 3422 0,'1'-7'57'0,"-1"3"40"0,0-1 26 0,0 4 12 15,0 1-55-15,0 0-32 0,-10 0-11 16,10 0-1-16,-11 0 2 0,11 9-7 0,-11 5-8 16,2 3-7-16,9 1-9 0,-7 6 2 0,1 1-6 15,0 4-3-15,3 1 11 0,-2 0-9 0,5 4 6 16,0-1-3-16,-2-2-5 0,-1-3 7 0,3-2-12 16,0-1 1-16,0-3 1 0,0-3-7 0,0-1 13 15,0-3-4-15,0-4 2 0,0-3 15 0,10-1-8 16,-10-3 9-16,0-2-2 0,0-2-10 0,0 0 3 15,0 0 0-15,0 0-4 0,0-10 0 0,0-1 3 16,0 0-12-16,0-2 5 0,-16 0-12 16,3 0 7-16,-4 0 2 0,2 2-4 0,-3 1 15 15,-2 1-17-15,-1 3 7 0,-2 6 2 0,-2 0 1 16,4 0 0-16,0 0 6 0,3 0 2 0,0 14-8 16,4-4 3-16,2 2-5 0,6 3 3 0,1-2 9 15,5 0 18-15,0 0 11 0,0-1 21 0,0 2 8 16,14-5 4-16,1 2 2 0,2-3-15 0,2 1-11 15,3-5-7-15,2 0-3 0,3-4-3 16,2 0-1-16,1 0 10 0,4 0-29 0,-1-14-4 0,2 2-8 16,-1 0-17-16,-1-1 17 0,-3 0-25 0,-2-1-44 15,-1 2-61-15,-4-1-55 0,-5 0-39 0,-3-1-48 16,-3 1-103-16,-4-1-145 0,0 0-264 16,-5 1-119-16,-3 1 160 0</inkml:trace>
  <inkml:trace contextRef="#ctx0" brushRef="#br0" timeOffset="33011.58">12675 4311 3655 0,'0'15'2'0,"0"-5"-2"15,-15-3 4-15,4-5 4 0,11-2-10 16,-13 0 1-16,3 0-31 0,10 0-88 0,-7 0-132 16,7 0-164-16,0 0-385 0,0 0 0 0,0-11 138 15</inkml:trace>
  <inkml:trace contextRef="#ctx0" brushRef="#br0" timeOffset="33177.18">13246 4369 3789 0,'0'17'10'0,"-12"-6"29"0,1-4 26 16,1-3 16-16,10-4-2 0,-11 0-23 0,2 0-31 15,1 0-19-15,8 0-7 0,-6 0-17 0,0 0-15 16,6 0-99-16,0 0-163 0,0-11-172 0,0 2-249 16,0 1-186-16,15-3 161 0</inkml:trace>
  <inkml:trace contextRef="#ctx0" brushRef="#br0" timeOffset="33343.75">13544 4299 2445 0,'1'0'51'0,"1"0"53"0,-2 0 38 16,0 0 39-16,0 0-29 0,0 0-40 0,0 0-35 15,-12 0-36-15,12 0-23 0,-13 0-26 0,13-9-57 16,-9 9-75-16,9 0-104 0,0-9-103 0,0 9-136 15,0 0-210-15,0-7 104 0</inkml:trace>
  <inkml:trace contextRef="#ctx0" brushRef="#br0" timeOffset="47392.68">18249 4657 3160 0,'0'1'14'0,"0"2"4"0,0 1-1 0,0-3-8 15,-9-1-25-15,9 0-10 0,0 0-5 0,0 0-11 16,0 0-3-16,0 0-10 0,0 0-21 0,0 0-19 16,0 0-33-16,12-12-41 0,1 3-57 0,4 3-121 15,1-3-264-15,5 3 53 0,1 0 83 0</inkml:trace>
  <inkml:trace contextRef="#ctx0" brushRef="#br0" timeOffset="47544.86">19216 4652 2638 0,'18'0'1'0,"-4"0"1"0,-3 0-1 15,-5 0-22-15,-2 0-31 0,-4 0-28 0,0-11-34 16,0 11-20-16,0-9-29 0,0 1-68 0,0 1-217 16,12 1-56-16,-1-2 57 0</inkml:trace>
  <inkml:trace contextRef="#ctx0" brushRef="#br0" timeOffset="47687.25">20064 4584 3210 0,'0'0'3'0,"0"0"-40"16,0 0-58-16,0 0-65 0,-13 0-78 0,13 0-73 15,-12 0-206-15,12-10-126 0,-7 10 75 0</inkml:trace>
  <inkml:trace contextRef="#ctx0" brushRef="#br0" timeOffset="47871.01">20862 4511 4104 0,'0'0'-5'0,"0"0"-13"0,0 0-24 0,0 0-33 16,0-10 1-16,0 0 1 0,0 10 27 0,0 0 22 15,0 0-17-15,0 0-28 0,0 0-85 0,0 0-81 16,0 0-91-16,0 0-67 0,0 0-178 0,0-12-122 16,0 12 113-16</inkml:trace>
  <inkml:trace contextRef="#ctx0" brushRef="#br0" timeOffset="48559.11">22891 3979 2554 0,'0'-5'43'16,"0"0"37"-16,0-1 37 0,0 2 41 0,-10-3-1 15,10 0-2-15,-9 1-6 0,9-2-26 0,0 2-33 16,0 0-33-16,0 2-26 0,0 1-18 0,0 2-9 16,0-4-11-16,0 5-7 0,0 0 4 0,0 0-2 15,0 0 3-15,0 0-4 0,0 18 4 0,13-3 1 16,-2-1 3-16,1 7 5 0,-3 2 1 16,5 5-3-16,-5 3-5 0,2 3 6 0,-2 3 0 15,-2 0 4-15,-1-1-3 0,-3 4 6 0,-1-4-5 16,-1-4-7-16,-1-4 23 0,0-1-19 0,0-6 2 15,0-4 10-15,0-3-12 0,0-4 26 0,0-4-9 16,0-3-1-16,0 0 10 0,0-3-19 0,0 0 14 16,0 0 5-16,0-16-13 0,0-1-4 0,0-3-3 15,0-3 1-15,0-4-5 0,0-2 11 0,0-2-7 16,0 1-4-16,0-3 3 0,16 4-9 16,-4 1 8-16,0 3-12 0,0 3 8 0,3 2-1 0,-6 3-3 15,5 3 8-15,0 2-8 0,-2 3 6 16,0 1-12-16,0 4 5 0,0 2 1 0,-1 2-5 0,0 0 10 15,1 0-8-15,-2 0 4 0,1 11 9 0,1 2-1 16,-4 3 7-16,1 1-5 0,0 2-4 16,-1 2 2-16,-2 5-8 0,0 0 14 0,1 1-5 15,-1 0-5-15,-3-1 6 0,2-2-11 0,1 0-22 16,-3-5-48-16,0-2-63 0,2-4-77 0,-2 1-39 16,3-4-31-16,0-3-14 0,-2-2-18 0,5-2-185 15,-1-2-78-15,4-1 75 0</inkml:trace>
  <inkml:trace contextRef="#ctx0" brushRef="#br0" timeOffset="48959.05">23848 4239 2725 0,'5'-5'42'0,"-2"4"38"0,0-3 31 0,-3 3 38 16,0-1 7-16,0 1-3 0,0 0-3 0,0 1-19 15,0-4-52-15,0 4-36 0,0 0-32 0,0 0-11 16,0 0-4-16,0 0 2 0,0 0-4 0,0 0-10 15,0 0 4-15,0 0-3 0,0 0 12 0,0 9 2 16,0-9-2-16,0 0 3 0,0 8 3 0,0-1 4 16,0-7-7-16,0 3 16 0,0-3-6 0,0 5-3 15,0-5 5-15,0 0-6 0,0 0-4 0,0 0 4 16,0 0 12-16,0 0-8 0,0 0 0 16,0 0 8-16,0 0 10 0,0-8-4 0,0 8 6 15,0-10-7-15,0 10-13 0,0 0 1 0,-11-6-2 16,0 6-9-16,-1 0-10 0,-4 0 7 0,-7 0 1 15,-3 17 12-15,-1 2 14 0,-10 2-1 0,2 5-12 16,-3-1 0-16,0 8 0 0,3 2-14 0,4 1 8 16,0-1-6-16,5 3-12 0,4 0 13 0,2-2 1 15,6 4 5-15,4-4 2 0,0-1-7 0,7-1 0 16,3-2-3-16,0-1-8 0,0-5 0 0,10-3-15 16,3 0-5-16,7-3-10 0,3-1-13 0,1-3-27 15,8-3-39-15,1 0-49 0,7-2-85 16,2-5-58-16,2-4-69 0,5-2-125 0,4 0-201 15,-4 0 93-15</inkml:trace>
  <inkml:trace contextRef="#ctx0" brushRef="#br0" timeOffset="50882.11">25274 4666 2432 0,'-13'19'30'0,"3"-4"37"0,0-2 45 0,7-5 57 16,0-2 11-16,3-6 1 0,0 0-18 0,0 0-23 15,9 0-35-15,8 0-39 0,2-14-28 0,9 1-29 16,8-1-5-16,7 0-22 0,5-1-63 0,5-3-118 16,4 3-131-16,2 0-131 0,-3-1-284 0,-3 6 18 15,-3-3 129-15</inkml:trace>
  <inkml:trace contextRef="#ctx0" brushRef="#br0" timeOffset="50733.51">25317 4305 3416 0,'10'0'57'0,"-1"0"45"0,-6 0 27 16,-3 0 35-16,0 0-26 0,0 0-11 0,0 0 10 16,0 0-7-16,0 0-10 0,0 0-13 0,0 0-34 15,-9 0-43-15,9 0-10 0,0 0-20 16,0 0-7-16,0 0 9 0,0 0-21 0,0 0-1 16,0 0-3-16,0 0 0 0,0 0 22 0,13 0-10 15,-3 0-6-15,1 0-26 0,5 0-55 0,0 0-24 16,3-7-25-16,1 7-28 0,1-8-45 0,-1 3-76 15,-2 1-76-15,-4-1-68 0,0 3-60 0,-5-1-159 16,-2 3 31-16,-4 0 130 0</inkml:trace>
  <inkml:trace contextRef="#ctx0" brushRef="#br0" timeOffset="56373.25">26945 2971 1346 0,'6'-7'52'0,"-6"7"36"0,0-7 18 0,7 7 14 0,-4-6-35 0,0 4-10 16,-3-2 4-16,4 2 22 0,-1-2 17 0,0 1 13 15,-3-1 21-15,3 2 11 0,-3 0 7 0,0 0 7 16,0 1 6-16,0-1-14 0,0 1-17 0,0 0-18 16,0 1-31-16,0 0-18 0,0 0-14 0,0 0-12 15,0 0-25-15,0 0-17 0,0 0-12 16,0 0-20-16,0 0 8 0,0 9 0 0,0-9-3 0,-9 10 2 15,9-1-2-15,0 4-3 0,0 0 7 0,0 4 7 16,0 5 0-16,0 5 6 0,13 4-5 16,-4 6 5-16,2 0-5 0,-2 6 1 0,3 0 6 15,0 1-12-15,-3-1 2 0,4-1 3 0,-3-2-8 16,-1-4 14-16,-1-1-1 0,1-5-5 0,-4-6 3 16,-2-2-6-16,3-5 4 0,-6-2-2 0,4-3 4 15,-2-3 23-15,-2-4 23 0,0-3 41 0,0 0 39 16,0-2 25-16,0 0 9 0,0 0-34 0,0 0-43 15,0-12-58-15,0 3-35 0,-12-4 1 0,1 1-1 16,0-4 4-16,-1-1 4 0,-1-3-1 16,-4 2-7-16,0-1 3 0,-1 2-3 0,1 2-18 15,-3-1-3-15,2 4 18 0,0 3-4 0,1 2 4 16,1 1 7-16,-1 6-17 0,0 0-3 0,-1 0 11 16,0 13 0-16,1-1 0 0,-3 2 0 0,4 1 4 15,-1 4-4-15,2-1 1 0,6 3 14 0,1 0-15 16,2-1 0-16,3 4 8 0,3-2-14 0,0 0 13 15,0 2 3-15,0-3-9 0,0 0 9 0,9 0-4 16,3-2 0-16,-1-2 3 0,-2-3 3 0,-2 0-1 16,4-6 6-16,-2-1 4 0,2-1-6 0,3-1 9 15,-2-3-3-15,4-2 3 0,1 0-1 0,3 0 5 16,3 0-17-16,-1-10 6 0,4-2 0 16,-1-1-19-16,-3 1 15 0,6-2-3 0,-4 0 10 15,-3-3 6-15,-1 0-4 0,3 3 2 0,-7-1-11 16,0-2-7-16,-3 1-22 0,-2 3-27 0,0 0-25 15,-5 2-42-15,1 0-20 0,-2 2-34 0,-2 0-74 16,-2 1-85-16,-1 3-99 0,0 0-118 0,0 0-252 16,3 1 80-16,-3 0 143 0</inkml:trace>
  <inkml:trace contextRef="#ctx0" brushRef="#br0" timeOffset="57543.18">28072 2714 2578 0,'-17'-6'18'0,"3"1"18"0,1 1 12 0,-1-1 27 15,0 5 18-15,-1 0 6 0,-3 0 12 0,-5 14 0 16,-1 3-13-16,-5 5-14 0,-3 7-17 0,-4 5-16 16,-2 11 3-16,-2 3 20 0,2 6-1 15,0 7-12-15,0 2-29 0,2 2-29 0,2 4-6 0,7 0 2 16,4-2 6-16,0 0-4 0,7-3 4 15,5-3-5-15,11-4 0 0,0-5-1 0,0-4 1 16,20-3 11-16,4-5-7 0,10-7 9 0,2-3 0 16,7-4-16-16,8-6 12 0,4-8-6 0,6 1-12 15,2-6-13-15,1-2-60 0,1-2-67 0,-5-3-74 16,2 0-70-16,-6 0-57 0,-4 0-81 0,-5 0-262 16,-6-15 59-16,-5 2 109 0</inkml:trace>
  <inkml:trace contextRef="#ctx0" brushRef="#br0" timeOffset="56886.96">27554 3573 3143 0,'-12'0'28'0,"4"0"46"16,-1 0 51-16,3 0 43 0,0 0 9 0,1 0-27 16,-1 0-44-16,2-9-43 0,4 9-43 0,0 0-22 15,0-8-5-15,0 8-6 0,0-6 11 0,13 0 4 16,5 1-4-16,5 1 5 0,6-3-6 0,8 3-3 15,8-5 4-15,2 1 1 0,5-1-3 0,2 2 10 16,-2-1-3-16,-3 2-1 0,-5-1 3 16,-8 2-2-16,-5 0 4 0,-10 1 4 0,-4 3 2 15,-7-3-8-15,-4 3 8 0,-1 1 0 0,-5 0-1 16,0 0 1-16,0 0-16 0,0 0-1 0,0 0-1 16,0 0-3-16,0 0 4 0,0 0-1 0,-11 0 4 15,11 0 6-15,-7 0-5 0,7 0-6 0,-6 0 2 16,6 0-1-16,-7 0 15 0,3 0-3 0,-1 0 0 15,2 0-2-15,0 0-7 0,-1 0 8 0,1 0-4 16,1 0-5-16,1 0-5 0,-1 0 3 0,1 0 4 16,1 0 6-16,0 0-5 0,0 0 1 0,0 0-7 15,0 0-7-15,0 0 12 0,0 0-1 0,0 0 7 16,0 0 1-16,0 0 0 0,0 0-9 16,0 0-1-16,0 0 1 0,0 0-3 0,0 0-3 15,0 0-6-15,0 0-3 0,0 0-18 0,0 0 5 16,0 0-19-16,0 0-14 0,0 0-14 0,0 0-32 15,0 0-19-15,0 0-15 0,0 0-9 0,0 0-3 16,0 0 22-16,0 0 7 0,0 0 15 0,0 0-4 16,0 0-44-16,0 0-64 0,0 0-97 0,0 0-227 15,0 0 12-15,-11 0 93 0</inkml:trace>
  <inkml:trace contextRef="#ctx0" brushRef="#br0" timeOffset="58194.85">28589 3012 2288 0,'-13'-14'33'0,"-1"4"39"15,-1 3 46-15,0-3 41 0,0 4-2 0,-2 1 12 16,-3 2-13-16,0 0-12 0,2 0-18 0,0 3-41 16,3 0-32-16,0 0-31 0,-1 0-19 15,4 0 0-15,2 13 0 0,-1 0 4 0,2 4 15 16,1 3 0-16,2 5 8 0,2 2 7 0,-1 5-5 15,5 5 1-15,0 5-2 0,0 2-9 0,0 2-11 16,14 2-1-16,-1 0-4 0,3 1-1 0,-3-2 1 16,2-4-5-16,1-2-10 0,-3-4 12 0,-1-5-2 15,-1-6 0-15,0-1 1 0,-4-6 1 0,-1-5 7 16,-1-3 5-16,-5-5 28 0,1 0 18 0,-1-3 33 16,0-2 43-16,0-1 22 0,0 0-11 0,0 0-41 15,0 0-52-15,0 0-48 0,-13-15-11 16,-1 0-2-16,-4-1-10 0,-5-3-2 0,-6-1-5 0,-3 0-1 15,-4-1 15-15,-2 0-4 0,-3 1 1 16,-2 3 5-16,1 3-1 0,2 0 10 0,4 7-10 16,0 1 3-16,5 1-8 0,4 3-12 0,4 2 7 15,6 0 1-15,4 0 7 0,4 16 6 0,4-2 1 16,5 2-10-16,0 2 5 0,0 2-4 0,0 2 8 16,18-1 3-16,-1 3-1 0,1-1 2 15,0-2-3-15,5 1-1 0,0-3 2 0,-3 1 5 0,6-3 6 16,-2-3 2-16,0 0 10 0,2-3-5 15,3-4-2-15,-2-2 12 0,2-2 0 0,1-3 52 0,-1 0 19 16,-1 0-8-16,0-13-17 0,0 1-30 16,-2-2-20-16,-5 0-11 0,0-3 11 0,-3-1-25 15,1-2-16-15,-4-4 7 0,-3 3-3 0,-2-1-1 16,0 0-11-16,-3 2-38 0,-1 3-40 0,-4-1-38 16,1 4-24-16,-2 4-15 0,-1-1-57 0,0 4-109 15,0-1-132-15,0 2-157 0,0 1-223 0,0 2 128 16,0-1 180-16</inkml:trace>
  <inkml:trace contextRef="#ctx0" brushRef="#br0" timeOffset="58404.03">28791 3621 3901 0,'0'0'34'0,"11"0"44"0,-11 0 38 16,0 0 34-16,12 0-6 0,-12-11-39 0,0 1-43 15,9 10-40-15,0-13-23 0,5 2-1 0,3 0-3 16,9 1 4-16,6-2-6 0,6-1-13 0,7-1-38 16,7 0-44-16,2 0-57 0,1 0-49 0,-2 3-41 15,0 3-65-15,-6-3-64 0,-6 2-75 0,-4 0-143 16,-7 1-134-16,-5 2 121 0</inkml:trace>
  <inkml:trace contextRef="#ctx0" brushRef="#br0" timeOffset="58615.23">29672 3325 3373 0,'6'-12'61'0,"-1"1"70"16,-2-5 56-16,-1 1 69 0,-1 5 0 0,-1 0-29 15,0 3-49-15,0 2-81 0,0 3-76 0,0 2-49 16,0 0-14-16,0 0-1 0,0 0 29 0,0 14 0 16,0 2 5-16,0 5 17 0,0 1-9 0,0 8 6 15,0 3 5-15,12 3-10 0,-3 1 0 0,2 2 5 16,-2 1-42-16,-1-1-39 0,-1-2-41 15,-1-1-41-15,-6-4-20 0,8-1-54 0,-4-4-102 0,-4-3-99 16,0-3-101-16,0-3-305 0,0-7 123 16,0-5 139-16</inkml:trace>
  <inkml:trace contextRef="#ctx0" brushRef="#br0" timeOffset="58830.85">30009 2902 3761 0,'23'-24'2'0,"-3"9"-1"0,-3 2 17 16,-1 4 28-16,1 9 20 0,0 0 8 0,3 0 10 16,1 11-17-16,5 6-21 0,4 2 12 0,-1 8-22 15,3 6 8-15,1 7 27 0,-1 7-12 0,-2 9 11 16,1 8-21-16,-4 5-29 0,-1 3-3 16,-5 6-9-16,-1 3 5 0,-6 1 2 0,-8-1-25 15,-6 0-46-15,0-1-69 0,-31 0-101 0,-8-4-150 16,-10-1-172-16,-11-4-302 0,-13-5-84 0,-6-6 168 15</inkml:trace>
  <inkml:trace contextRef="#ctx0" brushRef="#br0" timeOffset="129531.16">-5911 8140 1895 0,'-13'0'1'16,"-1"-7"-3"-16,0 3 0 0,-6 4 2 0,2 0 1 15,-5-5-3-15,-2 5 0 0,0 0 11 0,-2-6 2 16,0 6 24-16,-1 0 16 0,1 0 26 0,1 0 21 16,0 0-22-16,4 0-14 15,-3 0-27-15,4 0-4 0,0 0 8 0,2 13 3 0,1-13-4 16,0 9 1-16,1-9 20 0,4 7 15 0,-1-1-1 16,3 0-19-16,2-6-25 0,2 7-17 0,2-3-6 15,2 0-12-15,2 0 3 0,-1 1 3 0,2 3 0 16,0 7 13-16,0 5-10 0,14 6-3 0,-1 7 3 15,1 3-11-15,1 10 14 0,0 1-3 0,1 2-6 16,2 2 11-16,0-2-6 0,2 1-2 0,1 0 0 16,0 0-5-16,2 2 0 0,3-3 5 0,-2 4-3 15,4-2 6-15,-1 1-3 0,-1-3-6 0,1-1 9 16,0-3-6-16,2-4 3 0,0-1 0 0,3-6-5 16,1-6 4-16,4 0 1 0,4-6 0 0,1-4 5 15,7-6-5-15,1 1 0 0,5-5 0 16,2-1-5-16,3 0 5 0,2-3-3 0,2-2 0 15,1 0 6-15,0-2-8 0,1 0 2 0,-3 0 6 16,1 0-6-16,0-16 4 0,-6 2-1 0,-2 0-3 16,-6-4 6-16,-1 1 0 0,-5 1 0 0,-8 1-3 15,-4-1-8-15,-3-1 3 0,-8 3 2 16,-1 3 11-16,-6 4 19 0,-4 1 42 0,-2-1 35 0,-4 4 17 16,-2 2 5-16,-2-3-34 0,0 4-34 15,0-1-13-15,0-1-20 0,0 2-7 0,0 0-1 16,0 0-13-16,0 0 9 0,0 0-9 0,-9 0-4 15,9 0 2-15,-9 0-13 0,3 13 11 0,1-4-2 16,0 0-1-16,1-1-6 0,-4 1-25 0,2 4-37 16,2-5-52-16,-1 6-43 0,1-1-31 0,1 1-17 15,-2 4-12-15,2-1 0 0,0-1-19 0,-2-2-40 16,1 2-144-16,-1-5-52 0,1-1 74 0</inkml:trace>
  <inkml:trace contextRef="#ctx0" brushRef="#br0" timeOffset="129757.46">-4810 9188 2192 0,'-4'-9'43'0,"-4"3"36"0,5 2 20 16,0-1 18-16,1 5-28 0,2 0-34 15,0 0-25-15,0 0-17 0,0 0-18 0,0 0 9 16,0 0 1-16,13 0 14 0,-1 12 12 0,3-2-5 16,3-3 14-16,5 5-13 0,4-1 35 0,5 2 10 15,2 4 20-15,5 2 15 0,2 1-30 0,2 2-14 16,1 0-30-16,0 2-4 0,1-1-19 0,-2 3 8 15,-1 0 5-15,-5 2-18 0,-2-2 13 0,-3 3-10 16,-7 2-25-16,-2 2-94 0,-6 3-124 0,-3 1-124 16,-8 5-140-16,-6 1-246 0,0 1 106 0,0 2 125 15</inkml:trace>
  <inkml:trace contextRef="#ctx0" brushRef="#br0" timeOffset="81689.2">-2747 8676 2929 0,'-6'-4'27'0,"1"-3"34"16,0 2 18-16,1 1 16 0,-2 4-31 0,1 0-37 15,1 0-28-15,-1 0-21 0,4 0-1 0,-1 10 5 16,2 0 13-16,0 0 7 0,0 4 8 0,0-1-4 16,11 5-4-16,-1 5 2 0,1-2-1 15,3 3-3-15,-1-1 8 0,1 2-4 0,3-5-3 16,-2 0 8-16,0-2-4 0,-1-5 4 0,-2-2 26 15,-1-2 43-15,-2-7 42 16,0-2 29-16,-2 0-4 0,2 0-31 0,1 0-39 0,0-16-20 16,2-2-13-16,1-3-2 0,0 1 12 0,2-3-13 0,1-5-3 15,-3 4-6-15,1-3-16 0,0 0-3 0,-4 3-8 16,-1 2-24-16,0-1-30 0,-1 4-37 0,-3 4-62 16,-2 1-75-16,0 3-100 0,0 1-110 15,-3 3-120-15,0 3-256 0,1 0 107 0,-1 2 149 0</inkml:trace>
  <inkml:trace contextRef="#ctx0" brushRef="#br0" timeOffset="82134">-2031 8625 2850 0,'3'-12'37'0,"-3"1"52"0,0 2 37 0,0-1 39 16,0 1 2-16,0 1-22 0,-10 1-2 0,-1-1-20 15,2 1-28-15,0 0-35 0,-2 3-24 0,2 0-28 16,-3 1-8-16,0 3 1 0,-2 0-13 16,-2 0 4-16,-3 11 8 0,1 2-6 0,0 0 6 15,-2 3 9-15,0 3-19 0,-1 2 9 0,3 3-2 16,1-1-8-16,1 2 10 0,2 2-7 0,0 0-7 16,2 1-15-16,3 0-21 0,3-1 5 0,3 0-8 15,3 0 2-15,0-3 12 0,0 0-2 0,10-2 14 16,1-3 17-16,3-3 7 0,-4 0 10 0,4-5 4 15,-2-3 3-15,2-1 18 0,-4-7 13 0,3 0 8 16,2 0 17-16,0-16-7 0,6-3-3 0,1-4 4 16,2-1-2-16,0-3 5 0,2-1-2 0,-3-3-7 15,0 1-10-15,-2 2-11 0,-5 3 1 0,0 1 4 16,-3 2-9-16,-1 5-9 0,-4 3-19 0,-2 4-15 16,0 3 0-16,-3 3-13 0,-1 0-8 15,-1 4-35-15,-1 0-11 0,3 0 6 0,2 0-8 16,-1 0 8-16,6 10-16 0,0-1-29 0,4 0-33 15,3 0-52-15,2-1-68 0,4 1-68 0,1-1-54 16,1 1-116-16,1-5-170 0,-2-1 104 0</inkml:trace>
  <inkml:trace contextRef="#ctx0" brushRef="#br0" timeOffset="82528.12">-1478 8243 3345 0,'3'-29'57'0,"-1"4"61"0,-2 4 39 0,0 3 35 16,0 10-25-16,0-1-57 0,0 5-36 16,-9 2-46-16,9 2-64 0,0 0 10 0,0 0-4 15,0 0 8-15,0 19 34 0,0 1-8 0,0 3 0 16,0 3 2-16,15 7-6 0,2 4 5 0,-1 8-6 16,3-2 3-16,0 4 3 0,1 1-9 0,1-2 2 15,-1-4 1-15,1 0 0 0,-2-5-2 0,-4 0 5 16,0-9-11-16,-1-3-4 0,-5-5 4 0,-2-3 1 15,-5-6 14-15,1-2 9 0,-3-6 8 0,0-2-3 16,0-1-13-16,0 0 1 0,-14 0-10 16,0 0-1-16,-5 0 6 0,-3-13-6 0,-2 5 0 15,-3 8 1-15,-4-11-4 0,3 11-1 0,0 0-3 16,1 0 1-16,0 0-2 0,1 0-1 0,1 12 14 16,4 2-7-16,0 3 6 0,1 5 2 0,2-1-2 15,4 4-6-15,4 2 1 0,1-1 5 0,4-1-12 16,5 2 15-16,0-3-2 0,0 0-9 0,0-3 5 15,11-1 2-15,-1-6-1 0,4 0 6 0,0-4 7 16,4-2-7-16,3-8 11 0,3 0-4 0,5 0-2 16,6-11-11-16,2-4-38 15,2-5-36-15,4 0-82 0,-1-5-117 0,1-3-115 0,-2 0-115 0,-3-1-217 16,-3-2-40-16,-5 0 140 0</inkml:trace>
  <inkml:trace contextRef="#ctx0" brushRef="#br0" timeOffset="82856.78">-1183 8656 3202 0,'-6'-3'37'16,"6"2"40"-16,-5-4 19 0,5 1 17 0,0 0-24 16,0 0-36-16,0-1-14 0,0 1-16 0,15 2-7 15,2-1 0-15,1 3-6 0,4 0-1 0,5 0-3 16,3 14-2-16,4-2-1 0,5 4 2 0,4 4 3 16,-1 0-5-16,4 5-4 0,-1 1-2 0,-1 3-4 15,-3 1-4-15,-4-1 9 0,-5 4-6 16,-3-3 2-16,-8-3 8 0,-3-1-9 0,-4-3 7 15,-5-1 0-15,0-3 1 0,-4-2 15 0,-4-6 12 16,1-2 22-16,-2-1 23 0,0-4 5 0,0-4 0 16,0 0-16-16,-11 0 10 0,0-12 30 0,2-5 12 15,-3 1 13-15,3-4-1 0,-2-1 15 0,4-3-44 16,7-2-4-16,0-2-27 0,0-1-44 0,0-2 45 16,0 3 7-16,13-5-9 0,1 5-9 0,3 0-24 15,-2 2-32-15,2 2-7 0,-2 4-4 0,0 2-66 16,0 2-98-16,0 1-94 0,1 2-74 15,0 2-30-15,0-2-58 0,2 4-64 0,-2 0-103 0,4 1-260 16,0 4 116-16,0-3 164 0</inkml:trace>
  <inkml:trace contextRef="#ctx0" brushRef="#br0" timeOffset="81145.11">-2963 8138 2079 0,'0'-31'20'0,"0"4"17"16,-18 4 19-16,-4 5 18 0,-2 1 4 0,-6 5 2 15,-4 6-3-15,-1 1 3 0,-4 5-8 0,-5 0 6 16,-3 13-1-16,-2 6 5 0,-1 3-5 0,-1 7-12 15,-3 4-10-15,3 10-21 0,1 5-8 0,-1 6-6 16,9 3-10-16,2 5-9 0,4 2-3 0,6-2-5 16,7-1 5-16,5-1-2 0,4-2 0 0,6-5 2 15,8-4 1-15,0-2 7 0,0-5 5 16,16-5 1-16,0-7 2 0,3-6 23 0,2-5 35 16,3-10 33-16,3-9 20 0,2 0-2 0,6-13-31 15,3-8-20-15,3-9-6 0,5-4-3 0,-1-5-4 16,2-5 5-16,-3-3-13 0,-1-1-11 0,-5 2-4 15,-5-7-13-15,-7 8 5 0,-6-3-12 0,-6 6-12 16,-7 1-5-16,-7 2-43 0,0 2-21 0,0 4-19 16,-17 3-43-16,-2 5-25 0,-1 3-75 0,-1 4-119 15,-5 5-98-15,0 7-156 0,0 6-178 0,0 0 143 16</inkml:trace>
  <inkml:trace contextRef="#ctx0" brushRef="#br0" timeOffset="81354.97">-3619 8715 3637 0,'0'2'38'0,"-12"-2"20"15,1 0 12-15,11 0 9 0,-11 0-39 0,11 0-29 16,-9 0-7-16,9 0-12 0,0 0 2 0,0 0 7 16,0 0 1-16,20 0 4 0,1 0 0 0,7 0-2 15,5 0-7-15,7 0-8 0,7 0-24 0,3 0-43 16,1 0-49-16,4 0-71 0,1 0-75 15,-1 0-38-15,-2 0-46 0,-1 9-47 0,-4 1-183 16,1-1-7-16,-7-3 96 0</inkml:trace>
  <inkml:trace contextRef="#ctx0" brushRef="#br0" timeOffset="83209.06">73 8607 3436 0,'7'0'65'0,"-7"0"58"0,0 0 45 16,0 0 64-16,0 0 14 0,0 0 42 0,-15 0 63 15,3 0-8-15,1-8-55 0,2 8-92 0,0 0-115 16,0 0-67-16,0 0-25 0,0 0-13 0,-2 0 0 16,-2 0 15-16,-1 19-3 0,-3-6 3 0,-1 8 8 15,-3-1-12-15,-2 5-7 0,2 3-16 0,-1 1-37 16,4 2-32-16,2-2-52 0,0 5-26 16,4-3-12-16,3 2 23 0,3-5 42 0,3-2 23 15,1 0 28-15,2-5 14 0,0-3 25 0,0-3 26 16,0-4 20-16,0-6 4 0,11 0 35 0,-11-5 37 15,9 0 62-15,-3 0 85 0,3 0 14 0,2-15-25 16,0 2-40-16,2-1-72 0,6-5-57 0,0 0-15 16,4-2-26-16,3-1-11 0,3-1-1 0,-2 3-15 15,2 3 7-15,0 0-14 0,-3 4 6 0,-2 1 6 16,-1 6-6-16,-2 1 5 0,-6 4-5 16,-1 1-8-16,-1 0-74 0,0 0-99 0,-4 0-82 0,0 0-52 15,-2 0 6-15,6 10 10 0,-1-10-46 16,0 8-71-16,2-8-99 0,1 7-243 0,1-7 46 15,3 0 138-15</inkml:trace>
  <inkml:trace contextRef="#ctx0" brushRef="#br0" timeOffset="83688.33">566 8464 3093 0,'14'-45'78'0,"-3"-1"87"0,-2 5 81 16,-3 2 74-16,0 3 46 0,-4 5 94 15,-2 8 32-15,0 4-40 0,0 5-105 0,0 3-190 0,0 8-136 16,0 3-46-16,0 0-45 0,0 0 6 0,0 0 25 15,0 0 10-15,0 13 24 0,0 4 7 0,0 6-5 16,0 6 4-16,16 5-1 0,-1 7 0 16,1 2 5-16,2 4-1 0,-1 1 9 0,-1 1 3 15,1-1-5-15,-2 0 4 0,0-2-11 0,0-2-53 16,-1 0-83-16,0-8-110 0,-4-1-85 0,0 0-23 16,-3-11 42-16,-2 0 70 0,-1-7 78 0,-2-5 62 15,-2-4 15-15,0-2 9 0,0-6 4 0,-17 0 5 16,0 0 30-16,-1-14 28 0,-3-1 16 0,-2-4 14 15,0 0 6-15,-1-3 16 0,1-2 12 0,0 0 13 16,5-1 0-16,5 0-20 0,0 3-23 0,9-1-19 16,4 0-16-16,0 3-1 15,18 1 4-15,5 1 2 0,6 1 6 0,6-2-1 0,4 3 1 0,4 3-12 16,1 0 10-16,3 2-7 0,-3 5 0 0,-2 0 14 16,-4 1-16-16,-4 5 10 0,-7 0-2 15,-3 0 7-15,-4 0 32 0,-9 0 20 0,-2 9 22 16,-3 1 21-16,0-1 45 0,-4 4 65 15,1-2 46-15,-2 6-51 0,-1 1-42 0,3 4-72 0,0-3-46 16,0 4 16-16,2 3-19 0,-1 1-13 0,1 1-18 16,2-1-3-16,1 1 2 0,0-1-7 0,1 0 3 15,-3-2-1-15,3-4-11 0,-1 1-30 0,1-5-86 16,-3-2-112-16,1 0-85 0,-1-6-26 16,-1-2 43-16,0-3 76 0,-1-3 28 0,-2-1-135 0,-2 0-264 15,0-14-388-15,0-3 58 0</inkml:trace>
  <inkml:trace contextRef="#ctx0" brushRef="#br0" timeOffset="83815.31">1154 8283 4069 0,'0'-18'22'0,"0"3"28"0,0 3 46 16,0 0 42-16,0 7-14 0,0-1-36 0,0 2-72 16,0 0-117-16,0 4-93 0,0 0-127 0,0 0-159 15,0 0-143-15,15 0-347 0,-2 0 137 0</inkml:trace>
  <inkml:trace contextRef="#ctx0" brushRef="#br0" timeOffset="84123.78">1839 8477 3621 0,'0'6'38'0,"0"-1"40"16,0-2 47-16,0 0 56 0,0 0 42 0,0-1 56 15,0-1 44-15,0 0-14 0,0-1-68 0,0 0-90 16,0 0-85-16,0 0-40 0,0 0-16 0,0 0 0 15,0 0-2-15,0 0-7 0,0 0 9 0,0 0-13 16,0 0-1-16,0-9 8 0,0 9-12 0,0 0 4 16,0-7-1-16,0 7-15 0,0 0 3 0,0 0-10 15,-14 0-22-15,-1 0 5 0,-3 0 13 0,-8 11 7 16,-3 7 17-16,-6 2-6 0,0 7-10 16,-2 5 11-16,-1 5 0 0,3 5 15 0,4-2-5 15,8 2-5-15,8 1 5 0,2 0-11 0,7-4 7 16,6 2 23-16,0-6 3 0,15-3 1 0,3-1-9 15,6-7-105-15,10-4-129 0,7-5-78 0,9-4-69 16,6-4-32-16,9-7-65 0,8 0-123 0,3 0-348 16,9-13 68-16,2 2 189 0</inkml:trace>
  <inkml:trace contextRef="#ctx0" brushRef="#br0" timeOffset="84828.02">3294 8730 3243 0,'-32'0'48'0,"2"0"39"16,-1 0 55-16,-2 0 43 0,4 0 1 0,-1 0 33 16,1 0 29-16,5-12 72 0,1 12 44 0,5 0-21 15,4-10-51-15,5 10-96 0,4 0-79 0,-1 0-37 16,6-5-35-16,0 5-25 0,0 0-26 0,0-5-20 15,0 5 14-15,15-5 3 0,5 3 12 0,10-5 3 16,10 1-6-16,16-5-5 0,12 0-2 0,19-2-5 16,13-2-2-16,17-2-1 0,14-1-8 0,10-1-9 15,8 5-11-15,6-2-2 0,3 1 16 0,1 4-32 16,-1-1-74-16,-3 2 12 0,-6 2-14 16,-5 1 56-16,-9 4 82 0,-15-2-9 0,-9 5 16 15,-18-1 7-15,-17 1 77 0,-17 0 55 0,-15 0 33 16,-21 0 8-16,-10 0-76 0,-13-12-47 0,0-2-50 15,-16 0-15-15,-7-2-7 0,-4-1-1 0,-7-3 8 16,-1 3-5-16,-6-4 5 0,-1 0-6 0,-4 0 5 16,4 2 1-16,-5 2-2 0,4 2 0 0,-2-1-3 15,4-1-2-15,-5 7 1 0,3-1-2 0,4 1-3 16,-2 0 7-16,1 4-1 0,-2 1 10 0,6 0 5 16,2 3-13-16,2-1 9 0,6 0-9 0,2 3-25 15,7 0 23-15,5 0-20 0,2 0-7 16,4 0 15-16,2 0-22 0,4 0 9 0,0 0 28 0,0 0 20 15,20 17 16-15,6 0 21 0,4 4-8 16,13 0-10-16,7 9-8 0,12 1-22 0,7 3-6 16,8-1 7-16,8 2 5 0,-3-3-2 0,-6 0 10 15,-3 0-6-15,-8-3 15 0,-12 0 20 0,-8-6 39 16,-14 1 52-16,-11-3 17 0,-20-1-13 0,0-3-39 16,-17 2-57-16,-11-2-40 0,-12 2-24 0,-10-1-100 15,-6-1-196-15,-13-1-311 0,-3-1-130 0,-4-2-111 16,-3-1-89-16,3-5-168 0,3-1 147 15</inkml:trace>
  <inkml:trace contextRef="#ctx0" brushRef="#br0" timeOffset="85428.97">7776 7929 2566 0,'-26'-23'58'16,"5"2"64"-16,-2 1 79 0,2 1 69 0,2 1-5 15,0 6-16-15,0-2-48 0,4 4-49 0,-3 4-36 16,9 1-51-16,0 3-37 0,0 2-25 0,3 0-23 16,3 0 51-16,-1 15 46 0,4 9 19 0,0 4-1 15,0 9-35-15,0 6-40 0,13 8-6 0,0 9 0 16,1 4-23-16,4 4 8 0,-1 2 3 0,1-1 0 15,2 1-1-15,0-7-2 0,-1-3-16 0,-2-1 1 16,-3-8 20-16,-2-2-3 0,0-5 23 0,-1-3 9 16,-1-6-25-16,-4-2-37 0,0-4-47 15,-1-3-36-15,-2-2-8 0,0-9 14 0,-3-1 12 16,0-3 2-16,0-5-46 0,0-6-80 0,0 0-88 16,0 0-89-16,0 0-98 0,-9-14-301 0,9-4 83 15,0-3 123-15</inkml:trace>
  <inkml:trace contextRef="#ctx0" brushRef="#br0" timeOffset="85771.78">8014 8146 3465 0,'0'-22'25'0,"0"5"24"0,0 1 6 0,0 1 5 16,0 3-22-16,0 1-27 0,0 1-34 0,0 4-55 16,0 1-73-16,0 3-80 0,0 2-62 0,12 0-56 15,-1 0-95-15,1 0-240 0,0 0 78 0,0 13 107 16</inkml:trace>
  <inkml:trace contextRef="#ctx0" brushRef="#br0" timeOffset="85623.11">8181 8432 3721 0,'17'-6'7'0,"-6"3"-2"15,-2 3-8-15,-6 0 15 0,-3 0 21 0,0 13 35 16,0-2 30-16,0 5 5 0,0 1-21 0,-12 3-24 16,12 5-19-16,-10 0-16 0,10 3-10 15,0 1-12-15,0-1 3 0,0 2-4 0,0 0 5 16,0 0 7-16,0-1-9 0,0-1-10 15,0 0-15-15,0 0-48 0,0-2-20 0,0-3-37 0,0-4-50 16,0-1-44-16,0-4-122 0,0-6-99 0,0-8-273 16,-10 0-70-16,-2 0 148 0</inkml:trace>
  <inkml:trace contextRef="#ctx0" brushRef="#br0" timeOffset="86159.98">8224 8347 2407 0,'7'3'20'0,"-1"-3"34"16,2 0 40-16,1 0 34 0,-1 0 8 0,2 0 7 15,2 0-22-15,4 0-20 0,-1 0 2 0,5 11-16 16,1 1 6-16,2 4-14 0,1 1-26 0,2 3-13 16,-2 5-24-16,3 3 1 0,-2 2 3 15,-3 1-10-15,1 0-3 0,-3 0-2 0,-3-2-1 0,-4 0 0 16,-2 0 1-16,-2-5 3 0,-3-1-7 0,0-1-2 15,-3-5 0-15,-1-2 5 0,-1-4 10 0,1 0 26 16,-2-4 19-16,0-4-1 0,0-3 3 0,0 0-25 16,0 0-5-16,0-15 11 0,-12 1 5 0,12-4 3 15,-9-3 6-15,9-3-2 0,0-5-7 0,0 0 20 16,0-4 11-16,0 1 23 0,13-3 27 16,1 0 22-16,1 6-4 0,3 0-45 0,1 3-36 15,0 5-39-15,3 5-26 0,-1 3 44 0,5 1 30 16,1 6-10-16,5 0 9 0,3 6-48 0,3 0-34 15,1 0-4-15,-1 0 3 0,0 18 8 0,-4-1-22 16,-4 1-90-16,-6 3-88 0,-2-1-89 0,-3 2-46 16,-4 1 19-16,-1-1-30 0,0-1-58 0,-1 1-67 15,3-3-122-15,-3-2-222 0,1 1 146 0</inkml:trace>
  <inkml:trace contextRef="#ctx0" brushRef="#br0" timeOffset="88036.95">9379 8587 1627 0,'3'4'28'15,"2"3"31"-15,-2-3 33 0,2 1 24 0,1-1-2 0,0 0-7 16,3-1-15-16,-3-2-10 0,5-1-7 15,-1 0-5-15,4 0-1 0,0 0-9 0,2 0-6 16,1 0-12-16,0 0-13 0,1-11-5 0,0 2-12 16,2 1-2-16,-2 0-3 0,2-1 0 0,-2 1-2 15,3 1 0-15,-2-2 2 0,-1 1 4 0,0-1 6 16,-3 1 9-16,0-1 10 0,-1 2 3 0,-2-1 11 16,-3 3-2-16,0-1 4 0,-2 0 26 0,-3 1 6 15,1-1 10-15,-2 0 8 0,-3-1-20 0,0 0 2 16,0 1-9-16,0-1-11 0,0-1 0 0,-14 2-24 15,0-1-21-15,2 1-8 0,-2 0-1 16,1 2 4-16,-2-1 7 0,-2 3-6 0,-3-1-17 0,0 3-8 16,-4 0 4-16,-2 0 2 0,-3 0 0 15,-1 15 2-15,1-2 1 0,-1 4 8 0,-1 0 13 16,4 1-2-16,1 3-8 0,4-1-3 0,3 3-1 16,1 0 1-16,4 0 4 0,2-1 2 0,5-1 2 15,4 0 2-15,3-2 5 0,0 1-7 0,0 1 9 16,12-3 11-16,3 0-5 0,2-1 12 0,2 0-22 15,4-3-4-15,5 0-5 0,-1-5-9 0,0 4 6 16,1-4-5-16,0-3 3 0,1-1-5 0,-1-1 2 16,-3-1 1-16,-2-2 7 0,2-1-7 0,-4 0-13 15,2 0-29-15,-2 0-62 0,2 0-92 0,-2-13-149 16,-1 4-163-16,1-1-292 0,-3-1-82 0,-1 0 160 16</inkml:trace>
  <inkml:trace contextRef="#ctx0" brushRef="#br0" timeOffset="86455.17">9452 8736 3529 0,'0'0'45'0,"0"-11"42"0,0 1 49 16,-13 2 42-16,13-1 4 0,-14 0 22 0,5-2-23 16,9 0-29-16,0 2-59 0,0-2-64 0,0-1-26 15,0-2-10-15,15 1 12 0,3-2 0 0,5 0 4 16,3-4-13-16,3 0-1 0,3-1 4 0,-2 5 3 16,0-4 11-16,1 4 8 0,-7-3 34 0,-1 5 73 15,-3 0 61-15,-4 4 66 0,-5-1 35 0,-3 1-15 16,-2 5 1-16,-6-1-34 0,0 1-44 0,0 0-44 15,0 3-56-15,0 1-44 0,-11 0-36 0,-1 0-35 16,3 0-15-16,0 0-7 0,-1 10-4 16,-2 2 1-16,-3 1 3 0,-5 5-2 0,-1 3-12 15,-5 5-27-15,1 4-32 0,-1 3-31 0,0 1-46 16,3-1-69-16,5 2-79 0,7-3-36 0,11-3 26 16,0 0 49-16,0-5 61 0,15-1 25 0,4-1-35 15,2-4-64-15,3-1-52 0,4-4-66 0,0-5-69 16,3-2-232-16,1-6 75 0,3 0 118 0</inkml:trace>
  <inkml:trace contextRef="#ctx0" brushRef="#br0" timeOffset="86789.2">10238 8542 3620 0,'6'-22'46'0,"-6"3"46"16,0 3 48-16,0 3 65 0,0 1 33 16,0-1 43-16,-17 4 3 0,5 3-38 0,1-2-77 15,2 4-93-15,0 4-58 0,-2 0-30 0,-1 0-8 16,-5 0 0-16,-2 14 3 0,-6 3 12 0,-4 4-8 15,-2 2 7-15,-6 7-3 0,2 1-10 0,2 4-52 16,2 4-74-16,6-3-59 0,2 1 1 0,5-2 63 16,5 2 73-16,6-4 54 0,2-1-20 0,5-2 0 15,0-4-2-15,0-2 21 0,0-4 17 0,0-3 11 16,12-4 7-16,-1-6 29 0,0-3 56 16,-1-4 45-16,3 0 33 0,2 0 24 0,4-21-5 0,6 1 16 15,2-5 7-15,2-2-39 0,3-1-41 0,1-5-71 16,4 0-54-16,1-1-25 0,1 2 3 15,4 1-5-15,1 1 6 0,0 2 0 0,1 7-14 16,1 1 1-16,-4 5-23 0,-4 6-61 0,-4 1-103 16,-5 7-104-16,-7 1-36 0,-3 0 7 0,-3 0 71 15,-2 16 58-15,-2 1 6 0,0-2-7 0,-1 3-77 16,0-1-90-16,1 2-82 0,0 3-157 0,-2-4-170 16,1-2 139-16</inkml:trace>
  <inkml:trace contextRef="#ctx0" brushRef="#br0" timeOffset="101493.97">10028 9902 1156 0,'0'0'39'0,"0"-5"9"15,0 3 11-15,0-1 9 0,0-1-15 0,0 3 11 16,0-1 12-16,0 1 10 0,0-3-12 0,0 1-7 16,0 1-7-16,0 1-12 0,0-3 0 0,0 2-9 15,0 1-7-15,0-1 0 0,0 1-4 0,0-1-1 16,0 2-1-16,0 0 0 0,0 0-1 0,0 0 4 16,0 0-2-16,0 0 3 0,0 0-2 0,0-2-3 15,0 2 2-15,0 0-3 0,0 0-2 16,0 0-2-16,0 0-1 0,0 0-1 0,0 0 0 15,0 0 1-15,0 0-1 0,0 0-7 0,0 0-1 16,0 0-5-16,0 0-12 0,0 0 7 0,-11 0 0 16,11 0-1-16,0 0 3 0,0 0-1 0,0 0-5 15,0 0 6-15,0 0 1 0,0 0-7 0,0 0 6 16,0 0-3-16,0 0 4 0,0 0 0 0,0 0 2 16,0 0-6-16,0 0 2 0,0 0 5 0,0 0-6 15,0 0 5-15,0 0-4 0,0 0-7 0,0 0 4 16,0 0 5-16,0 0 1 0,0 0-4 0,0 0 5 15,0 0-3-15,0 0-5 0,0 0 12 0,0 0-7 16,-10 0 0-16,10 0 2 0,0 0-1 0,0 0-1 16,0 0 0-16,0 0-2 0,0 0 2 15,0 0-2-15,0 0 1 0,0 0 1 0,0 0 1 16,0 0-1-16,0 0-1 0,0 0-4 0,0 0-3 16,0 0 6-16,0 0-1 0,0 0 1 0,0 0 2 15,0 0-5-15,-9 0-1 0,9 0-5 0,0 0-16 16,0 0-16-16,0 0-21 0,0 0-18 0,0 0-9 15,0 0-17-15,0 0-11 0,0 0-15 0,0 0-28 16,0 0-65-16,0 0-126 0,0 0-69 0,0 0 52 16,0 0 98-16</inkml:trace>
  <inkml:trace contextRef="#ctx0" brushRef="#br0" timeOffset="87212.9">10796 8644 3684 0,'0'-25'28'0,"0"-1"33"15,0-1 45-15,0-2 48 0,0 6 46 0,-10-6 56 16,10 4 43-16,0 1 12 0,0 4-54 0,0 2-99 16,0 2-95-16,0 5-71 0,0 2-39 0,12 5-4 15,-1 2-4-15,1 2 5 0,3 0 22 0,2 11 25 16,2 3 19-16,4 4 0 0,1 6-7 0,2 2-21 15,2 3-9-15,0 2-34 0,-2 2-44 0,-1-1-6 16,-6-4 11-16,-2 3 35 0,-6-3 63 0,-4 1 20 16,-7-4-7-16,0-2 6 15,0 1-2-15,0-4 9 0,0-3 20 0,-13-4 33 0,0-2 24 0,4-3 17 16,0-3 9-16,-1-5-1 0,0 0 4 16,0 0 14-16,1-17 14 0,-2 1 25 0,0-1 11 15,4-3 34-15,-1-1 43 0,4-3-9 0,1 0-122 16,3-6-228-16,0-4-85 0,18-3-54 0,3-4 77 15,5 0 149-15,4-2-4 0,4-2-3 0,5 1 4 16,4 6 7-16,-2 7-4 0,0 3 4 0,-5 9-15 16,-1 4-3-16,-3 6 9 0,-2 4 3 15,-7 5 3-15,-6 0 1 0,-5 0-3 0,-1 11 1 0,-4 0 4 16,-2-1 0-16,-5 1-1 0,0 2-1 0,0 0-3 16,-11 2-50-16,11-2-72 0,-17 3-95 0,4-4-145 15,2 2-133-15,2-4-46 0,9-1 27 16,-9-5 69-16,9 0 30 0,-8-1-71 0,2-3-136 0,6 0-309 15,-7 0 151-15</inkml:trace>
</inkml:ink>
</file>

<file path=ppt/ink/ink2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7:44.675"/>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319 0 2155 0,'0'-5'8'0,"11"5"44"0,-3 0 55 15,-1 0 62-15,2 24 38 0,0 8-13 0,5 10-23 16,1 12-23-16,7 11-28 0,5 11-32 0,2 11-7 16,4 8-32-16,4 7 7 0,4 4 17 0,1 4-28 15,2 0 17-15,-3-3-2 0,0 3-11 0,-3-3 8 16,-6 3-22-16,-8 1-24 0,-7 3 10 0,-17 1-13 15,0 6 5-15,-20-2-7 0,-9 3-18 0,-10-1 1 16,-11-3-16-16,-9-4-9 0,-10-8-27 16,-4-4-51-16,-6-10-115 0,-4-6-139 0,-5-9-146 15,-3-9-335-15,1-11 89 0,0-7 157 0</inkml:trace>
</inkml:ink>
</file>

<file path=ppt/ink/ink2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7:55.838"/>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23426 3583 2001 0,'-17'-11'24'0,"4"2"21"16,0-2 34-16,0 2 44 0,2-3 22 15,2 0 24-15,-2 3 14 0,5-1-5 0,0 1-6 16,0 5-28-16,6-1-36 0,-4 0-34 0,1 1-45 15,3 3-21-15,0 1-7 0,0 0-27 0,0 0 0 16,0 0-9-16,0 0 2 0,-4 0 13 0,4 11 6 16,0-3 11-16,0-1 0 0,0 3 19 0,0 1 9 15,0 2 7-15,0-1-8 0,11 2-6 0,-11 1-10 16,9-1-12-16,-9 0 5 0,6-2 1 0,-1 1-2 16,-5-1 8-16,9 2-4 0,-6 0 1 0,0 0-2 15,0 2 4-15,5 2-1 0,-5 4 8 16,3-2-2-16,1 2-4 0,-1 1-2 0,4 0-9 0,-3 1 6 15,2-1 1-15,2 0 3 0,-3-3-4 16,1-2 4-16,-3 0-8 0,0-5 2 0,-2-2 2 16,2-1-3-16,-3-4 9 0,-1-1 7 0,1-3 4 15,-1 0 26-15,-2-1 21 0,0-1 29 0,0 0 17 16,0 0-12-16,0 0-7 0,0 0-27 0,0 0-19 16,0 0-30-16,0 0-6 0,0 0-16 0,-10-12 0 15,0 3 9-15,1-1-9 0,0 0 5 0,-2-2-3 16,-1 4 0-16,-2-2-2 0,0-1-2 0,1 4 3 15,-4-2-4-15,2 4-2 0,1 5-2 16,-3 0-7-16,-2 0 11 0,-1 15-3 0,0 3 7 0,-6 8-1 16,2 2 4-16,-5 6-6 0,2 7 2 15,-3 3 2-15,4 0 0 0,3 5 14 0,3-1-14 16,5-3 5-16,1 0-4 0,7-2-8 0,1-2 6 16,6-2 4-16,0-5-4 0,0-6 2 0,0-3 6 15,0-3-4-15,15-8 13 0,0-2 15 0,2-8 12 16,1-4 11-16,6 0-14 0,5-16-7 0,2-5-15 15,7-3-10-15,3-6 9 0,1-5 3 0,1-3-1 16,-4-2 4-16,-1 0-11 0,-3-1 1 0,-8 0-7 16,-1 4-1-16,-3 2 1 0,-6 3-28 0,-4 8-16 15,-1 2-44-15,-1 8-54 0,-3 2-80 0,-4 4-108 16,1 3-43-16,-2 5-8 0,0 0 45 0,1 0 62 16,5 13-76-16,1 0-254 0,0 3 49 15,2 2 73-15</inkml:trace>
  <inkml:trace contextRef="#ctx0" brushRef="#br0" timeOffset="-4368.33">24330 4694 3442 0,'-13'-3'12'0,"3"-2"11"0,10 4 3 0,-9-2-1 15,9 3 0-15,-8 0-11 0,8 0 38 0,-6 0 23 16,6 10-12-16,0 1 10 0,0 5-32 16,0-1-18-16,0 7 16 0,0 6-13 0,0 3-2 0,0 6-7 15,0 3-14-15,0 3 0 0,14 2-1 16,-5 1-1-16,1 1-4 0,0-5 8 0,0 0-4 16,-1-5-1-16,-1-4 8 0,1-6-13 0,2 0-7 15,-5-7 4-15,1-6-1 0,2-3 8 0,-3-2 17 16,-3-6 23-16,2-3 4 0,-2 0 3 0,0 0-12 15,-3-12-27-15,0-3-10 0,0-2 10 0,0-3 0 16,0-1 9-16,0-4 2 0,-14-2-10 0,1 1 4 16,4 2-2-16,-3 0 16 0,1 5 32 0,0 1-5 15,-4 6 5-15,4 1-21 0,-2 3-34 16,-1 3 7-16,-1 5-12 0,-2 0 4 0,-3 0-7 16,-2 19 3-16,-3 3 2 0,3 2-2 0,-7 4-4 15,4 0 10-15,0 3-2 0,2-1 2 0,3 0 7 16,6-3-18-16,1-2 2 0,4-4-4 0,3-2 4 15,6-5 1-15,0-2 3 0,0-5 11 16,0-3-5-16,12 1 18 0,1-5 6 0,4 0-13 0,6 0 9 16,4 0-21-16,5-16-4 0,5 2 3 0,2 0-2 15,7-1-19-15,-5 0-34 0,1-2-17 0,-2 2-38 16,-7 0 2-16,2 2-23 0,-5 1-62 0,-4 4-90 16,-2-2-101-16,-4-1-73 0,0 2-84 15,-3 2-214-15,-2-1 115 0,-1 1 123 0</inkml:trace>
  <inkml:trace contextRef="#ctx0" brushRef="#br0" timeOffset="-1090.05">24129 5102 1285 0,'3'-3'12'0,"0"-1"14"0,0 1-1 15,-3 1 1-15,2 2-3 0,1-1-18 0,0-1 13 16,3 1 4-16,0-3-10 0,-3 3 14 0,2-1-5 15,1 1 12-15,-2-1 9 0,-1 1 22 0,3 1 14 16,-3 0 8-16,-3 0 16 0,0 0-7 0,0 0-5 16,0 0-6-16,0-2-9 0,0 2-9 15,0 0-8-15,0 0-10 0,0 0-13 0,0 0-13 16,0 0-9-16,0 0-7 0,0 0-9 16,-6 0-4-16,6 0 0 0,0 0-13 0,0 0-9 0,0 0-25 15,0 0-31-15,0 0-37 0,0 0-44 0,0 0-42 16,0 0-67-16,0 0-103 0,0 0-35 0,0 0 58 15,0 0 95-15</inkml:trace>
  <inkml:trace contextRef="#ctx0" brushRef="#br0" timeOffset="1119.27">24483 5052 2246 0,'-5'0'32'16,"2"-7"51"-16,-3 7 44 0,-1-6 51 0,1 6 14 16,3-5-22-16,-4 2-10 0,3-1-43 0,-2 3-44 15,3 1-36-15,0 0-36 0,3 0 4 0,-3 0-18 16,3 0 3-16,0 0-2 0,0 0-10 0,0 0 10 15,0 0 4-15,0 0 10 0,0 0-3 0,0 0 6 16,0 0 1-16,0 0-8 0,0 6-3 0,0-6 3 16,0 4 0-16,0 1 8 15,0-1 5-15,0 1-7 0,-11-1 2 0,0 3-2 0,2 1-2 0,-4-1 6 16,-1 3-3-16,2-3-4 0,-5 2 2 0,0-1-1 16,-2 1 3-16,2-1-2 0,0 0 1 15,1-2-2-15,-3-1 0 0,6-2 8 0,2 2 8 16,2-4 9-16,1 1 5 0,5-2 9 0,0 0 8 15,3 0 9-15,0 0-4 0,0 0-13 0,0 0-20 16,0 0-15-16,0 0-1 0,8-10-8 0,4 10 2 16,-6-9-4-16,5 2 3 0,-1 7 0 0,3-7-1 15,0 7-3-15,-2-5-10 0,1 5 9 0,-1 0-3 16,-2 0 1-16,1 0-3 0,-1 0 3 0,-2 0-3 16,-6 16 5-16,-1-4 7 0,0 5 2 0,0 0 3 15,0 2 2-15,-14 0-1 0,-2 2-3 0,-1 0 2 16,-3 1 8-16,-3-3-9 0,-1-2 1 15,1 0-2-15,1-4-3 0,2-1 13 0,-3-3-4 16,6-3 2-16,1-2-1 0,4-1 14 0,4-3 13 16,-1 0 14-16,4 0-3 0,-1 0-13 0,3 0-15 15,3-13-15-15,0 2-9 0,0 11-1 0,0-11 0 16,12-1 0-16,2 2 6 0,0-1-6 0,-1 3 2 16,1-5-6-16,4 4 2 0,-4 5-3 0,0-3 2 15,-1 7 4-15,-4 0-6 0,0 0-4 0,-1 0 3 16,-2 0-6-16,-6 0 6 0,0 14 11 0,0-3-3 15,0 1 11-15,0-1-4 0,-15 2-4 0,1 0 3 16,-2 2 6-16,-4-2 3 0,3-2 0 16,-3-3 3-16,1 3 3 0,2-4 29 0,0-3 11 15,7-2 18-15,0-2 22 0,4 0 1 0,6 0 6 16,0 0-12-16,0 0-32 0,0-11-38 0,0-2-7 16,13 2-17-16,0-3-8 0,1-2 10 0,6 0 9 15,2-3-9-15,4 1 4 0,2-2-9 0,0 1-12 16,0 3 7-16,4 3 5 0,-5 0 6 0,2 4-12 15,-2 0 6-15,2 6-3 0,1 0 0 0,-1 3 6 16,2 0-1-16,-4 12-6 0,2 0 3 0,-3 8 5 16,-2 5 0-16,-1 3 2 0,-10 5 7 0,-4 8-4 15,-9 5 5-15,0 6 15 0,0 2-13 0,-19 6-1 16,-7 5-4-16,-4 4-7 0,-7-3 6 16,-2 0-1-16,-4-1 3 0,-1 0 60 0,-2-5 33 15,4-6 24-15,-1-6 14 0,7-10-48 0,9-5-34 16,1-12 10-16,6-2-1 0,6-7 2 0,8-6 12 15,6-6-24-15,0 0 36 0,0 0 60 0,20 0 39 16,6-10 12-16,4-4-51 0,7 0-76 0,8-5-48 16,11-2-21-16,7-1-9 0,7-1 5 0,6-1-7 15,-1 1-6-15,7 3-50 0,2 1-138 0,-2 6-271 16,0 2-93-16,-3 5-34 0,-3 1-3 16,-3 5 77-16,-3 0-99 0,-5 0-337 0,-6 0 138 0</inkml:trace>
</inkml:ink>
</file>

<file path=ppt/ink/ink2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8:01.309"/>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263 402 3110 0,'-44'7'35'16,"4"-1"50"-16,4-4 71 0,5-2 67 0,3 0 11 15,5 0-11-15,3 0-50 0,3 0-59 0,8 0-40 16,2 0-29-16,1 0-24 0,4 0 0 0,2 0-13 15,0 0-11-15,0 0 10 0,15 0-5 0,5 0 20 16,12-8 13-16,13 1-10 0,13-1 7 16,18 0-11-16,21-2-6 0,19 0 0 0,20 0-4 15,22-2-2-15,17 2-15 0,16-1 3 0,19 1-5 16,16-2 3-16,14 1 9 0,12-3-10 0,6 2-17 16,5-1-14-16,4 1-21 0,-4 0-15 0,-11 1 1 15,-12-2 7-15,-16 4 14 0,-24-1 22 0,-21 1 14 16,-24 0 10-16,-27-1 22 0,-28-1 32 0,-21 2 33 15,-24-4-8-15,-16 0-16 0,-18 0-35 0,-21-1-41 16,0 0-23-16,-26-1-25 0,-7 0-38 0,-9 4-30 16,-13 0-23-16,-10 4-83 0,-11 3-66 0,-5 4-76 15,-10 0-66-15,-2 0-69 0,-7 0-211 0,-2 16 117 16</inkml:trace>
</inkml:ink>
</file>

<file path=ppt/ink/ink2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8:01.755"/>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127 126 3838 0,'-15'6'42'15,"3"-6"43"-15,1 0 58 0,2 0 91 0,3 0 50 16,1 0 91-16,2 0 39 0,0-11-38 0,2 11-70 16,-2-10-122-16,0 10-100 0,3-8-58 0,0 8-18 15,0-8-18-15,0 8-2 0,0 0 4 16,-2 0-7-16,2 0 3 0,-1 0 3 0,1 0 2 0,-3 0-7 15,1 0-1-15,-2 0-15 0,-1 0 0 16,1 0 10-16,-3 0 12 0,1 0 16 0,0 0 1 16,0 0 1-16,0 0-6 0,2 0-7 0,4-11 0 15,0 11 0-15,0-8 5 0,0-1-1 0,16 0 2 16,1 3 1-16,4-3-13 0,5-1 9 0,1-1-7 16,5 4-5-16,0-1 0 0,6 2-4 0,-4 6-3 15,1 0-5-15,-4 0 8 0,0 11-1 0,-4 6 5 16,-3 3 6-16,-1 7 10 0,-3 6 9 15,-5 4 6-15,-1 8 1 0,-8 6-3 0,-6 6-7 0,0 4-3 16,0 1 3-16,-20 2-3 0,0 0-8 16,-2-5-1-16,-1-3-1 0,-3-8-9 0,8-7 6 15,0-5-4-15,4-11-4 0,5-3 17 0,9-9 32 16,0-5 60-16,12-8 29 0,11 0-4 0,10 0-28 16,14-20-57-16,14 1-26 0,15-4-3 0,12-4-9 15,9-5-10-15,11-1-59 0,3 3-113 0,0 0-203 16,-3 2-156-16,-5 2-64 0,-7 4-46 0,-10 4-19 15,-8 1-99-15,-10 7-215 0,-12-1 155 0</inkml:trace>
</inkml:ink>
</file>

<file path=ppt/ink/ink2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8:04.155"/>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987 604 2592 0,'6'-17'4'16,"-6"6"-3"-16,0 2-3 0,-16 4-6 0,1 5-12 15,-1 0 2-15,-1 0 1 0,-3 23 15 0,-1 5 12 16,-2 13 11-16,-3 7 9 0,-1 14-4 0,-2 10 4 16,-4 14-11-16,-2 12-5 0,-2 8 17 0,-2 13 23 15,-1 11 14-15,-1 11-4 0,-1 8-19 0,-2 8-28 16,0 2-9-16,-2 3 7 0,1 2 12 0,-1-2 23 15,0 1 10-15,4-8-9 0,1-1 2 0,3-4-22 16,3-1-12-16,6-6 24 0,5-4-22 16,6-3 39-16,4-4-3 15,6-3-10-15,8 0 13 0,0-2-42 0,0 0 31 0,17-2-4 0,1 0-11 0,0-4-4 16,4 1-24-16,2-4-11 0,5 0 15 0,3 0 5 16,1-3-1-16,7 3-8 0,1-3-5 15,3-3 0-15,6 0-7 0,0-6 11 0,5-2-9 16,1-1-6-16,2-3 4 0,4 1-2 0,0-3 8 15,3-1 5-15,1 3 1 0,1-1 2 16,1 1-6-16,3 0-8 0,2-4 6 0,2 1-5 16,0-3 5-16,6-3 4 0,4-4-8 0,-1-4 0 0,4-4 1 15,4-3 2-15,7-5 2 0,3-3 1 0,7-2 0 16,0-6-3-16,10-3 6 0,1-3-2 0,7-1-9 16,3-4 5-16,2 1-8 0,0-3 5 15,3-1-2-15,3-1 7 0,-1 1 3 0,4-2-3 0,0 0-3 16,-1 1-7-16,1-1 5 0,-3-1-2 15,-2-2 11-15,-4-2 2 0,-6-2-12 0,-2-1 2 16,-4-1-3-16,-1-5-8 0,-10 0 14 0,2-3-7 16,-5-3 5-16,-7 1 4 0,0-3-2 0,-4 2 5 15,4-4 2-15,-3 1-6 0,-2 0-8 0,2-3 5 16,-1 1-4-16,3-4 3 0,-1 1-2 0,-2-1 5 16,4-2 3-16,-3-2 2 0,2-1 6 0,3-2-14 15,-3-2 3-15,3 0-2 0,2-4 5 0,-1-2 6 16,1 0-13-16,2 0 3 0,-2 0-2 0,3-16 2 15,-1 6 11-15,0-6-10 0,1 3 1 16,-1-3 0-16,-2 2-6 0,4-1 11 0,0-4-3 16,3 1-8-16,1 0 7 0,3-3-10 0,-1 1 15 15,3-1-4-15,1 0-5 0,0-3 4 0,0 1-9 16,0-2 8-16,0-1 3 0,-2 1-1 0,0-2-2 16,-1-3-1-16,0 0 2 0,0-3 12 0,2 0-5 15,-3-2 1-15,1-4-2 0,-1-1-9 0,-2-2 8 16,-1-2-5-16,0-5 3 0,-2-1-5 0,1 2 3 15,-3-3 4-15,-1-3-6 0,-3-1 2 0,1-1-3 16,0-3 8-16,2 0-6 0,0-3 18 0,1-1-4 16,-1-1-4-16,-2-2 12 0,1-2-15 0,-6-2-2 15,0 0-5-15,-7 1-3 0,-5-3 9 0,-7-1 4 16,-9-3 3-16,-5 0 3 0,-7 0 8 16,-5-1 65-16,-9 1-8 0,-3-1 0 0,-6-1-20 15,-1 0-72-15,-6-1 13 0,-3-2-5 0,1 1-8 16,-4 1 3-16,1-6-8 0,-3 1 6 0,0-7 18 15,-2 2-4-15,0-6 1 0,-1 0-7 0,-4-2-8 16,0 0 13-16,-1-2-3 0,0 1 8 0,-5 5-4 16,1-1-14-16,-3 2 3 0,-1 1-5 0,1 1 4 15,-4 1 19-15,-1-2-2 0,0-2-1 0,0 0-2 16,0-2-7-16,0 4 1 0,-10 1-1 0,-1 1 8 16,11 5-9-16,-11 2 5 0,1 2 8 0,1 4 18 15,0 1 2-15,-2 3-3 0,0 3-15 0,1 0-28 16,-4-2 4-16,-3 1 6 0,-1 2 9 15,-5-4-4-15,-3 1-3 0,-1-1-6 0,-6 0-1 16,-4 0 12-16,-5 0 0 0,-5 1-4 0,-7 4-2 16,-2 0 1-16,-8-2-14 0,-4 4 13 0,-5 3-2 15,-1-1-4-15,-7 3 13 0,1-4-4 0,-1 2 4 16,-2-1-1-16,-4 1 6 0,1-1-4 0,-1 2-1 16,-2-3-3-16,-6 5-13 0,-3-1 2 15,-4 3 1-15,-3 4 4 0,-4 1 3 0,-4 2 0 0,1 5-1 16,-2-1 0-16,-1 3 4 0,1 0 1 0,-2 4-5 15,1-3 2-15,1 4-1 0,2 1-2 0,-2-3 8 16,1 3-6-16,-1-1-3 0,5-1 6 16,0 1-3-16,-1-1 9 0,3 0-3 0,-3-3-3 15,1 0 1-15,-2-3-3 0,0 2 8 0,0-3-10 16,0 1 3-16,2-3-1 0,-2-2-7 0,3 2 6 16,5 5-3-16,3-4 2 0,0 7 4 0,1 0-1 15,2 3-1-15,0 3-3 0,1 1-11 0,-1 5 3 16,-2 7-3-16,-3 1 7 0,-3 3 7 0,-1 2 5 15,-3 5 6-15,-4 0-8 0,-8 6 0 0,1-1-4 16,-2 1-2-16,-2 2 4 0,-2 0 4 0,1-1-3 16,-1 3-9-16,5 0 4 0,1 0 10 0,1-1-2 15,4 1-2-15,-4-5 5 0,4 3-14 16,0-3 6-16,-1 1 7 0,4 0-12 0,-1 0 2 0,1-1 0 16,3 0-3-16,4 0 9 0,5 0 0 15,-2 1-6-15,6-1 8 0,1 1-7 0,-1-2-4 16,3-1 2-16,-2 5 0 0,2-2 3 0,2-1 5 15,1 1 14-15,1 1-18 0,-1-2-7 0,5-1 8 16,6 3-16-16,3-4 7 0,9 3 13 0,-1-1-11 16,7 1 0-16,5 0 16 0,1 4-11 0,5-2 6 15,-3 2-1-15,1 0-8 0,2 0 2 0,-1 0-2 16,-1 0 0-16,3 13 4 0,-2-4-1 0,4-9-4 16,1 13 6-16,5-2-4 0,-1-3 0 0,2 1 6 15,1-1-7-15,2 3-1 0,1 0 6 16,-8 0-4-16,0 1 7 0,0 1-4 15,-4 5-3-15,0-1 5 0,-7 0 7 0,-1 3 3 0,-3-2-5 16,-5 4-8-16,-1 0-11 0,-7 2 3 0,1-4 8 16,-2 4 10-16,-1-3-8 0,1 1 6 0,4-3-3 15,6-3-6-15,6 1 15 0,7-4-16 0,8-2-1 16,5-1-6-16,8-1-4 0,8-3 5 16,3-1-8-16,4 1-20 0,5-2-18 0,3-3-21 0,3 3-18 15,0-3 20-15,3 4 17 0,-3 0 23 0,3-1 26 16,0 2-26-16,-2 1-25 0,1 5-21 0,-1 3-49 15,-2 1-28-15,-1 4-48 0,-2 3-28 0,-4 3-16 16,-1 4-24-16,-3-1-41 0,-2-1-282 16,-3 0 3-16,1 0 84 0</inkml:trace>
</inkml:ink>
</file>

<file path=ppt/ink/ink2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9:14.005"/>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-1459 1161 1259 0,'19'-9'19'0,"-3"-1"16"0,-5-1 6 0,-2-3 11 0,-1 4-3 16,1-3-2-16,-6-1 18 0,1 1 0 15,-1 1 6-15,-3-4-2 0,3 2-6 0,-3-2-3 16,3 1-1-16,-3 0 3 0,0-2-4 0,3 4 4 16,1-3-10-16,-4 6-7 0,0-1 0 0,1 0-9 15,-1 3-6-15,0 1-7 0,0 3-14 0,0-2-5 16,0 5-5-16,0 1-7 0,0 0 2 0,0 0-2 16,0 0 0-16,0 0-2 0,0 0 2 15,0 0 1-15,0 0 0 0,0 0 4 0,0 7-2 16,0 2 4-16,0 3-6 0,0 0 1 0,0 0 2 15,0 5-6-15,12 1 5 0,-12 1 2 0,8 3-1 16,1-2 4-16,-2 1 1 0,-7-3 7 0,10 0 2 16,-4-2 2-16,4-1 6 0,-7 0 5 0,3-4 13 15,2-1 9-15,-2-2 9 0,0 1-3 0,-3-3 5 16,5-1-2-16,-2-1-9 0,1-2-9 0,3-2-14 16,0 0-10-16,5 0-3 0,5 0-7 0,0 0 0 15,7-14 3-15,2 2-2 0,1 0 2 0,7 1 0 16,-1-4-5-16,-2 0 4 0,1 3 2 0,-2-5-4 15,-3 0 2-15,-4 3-3 0,0-2 1 16,-6-1 3-16,-3 2-5 0,-4-2 2 0,-2 1-2 0,1-2-1 16,-4 2 4-16,1 1 0 0,-3-2 0 15,-2 2-3-15,2 2 4 0,-3 0-4 0,0 2 2 16,2 1 1-16,-2-2-7 0,0 4 6 0,-3 1-5 16,0 0-1-16,0 2-17 0,0 0-37 0,0 2-30 15,0 3-22-15,0-4-11 0,0 4-5 0,0-2-5 16,0 2-24-16,0 0-21 0,0 0-25 0,0 0-52 15,-11 0-80-15,5 0-53 0,-4 0 65 0</inkml:trace>
  <inkml:trace contextRef="#ctx0" brushRef="#br0" timeOffset="372.27">-968 814 1294 0,'-6'0'14'16,"0"-11"20"-16,1 11 15 0,2-10 21 0,-3 10 23 16,3-7 3-16,3 7 5 0,-5-8-1 0,-1 4-28 15,3 4-17-15,3-3-21 0,-3 3-23 0,-1 0-14 16,1 0-3-16,3 0-5 0,-3 0 1 0,3 0 4 16,0 0 1-16,0 0-2 0,0 0 6 15,0 0 9-15,0 0 4 0,0 9 8 0,0 3 0 0,0-2-6 16,0 1-6-16,0 1 2 0,0 4-5 15,10-3 24-15,-10 4 6 0,6 0 12 0,5 1 27 16,-5-3-1-16,3 0 10 0,2-2 6 0,-1 0-8 16,3-3-11-16,3-2-3 0,4 0-24 0,3-6-10 15,4 2-11-15,5-4-11 0,5 0 4 0,2 0-8 16,5 0-1-16,-1-17 0 0,5 2-7 0,-4 4 1 16,5 0 4-16,-5-2-2 0,-2 1 6 0,-5-2 0 15,-4 1-8-15,-4 3-20 0,-6 0-43 0,-3-2-61 16,-4 6-63-16,-5-1-79 0,1 0-106 0,-1 4-185 15,-1 0 24-15,3 1 101 0</inkml:trace>
  <inkml:trace contextRef="#ctx0" brushRef="#br0" timeOffset="-67833.2">666 141 3151 0,'6'-29'25'0,"-6"4"32"0,0 0 35 15,-14 4 16-15,-1 4-5 0,-6 4-22 0,-2 2-29 16,-6 11-10-16,-1 0-13 0,-3 0-12 0,-4 17 5 16,-5 5 9-16,-4 6-7 0,-1 10 5 15,-5 7-12-15,2 6-19 0,2 8 6 0,1 6-10 16,4 1 5-16,7 6 11 0,7 1-11 0,12 3-15 15,3-2-63-15,14-1-37 0,0 1-2 0,0-4-23 16,23-4 29-16,0-1-35 0,7-5-66 0,4-7-23 16,5-4-40-16,7-8-8 0,1-6-62 0,9-7-185 15,2-8 27-15,5-7 76 0</inkml:trace>
  <inkml:trace contextRef="#ctx0" brushRef="#br0" timeOffset="-68112.06">-192 288 2132 0,'-17'-9'17'0,"-3"-4"21"0,1 5 26 15,-1-2 36-15,-3 3 13 0,3-5 11 0,-2 6 7 16,0-3-7-16,3 1-15 0,-4 3-15 0,3 2-23 16,-3 3-21-16,4 0-12 0,-1 0-6 0,0 0-2 15,-3 13 5-15,2 5 1 0,-2 0-7 0,1 1-2 16,-4 8-10-16,3 0-10 0,2 5-2 16,-2 0-2-16,3 2-1 0,3 3 5 0,1 2 1 0,4 1-4 15,1 1-1-15,5 0 2 0,0 2 3 16,3-2-4-16,3-1 5 0,0 0-11 0,0-1 1 0,0-7-1 15,15-1-4-15,-4-4 10 0,-2-3 0 16,4-4 3-16,-2-4 6 0,4-5 1 0,-1-3-3 16,6-8 2-16,2 0 6 0,6-14 32 0,1-3 24 15,4-4 4-15,3-6 27 0,4 0 7 0,-4-5 24 16,-2 1 48-16,-2-2-110 0,-2-7-51 0,-1 0-44 16,-5-4-52-16,-1-2 88 0,-6 4 8 0,-4-3-19 15,-4 3-26-15,-9 1-38 0,0 4-13 0,0 9-18 16,-19 5-3-16,-9 5-24 0,-7 5-52 15,-1 5-61-15,-3 3-89 0,-1 5-71 0,-1 0-82 0,2 0-262 16,2 0 89-16,5 15 116 0</inkml:trace>
  <inkml:trace contextRef="#ctx0" brushRef="#br0" timeOffset="-67286.11">1685 262 2919 0,'-12'-25'31'0,"1"-1"45"0,-2 3 67 15,0 4 45-15,0 3 0 0,2 4-38 0,-4 1-70 16,7 4-50-16,-1 2-36 0,3 5-5 0,2 0 9 15,-2 17 8-15,3 4 7 0,-1 7 3 0,1 6 2 16,2 7 0-16,-1 7-5 0,2 4-4 0,0 7-6 16,0 3 4-16,0-2-4 0,13 2 0 15,-3-2-2-15,-1-1-5 0,-1-4 9 0,-2-1 1 16,3-2-3-16,-3-7 2 0,2-3-9 0,-2-4 2 16,0-3 11-16,-2-9-2 0,3-4 22 0,-1-10 9 15,-2-4 3-15,-1-8-7 0,0 0-12 0,0 0-9 16,2-20-5-16,-4-2 23 0,2-1 93 0,-3 0 75 15,0-5 23-15,0-2 75 0,0-1-15 0,0 4-49 16,-15 0-40-16,5 2-122 0,-1 4-119 0,-4-1-78 16,1 4 7-16,-3 1 20 0,-1 2 31 0,-3 6 40 15,-5 3-4-15,2 6 20 0,-5 0 3 0,3 0-4 16,-1 22-1-16,-2 3-3 0,3 3-5 16,2 2 16-16,1 5 9 0,3 0-9 0,4 2-2 15,6 0-8-15,3 2 4 0,7-6 1 0,0 2 14 16,0-2-11-16,0-3-4 0,17 1 12 0,-1-8-8 15,4 1 20-15,3-6 11 0,4-5-7 0,2-3 6 16,7-5 1-16,1-5-15 0,5 0-12 0,5 0-7 16,4-16-11-16,0-2-29 0,2 0-16 0,1-1-24 15,-6-2-6-15,2-1 12 0,-7 1-31 0,-1-1-35 16,-2-2-45-16,-7-2-32 0,-1 0-13 0,-3 1-51 16,-3-3-91-16,-8 0-109 0,-3 2-318 15,-6-2 62-15,-9 0 147 0</inkml:trace>
  <inkml:trace contextRef="#ctx0" brushRef="#br0" timeOffset="-66789.25">1916-272 2670 0,'11'-24'34'16,"-2"4"30"-16,-5 2 39 0,-4-4 63 16,6 7 24-16,0-3 7 0,-3 5-7 0,0-1-45 15,-3 3-29-15,0 3-36 0,0 0-22 16,0 2-9-16,0 1-34 0,0 2-1 0,0 0-8 0,-15 0-9 16,6 3 0-16,-2 0 3 0,-1 0-8 0,-1 0 4 15,-1 0-3-15,-3 0 11 0,1 0 0 0,2 0 2 16,-3 0 12-16,4 0 8 0,0 0 13 0,6 0 21 15,1 0 16-15,3 0-3 0,3 0 4 0,0 0-21 16,0-3-21-16,0 2-9 0,0-1-15 0,10-2-3 16,2 0-6-16,2-1-13 0,0 1-1 0,6-1-4 15,-1-1 4-15,4 4-2 0,1 1 6 0,1 1-1 16,-4 0-12-16,2 0 5 0,0 16-3 16,-7 1 2-16,1 4 13 0,0 2 6 0,-5 7 0 15,-5 1 7-15,2 7-4 0,-5 3-4 0,-4 0 8 16,0 4-15-16,0-1 7 0,0-3-1 0,-14-2-3 15,5-5 9-15,9-1-6 0,-12-9-3 0,12-1 7 16,-11-5 0-16,11-6 12 0,0-3 13 0,0-5 27 16,0-4 30-16,0 0 14 0,14 0-3 0,4 0-42 15,3-17-35-15,11 0-23 0,3-2-13 0,6 0-23 16,3-4-84-16,6-1-73 0,-1-1-72 0,2-2-89 16,-2 0-99-16,-5-1-128 0,-5-3-351 0,-1-1 100 15,-4-3 188-15</inkml:trace>
  <inkml:trace contextRef="#ctx0" brushRef="#br0" timeOffset="-66595.83">3155-421 3136 0,'27'22'77'0,"-2"3"43"0,-2 5 78 16,-1 7 55-16,0 2-47 0,0 7 35 0,3 4-27 16,2 6 48-16,2 4 17 0,3 2-45 0,-2 3-32 15,1 2-108-15,-4 1-36 0,-4 5-18 16,-2 0-25-16,-9 2 18 0,-12 6-5 0,0 1-18 0,0 3-46 15,-24 1-137-15,-8 3-126 0,-11-6-85 0,-8 0-49 16,-9-3 1-16,-8-7-56 0,-6-5-113 16,-2-6-302-16,-2-7 84 0,-1-8 173 0</inkml:trace>
  <inkml:trace contextRef="#ctx0" brushRef="#br0" timeOffset="-26613.69">210 1757 996 0,'-22'0'19'15,"2"0"19"-15,-3 0 21 0,3 0-2 0,4 0 36 16,2 0-3-16,0 0 11 0,2 0 10 0,5 0-38 16,0 0 8-16,1 0-22 0,5 0 7 15,-2 0-1-15,3 0-20 0,0 0 5 0,0 0-13 16,0 0-3-16,0 0 2 0,0 0-19 0,0 0 0 15,0 0-17-15,17 0-3 0,5 0 1 0,12 0 2 16,13 0 5-16,15 0 3 0,17 0 0 0,17 14-1 16,13 3-15-16,13 3-12 0,7 2 1 0,3 2-5 15,3 6 17-15,-3-2 2 0,-4 1 0 0,-8-4-2 16,-5-1 0-16,-9-2 2 0,-8-3 2 0,-12-4-1 16,-13-6 5-16,-11-1 0 0,-12-2 5 15,-13-5-1-15,-11 2-6 0,-13-3-3 0,-13 0 2 16,0 0 4-16,-12-14-4 0,-12 3 1 0,-6 0-10 15,-13-3 5-15,-12 0 4 0,-5-2 2 0,-9-1-5 16,-4-1-10-16,0 3 9 0,1-2 1 0,5 2 9 16,1 2 7-16,7 4-11 0,3 0 4 0,6 3-4 15,1 2-1-15,7 2 4 0,2 2-18 0,5 0 17 16,7 0-16-16,2 0 3 0,6 0 17 0,6 14-12 16,8-5 12-16,6 4 4 0,0-5-2 0,17 3 1 15,6 1 0-15,9-3-8 0,9 3 5 0,7 2-8 16,13-1 4-16,4 1 2 0,8-2-3 0,2 0 3 15,-1 3-5-15,-1-6 4 0,-6-1-5 0,-4 2-2 16,-6-4 7-16,-9-2-1 0,-7-4 3 16,-7 0 11-16,-9 0-4 0,-8 0 4 0,-3 0-2 15,-8 0-8-15,-6 0 0 0,0-14-5 0,-17 3-7 16,-4 0 0-16,-11-3 3 0,-7-1-2 0,-8-3-1 16,-11-1 12-16,-9-2-9 0,0-1-1 0,-1 1 3 15,1 1-10-15,5 3 6 0,6 1-3 0,10 5 6 16,10 4-11-16,11 4 6 0,5 3 10 0,8 0-13 15,12 0 26-15,0 14-9 0,12 0-7 0,8 1 16 16,8 0-14-16,11 5-1 0,10-2 7 0,8 0-1 16,9 4-8-16,7-3 4 0,2 1-6 0,1-3-1 15,-3-2 5-15,-1 0-1 0,-10-1-2 0,-7-3 2 16,-13-1 7-16,-5-6-1 0,-12 1 0 16,-8-5-6-16,-17 0-2 0,0 0-5 0,0 0 9 15,-24-14 1-15,-11 4-5 0,-8-3 3 0,-10-3-4 16,-11-1 0-16,-8-3 8 0,-4 1-11 0,-5 0 9 15,2 0 3-15,6 0-4 0,6 2 9 0,11 2-15 16,11 4-15-16,8 3 12 0,13 4 3 0,7 4-7 16,17 0 21-16,0 0-9 0,0 0-4 0,21 16 6 15,10 1 8-15,13 1-7 0,14 5 2 0,11 5 3 16,12 0-23-16,9 2 8 0,5 2-3 0,1 1 2 16,-3-2 9-16,-10-1-7 0,-8-2 6 0,-12-5-9 15,-10-6 9-15,-15-2 5 0,-10-5-9 0,-15-6 12 16,-13-4-1-16,0 0-14 0,-13-14 19 15,-13 0-8-15,-7-1-8 0,-10-4 12 0,-10-2-15 0,-6-1 9 16,-2 0 5-16,-3-1 1 0,0 3 2 16,4 4-3-16,5 0-8 0,12 5-1 0,7 0 0 15,12 5-4-15,4 6 1 0,8 0-2 0,9 0 2 16,3 0 0-16,0 0 4 0,15 0 5 0,5 0-10 16,4 0 10-16,9 0-4 0,7 14-3 0,5-4 6 15,9 1-5-15,-1 2-2 0,-2-2 4 0,2-2 3 16,-7-1 0-16,-8-2 5 0,-6-6-6 0,-8 5-38 15,-4-5-67-15,-8 4-82 0,2-2-107 16,-8 2-171-16,1 2 28 0,-1 2 79 0</inkml:trace>
</inkml:ink>
</file>

<file path=ppt/ink/ink2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8:07.759"/>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187 313 3924 0,'-53'12'37'0,"7"-1"18"16,10-3 14-16,6-3 15 0,7-5-24 0,11 0-2 15,12 0 2-15,0 0-8 0,19-13 29 0,16-1 12 16,18-6 41-16,23-3 59 0,20-6 19 0,30-3 15 16,23-3-19-16,23 1-24 0,22-2-11 0,25 7-6 15,14 3 5-15,15 2-10 0,10 10-31 0,10 4-17 16,5 5-29-16,3 5-27 0,-5 0-19 0,-7 0-20 16,-11 16-13-16,-14 3-5 0,-19-1-4 0,-22-1 0 15,-27 0-4-15,-27-2-27 0,-25 2-34 16,-28-5-32-16,-23-2-57 0,-21-3-98 0,-18 0-199 15,-15-1-152-15,-14-4-136 0,-14 2-191 0,-15-4-254 16,-12 0 182-16</inkml:trace>
</inkml:ink>
</file>

<file path=ppt/ink/ink2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8:40.315"/>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1156 2320 1711 0,'-11'0'8'0,"-1"0"1"0,4 0 2 0,-1 0-4 15,2-11 8-15,-2 11 6 0,1 0 27 0,-1-9 32 16,3 9 12-16,-2 0 16 0,4 0-17 0,-1 0-8 16,-1 0-21-16,3 0-21 0,1 0-6 15,-1 0-22-15,2 0-10 0,1 0-5 0,0-10-5 0,0 10 0 16,0 0 3-16,0 0-2 0,0 0-1 0,0 0 1 15,12 0 0-15,5 0 3 0,-1 0 7 16,4 0-4-16,3 0-1 0,9 0 1 0,3 0-5 16,4 0 2-16,7 11 9 0,8-1 0 0,7-3 3 15,9-1-1-15,9 4-9 0,6-6 2 0,8 4-1 16,9-3-1-16,2-1 5 0,9 2 2 0,4-4-7 16,4 5-1-16,-1-1-16 0,2 1-30 0,-2-1-7 15,-5 4-9-15,-3-1 18 0,-4 0 22 0,-8 2 14 16,-2 3 16-16,-6 0 0 0,-4 0-4 15,0-2 2-15,-1 2-4 0,1 0 0 0,0 2 2 0,-1-6 1 16,1 1-3-16,-2-2-6 0,2-2 7 16,-1 1-5-16,-2-1 5 0,-1 1 2 0,-2-3-4 15,-2-2 1-15,-1 3-1 0,-6-3 1 0,-3 3-2 16,-8-1 5-16,-3-2-2 0,-4 1-4 0,-8 2-1 16,-3-4 1-16,-7 2-2 0,-4-1 5 0,-3-1 3 15,-4 0-6-15,-3 1 2 0,-3 0 5 0,-4-3-5 16,1 2 5-16,-2-2-1 0,-1 0-3 0,0 0 1 15,-1 0 0-15,1 0 1 0,4 0 16 0,0 0-1 16,5 0 0-16,2-10 0 0,2 1-12 0,2 9-3 16,1-11 1-16,-1 2 1 0,-2 3-3 0,-1 0 2 15,-2 0-1-15,1 3-2 0,-3-4-3 0,0 1 3 16,-3 2-4-16,1 0 3 0,1 0 0 0,2 1-2 16,3-1 6-16,3-1-4 0,1 3-1 15,2-2 1-15,-1 2-1 0,-4 0-1 0,-1 2 3 16,-3-1 1-16,-7 1 1 0,-4 0 3 0,-4 0 10 15,0 0 11-15,-7 0 16 0,2 0 18 0,-3 0 14 16,0 0 21-16,0 0 11 0,0 0 13 0,0 0 4 16,0 0 5-16,0 0 6 0,0 0-1 0,0 0 2 15,0 0-20-15,0 0-24 0,-7-10-18 16,7 3-12-16,-8-1 13 0,2-3 13 0,6 2-11 0,-6-8-19 16,6-2-33-16,-5-6-29 0,1-2-31 15,4-8 2-15,0-3 6 0,0-9-2 0,0 0 37 0,0-6-7 16,13-2 4-16,-13-1 4 0,11 1-10 15,-11-1 1-15,11 1 4 0,-11-1 2 0,0 2 4 16,10-1-31-16,-10-1-1 0,0 0 1 0,0-5-20 16,0-2 35-16,6 1 31 0,-6-3 65 0,0 3 18 15,0-3-36-15,0 4-106 0,0 0-58 0,0 1-7 16,-13 2 31-16,-1 4 71 0,0 1-13 0,-2-1 3 16,-1 1 2-16,-3 4 3 0,-1 3 2 0,0 2-1 15,-1 4 6-15,1 3-6 0,1 3 3 0,1 1 6 16,-1 5-4-16,3 2 14 0,0 2 14 0,2 2-6 15,2 1 2-15,2 4-12 0,0 1-8 16,2 3 0-16,2 1-2 0,-1 1 3 0,3 2-6 16,1 1 0-16,-2 3-2 0,3 1-8 0,0 2 5 15,1-1-3-15,-1 1 0 0,3 2 4 0,0 0-8 16,-3 0 4-16,3 0 0 0,0 0 0 0,-3 0 5 16,3 0-3-16,-1 0-3 0,1 0 1 0,-3 0 5 15,3 0 1-15,-3 0-3 0,-5 8 7 0,-4-8-11 16,-9 8-12-16,-10-5 0 0,-13 2-8 0,-14-1 0 15,-14 3-24-15,-14-5 4 0,-12 0 2 0,-13-1 6 16,-12 1 41-16,-9-2-6 0,-8 0-15 0,-4 0-3 16,-5 0 4-16,-3 0 2 0,-3 0 14 0,2-9 4 15,-2 9-5-15,5-9 8 0,-1 9 2 0,5 0 0 16,1-8-6-16,0 8-4 0,4-7 1 16,3 1-3-16,6 0 8 0,7-2 1 0,5 1-7 15,6-1 3-15,8-2-1 0,9 1-1 0,3-3 6 16,7 3-3-16,5-2 2 0,5 2-1 0,5-1 1 15,2 0 5-15,8-1 0 0,1 4-7 0,4-5-2 16,0 4-2-16,6 1-1 0,-1-3 10 0,7 1-1 16,-2 2-5-16,1 0 3 0,0-1-5 0,2 4-2 15,5-3 6-15,-1 1-5 0,7 2-1 0,3-1 6 16,1-1-5-16,3 1 0 0,6 3 3 0,0-3 1 16,7-1 5-16,-1 4-3 0,0-2 2 15,1 0-6-15,-2-1-2 0,4 1 4 0,-3 0 0 16,-1-1 4-16,-2 0-1 0,5 2-8 0,-4 0 2 15,-1-3-2-15,-1 4-2 0,-1-3 3 0,-2 2 1 16,1 2-5-16,-2 1 8 0,-4 0 4 0,-3 0-9 16,-1 0 9-16,-4 0-8 0,-2 0 1 0,-4 10 6 15,1-10-9-15,-1 10 4 0,4-10 0 0,2 0 1 16,2 0 6-16,11 0-2 0,0 0 3 0,4 0 0 16,7 0 3-16,4 0 7 0,1 0 1 0,5 0 6 15,0 0-1-15,0 0-7 0,0 0-9 0,0 0-8 16,0 0-4-16,0 0-2 0,0 0 3 0,0 0-4 15,0 0 5-15,0 0-5 0,0 0 1 0,0 0 1 16,0 0-5-16,0 0 4 0,0 0-4 0,0 0-3 16,0 0-2-16,0 0 8 0,0 0-4 15,0 8 5-15,0-8 3 0,0 9-6 0,0 0 2 16,0 3 3-16,0 4-2 0,11 3 7 0,1 4-2 16,-5 8 0-16,4 3 3 0,-2 6-6 0,5 5 5 15,1 3 2-15,-4 4-1 0,2 3 2 0,2 2 3 16,-4 2 1-16,3 4-1 0,-8 4 6 0,1 2-1 15,-4 2-9-15,-3 2 2 0,0 2-8 0,0 1-7 16,0-1 2-16,-10 1 4 0,-2-3-1 0,4-1 0 16,-1-7-2-16,-2-3-2 0,2-6 4 0,9-3 5 15,-7-5 10-15,7-3-1 0,-6-3 3 0,-1-1-4 16,4-1-5-16,-1 4 0 0,1-4 0 16,-3 1 4-16,3-2-4 0,-2 0 1 0,-1-3 0 15,3-1-2-15,0-3 2 0,0-3 2 0,0-4-3 16,1-3 4-16,-1-3 0 0,0-1 0 0,3-5-9 15,0-2 0-15,0-2 5 0,0-3 6 0,0 0 16 16,0-4 3-16,0 1 7 0,0-2-5 0,0-1-7 16,0 0 1-16,0 0-9 0,0 0-4 0,0 0 31 15,9 0 9-15,2 0-2 0,9 0 5 16,6 0-37-16,4 0-18 0,13 0 10 0,4 0-18 0,12 0 16 16,9 0 0-16,7 0-8 0,4 0 13 15,6 0-13-15,3 0 9 0,3 0-3 0,0 0-3 16,2 0-4-16,-2 0-3 0,-3 0 2 0,-3 0 6 0,-3 0-3 15,-6 0 6-15,-6 0 1 0,-8 0-5 16,-6 0-3-16,-6-6-5 0,-10 6 0 0,-8 0 1 16,-10-7 11-16,-6 7-15 0,-7 0-38 0,-6-5-67 15,-3 5-108-15,0 0-118 0,0-5-84 0,0 5-66 16,-17 0-225-16,0 0 59 0,-4 0 119 0</inkml:trace>
</inkml:ink>
</file>

<file path=ppt/ink/ink2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9:02.565"/>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2619 8304 2449 0,'-14'23'27'0,"2"2"35"16,0-3 21-16,-1-4 13 0,1 1-12 0,3-5-14 16,-1-4-16-16,0-1-5 0,4-5 9 0,6 1-17 15,-4-5 24-15,4 0 15 0,0 0-5 0,0 0 17 16,0 0-1-16,0 0 5 0,0 0 7 0,0 0-16 16,0-11-18-16,0 0-21 0,0-1-32 0,0-5-5 15,0-3-8-15,0-7 0 0,0-5 0 0,0-10 4 16,-12-9 6-16,12-9-19 0,-11-8 16 0,11-5-9 15,-11-8-16-15,2-2 32 0,2-7-22 16,-1-1 7-16,2-3-1 0,-2-3-17 0,2-5 12 0,-1-3 7 16,1-1 10-16,0-3-3 0,1-3-8 15,2-1-7-15,-1 0-3 0,-1 3 6 0,2 1 0 16,-2 5-4-16,-1 0 12 0,-3 7-2 0,-1 2 10 16,-4 5-4-16,0 2-11 0,-1-2 18 0,-3 5-18 15,0 2 4-15,-1-2 3 0,1-2-19 0,-3 2 16 16,1-5-1-16,0-1-9 0,1-1-3 0,0-1 8 15,1 0-1-15,3-2 5 0,-2 0-3 0,4 0-5 16,0 3-13-16,1 4 2 0,3 2 15 0,-1 6-11 16,0 0 20-16,4 7-13 0,-1 3-4 0,2 4 9 15,1 3 3-15,1 4 7 0,1 6-4 0,2 2-14 16,0 4 0-16,0 5 2 0,0 1 0 0,0 6 16 16,0 4-4-16,12 4-2 0,-12 3-6 0,9 4 5 15,-9 5-8-15,8 2-12 0,-8 3-2 16,8 3-9-16,-4 2-4 0,1-1 25 0,1 4 1 15,1 0-1-15,2 1 12 0,2 1-6 0,3 0 11 16,2 0-7-16,4 0-4 0,1 0-12 0,1 0 8 16,4 13 7-16,-1-2-7 0,4 3 7 0,0-1-9 15,0 2-7-15,3 2 11 0,1 2 4 0,2 1-7 16,-1 3 10-16,1 1-4 0,1 2 6 0,2 2 2 16,0 2 3-16,1 3-11 0,1-1-10 0,-1 5 12 15,4-1-15-15,-1 3 21 0,2 3 13 0,2 1-9 16,-2 0 12-16,2 4-8 0,2 3-19 15,-2 2 6-15,2 2-10 0,2 0 4 0,2 3 16 16,-2 2-10-16,2 0 2 0,0 2 2 0,-1 0-23 16,1-2 23-16,-1-2 2 0,0 1-16 0,-1-2 17 15,-2-1-13-15,1 1 3 0,-1 2 9 0,3-2 8 16,-3 5-13-16,1-2 13 0,-1 3-13 0,2 3-10 16,2 1 6-16,-2 1-12 0,0 1 11 0,0 5 1 15,-1 1 3-15,-2 1-3 0,0 2 12 0,-4 2 11 16,-1 0-8-16,-1 3-11 0,-1-1-4 0,-2 3-8 15,-2 0 32-15,-2 1-3 0,1-3 2 0,-1 2-15 16,1 0 3-16,2 1 12 0,-1-3-10 0,1 0 15 16,-2-5-34-16,0-1 7 0,-2-1-20 15,-1-5 9-15,-2-3 9 0,-2-2-4 0,0-1 28 16,0 0-14-16,-4 1 4 0,0-1 10 0,2 0-3 16,2 3-7-16,-1-1 3 0,-1 0-22 0,-2 0 7 15,0-4 1-15,1 0-8 0,0 1 13 0,0-2-10 16,-3-6 11-16,4 0-8 0,-1-4 1 0,-1-2 2 15,3-2-13-15,1-8 7 0,-1 0-3 0,2-6 8 16,-2-1 0-16,5-2-2 0,0-4 3 0,3-2-2 16,1-3 1-16,2-1 11 0,-1-3-6 0,1-2-17 15,3-2 12-15,0-4-12 0,-2-2 13 0,2-1 8 16,2-2-15-16,-2-4 4 0,3 0-3 0,-3 0 4 16,-2 0 9-16,-2-15-3 0,-1 0 2 15,-1-1-8-15,-5-4-1 0,-2-3 4 0,-5 0 6 16,-2-5 7-16,-1-3 4 0,-7-1-5 0,1-3-8 15,-7-4 7-15,0 1-5 0,-3-4 2 0,-1-1-4 16,-1-2-7-16,-1 0 0 0,-1-3 10 0,0-3-1 16,0-2-9-16,0 1 1 0,0-8-19 0,0-3 13 15,0-3 2-15,0-4-3 0,0-6 9 0,11-4-10 16,-11-4 2-16,10-2-4 0,-3-11 11 0,-7-5 4 16,9-6 4-16,-9-5-5 0,0-6 2 15,0-3-6-15,0-5-6 0,0 0 0 0,0 2 5 0,-13 2-13 16,1 2 13-16,0 0 11 0,-3 2-4 15,-3-1 4-15,1 2-9 0,-4-1-4 0,-2-2-7 16,2 2-5-16,1 0 6 0,0 0 8 0,1 4-1 16,2-1 4-16,-1 1-16 0,4 1 7 0,0 1-3 15,-2 2-6-15,0-1 23 0,0 4-27 0,2-1 16 16,0 8 2-16,2 6-2 0,0 0 5 0,1 2-16 16,2 1 12-16,2 0-2 0,4 4 15 0,1-2-2 15,2 0 9-15,0-2-18 0,0 0-10 0,0 2 8 16,0 1-6-16,0 1 2 0,0 3 3 0,0 4 7 15,0 4-12-15,0 8 15 0,0 4 9 0,0 7-22 16,0 8 10-16,-9 5-9 0,9 10-9 0,-9 5 7 16,9 6-4-16,0 3 4 0,0 6-7 15,0 4-14-15,0 5-12 0,0-1 8 0,0 7 6 16,0 0 15-16,12 0 13 0,2 11-8 0,-1 4 7 16,7 2-2-16,1 5 7 0,-1 6-3 0,0 4-7 15,0 5 6-15,-4 4-9 0,0 3 7 0,-4 5 6 16,-5 3-10-16,-2 2 16 0,-2-2-14 0,0 2 1 15,0-1 6-15,1 1-25 0,1-4 25 0,1 1-15 16,5-5 21-16,2 0-3 0,6-1 5 0,2-1-13 16,5-3-8-16,4 2 13 0,7-2-15 0,4 0 22 15,3 0-9-15,4-4-3 0,4-1 4 0,3-3 2 16,4-3-13-16,0-2 3 0,2-5 0 0,-1-4-7 16,3 0 24-16,-4-6-17 0,-1-2-2 15,-4 0 7-15,-2-3-11 0,-5-1 21 0,-3 1-15 16,-4 0 4-16,-4 2 1 0,-4 0-12 0,-2 4 19 15,-2 0 2-15,-4 6-2 0,3 2 1 0,-2 6-5 16,0 2-11-16,3 5-2 0,-1 6 9 0,2 4-3 16,0 2 7-16,1 4-1 0,1 3 27 0,-3-1-9 15,1 1 5-15,-1-3-2 0,-4 2-31 0,-3-4 9 16,-3-2-7-16,-4-2 1 0,-2-2 12 0,-3-7-5 16,-3-4 10-16,-1-6-10 0,-4-6-3 15,1-3 5-15,-1-6-6 0,-1-3 12 0,0-5-1 16,0-3 9-16,0 0 16 0,0 0 15 0,0 0-4 15,0 0-8-15,0 0-14 0,0 0-11 0,0 0 0 16,0 0-4-16,0 0-5 0,0 0-10 0,0 0-7 16,0 0-13-16,0 0-26 0,0 0-3 0,0 0 6 15,0 0 9-15,0 0 16 0,17 0 19 0,1 0-5 16,5 0 10-16,5-12-1 0,6 12-3 0,6-23 7 16,4 4-6-16,3-4 22 0,5-5-8 0,1 0-10 15,0-3 1-15,2 2-15 0,-5 2 8 0,-3 0 19 16,-3 4 2-16,-6 5 3 0,-8 1-8 0,-5 5-13 15,-3 3 2-15,-8 2-4 0,-3 7-6 0,-2 0 13 16,-2 0-10-16,-2-4 7 0,-1 4 11 0,1 0-15 16,1 0 10-16,-3-6-9 0,2 1-1 0,-1 5 4 15,1-6 2-15,1-1 9 0,1 1-2 16,4 2-5-16,3-5 10 0,-1-2-15 0,6 0 0 16,-1 0 4-16,2-4-2 0,-2-1 22 0,-1 2 15 15,-2-3 11-15,-3-3 3 0,-1-3-8 0,-5-2-19 16,-2-5-4-16,-4-4-12 0,0-6-1 0,0-6-1 15,0-6-28-15,-15-11-4 0,1-10-10 0,1-12 17 16,-1-8 15-16,0-7-5 0,-1-8 16 0,1-7-17 16,4-6 13-16,2 1 6 0,8 0-18 0,0 3 1 15,0 0-1-15,20 5 5 0,4 5 3 0,2 5 4 16,3 6 0-16,1 7-1 0,-2 9 3 0,-1 9 7 16,-4 10 10-16,-4 12 37 0,-3 5 43 0,-7 12 17 15,-3 4 7-15,-6 4-1 0,0 5 29 16,0 0-9-16,-20 1-1 0,0 1-18 0,-4-2-53 15,-3 1-3-15,-5 1-11 0,-3 1-1 0,0 1 22 16,-4 2-3-16,1 2-3 0,0 3-18 0,1 4-42 16,4-2-15-16,2 3-20 0,6 3-7 0,2 0-28 15,8 0-43-15,1 0-12 0,6 12-48 0,2 2-42 16,6 1-12-16,0 4-5 0,0 3 28 0,0 1 72 16,18 3 63-16,2-2 37 0,3 0 51 0,4-5-30 15,7-3-13-15,4-10 13 0,4-6-35 0,2 0 44 16,3-22 11-16,2-8-16 0,1-7 0 15,2-11-14-15,-2-7-22 0,0-6 13 0,-3-4 28 0,-6-8-21 16,-2 1 28-16,-5-1-7 0,-10-1-33 16,-4 2 27-16,-9 3 4 0,-11-1-30 0,0 3 24 15,-28 7-12-15,-5 6-21 0,-8 6 25 0,-9 7-15 16,-14 9-2-16,-7 10 10 0,-13 9-1 0,-7 13-1 16,-11 0 10-16,-6 13 13 0,-7 9-4 0,-2 8 16 15,-5 4 9-15,1 3 0 0,1 5 7 0,3-1-5 16,5-3-10-16,7 0 23 0,8-7 41 0,9-3 24 15,10-6 49-15,13-4-6 0,13-5-39 16,10-7-37-16,11-2-64 0,10-4-41 0,7 0-57 16,7-10-24-16,7-9 5 0,0-6 30 0,0-5 43 15,15-7 28-15,2-6 11 0,1-6-21 0,2-4 22 16,4-3-15-16,2 0 10 0,1-2 5 0,-3 4 6 16,-1 1 67-16,-5 6 58 0,-1 3 42 15,-8 6-2-15,-9 5-43 0,0 3-67 0,0 7-33 0,-13 0-8 16,-4 4-6-16,-3 2 22 0,-3 0 2 0,-1 4-9 15,1 2-5-15,-1 3-26 0,0-1-7 0,-1 5-18 16,3 0 7-16,2 4 2 0,2-2-17 0,1 2-23 16,0 0-53-16,2 0-24 0,0 0-24 0,-2 10 36 15,0 2 25-15,-4 2 2 0,-2-1 39 0,-4 3-11 16,-3 4 18-16,-4 4 20 0,-2 0-7 0,-2 3 17 16,-2 2 27-16,1 4-41 0,-1 1-22 15,2 3-18-15,2-5-22 0,3 1 41 0,1-2 37 16,3-6 18-16,3-5 0 0,3-3 27 0,3-6-10 15,2-11 13-15,0 0-6 0,3 0-35 0,-2 0-5 16,-1-15-20-16,-2-5 7 0,0-4 13 0,-2-2 10 16,-1-4-5-16,-3-1 34 0,2 2-11 0,-1-2 11 15,3 5 22-15,-3 3-24 0,3 3-5 0,0 3-16 16,-1 4-22-16,2 6-32 0,-3 7-27 0,-2 0-36 16,-3 11 20-16,-3 9 2 0,-4 10 44 0,-5 7 43 15,-3 9 6-15,-6 9-28 0,-5 10-5 0,-3 4-12 16,1 9-26-16,-3-1 50 0,3 0 9 15,-1-1 16-15,3-5-13 0,5-9 7 0,6-5 0 0,5-12-1 16,7-8 11-16,7-12 2 0,6-8 5 16,7-4-16-16,4-7 20 0,3-6-11 0,5 0-29 15,0-12 22-15,0-8-21 0,0-3 1 0,0-6 14 16,0-2-5-16,0-7 1 0,0-3-18 0,0 3 39 16,-12-2 19-16,2 6 14 0,2 3 47 0,-3 6 26 15,-1 1-26-15,2 9-16 0,-2 2-50 0,-2 7-68 16,0 6-17-16,1 0-19 0,-1 0 15 0,-1 21 19 15,-2 3 23-15,2 6 18 0,-3 8 12 0,-2 6-18 16,0 6-18-16,0 2-10 0,2 4-45 0,1-2 6 16,2 2-3-16,2-6 6 0,2 2 39 15,6-7-7-15,2-6 6 0,3-4 15 0,0-7 9 16,0-4 8-16,0-7-15 0,0-6 64 0,0-5 58 16,0-6 27-16,0 0 18 0,0 0-74 0,0-21-63 15,0-4-23-15,0-6 6 0,-19-4 20 0,-4-9-14 16,-6-5-1-16,-6-4-4 0,-8-4-14 0,-4-4 10 15,-9-1-4-15,-9 2-16 0,-6-3-1 0,-8 2 0 16,-8 4-12-16,-9 3 39 0,-2 7-6 0,-7 8-7 16,-3 9 29-16,-3 11-25 0,-1 19 28 0,1 0 16 15,3 0-23-15,2 26 16 0,5 4-23 0,6 6-15 16,4 3-4-16,9 2-4 0,6 5-11 16,7 2 1-16,9-1 5 0,10 2-16 0,7 3-22 15,10-2-21-15,10 2-5 0,6-3 5 0,17 2 13 0,0-2 16 16,0-3 15-16,20-5-15 0,1-3-2 15,2-5 21-15,1-6-17 0,-1-7 29 0,0-6 10 16,-2-6-5-16,-3-8 26 0,-3 0 2 0,-1-20 18 16,-5-5-14-16,-1-8 14 0,-4-5 4 0,-4-7 39 15,0-4-4-15,-13-4 1 0,-6-8 8 0,-6 2-49 16,-9 1 42-16,-7 2 33 0,-6 8 10 0,-3 3 12 16,-5 10-31-16,1 7-46 0,-4 9-56 0,0 19-12 15,1 0-7-15,-3 22-20 0,-3 9 25 16,-4 13-9-16,-3 14-9 0,-2 10 15 0,-2 9-15 15,-2 10 3-15,2 4 3 0,2 4-30 0,6-1-4 16,8-5-21-16,8 2-35 0,10-7-18 0,8-3 2 16,13-6 25-16,5-8 47 0,14-6 43 0,0-8 9 15,0-9 10-15,0-6 8 0,0-6-8 0,0-9 27 16,9-4 5-16,-9-6 19 0,0-3 66 0,0-2-6 16,0 1-9-16,-12 2-32 0,-6 3-65 0,-8 8-23 15,-8 1 17-15,-10 10 17 0,-9 5-27 0,-9 8 12 16,-11 8-22-16,-6 6-11 0,-4 8 35 15,-7 3 3-15,-3 2 4 0,1 5-1 0,-3 4-9 0,1 2-5 16,2 3-3-16,4-3 5 0,4-3-10 16,7-3-5-16,8-4-19 0,10-6-44 0,12-7-33 15,12-7-4-15,14-5 18 0,21-4 26 0,0-2 55 16,10-4 5-16,16 0 18 0,9-2 8 0,9 2-23 16,5-3 19-16,4 1-14 0,2-3 6 0,-1 1 5 15,-5-2 3-15,-4-3 27 0,-8 2 98 0,-11 5 61 16,-11 4 33-16,-15 9 28 0,0 6-79 0,-15 7-32 15,-11 8-46-15,-11 11-43 0,-4 9-16 0,-7 6-23 16,-2 0-8-16,-3 3-12 0,1 0-9 0,2-3-5 16,6-2-20-16,4-5-29 0,11-3-36 0,8-5-58 15,9-4-11-15,12-7 30 0,0-4 31 0,18-7 54 16,13 2 36-16,8-7-6 0,8-3 13 0,8-2 13 16,4-6-6-16,6 0 12 0,1-2 14 15,2-4 0-15,-4-1-7 0,-3 0 7 0,-5 4-6 16,-6 0 39-16,-8 6 37 0,-5 6 10 0,-4 1-7 15,-5 11-18-15,-6 4-11 0,-3 8-25 0,-6 1 6 16,-1 7-34-16,-4 1-17 0,0 0 1 0,-2 3-1 16,0-4 9-16,1 1-7 0,1 0-2 0,1-2-14 15,5 3-15-15,1-2 5 0,3-2 0 0,8 2-5 16,1-1 16-16,7-1-5 0,4-1 4 0,3-6 15 16,3-4-4-16,3 0 11 0,4-5-8 0,1-3-4 15,0-8 7-15,1-2-1 0,-1-4-11 16,2-4 16-16,1-4-5 0,1-4 7 0,2-2 14 15,-1-3-20-15,3-5 10 0,0 0-11 0,4-6 6 16,5-1 9-16,-1-6-10 0,2-2 4 0,-2-4-9 16,-1-1 15-16,-3-5 10 0,-10-1 137 0,-8 0 126 15,-10-2 123-15,-8 0 131 0,-10 0-32 0,-7 0-121 16,-7 0-139-16,-1 0-142 0,-1 0-104 0,-1 0 0 16,-1 0 0-16,0 0 0 0,0 0 0 0,0 0 0 15,0 0 0-15,0 0 0 0,0 0 0 0,0 0-44 16,0 0-76-16,0 0-57 0,0 0-39 0,0 0 40 15,0 0 70-15,0 0 52 0,17 0 38 16,-3 0 6-16,1 0 2 0,2-7 3 0,1 7-5 0,-3-6 10 16,-1-1 8-16,-5 3 17 0,0 4 9 15,-9 0-8-15,0 0 6 0,0 0-15 0,0 0-1 16,0 0-4-16,0 0-44 0,-14 0-58 0,5 0-68 16,-2 0-61-16,2 0-32 0,-1 0-23 0,2 0-49 15,-1 0-101-15,4 0-29 0,-1 0-8 0,6 0 78 16,0 0 137-16,0 0 71 0,0 0 72 0,11 0 15 15,3 0 28-15,2-8 26 0,6-3 14 0,3 0 33 16,3-2-1-16,2-6-4 0,5-5 25 0,-3-4 25 16,1-4 31-16,-4-1 20 0,-1-1 13 0,-6 1 18 15,0 0 44-15,-7 5 83 0,-5 2 74 0,0 6 41 16,-6 6-18-16,1 1-57 0,-5 5-78 16,0 2-64-16,0 0-40 0,0 4-24 0,0 1-9 15,0 1-21-15,0 0 0 0,0 0-14 0,0 0-19 16,0 0-5-16,0 0-20 0,-9 0-20 0,9 0-39 15,-10 0-23-15,1 0 3 0,-1-14 13 0,-1-1 30 16,-3 0 20-16,-2-2-4 0,-3-5-1 0,0-3 2 16,-3-4-5-16,3-4 2 0,-3 1 2 0,3 0 7 15,3 1-1-15,0 2-4 0,5 4 1 16,4 7-4-16,2 5 3 0,3 3 12 0,-1 4-11 0,3 2 0 16,0 4-4-16,0 0 1 0,0 0-10 0,0 0-13 15,0 0-3-15,0 0-22 0,0 0 2 0,0 0 3 16,0 0-14-16,0 0 21 0,0 0 16 15,0 0 14-15,0 0 24 0,0 0-4 0,0 0 1 0,0 0-8 16,0 0 4-16,0 0 1 0,0 0-6 16,0 0 1-16,0 0-2 0,0 0-1 0,0 0 7 15,0 0 2-15,0 0-6 0,0 0-2 0,0 0-1 16,0 0 5-16,0 0-8 0,0 0 10 0,0 0-3 16,0 0-3-16,0 0 10 0,0 0-15 0,0 0 2 15,0 0 2-15,0 0 0 0,0 0 6 0,0 0-1 16,0 0-5-16,0 0-3 0,0 0 6 0,0 0 0 15,0 0-1-15,0 0 6 0,0 0-13 0,0 0 9 16,0 0-3-16,0 0-13 0,0 0 20 16,0 0-11-16,0 0 8 0,0 0 8 0,0 0-8 15,0 0-4-15,0 0-13 0,0 0 9 0,0 0 2 16,0 0-2-16,0 0 11 0,0 0 10 0,0 0-12 16,0 0 0-16,0 0 7 0,0 0-20 0,0 0 8 15,0 0 10-15,0 0-9 0,0 0 5 0,0 0-3 16,0 0-7-16,0 0 5 0,0 0-4 0,0 0 9 15,0 0-2-15,0 0-10 0,0 0 10 0,0 0-5 16,0 0 6-16,0 0 3 0,0 0-3 0,0 0-1 16,0 0-13-16,0 0 11 0,0 0-10 0,0 0-5 15,0 0 19-15,0 0-4 0,0 0 4 0,0 0 7 16,0 0-13-16,0 0 4 0,0 0-4 0,0 0 2 16,0 0 9-16,0 0-11 0,0 0 4 15,0 0-1-15,0 0-1 0,0 0 3 0,0 0 1 16,0 0-3-16,0 0 0 0,0 0-3 0,0 0 4 15,0 0-5-15,0 0 7 0,0 0 0 0,0 0-7 16,0 0 14-16,0 0-15 0,0 0 4 0,0 0 0 16,0 0-9-16,0 0 13 0,0 0 1 15,0 0 0-15,0 0 6 0,0 0-11 16,0 0 2-16,0 0 1 0,0 0-5 0,0 0 7 0,0 0-3 0,0 0-3 16,0 0 6-16,0 0-8 0,0 0 5 0,0 0 5 15,0 0-7-15,0 0 0 0,0 0 4 0,0 0-10 16,0 0 6-16,0 0 3 0,0 0-10 15,0 0 9-15,0 0-5 0,0 0-8 0,0 0-31 16,0 0-52-16,0 0-48 0,0 0-71 0,0 0-75 16,0 0-53-16,0 0-22 0,0 0 34 0,0 0 62 15,0 0 19-15,0 0-70 0,0 0-133 0,0 0-134 16,0 0-306-16,0 0 124 0,0 0 179 0</inkml:trace>
</inkml:ink>
</file>

<file path=ppt/ink/ink2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9:04.722"/>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-3 1105 2150 0,'0'0'1'0,"-3"0"18"0,3 0 6 0,-1 0 10 0,-1 0 5 15,0 0-13-15,2 0-2 0,-1 0-7 16,-1 0 0-16,2 0 2 0,0 0-8 0,0 0 4 16,0 0 7-16,0 0 8 0,0 0 13 0,0 0 15 15,0 0 9-15,0 0 10 0,11 0 4 0,-5 9-8 16,2-1-16-16,-2 1-9 0,1-3-10 0,3 2 2 16,-6-1 9-16,4 2-2 0,-1 0 8 0,1 1-10 15,-1 1-6-15,3 5-2 0,-3-4-4 0,4 7 7 16,1-1 3-16,-1 6-10 0,2 2 4 15,1 0-3-15,0 4 4 0,2 7 5 0,3 1-3 0,-3 6-7 16,1 4-8-16,1 1-11 0,-3 1-5 16,2-1 4-16,0 3-10 0,-1-5 1 0,0 3-7 15,2-4-9-15,-1-1 11 0,1-1 4 0,0 1-6 16,0-2-1-16,5 0-1 0,-3-1-1 0,3-1 5 16,1 0 10-16,2-2-3 0,-1-2-4 0,3-1 19 15,1-2-23-15,0 1 1 0,1-3 8 0,3 1-25 16,1-3 28-16,-1 0-5 0,-1-2-12 0,4 0 20 15,1 0-21-15,-2-2-2 0,3-2 14 0,-2 0-13 16,2-2 14-16,2 2 9 0,2-1-17 0,1-1 7 16,-1-3-9-16,-1 4-7 0,0-6 13 0,2 0-7 15,-2-1 2-15,-2-2 5 0,-1-1-7 0,0-2 5 16,-1-1 11-16,2 1-6 0,-1-4 0 0,-1 1-10 16,1-1-1-16,-2-1 3 0,2-5 3 15,-2-1 11-15,1 0-9 0,-1 0-10 0,1 0-1 0,-4 0 4 16,2 0-3-16,0-16 9 0,0 3 9 15,-5-1-12-15,1 2 9 0,1-3 2 0,0-2-13 16,-2-3 9-16,2-1-15 0,-2-1-2 0,4-3 13 16,-1 0-15-16,0-1 21 0,-1 0-2 0,0 0-18 15,-1-1 23-15,-1-1-18 0,-3 1 7 0,1-1 11 16,-1 3-11-16,-1-3 4 0,-2 2-4 0,0-2 11 16,-2 1-8-16,-1-2 5 0,-1 0-1 15,1-3-11-15,-3-1 1 0,0-4 1 0,1 1 7 16,-1-5 6-16,0 0-3 0,0-2-3 0,2-3-2 15,0 0 2-15,-1-1 1 0,3 1-2 0,-1-5 4 16,-1 2-6-16,3-4-8 0,-4-1 14 0,4-2-9 16,0 0-4-16,0-2 12 0,-1-5-25 0,0 4 4 15,0-3 15-15,3 1-7 0,-2 3 25 0,-1 0-9 16,1-1-17-16,1 3 24 0,-1-1-19 0,1 3 10 16,-1-2 0-16,-2 1 5 0,-1 0-8 0,0 4 5 15,-3-1 5-15,-2 0-18 0,-1 0 19 0,-2-1-14 16,-3 1 17-16,1-3-7 0,-2 0 0 0,0 1 4 15,-1 1-12-15,-2 1 20 0,-1 4 4 0,1 7-2 16,-4 6 14-16,1 5 5 0,-1 7 9 16,-1 5 17-16,0 6-15 0,0 5-19 0,0 2-11 15,0 5-18-15,0 0 4 0,0 0-5 0,0 0-13 16,0 0-20-16,0 0-20 0,0 0-22 0,0 0-22 16,0 0-33-16,0 0-106 0,0 0-153 0,-6 0-128 15,6 12-324-15,0 0 13 0,0 0 177 0</inkml:trace>
</inkml:ink>
</file>

<file path=ppt/ink/ink2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9:05.813"/>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1454 0 2486 0,'-13'-3'8'0,"0"3"0"0,-4 0-3 0,-1 0 4 16,0 0-14-16,-2 0 3 0,0 0 0 0,0 0 1 15,1 15 5-15,-3-4 3 0,1 0 20 0,0 2 1 16,0 2 22-16,-2 1 2 0,0 1 11 0,-3 4 14 15,3 0-15-15,-1 0 8 0,1 6-24 0,-1-1-3 16,1 0 4-16,1 2 8 0,-4 4-3 0,1 3-13 16,0-1-5-16,-3 1-15 0,-1 4 1 0,1 1 10 15,-4 4 3-15,0 1-4 0,-3 3 4 0,-2-1-7 16,2 5-1-16,-1 0 5 0,0 0-13 0,1 0 7 16,-2-4-14-16,2-2 4 0,2-1 13 15,1-3-15-15,0 0 10 0,3-4-15 0,-1 3 0 16,3-3 10-16,1-1-8 0,0 1 12 0,3-3-8 15,0 1-4-15,2-1 9 0,1 1 0 0,2 1 3 16,-2-1-9-16,4 2-3 0,-1 0-6 0,3 2-4 16,1-2 12-16,0 6-5 0,4-1 8 0,-1 4-2 15,1-1-1-15,3 3 6 0,1 3-13 0,2 0 8 16,-2 4-8-16,2-4-7 0,2-2 14 0,1-2-20 16,0-1 16-16,0-2-6 0,0-4-6 15,0 0 12-15,0-4-5 0,12 0 6 0,-4-5-10 16,-8 1 3-16,10-1-5 0,1-1 4 0,-2 1 11 15,0-2-7-15,0 4-1 0,2 0-3 0,1 0-5 16,3 5-1-16,2 1 12 0,1 0-1 0,3 4 11 16,2 0-5-16,0 2-5 0,3-3-10 0,-2 0-9 15,3-2 3-15,-2-2-8 0,2-3 13 0,-1-1 5 16,0-2 6-16,-1 0-1 0,3-4-3 0,-2 2-20 16,1-3 26-16,0 0-3 0,1 0 0 0,-1-6 9 15,0-1-26-15,4 1 16 0,2-1-11 0,-1-1 11 16,3-2 16-16,0 0-13 0,1-1 8 0,1 0-12 15,1 0-20-15,3-3 15 0,-2 3-8 16,2 1 15-16,2-1 3 0,-1 0-21 0,4 1 18 16,-1-1-15-16,2 2-2 0,0-1 22 0,2-3-17 15,0-2 4-15,4 1 0 0,-2-3-7 0,1 1 22 16,1-2-16-16,0-4 6 0,2 1-12 0,0 0-3 16,-1-3 25-16,3-4-4 0,-3 0 2 0,2 0-5 15,4 0-1-15,-3 0-9 0,4 0 10 0,-2 0-14 16,1 0 1-16,-1-13 10 0,0 13-6 0,-1-15 6 15,-5 15-4-15,0-11 4 0,-3 11 1 0,-3 0-8 16,-6 0-4-16,-1 0-28 0,-4 0-53 0,-4 0-41 16,-6 0-48-16,-5 0-45 0,-6 0-15 0,-2 0-23 15,-4 15-23-15,-5-2-9 0,-4 6-87 0,0 1-176 16,0 5 55-16,-10 0 74 0</inkml:trace>
</inkml:ink>
</file>

<file path=ppt/ink/ink2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9:10.388"/>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24 866 1305 0,'0'0'4'16,"0"0"5"-16,0 0 0 0,-10 0 0 0,1 0-13 15,9 0 10-15,-8 0-2 0,8 0 2 0,0 0-3 16,0 0 5-16,0 0-12 0,0 0 2 0,0 0 10 16,0 0-25-16,0 0 21 0,0 0-4 0,0 0 1 15,0 0 3-15,0 0-7 0,0 0 15 0,0 0-5 16,0 0 3-16,0 0 22 0,0 0-6 0,0 0 31 15,0 0 24-15,0 0 0 0,0 0 10 0,0 0-15 16,0 0 7-16,0 0-18 0,0 0-5 0,0 0-10 16,0 0-25-16,0 0-1 0,0 0-12 0,0 0-4 15,0 0 0-15,0 0 0 0,0 0 12 16,0 0-1-16,0 0 5 0,0 0 6 0,0 0-2 16,0 0 19-16,0 0 6 0,0 0 3 0,0 0 6 15,0 0 8-15,0 0 3 0,0 0 4 0,0 0-5 16,0 0-23-16,0 0-19 0,0 0-24 0,0 0-3 15,0 0 0-15,0 0 4 0,0 0 29 0,0 0-3 16,0 0-2-16,0 13 10 0,15-3-31 0,-1 2 1 16,1-4-2-16,0 5-18 0,2-1 14 0,0 0 0 15,-1 4-11-15,3 1 19 0,-1 0-12 0,0 0-14 16,0 5 15-16,-1-3-20 0,1 0 13 0,-1 2 10 16,1 2-9-16,-1-4 7 0,1 2 0 15,-3-2-1-15,2-1 3 0,0-1 6 0,-1 0-9 16,0-4 0-16,0 1-1 0,1-1-7 0,0 1 6 15,-1-2-2-15,3 1 3 0,-1 1 1 0,2 0-2 16,1 1 4-16,0 3-7 0,2-3 2 0,1 2 4 16,-1 3-5-16,3-4 4 0,-2 4-3 0,2-2 3 15,0-1-5-15,1 0 1 0,-1-1 2 0,1 0-5 16,2 0 5-16,3 0 1 0,0 0-2 0,0-3 2 16,0 1 6-16,1-1-4 0,2 1 5 0,0-1-10 15,1 1-1-15,1-3 7 0,1 1-8 16,1 1 8-16,2-1-6 0,0-1 0 0,2 2-3 15,-2 0-2-15,1-2-1 0,1 0 4 0,1 0 3 16,-2 0 6-16,2 0-4 0,0 1-4 0,4-3 0 16,-1 2-3-16,0-1 6 0,3 1 2 0,-2-1-6 15,4 0 4-15,1-4-6 0,-1-2 4 0,1 1 6 16,0-1-5-16,0-4 1 0,2 0-5 0,1 0 1 16,-1 0-3-16,1 0 7 0,0-10 0 0,2 1-1 15,0-2 6-15,1-2 0 0,0 1-2 0,-1 1 0 16,0-3-3-16,1 2-1 0,-5-6 7 0,3 2-4 15,-1-1 1-15,0 0 0 0,-1-2-9 0,-1 0 4 16,1-4-4-16,1 2 6 0,-1-3 0 16,1-1 6-16,-1-4 0 0,-2 1-9 0,2-2-3 0,-2-2-3 15,-2-1-2-15,1-3 7 0,-2 1 10 16,0-4-3-16,-3 1 8 0,0-2 1 0,-3-1-2 16,2-3-5-16,-3 0-2 0,1 0-3 0,-5 0-4 15,2-2 0-15,-1 0 4 0,-1-1 0 0,1 1 10 16,-4-3-5-16,2 1-8 0,-2-1-5 0,1 0-3 15,1 0 6-15,1-1 5 0,-2 2 1 0,-1-1-2 16,-1 2 1-16,-1 0 0 0,-3-1 10 0,1 2-4 16,-4 3 3-16,-4-1 2 0,-1 4-9 0,-2 5 1 15,-3 2 1-15,-1 7 1 0,-3 3 1 0,-4 5 2 16,-1 7 12-16,-4 1 8 0,-1 3 2 0,-2 4 1 16,-2 0-18-16,0 2-4 0,0 0-1 15,0 1-4-15,0 0 7 0,0 0-4 16,0 0-4-16,0 0-46 0,0 0-87 0,0 0-89 0,-9 0-89 15,9 11-50-15,-14-11-73 0,1 16-156 0,2 0 79 16,-3-1 92-16</inkml:trace>
</inkml:ink>
</file>

<file path=ppt/ink/ink2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8:41.731"/>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-1829 6960 1362 0,'-9'-11'22'0,"3"-1"12"16,-1-1 18-16,-1 1 6 0,2 2-3 0,3-2 8 15,0 2-5-15,0 0 18 0,1 1 18 0,2-4 1 16,0 2 9-16,0-2 1 0,0 3-22 0,0-2-5 15,0 1-10-15,0 2-20 0,0 1-14 0,0 2-18 16,0 1-15-16,0 4-5 0,0 0-3 0,0 0 2 16,0 1 5-16,0 0-1 0,0 0 0 15,0 0-4-15,0 0 2 0,0 0-8 0,0 0 3 16,0 0 1-16,0 0-8 0,0 0 5 0,0 0-1 16,0 0-1-16,0 0 3 0,0 12 2 0,11-2 0 15,-11-1 1-15,11 4 7 0,-2-2-6 0,-2 2 4 16,2 3 5-16,-1-4-8 0,0 4 6 0,-1-4-1 15,2 1-5-15,-3 0 3 0,4 1-1 0,-6-3-1 16,4 1 0-16,-2-2 1 0,-2-1 0 0,1 4-2 16,-1-3 1-16,-1-2 2 0,2 1 2 0,0-2-4 15,-2 0 5-15,0 0 3 0,1 0-7 0,-1-4 5 16,2 2 0-16,-2-2-7 0,0 0 6 16,1-1 0-16,1 1 6 0,-2-3 17 0,-1 0 22 15,2 0 38-15,1 0 35 0,-1 0 6 0,5 0-12 16,0 0-33-16,5-14-37 0,4 0-23 0,2 0-11 15,6-2-2-15,1-2-3 0,2-2 0 0,3 0 1 16,0 0 2-16,-3-1-7 0,0 0 5 0,-4 2 5 16,0 0-5-16,-4-1 3 0,-3 3 3 0,-1 0-10 15,0-1 7-15,-2 2 3 0,-2-1-7 0,0 1 0 16,-3 1-2-16,-2 0 1 0,1 1 1 0,-5 3-9 16,3 0-34-16,-4 1-59 0,0 3-89 0,-2 0-85 15,-1 4-110-15,2 0-83 0,-1 3-88 16,1 0 41-16,-1 0 139 0</inkml:trace>
  <inkml:trace contextRef="#ctx0" brushRef="#br0" timeOffset="395.95">-1335 6907 1679 0,'0'-17'25'0,"0"5"25"0,0-1 20 16,0 0 15-16,0-2-16 0,0 0-20 0,0 0 16 15,0-1 13-15,0 2-2 0,0-1 3 0,0 2-37 16,0-1-20-16,0 1 0 0,0 3-8 16,0 1 2-16,0 3-11 0,0 3-12 0,0-2-4 15,0 4-3-15,0 1 0 0,0 0-6 0,0 0 4 16,0 0-2-16,0 0 2 0,9 0 8 0,-9 12-5 16,8 2 4-16,-8 0 6 0,6 4-2 0,0 6 9 15,0 2-1-15,0 2-2 0,-1 4 1 0,-1 2-3 16,1 0-6-16,2-1 1 0,-2-1 1 0,-1-5-2 15,2-3 6-15,1-4 2 0,0-3-5 0,-1-5 10 16,-1 0 3-16,4-4-5 0,-5-2 10 0,6-1 41 16,-3-1 29-16,2-1 40 0,2-3 24 0,0 0-30 15,2 0-28-15,4 0-36 0,6-18-29 0,1-1-13 16,3 0-3-16,8-4 1 0,3-5 3 0,5 2-7 16,2-5 3-16,-1 0-14 0,3 1-13 15,-1-2-31-15,-4 3-55 0,0 2-41 0,-5-2-44 16,-2 5-20-16,-1 3-6 0,-2 3-18 0,1-1-58 15,-1 6-180-15,1 2 21 0,1 0 71 0</inkml:trace>
  <inkml:trace contextRef="#ctx0" brushRef="#br0" timeOffset="21647.26">-2479 7459 3687 0,'0'5'4'0,"0"1"-1"0,0-4-20 16,0 3-33-16,-16-5-43 0,1 2-19 0,-1 1 11 15,1-3 34-15,3 0 37 0,0 0 17 0,3 0 5 16,-2 0-4-16,4 0-1 0,2 0 3 16,0 0-1-16,5 0-7 0,0 0-2 0,0 0-15 15,0 0-24-15,0 0-27 0,0 0-34 0,0 0-37 16,0 0-29-16,0 0-47 0,0 0-106 0,0 0-224 15,0 0 25-15,0 0 82 0</inkml:trace>
</inkml:ink>
</file>

<file path=ppt/ink/ink24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9:34.693"/>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156 1626 2742 0,'-20'11'46'0,"1"1"58"15,-1-4 68-15,5 2 58 0,-1-4-1 0,1 1-23 16,2 0-37-16,2-3-48 0,2 4-44 0,1-5-32 16,4 0-29-16,-1-1-4 0,4-1 1 0,-1-1 3 15,2 2 6-15,0-2-5 0,0 0-8 0,0 0 3 16,0 0-10-16,0 0 4 0,0 0 20 0,0 0 14 16,9 0 12-16,-1 0 6 0,1 0-8 0,0-14-3 15,2 5 10-15,1 1-10 0,2-1 9 16,2 0-13-16,1-2-12 0,4 0 5 0,2-2-13 15,1-1 4-15,5-3-5 0,3-3 4 0,4-2 5 16,7-6 0-16,9-1 12 0,5-7-18 0,13-5 8 16,9-4-17-16,12-9-9 0,14-4-7 0,12-10 7 15,8-3-7-15,11-6-5 0,5-7 19 0,8-2-13 16,3-2 12-16,0 0-7 0,-3 5-7 0,0 2-6 16,-8 4-34-16,-9 8 17 0,-7 3-4 0,-10 8 5 15,-13 5 24-15,-14 6-12 0,-9 7 11 0,-12 8-5 16,-11 4 10-16,-12 5 11 0,-9 6 29 0,-8 5 90 15,-7 2 66-15,-8 5 33 0,-6 5 1 16,-6 0-73-16,0 0-52 0,0 0-39 0,0 0-39 0,0 0-12 16,0 0-14-16,0 0-25 0,-11 0-44 0,11 0-117 15,-9 8-249-15,0-8-109 0,-1 7-118 16,-4-2-125-16,-3 2 33 0,-4-1-259 0,-8 2 163 16</inkml:trace>
</inkml:ink>
</file>

<file path=ppt/ink/ink24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9:32.330"/>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-404 1113 2229 0,'-7'-14'24'16,"0"4"42"-16,1-2 29 0,-2 5 34 0,1 1 19 15,-1 2-10-15,-1 0 3 0,1 2-7 0,4 2-29 16,-1 0-19-16,1 0-40 0,2 0-39 0,-1 0-28 16,2 0-19-16,1 0 4 0,0 0 13 0,0 10 13 15,0 2 3-15,12 1 6 0,1 7 5 0,0 3-3 16,3 6 5-16,1 4-4 0,0 3 0 0,1 3 3 15,3 0-2-15,-1-2 6 0,-2 2-8 16,0-3-12-16,1-6 8 0,-4-2-6 0,1-3 4 16,-2-5 12-16,0-4 0 0,-5-4 41 0,-1-6 68 15,-2-3 57-15,-2-3 37 0,1 0-33 0,-4 0-49 16,-1-13-42-16,0-3-15 0,0-4 7 0,0-5-10 16,0-6 13-16,0-2 5 0,0-6-1 0,0-4 1 15,-9 2-14-15,9 0-48 0,-9 1-4 0,9 5-12 16,0 2-31-16,-8 7 21 0,8 6-21 0,0 5 1 15,0 2 2-15,0 4-30 0,0 6-16 0,0 3-18 16,0 0 11-16,0 0 21 0,11 0 25 0,0 0 22 16,2 0-6-16,3 0 7 0,3 12-7 0,3 1-7 15,0 0 10-15,1 3 2 0,1 3-3 16,-2 0-1-16,0 3-1 0,-2 0-6 0,-3-3 15 16,-3-1 8-16,-2-1-5 0,-2-5 7 0,-1-1 2 15,-2 0 54-15,-4-8 95 0,0-3 135 0,0 0 122 16,-3 0 46-16,0 0-8 0,0 0-102 0,0 0-119 15,0-15-103-15,0 1-82 0,0 0-47 0,0-5-6 16,-13-4-2-16,3 0-1 0,2-6 4 0,-1 1 7 16,2-2-4-16,-1 1 3 0,2 1 0 0,0 0-13 15,0 0-19-15,3 5-61 0,0-1-117 0,-2 2-252 16,2 3-186-16,2-5-98 0,-3 5-138 0,3-5-10 16,-1-2-160-16,2 1 160 0</inkml:trace>
  <inkml:trace contextRef="#ctx0" brushRef="#br0" timeOffset="400.35">578 588 3262 0,'0'7'61'0,"-15"-3"46"0,4 0 34 0,-1-4 15 15,12 4-51-15,-9-1-31 0,0 2-34 0,9-4-11 16,-6 3-7-16,6-3-20 0,0 3 4 0,0-4-16 15,0 1-6-15,0 2-8 0,0-3-3 16,0 0 15-16,0 3 4 0,9-2 9 0,0 2-21 16,0 1-10-16,2 0-8 0,3 2 1 0,-1 2 20 15,1 0 2-15,0 1 11 0,-1-3-1 0,-1 3 1 16,-1-1-4-16,0 2 1 0,-4-3-6 0,-1 1 9 16,-3 0 7-16,0-2-10 0,-1 0 14 0,-2 1-13 15,1-2 8-15,-1-1 3 0,0 0-5 0,0 3 4 16,0-4-5-16,0 1-1 0,0-1 2 0,0 4 6 15,0-4-6-15,0 1 2 0,0-2-4 0,0-1 1 16,0 4-5-16,0-2 8 0,0-3-6 0,0 0 2 16,0 0 2-16,0 0-1 0,0 0 8 15,0 0-16-15,0 0 5 0,0 0-1 0,0 0 6 16,0 0 14-16,0 0 2 0,0 0-4 0,0 0 0 16,0 0-43-16,0-8-90 0,0 8-109 0,-12-7-105 15,12 1-76-15,-13 0-75 0,-1 1-206 0,0 2 82 16,1-4 113-16</inkml:trace>
  <inkml:trace contextRef="#ctx0" brushRef="#br0" timeOffset="923.27">340 762 2749 0,'0'0'24'0,"0"-11"-1"0,0 3-4 0,0 8 6 16,0-9-15-16,0 1 31 0,7 0 26 0,4 2 18 16,0-3 6-16,2 3-14 0,4-4-16 0,3 3-3 15,1 2-7-15,3-2-6 0,2 3-12 0,1 1-21 16,4 3 2-16,-4 0-3 0,2 0-6 16,0 0 1-16,-3 14-8 0,-2 1-4 0,-1 2-5 0,-7 0 14 15,0 2-5-15,-4 5 7 0,-3-1 6 16,-3 4-9-16,-5 0 10 0,-1 2-9 0,0 1 9 15,0-2 0-15,0 1-6 0,-10-6 10 0,10 1-6 16,-12-7 4-16,3-2 15 0,9-4 10 0,-8-4 42 16,0 0 11-16,8-6 7 0,-6-1-21 0,6 0-36 15,0 0 2-15,-6 0-30 0,3 0-5 0,-1-12 6 16,1-2-28-16,1-3 10 0,1-5 4 0,-1-3-6 16,2-4 3-16,0-7-7 0,0-1 8 0,12-2 0 15,-1-4 3-15,3 2 5 0,-1-4-8 0,2 1-2 16,1 4 18-16,-3 1 14 0,-1 4 37 0,1 2 57 15,-6 7 50-15,-1 5 72 0,-6 4 58 0,5 8 2 16,-5 2-41-16,0 3-78 0,0 4-80 0,0 0-63 16,0 0-38-16,0 0-18 0,0 0-24 0,-12 11 4 15,12-2 2-15,-10 4 17 0,1-1 8 16,3 8-13-16,0-1-39 0,0 7-83 0,0 1-108 16,0 2-58-16,1 0 2 0,2 3 26 0,3-4 78 15,0 1 48-15,0-6 13 0,14 2 14 0,1-4-39 16,2-2-71-16,1-4-77 0,3-5-77 0,4-4-85 15,1-2-268-15,1-4 104 0,3 0 116 0</inkml:trace>
  <inkml:trace contextRef="#ctx0" brushRef="#br0" timeOffset="1132.51">1254 575 3289 0,'0'0'27'16,"0"0"18"-16,0 0 4 0,0 0 0 0,0 0-27 15,0 0-24-15,0 0 9 0,0 0 24 0,0 0 0 16,0 0 5-16,18 0-7 0,0-11-25 0,4-3 2 16,4-2-1-16,4-1-12 0,2-3 9 0,4-3-10 15,2-1-13-15,3 2-36 0,-1-3-72 0,-1 2-54 16,-1-1-39-16,-1 3-16 0,-6-1 3 16,-3 3 6-16,-5 5-67 0,-7 0-254 0,-4 3 7 0,-4 2 55 15</inkml:trace>
  <inkml:trace contextRef="#ctx0" brushRef="#br0" timeOffset="1332.05">1461 270 2974 0,'-11'0'60'0,"2"-11"68"0,0 11 24 0,4 0 19 16,1 0-64-16,1 0-59 0,3 0-19 0,0 0-39 16,0 0 4-16,0 0-11 0,0 0 5 0,0 9 17 15,0 3-1-15,13 1 4 0,-1 3-8 0,0 2 7 16,2 3 23-16,3 1 0 0,0 3-4 0,-1 1-5 15,4 2-23-15,0-2-3 0,-1 2-2 0,3 1-36 16,-2-1-78-16,-1-2-109 0,-1-2-111 16,-1-1-84-16,-2 1-163 0,-1-4-116 0,-2 0 113 0</inkml:trace>
  <inkml:trace contextRef="#ctx0" brushRef="#br0" timeOffset="1823.28">2095-374 3849 0,'-12'-14'52'16,"12"1"22"-16,-10 2 18 0,0 7 3 0,10 4-48 16,0 0-36-16,-9 0-20 0,9 0-7 15,0 0-3-15,0 12 8 0,0 4 7 0,0-2 10 16,16 8 19-16,-3 2 2 0,2 6-3 0,2 4 5 15,1 7-20-15,1 5 0 0,-1 6-3 0,1 0-11 16,0 2 0-16,-1-1-3 0,-3 2 8 0,2-4-1 16,-3-3 7-16,-2-3 9 0,0-5-8 0,-3-10-3 15,0-2 1-15,-1-4-4 0,-2-9 7 0,-2-1 43 16,-1-8 55-16,0-6 144 0,-1 0 132 0,-1 0 49 16,-1 0-50-16,0 0-148 0,0-17-143 0,0-1-86 15,0-6-9-15,0 0-3 0,0-9 4 16,0-2-6-16,0-5-14 0,0-5 11 0,17-2 3 15,-2-2 10-15,3 4 1 0,1-3-7 0,5 4 5 16,2 2-22-16,0 4 4 0,1 7 2 0,0 3-8 16,1 4 12-16,-3 6-5 0,1 4 5 0,-1 5-2 15,-4 9-6-15,0 0 14 0,-3 0-6 0,1 0 13 16,-6 18 7-16,1-3 0 0,-5 3 4 0,0 1 3 16,-3 6 6-16,-1-1-3 0,-2 6 11 0,-3 1-14 15,0 0-6-15,0 6 4 0,-15 1-55 0,-2 3-100 16,-1-3-181-16,-5 2-130 0,-1-6-9 0,-4-2 36 15,-1-2 63-15,-1-8-39 0,-2 0-100 0,0-10-119 16,0-4-204-16,0-3 149 16,4-2 153-16</inkml:trace>
  <inkml:trace contextRef="#ctx0" brushRef="#br0" timeOffset="5794.52">1143 2762 3936 0,'-18'-8'20'16,"0"2"29"-16,-2 3 22 0,-3 3 20 15,0 0-22-15,1 0-9 0,-3 15 0 0,-1 4 7 16,1 1 2-16,-1 5-10 0,-2 4-26 0,4 5-23 16,1 5-16-16,2 2-14 0,1 4 2 0,7 5 7 15,2 1 1-15,11 2 15 0,0 1 1 0,0 0-24 16,17-2-2-16,1-2-39 0,5-3-20 0,4-1 7 16,5-7-10-16,3-5 14 0,3-3 6 0,0-7-17 15,0-6-14-15,3-5-23 0,0-4-62 0,0-4-63 16,-3-5-60-16,-2 0-72 0,1-15-96 0,-5-5-261 15,-3-5 98-15</inkml:trace>
  <inkml:trace contextRef="#ctx0" brushRef="#br0" timeOffset="6280.32">1236 3048 3576 0,'-9'-5'30'0,"-2"3"28"0,5-2 8 0,0-1-3 16,4 4-33-16,-1-1-39 0,0-2-6 0,3 0 7 15,0-2 2-15,0 3 7 0,11-5-2 0,3 4-9 16,-1-5 5-16,2 2 10 0,7-2-3 0,-3 1 4 16,6 4-4-16,-2 0-7 0,1 4 0 0,-1 0 1 15,-2 0 3-15,-1 0-3 0,-4 15 8 0,-1-2-5 16,-2 2-2-16,-3 2 39 0,-2 1-18 16,-4 3 15-16,-2 1 0 0,-2 3-27 0,0-1 26 15,0 0-22-15,0 2-3 0,-11 0-2 0,11-5-15 16,-13 1 23-16,2-5-8 0,11-4-1 0,-11-2 8 15,5-4 3-15,6-3 26 0,-7-1 18 0,7-3-9 16,-5 0-12-16,1 0-12 0,-2-10-33 0,2-5 18 16,0 1 5-16,-2-4-13 0,1-4 21 0,2-2-13 15,0-4-20-15,3-3 24 0,0-3-10 0,0 0 3 16,0-3 20-16,0 1-19 0,11 1 12 0,-1 3-11 16,-10 4-3-16,13 1 12 0,-6 4-17 15,-7 4 9-15,8 5 8 0,-8 4 11 0,6 3 14 0,-6 3 0 16,0 4-20-16,0 0-28 0,0 0-18 15,0 0-4-15,0 0 8 0,0 12 5 0,0 2 12 16,0-2 3-16,0 4 6 0,0 1-4 0,12 3-3 16,-1 1-9-16,-4 4 5 0,2 0 1 0,2-2 7 15,0-1 0-15,-2 0-44 0,1-3-14 0,1-1-24 16,0-3-5-16,-1-1 14 0,-1-3 2 0,2-4 11 16,-2-3-9-16,-1-4 21 0,1 0-42 0,0 0-76 15,0-18-92-15,2-2-110 0,-2-4-99 0,0-4-274 16,0-3 19-16,-4-6 111 0</inkml:trace>
  <inkml:trace contextRef="#ctx0" brushRef="#br0" timeOffset="6478.26">1489 2289 2906 0,'0'-6'6'0,"13"0"48"16,-1 1 34-16,1 5 23 0,4 0 29 0,4 0-11 15,2 0 22-15,6 0-6 0,4 14 0 0,4 4-30 16,4 1-40-16,1 5 32 0,7 0-34 15,0 3 2-15,-1 2-4 0,4 7-47 0,-2 1-5 0,-3 0-6 16,2 0 0-16,-7 4-8 0,-1-2 10 0,-7 2-35 16,-6 2-59-16,-3 2-29 0,-9 2-74 0,-16 2-132 15,0 1-143-15,0-1-201 0,-19 5-284 0,-10 2 163 16</inkml:trace>
  <inkml:trace contextRef="#ctx0" brushRef="#br0" timeOffset="3207.69">759 78 1968 0,'-11'-14'20'16,"-1"3"29"-16,-2-2 9 0,-1 4 40 0,0 2 8 15,0-1-4-15,-3 5 16 0,-4-2-11 0,1 5-23 16,0 0-24-16,-2 0-24 0,-1 0-24 0,1 16 11 15,-3 0 7-15,2 1 7 0,0 4 7 0,-2 0-2 16,1 6 7-16,1 1 4 0,1 1-1 16,-1 4 6-16,3 0-3 0,-2 4-3 0,0 1 23 15,0 5-13-15,2-1 4 0,0 4-4 0,-2 2-25 16,0 4-4-16,1 1-15 0,0 0 4 0,3 4-16 16,-3-2 3-16,6 0-5 0,0-1-12 0,4-1 13 15,2-5-6-15,4-2 2 0,1 1-10 0,5-5 9 16,0-4-3-16,0 1 11 0,14 2 7 0,-1-4-12 15,4 0 2-15,1-2-4 0,1 1 4 0,0-4-7 16,1 4 5-16,3-7-6 0,0 2 6 0,-1-1 8 16,3-5-11-16,-3 2 8 0,3-3-17 0,-1-3 2 15,2 0 9-15,-2-3-1 0,0 0 1 0,4-6 5 16,-2 1-4-16,1-4 4 0,2-1 28 0,0-3 6 16,3-1 13-16,1-4 0 0,2 0-1 0,0 0-15 15,4-19 0-15,-1-2 4 0,3 0 6 16,0-2-1-16,0-4-3 0,2-2 0 0,-2-5-21 15,1-3 21-15,-2 0-3 0,-2-4 7 0,0-2 1 16,-2-1 1-16,-1 1 2 0,-3-5 34 0,-3 3 30 16,0 0 17-16,-2-1 71 0,-4-1 10 0,-3 3 34 15,-2 0 25-15,-4 0-41 0,-1-1-29 0,-5-2-33 16,-2 4-55-16,-6-1-32 0,0 3-18 0,0-4-31 16,-14-2-7-16,-1 2-9 0,-3 0-11 15,-5-1-4-15,-4-3-4 0,-7 5-3 0,-1-1-2 0,-6 4-5 16,-1 3-15-16,-4 5-30 0,1 2-46 15,-2 8-77-15,1 4-102 0,0 3-151 0,2 8-50 16,3 8-7-16,0 0 41 0,5 0 64 0,1 0-57 16,5 19-51-16,4 3-93 0,5 3-246 0,4 4 153 15</inkml:trace>
  <inkml:trace contextRef="#ctx0" brushRef="#br0" timeOffset="3936.4">1166 1411 2816 0,'1'-12'45'0,"-1"-2"62"15,0 4 63-15,0 1 47 0,0 2 5 0,0 1-28 16,0 1-33-16,-12 2-14 0,12 3-23 0,-9 0-12 15,9 0-21-15,0 0-35 0,-7 0-29 0,7 0-30 16,-7 13-9-16,1-5-5 0,2 7 10 0,-4 7 6 16,-1 7 0-16,-3 9 10 0,-3 7 8 0,-5 10 6 15,-1 8-7-15,-3 8 1 0,-2 1-18 16,1 2 3-16,3-3 3 0,-3 0-9 0,3-3 12 16,2-3-6-16,3-5 6 0,0-4 2 0,2-3-8 15,2-4-18-15,0-6-27 0,6-2-14 0,-2-4-29 16,3-5-11-16,1-3-27 0,-1-8-29 0,3-2-49 15,1-6-58-15,2-8-43 0,-1-5-120 0,-2 0-171 16,-2 0-174-16,-1-11 96 0</inkml:trace>
  <inkml:trace contextRef="#ctx0" brushRef="#br0" timeOffset="4135.63">578 2023 2935 0,'-6'-43'79'0,"2"2"85"0,2 8 63 0,2 9 34 15,0 3-54-15,0 5-70 0,0 8-58 16,0 4-24-16,0-2-38 0,0 6-21 0,0 0 3 15,0 0-3-15,0 0 21 0,0 14 19 0,17-4 14 16,2 0 21-16,1 2 1 0,8-1-12 0,3 5-14 16,4 1-36-16,3 0-3 0,6 1 13 0,3 4-13 15,2-4 13-15,3 2-11 0,1 1-11 16,0-1-45-16,2-2-57 0,1 1-32 0,-1 1-69 0,-1-1-65 16,-1-1-113-16,-1 1-137 0,-5 0-377 15,-4 0 71-15,-2 1 166 0</inkml:trace>
  <inkml:trace contextRef="#ctx0" brushRef="#br0" timeOffset="5357.34">-79 3285 3850 0,'-5'-20'15'0,"2"3"4"0,0 1 2 16,3 2-1-16,0 1-15 0,0 2-11 0,0-1 3 15,11-4 9-15,4-3-10 0,3 0 13 0,5-2-2 16,1-1-11-16,8-3 1 0,4 1-6 0,2 0-38 16,3 0-47-16,2 2-74 0,-1 3-87 15,-1-1-77-15,-1 4-37 0,-2 3-53 0,-3 3-255 16,-3 4 68-16,-5 6 87 0</inkml:trace>
  <inkml:trace contextRef="#ctx0" brushRef="#br0" timeOffset="5163.55">194 3269 2609 0,'0'-5'33'0,"0"1"37"16,-14 1 39-16,4-2 37 0,-3 4-4 0,4-2-16 15,0 3-18-15,2-2-15 0,-1 2-7 0,2-3-10 16,0 3-18-16,0 0-1 0,1 0-28 0,2 0-23 16,-1 14-4-16,1-2-17 0,0 2 6 0,-3 5 11 15,1 5 9-15,0 6 2 0,-2 3 4 0,2 6 4 16,-1 2-5-16,3 4-16 0,0-2 1 0,3-1-12 15,0-2 9-15,0-4 4 0,12-2 5 0,2-3 8 16,1-4-11-16,2-3-4 0,3-5-11 16,-1-6 7-16,3 1 9 0,-1-4 9 0,-1-8-3 15,2-2-7-15,-2 0-1 0,1 0 13 0,-1-16 10 16,0-2 4-16,0-2 6 0,-1-6-2 0,0-3 22 16,0-2 1-16,-2-4 2 0,-2-2 0 0,2-2 5 15,-3-2 31-15,-4 2-2 0,-1-1 9 0,-3 2-18 16,-3-3-38-16,-3 6-12 0,0-3-13 0,0 3-64 15,-18 1-45-15,0 0-36 0,-2 3-40 0,-1-2 33 16,-2 5 19-16,-1 4 16 0,0 3-15 0,-2 3-77 16,1 4-45-16,3 6-57 0,-3 3-26 0,4 5 43 15,1 0 30-15,2 0 50 0,1 0 58 0,2 0 51 16,2 0 44-16,2 11 28 0,0-11 28 0,2 8 34 16,3-8 46-16,-1 0 43 0,2 0 31 15,0 0-9-15,2 0-14 0,0 0-39 0,0 0-31 16,3 0-23-16,0 0-24 0,0 0 34 0,0 0 46 15,0 0 36-15,11 16 27 0,0-6-28 0,-1 0-35 16,4 4-26-16,4 0-22 0,3 3 4 0,2 4-15 16,3 4 7-16,1 2-19 0,1 2-20 0,2 6 16 15,-1 3-35-15,-2 0 12 0,2 1 12 0,-3 1-23 16,-2 0 2-16,-1 3-4 0,-2 0 2 0,-3-2-12 16,-1-2-6-16,-2-2-30 0,-1 0-37 0,-2-3-36 15,-3-4-50-15,-3-5-49 0,0-5-79 0,-6-4-109 16,0-4-112-16,0-2-231 0,-13-2 95 15,-1-3 153-15</inkml:trace>
  <inkml:trace contextRef="#ctx0" brushRef="#br0" timeOffset="5535.26">268 4155 3364 0,'-1'29'-2'15,"-2"-6"-5"-15,3-7 5 0,-2-5-4 0,2-4 12 16,0-7 11-16,0 0 6 0,0 0 14 0,18-17-22 16,1-4 3-16,3-4-11 0,4-9-16 0,6-4-6 15,8-7-72-15,5-5-100 0,2-6-107 16,6-2-119-16,2-2-259 0,0 1-10 0,0 2 112 15</inkml:trace>
  <inkml:trace contextRef="#ctx0" brushRef="#br0" timeOffset="22565.37">1369 5763 3013 0,'-7'0'-12'15,"7"0"-5"-15,0 0 31 0,0 0 37 0,0 15 45 16,0-2 28-16,15 4 8 0,0 1-14 0,5 6-24 16,1 2 17-16,7 3-29 0,2 0-18 0,3 3-6 15,4 5-47-15,1 0-11 0,3 2 0 0,-2 0-5 16,-1-1 17-16,0 2 1 0,-4 2-7 0,-4 3 5 15,-6 1-51-15,-6 5-98 0,-4 0-162 0,-14 5-158 16,0 1-164-16,0 2-235 0,-17-2 165 0</inkml:trace>
  <inkml:trace contextRef="#ctx0" brushRef="#br0" timeOffset="22349.03">741 6004 3679 0,'1'-15'42'0,"-1"4"32"16,0-1 33-16,0 6 24 0,0 6-30 0,0 0-31 16,0 0-35-16,0 0-32 0,0 0-16 0,0 16-3 15,0-3 4-15,0 1 25 0,0 3 14 0,0 6 32 16,0 6 8-16,0 8-9 0,12 5-9 16,0 5-37-16,1 5-7 0,-3 2-9 0,2 2-4 0,2 1 15 15,0-4-8-15,-1 0-8 0,1-2 7 0,1-3-2 16,-1-3-4-16,1-4 8 0,2-4-10 15,3-2-7-15,-2-8 4 0,3 0-4 0,0-10-22 16,4-2-5-16,-1-2-10 0,0-5-19 0,4-4 10 16,-3-4-44-16,1 0-66 0,2 0-113 0,-1-17-134 15,-1-3-111-15,-2-2-310 0,2-5 106 0,-5-5 150 16</inkml:trace>
  <inkml:trace contextRef="#ctx0" brushRef="#br0" timeOffset="20017.2">801 6317 2890 0,'0'-6'42'0,"0"1"32"0,0 1 8 0,0 2 1 16,0 2-42-16,0 0-36 0,0-2-19 0,0 2-2 15,0-1-6-15,0 1 6 0,0-2 14 0,0 0-3 16,11 2 5-16,1 0-2 0,2-1 1 0,0-2-1 16,-1 3 1-16,2 0-3 0,-1 0 1 0,1 0 8 15,-1 0-2-15,-2 0 4 0,0 15-3 0,0-1-3 16,-1-1-1-16,-3 3-3 0,1 3 7 16,-5 3 2-16,1 0 7 0,-2 2 1 0,-3 0-11 15,0 1-1-15,0-2-8 0,0 2 4 0,0-4 6 16,0-2 2-16,-12-2 4 0,12 0 8 0,-11-5 18 15,2-3 17-15,9-1 27 0,-8-2 3 0,2-3-1 16,6 0-13-16,0-2-8 0,-6-1-5 0,6 0-15 16,0 0 1-16,0 0-24 0,0 0-14 0,0-13-1 15,0 2-17-15,0-1 16 0,0-6-5 0,11-1 0 16,-2-5 12-16,-3-3-16 0,3-3 11 0,0-4-3 16,2-2-11-16,0-2 13 0,-2 0 15 0,-2-1 1 15,1 1 38-15,-2 1 14 0,-2 4 16 0,-1 5 32 16,-3 2 11-16,0 10 16 0,0 4-11 15,0 3-30-15,0 9-42 0,0 0-46 0,0 0-26 16,-9 0-1-16,9 0-10 0,0 0 0 0,-7 0-5 16,7 11 0-16,0 0 17 0,0 2 5 0,0 2-12 15,0 3-37-15,0 3-65 0,0 0-27 0,0 4-11 16,0 2 11-16,10 2-3 0,3-1-25 0,3-3-29 16,4-2-43-16,3-5-28 0,3 0-36 0,2-2-37 15,4-4-139-15,0-5-152 0,0-1 88 0</inkml:trace>
  <inkml:trace contextRef="#ctx0" brushRef="#br0" timeOffset="21802.32">640 6575 2416 0,'0'-5'27'0,"-10"0"35"0,10 1 46 15,-9 2 52-15,9 2 11 0,-9-2 3 0,2 0-22 16,1 2-46-16,2 0-32 0,1 0-26 0,0 0-8 16,-2 0-12-16,2 0-2 0,-1 10-17 0,-1-1-16 15,1 2 5-15,-3 1-9 0,0 2 7 16,1 3-1-16,-2 3 6 0,2 3 7 0,2 3-14 16,-1 0 6-16,2 1-17 0,1 0 9 0,2 0 8 15,0-4-4-15,0 1 10 0,0-1-8 0,14-1 4 16,-5-4 0-16,2 1 5 0,-4-7-3 0,3 0-3 15,-1-4 1-15,0-1-2 0,-2-4 14 0,2-3-2 16,1 0 17-16,-1 0 9 0,1 0 14 0,1-14 12 16,3-5-13-16,-1-1 3 0,1-4-7 0,0-2 6 15,-4-1-3-15,2-3-2 0,-1 1-14 0,-3-5-9 16,-2 1-9-16,-6 2-12 0,0 0 4 0,0 0-12 16,0 2 10-16,0 2-2 0,-12 0-24 15,1 4-4-15,0 2-21 0,1 1-28 0,-2 5-26 0,1 2-57 16,0 2-76-16,1 2-80 0,-4 3-69 15,2 2-58-15,1 4-143 0,-1 0-75 0,1 0 109 16</inkml:trace>
  <inkml:trace contextRef="#ctx0" brushRef="#br0" timeOffset="22046.03">599 6441 2828 0,'0'-7'30'0,"0"7"46"0,0 0 34 15,0 0 52-15,0 0-9 0,0 0-22 16,0 0-13-16,0 13-37 0,0-1-18 0,0 2-17 0,-7 3-20 15,7 0-11-15,-6 5 0 0,6-1-7 16,0 3 1-16,0 0-7 16,0 3 13-16,0 0-6 0,0 1-11 0,0 2-1 0,0-4-12 0,10 2 16 15,1-2 8-15,0-1 7 0,-1-1-15 0,1-1 0 16,0-5 5-16,-1 0-6 0,2 0 10 0,-3-1-16 16,1-5 10-16,-1-1 0 0,-2 0 1 0,-1-3 10 15,0 1-28-15,-1-4-27 0,-2-1-32 0,-1 1-78 16,1-3-71-16,-3-1-65 0,0-1-64 0,0 0-158 15,0 0-244-15,0 0 92 0</inkml:trace>
  <inkml:trace contextRef="#ctx0" brushRef="#br0" timeOffset="19394.12">-152 6969 3321 0,'-19'-12'48'0,"1"2"36"0,-2 0 19 0,1 3 25 15,4 2-51-15,-1 2-37 0,3 1-27 0,2 2-26 16,5 0 0-16,6 0-1 0,0 0 4 0,0 0 1 15,0 0-6-15,0 15 4 0,0-2-6 0,0 1 6 16,12 3 15-16,3 2-9 0,2 1 7 0,1 5 6 16,4-1-15-16,-1 4 23 0,2-2-15 15,-1-3-7-15,-3-1 4 0,0-3-13 0,-2 0 18 16,-3-4-10-16,-2-3 15 0,-2-5 5 0,-2-3-6 16,-3 1 13-16,-2-5-1 0,0 0 29 0,0 0 12 15,-3 0-3-15,0-15 5 0,0-2-35 0,0-2-10 16,0-4 17-16,0-6-10 0,0-1 1 0,0-4 1 15,0 1-3-15,0-1-4 0,0 5 6 0,0 1 16 16,0 5-30-16,0 4 0 0,0 3-10 0,0 1-21 16,0 6 6-16,0 3 6 0,0 1-16 0,0 1 8 15,7 4 8-15,-7-2-10 0,9 2 10 0,1 0 1 16,-1 0-6-16,1 0 9 0,2 0-1 0,4 13 2 16,-1-3-1-16,2 2 0 0,-2 1 5 15,1-2-2-15,-2 0 1 0,-2 1-10 0,-1-4 12 16,-2-1 4-16,-1 0 2 0,-2-3 59 0,-3-4 55 15,-2 0 108-15,1 0 149 0,-2 0 72 0,0 0-15 16,0 0-109-16,0-13-148 0,0-2-128 0,0-2-43 16,0-3-13-16,-9-1-6 0,9-7 12 0,-10-1-8 15,10-3 5-15,0 2 1 0,-6 0-31 0,6 1-53 16,0-1-95-16,0 4-175 0,0 1-88 0,0 2-39 16,0 1-2-16,13 1 31 0,-1 0-47 15,0 1-43-15,2 1-259 0,1 3 29 0,3 2 159 0</inkml:trace>
  <inkml:trace contextRef="#ctx0" brushRef="#br0" timeOffset="22939.29">-28 8196 3245 0,'-38'27'14'0,"6"-4"23"16,5-5-2-16,4-5-6 0,5-1 44 0,9-3 31 15,3-9 46-15,6 0 39 0,0 0-35 0,26-11-40 16,6-7-19-16,9-9-15 0,12-7-14 0,13-11-14 16,13-12-10-16,16-10-27 0,15-10-4 0,17-11 6 15,14-8-4-15,11-8 4 0,9-6-2 0,6 0-1 16,4 0-10-16,2 4 2 0,-6 4-1 15,-7 11-10-15,-11 7 1 0,-11 10 9 0,-13 13-6 16,-15 8 8-16,-14 10-7 0,-20 8 0 0,-15 9 21 16,-13 5 69-16,-16 7 102 0,-9 8 70 0,-12 1 35 15,-11 5-50-15,0 0-88 0,0 0-69 0,0 0-46 16,0 0-24-16,0 0-14 0,-14 10-1 0,0-2-5 16,1-1 0-16,-1 3 0 0,0-3-37 0,-1 2-69 15,0-1-97-15,1 1-115 0,2-1-40 0,1-2 7 16,1 1 49-16,2-3 14 0,2 1-81 15,0-1-19-15,3 3-43 0,2-3 6 0,-2 4-7 16,-1-3-226-16,4-1 85 0,-3 5 100 0</inkml:trace>
  <inkml:trace contextRef="#ctx0" brushRef="#br0" timeOffset="21378">346 6902 2701 0,'0'0'34'0,"0"0"36"0,0 0 34 0,0 0 35 16,0 0 1-16,0 0-13 0,0 0-10 0,-11 0-12 15,11 0-32-15,0 0-14 0,0 9-26 0,-7-9-22 16,7 0-9-16,0 0-4 0,0 0-2 0,0 0 5 16,0 9-1-16,-5-9-6 0,5 0 7 0,0 0-1 15,0 0 3-15,0 0-5 0,0 0-1 0,0 0-4 16,0 0 5-16,0 0-2 0,0 0 9 0,0 0-9 16,0 0 14-16,0 0 2 15,0 0-6-15,0 0 2 0,0 0-14 0,0-6-1 0,0 6-1 0,0 0 7 16,0 0-5-16,0 0 4 0,0 0 0 15,0 0 6-15,0 0-4 0,0 0-2 0,0 0 7 16,0 0-2-16,0 0 4 0,0 0 6 0,0 0-9 16,0 0-14-16,0 0 8 0,0 0-3 0,0 0-1 15,0 0 8-15,0 0-17 0,0 0-30 0,0 0-76 16,0 0-101-16,0 0-93 0,0 0-70 0,0 0-24 16,0 0-150-16,0 0-39 0,0-10 101 0</inkml:trace>
  <inkml:trace contextRef="#ctx0" brushRef="#br0" timeOffset="19535.78">618 6623 3600 0,'0'11'18'16,"0"-2"31"-16,0-2 40 0,0-3 21 0,-11 2-8 16,11-3-25-16,-12 1-33 0,3-4-25 0,9 0-34 15,-11 0-36-15,11 0-84 0,-7 0-175 0,0 0-154 16,7 0-222-16,-4-15-212 0,4 3 179 0</inkml:trace>
</inkml:ink>
</file>

<file path=ppt/ink/ink24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9:39.065"/>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69 1466 4497 0,'-31'50'-31'0,"7"-7"-37"16,9-7-2-16,15-10 3 0,0-8 43 16,13-18 62-16,13 0 50 0,15 0 38 0,17-35 33 0,13-6 6 15,20-14-14-15,16-11 20 0,17-12 15 16,15-8 3-16,9-9 24 0,12-4-65 0,7-5-67 15,4 1-30-15,6 1-46 0,-4 0-1 0,-3 1 7 16,-8 8-5-16,-7 5-42 0,-9 6-93 0,-17 9-125 16,-12 8-99-16,-20 12-37 0,-16 12 57 0,-19 7 97 15,-15 11 71-15,-15 8 16 0,-15 15-175 0,-17 0-224 16,0 0-430-16,-20 15 45 0,-15 7 213 0</inkml:trace>
</inkml:ink>
</file>

<file path=ppt/ink/ink24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9:49.832"/>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176 1563 2693 0,'-26'0'21'0,"0"-12"47"16,-1 12 45-16,-2-14 46 0,3 6 25 0,-3 2 1 15,4 6-15-15,-1-10-9 0,3 4-23 0,2 6-38 16,3-7-6-16,-1 5-31 0,1 2-8 15,3 0-4-15,3 0-29 0,0 0-4 0,3 0-13 0,2 0-8 16,1 0-1-16,3 0 2 0,3 0-8 16,0 0 4-16,0 0 6 0,0 0-7 0,17 0 29 15,3 0-4-15,6 0-5 0,10 0 12 0,11 0-19 16,14-16-5-16,10 2 8 0,13-3-3 0,10 0-8 16,9-3 1-16,7 0 7 0,0 2-13 0,3 0-7 15,-5 1 0-15,-10 5 2 0,-5 2 6 0,-8 3 8 16,-11 1 8-16,-10 2-8 0,-12 4 0 0,-10 0-6 15,-5 0 3-15,-8 0-13 0,-8 0-1 0,-6 0 20 16,-6 0 0-16,-3 0 11 0,-3 0 0 0,-3 0-7 16,0 0 4-16,0 0-3 0,-10 6 7 15,-7-6-1-15,-1 9-14 0,-6-3 6 0,-8 0-61 16,-11 0 0-16,-15 4-3 0,-11 3-1 0,-12-2 54 16,-10 4 6-16,-9 0 9 0,-7 3 2 0,-5 0 12 15,-3-2 20-15,2-2 2 0,5 0-1 0,8-1-1 16,6-2-12-16,7 0 23 0,10-1 17 0,9-1 9 15,11-5 5-15,10 3-2 0,11-5 19 0,7 2-36 16,8-3-35-16,7 0-29 0,8-1-39 0,6 0 34 16,0 0 0-16,20 0 10 0,6-13-26 0,10 2 10 15,11-1 11-15,14-4-19 0,9-1 29 0,13-2-15 16,8-1 5-16,10-1 5 0,3 2-14 0,4-1-1 16,-1 0 11-16,-3 1-11 0,-3 3-42 15,-10 4-44-15,-8 1-31 0,-11 4 25 0,-12 1 44 16,-11 1 32-16,-10 4 24 0,-11-1-2 0,-10 2 9 15,-6 0 3-15,-6 0 9 0,-6 0-4 0,0 0 12 16,0 0-9-16,0 0 1 0,-18 0-22 0,-6 10-20 16,-8 1-1-16,-12 0-18 0,-9 4 17 0,-11 3 9 15,-14 2 23-15,-11 4 32 0,-5 0 62 0,-4 2 9 16,1-2 43-16,9-1 0 0,6-5-49 0,12-2-11 16,13-2-71-16,13-3-45 0,10-4-14 0,14-3-6 15,20-1 20-15,0-3 25 0,0 0 12 16,19 0-1-16,8 0 6 0,5-17-8 0,10 4-12 15,7-1 8-15,10-1-10 0,5-2 6 0,7-3 0 16,4 3 1-16,4-3-14 0,3-1-10 0,0 0-64 16,-3 1-58-16,-6 1-26 0,-5 1-16 0,-6 3 34 15,-7 2 15-15,-7 2 2 0,-11 2-23 0,-7 2-38 16,-4 3-72-16,-6-2-128 0,-3 2-94 0,-4-2-67 16,-1-1-207-16,-3-2 98 0,2-3 137 0</inkml:trace>
  <inkml:trace contextRef="#ctx0" brushRef="#br0" timeOffset="-1009.3">-2 189 2911 0,'0'-9'21'0,"0"3"11"0,0 6 8 15,0-7-9-15,0 7-15 0,0-4-5 0,0 4 6 16,0 0 36-16,0 0 22 0,0 0 16 0,11 0 8 15,1 0-17-15,3 0-18 0,2-16-16 0,3 6-1 16,6 10-11-16,2-13 1 0,7 5-9 0,3 8-22 16,8-7 7-16,2-2-16 0,10 2 8 15,4 3-4-15,7-3-5 0,4 3 2 0,4 1 2 0,2 3 9 16,3 0-7-16,2 0 9 0,-1 0-19 16,2 0 5-16,0 0 8 0,0 0-8 0,0 0 11 15,-3 0-7-15,-1 0-8 0,-2 0 10 0,-5 0-3 16,-2 0 4-16,-7 0 1 0,-7-12-1 0,-7 12-7 15,-7-8 4-15,-7 8 3 0,-7 0-3 0,-7 0 23 16,-8-10-11-16,-6 10-1 0,-9-6 1 0,0 6-14 16,0-8 4-16,-20 1-4 0,-4 1-9 0,-5-1-1 15,-7 0 5-15,-8 3-1 0,-9 4 2 0,-8 0-2 16,-7 0-4-16,-8 0 2 0,-6 0 34 0,0 11 18 16,-2 0-40-16,1-2 5 0,1 0-28 15,1-1-16-15,4 0 25 0,-1 3 3 0,4 0 8 16,-1 3 19-16,-1-2 31 0,3 6 19 0,4-2 5 15,3 1 0-15,6-3-7 0,6-1-25 0,10-3-6 16,9 0-16-16,10-2-24 0,6-3 5 0,7-1-7 16,6-2-10-16,6-2 17 0,0 2 1 0,0-2-9 15,14 2 16-15,4-2-9 0,6 0-15 0,10 0 28 16,7 0-20-16,12 0 6 0,9 0 13 0,8 0-13 16,9-10 7-16,6 10-8 0,2-13-6 0,1 3-3 15,0 10 9-15,1-9 5 0,-4 9 17 0,-1-8-17 16,-5 8 8-16,-5-4-13 0,-4-2-6 15,-7 6 11-15,-7 0-10 0,-11 0 17 0,-8 0-17 0,-10 0 13 16,-7 0 3-16,-10 0-12 0,-10 0 23 16,0 0-8-16,0 0-15 0,-10 0-12 0,-7 0-51 15,-4 0-46-15,-5 0-72 0,-6 0-109 0,-4 0-73 16,-7 0-71-16,-2 0-26 0,-4 0-99 0,-4 0-81 16,3 13 118-16</inkml:trace>
</inkml:ink>
</file>

<file path=ppt/ink/ink24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39:59.931"/>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55 439 1859 0,'0'-25'34'0,"0"-1"29"0,0 6 40 16,0-1 37-16,0 1-4 0,0 4 3 0,0 0-14 16,-11 7-6-16,11-2-14 0,-10 5-30 15,10 2-28-15,-9 2-37 0,9 2-24 0,0 0-12 16,0 0 5-16,0 0-6 0,0 0 13 0,0 11 5 15,-5 1 5-15,5 4 13 0,-6 3-11 0,6 7 8 0,-5 2-10 16,2 9 2-16,0 1 8 0,3 6-4 16,0 2 5-16,0 1 0 0,0-2-3 0,0-2 16 15,17-4 59-15,-2-2 26 0,2-8 35 0,1-3 27 16,5-7-6-16,1-7 24 0,7-4-9 0,4-8-23 16,9 0-39-16,7-25-56 0,13-10-22 0,10-10-21 15,15-13-20-15,5-7 13 0,7-7-16 0,3-5 14 16,-3-3 1-16,-5 7-14 0,-12 4 18 0,-11 8-16 15,-14 11 1-15,-12 7 10 0,-12 11-21 0,-12 6 1 16,-7 10-15-16,-7 7-22 0,-4 1-30 0,-5 7-83 16,0 1-100-16,0 0-78 0,0 0-29 0,-15 18-4 15,0 6-7-15,-4 3-228 0,-2 4 1 16,-5 9 90-16</inkml:trace>
  <inkml:trace contextRef="#ctx0" brushRef="#br0" timeOffset="-1588.03">25 1901 2051 0,'0'-11'24'15,"0"2"26"-15,0 3 49 0,0-1 25 0,0 2 1 0,0-1 4 16,-11 3-24-16,11-2 11 0,-9 4 5 15,9-2 0-15,-8 3-20 0,8-2-36 0,-4 2-38 16,4 0-42-16,0 0-16 0,0 0-8 0,0 0 6 16,0 0 5-16,0 12 9 0,0 1 9 0,10 1-2 15,4 5 12-15,1 2 8 0,3 7-9 0,4 3 4 16,0 5-1-16,6 5-10 0,-1 4 14 0,0 1 5 16,1 2-11-16,1-1 4 0,-4 3-1 0,1-5-5 15,0-2 5-15,-3-6 3 0,0-4-4 0,1-5 3 16,-1-6 28-16,0-6 74 0,1-7 46 15,3-9 15-15,4 0 6 0,3-23-71 0,7-6-45 16,5-12-24-16,9-8-25 0,4-10-7 0,2-5-7 16,4-6 16-16,-1-1-11 0,0 1 3 0,-5 4 4 15,-5 3-16-15,-6 12-36 0,-7 8-67 0,-10 7-74 16,-5 10-32-16,-3 7 20 0,-9 8 7 0,1 11-2 16,-3 0-37-16,2 0-62 0,-1 18-116 0,3 3-205 15,2 2 76-15</inkml:trace>
  <inkml:trace contextRef="#ctx0" brushRef="#br0" timeOffset="-987.44">1094 3368 2524 0,'6'-16'0'0,"1"4"-2"16,-4 6-12-16,-1 1-8 0,1 5-2 0,-3 0-6 16,2 0 8-16,2 0 13 0,2 0 4 0,-1 14 13 15,4 2 7-15,1 0-12 0,3 2 10 0,2 5 5 16,2 1 4-16,-1 1 15 0,2 3-14 0,-1 1-7 16,1-1-8-16,1-1-6 0,0 0-2 0,-2-3 4 15,1-4 13-15,-1-2 42 0,0-3 38 0,-1-4 41 16,1-4 35-16,0-7-14 0,4 0-22 0,-1-13-37 15,7-7-31-15,0-6-26 0,10-6-15 16,1-12-8-16,9-3-20 0,6-7 1 0,3-2-4 0,5 0-1 16,3-5-6-16,1 6-50 0,-1 4-73 15,-3 4-72-15,-2 8-55 0,-7 6-33 0,-4 8 3 16,-7 5-41-16,-3 9-202 0,-7 11-17 0,-6 0 74 16</inkml:trace>
  <inkml:trace contextRef="#ctx0" brushRef="#br0" timeOffset="-612.09">1906 4583 2648 0,'-19'-16'21'0,"2"7"47"0,-3-2 45 0,3 2 50 16,2 1 35-16,2 0-17 0,2 8-24 0,2-7-50 16,3 7-61-16,1-4-35 0,2 4-38 0,2 0-10 15,-1 0 10-15,2 0-5 0,0 0 19 0,0 0 15 16,0 13-4-16,17 2 6 0,-2 0 1 0,2 2-7 16,2 1-4-16,4 5 24 0,0 5-24 0,4-1 8 15,-4-1 6-15,1 0-28 0,2 2 24 0,-3-7 0 16,-3 0 12-16,-1-3 33 0,-2-5 10 15,0-6 27-15,0-1 10 0,-4-6-3 0,4 0 4 16,0 0-8-16,1-23-26 0,3-4-24 0,3-7-14 16,8-9-24-16,3-5-9 0,5-10-19 0,2-4-52 15,1-5-71-15,1-3-106 0,-5 3-115 0,-5-2-75 16,-1 2-56-16,-7 2-240 0,-6 5 68 0,-5 0 122 16</inkml:trace>
</inkml:ink>
</file>

<file path=ppt/ink/ink24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0:47.517"/>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4669 0 1343 0,'-9'13'17'0,"-2"0"17"0,1 0 20 16,-2 0 3-16,-2 1-9 0,3-5-19 15,-2 4-18-15,0-3-5 0,1 0-6 0,5-1 4 16,-5 2-6-16,4-2 0 0,2 1-4 15,0-1 1-15,3-1 7 0,0 3-1 0,-2-2 10 0,2-1-17 16,-3 1 15-16,2 0 7 0,-3-1-15 0,0 1 19 16,1 0-16-16,0 0-5 0,0 1 0 0,-2-3 7 15,2 1-16-15,0 1 9 0,0 1 4 0,1-1-15 16,-1 0 22-16,0-1-7 0,2 1 2 0,-4 1 1 16,3-1-5-16,1-1-1 0,1 2-3 15,-5-2-12-15,1-1 15 0,2 2-1 0,-1-1 7 0,-2 1 9 16,2-1-11-16,-3-1-1 0,2 3-6 15,-2-1 5-15,-1-1 9 0,3 2-5 0,-1-2 7 16,2-2 8-16,-1 2-17 0,0 0 5 0,1-1-1 16,-1-1-5-16,2 1 9 0,1 1 12 0,-4 0 1 15,2-1 4-15,0 1 0 0,-2-1-5 0,1 1-1 16,2 0-1-16,-4 2-4 0,2-3-7 0,0 2-9 16,0 1 0-16,1-3-6 0,-2-1 7 0,2 3-2 15,0 0-2-15,1-2 3 0,-2-1-7 16,1 1 10-16,0-1-2 0,1 2 2 0,1-2-5 0,-2 0-5 15,-2 2-2-15,3-2 2 0,1 3 1 16,-1-1 5-16,-2 0 0 0,1 1 0 0,0-1 8 16,-1 1-1-16,0-1 4 0,-1 2 7 0,-1 0-1 15,2 1-2-15,-3-2-2 0,3 2-15 0,-1-2-2 16,-1 4-2-16,0 0-2 0,0 0 3 0,-2-1 2 16,2 4 4-16,-3 1 4 0,-2-3-2 0,4 4 2 15,-4-1-11-15,-1 3 3 0,-2 1-3 0,-1 2-5 16,0 1 16-16,3-1-15 0,-5 0 9 0,0 0-4 15,3-2 1-15,1 1 7 0,-3 0 0 0,3 2 15 16,1-2-4-16,1 1 10 0,0 0-3 16,1 1-1-16,-3-1-9 0,4 2 1 0,0-2 2 0,0-1 3 15,0-1-5-15,0 3-1 0,-2-2-10 16,3-3-2-16,1 3 3 0,-1-5-3 0,-1 1 6 16,3-1-9-16,0 0 3 0,0 1 0 0,1-3 1 15,0 2 4-15,-1-1-5 0,0 2-4 0,-2 1 4 16,1-1-5-16,-1 3 7 0,-2-1-2 0,-1 0-1 15,0 3 7-15,-1-1-5 0,0 2 1 0,-3 0-2 16,1 0-1-16,2-1-2 0,-2 2 8 0,-1-2 2 16,0 1-7-16,-1-4 2 0,3 1 0 0,-1 0-7 15,2-1 4-15,-2 0 1 0,2-2-11 0,-2 2 3 16,2-2 7-16,1 2-4 0,-1 0 9 0,1 2-4 16,1-1-1-16,-2 3 1 0,-1-2 1 0,1 2 8 15,2-1-8-15,-4 3 7 0,2 0-14 16,-2 0-3-16,-1 0 7 0,1-2-2 0,-1 4 16 15,-2-2-3-15,0 2 0 0,1 2-10 0,-1-1 0 16,-1 1-1-16,-1 2 4 0,0-2-1 0,0 2 2 16,-2-1 2-16,1 0 0 0,-1 0 10 0,1-2-7 15,2 1 0-15,-2-1-8 0,0 1-8 0,0-3 11 16,2 0-5-16,0-1 4 0,0-1 1 0,1 1-10 16,0 0 7-16,-1-1 2 0,0 2 0 0,-1-4-1 15,1 3-1-15,1 0-3 0,-1 1 2 16,-2-2 5-16,2-2-1 0,0 2-7 0,0-2 3 0,1 0 2 15,0 2-1-15,-1-3 5 0,3-1-1 16,-2 3-8-16,0-1-3 0,0 1 3 0,2 1 2 16,1-3-2-16,-1-1 4 0,3 4 6 0,0-5-1 15,0 1 2-15,1-1 0 0,2 0-3 0,0-1 1 16,0 3 2-16,-4-1 8 0,1 0-5 0,-2 2-5 16,4 1 3-16,-2 1 0 0,-2 1-6 0,0-2 18 15,1 1-10-15,-1 4-5 0,-1-2 5 0,-1 0-10 16,3 1 11-16,-3 0 1 0,0-1-2 0,-1 0 0 15,2 1-4-15,-2 0-3 0,2-4 0 0,0 2-6 16,-1-3 3-16,3 0-2 0,0-1 1 16,1-2-3-16,2 3 2 0,0-4-2 0,3 0 3 15,-2-1 3-15,1 1-5 0,2 0 3 0,0-1-2 16,-3-1 1-16,4 2-1 0,-3-1 2 0,4 1-2 16,-2-1 3-16,-2 1 6 0,3 0-4 0,-2 1 1 15,-1-1-1-15,2 3-6 0,-2-1 3 0,1 2-2 16,-1 0 4-16,1 0-5 0,-4 2 2 0,2-2-1 15,0-1 0-15,-1-1 3 0,0 4 1 0,-1-3 3 16,0 1-3-16,1 0 4 0,-1 1-2 0,-1-1-2 16,1 3-1-16,-1-1 2 0,-2 1-1 0,2 2 4 15,-3 1 4-15,1 1-10 0,-2-1 3 0,-3 2-3 16,2-3 3-16,-1 1 5 0,1 1 0 0,-2-3 1 16,0 1-4-16,0-2-4 0,0-2 2 15,1-1-5-15,0 1-4 0,-2 0 8 16,2-2-10-16,0 1 12 0,-1 0-6 0,1-2 1 0,0 5 1 15,0-6-1-15,1 5 3 0,0-4-5 0,-1 3 5 16,0-2-4-16,-1 0-1 0,3-1 0 0,-1 0 0 16,0-1-1-16,2 0-3 0,0-1 6 0,1-1-4 15,2 0 7-15,0-1 7 0,1 0-4 0,2-5 2 16,1 3-9-16,0-1-2 0,1-3 1 0,1 0 6 16,0 0-4-16,-1-2 6 0,1 2-5 15,2 1-7-15,-2 0 7 0,0-1-5 0,1 4 9 0,0 0-7 16,-1 0 2-16,0 4-4 0,2-2-3 15,-4 2 12-15,0-1-4 0,1 2 10 0,-3-1 15 16,3-1 5-16,-2 1 1 0,0 1-2 0,-2 4-21 16,0-3-6-16,1 4 7 0,-1 0 10 0,0-1 4 15,1 1 13-15,-1-1 1 0,2-2-18 0,0-3-1 16,1-2-18-16,0 2-5 0,1-4-11 0,1-1 12 16,-1 3 2-16,1 1-8 0,0-2 17 0,0 1-12 15,0 2 0-15,0 0 6 0,0 1-6 0,1 1-3 16,2 1 5-16,-1 0-1 0,0-3 9 0,3 2-3 15,-1 1 0-15,2 1-2 0,2 0-10 0,-2 0 8 16,1 1 0-16,1 0 0 0,1 1-2 0,-2 0 9 16,2-4-8-16,0-1-1 0,0 4 9 15,0-6-12-15,0 2 4 0,0 0 3 0,0-4 0 16,0 2 2-16,0-2-1 0,0 3 1 0,11-1-3 16,-4 1 0-16,1-1 9 0,-2 0-1 0,3 3 7 15,-1-2-2-15,1 1-4 0,0 0-4 0,0-1-5 16,0-1 4-16,0 1-4 0,2-3 9 0,-3 0-6 15,2-2 1-15,-1 0-1 0,-1 1-2 0,1-4-4 16,2 0 6-16,-4 0-2 0,2-2-1 0,-1-2 2 16,1 2-1-16,0-5 4 0,0 0-7 0,0-2 3 15,-1 0 0-15,1-2-2 0,0 2 11 0,-1 2-9 16,2-4 0-16,0 0-1 0,0 3-5 0,-1 0 10 16,0 1-4-16,1-2 6 0,-1 0-3 0,1 2-3 15,-1-2 1-15,0 2 2 0,2-1-4 0,0 1 1 16,-1-2 5-16,1 0-5 0,3-1-3 15,-2-1 3-15,0 0-5 0,2 0 5 0,1 0 5 16,0 0-2-16,-1 0-1 0,2 0-2 0,3-9-1 16,-3 9 4-16,3-10-3 0,-1 10-1 0,2-7 1 15,-1 7 0-15,1-10 0 0,1 10-6 0,1-6 6 16,-1 2-5-16,0 4 10 0,0-4-4 0,1 0 2 16,-1-3 6-16,-1 3-12 0,1-4 7 0,-1 2-4 15,1-2 0-15,0 1-2 0,-1 0 4 16,0-1-8-16,-2 1 9 0,0 1 6 0,-1 0-6 0,-2 1 5 15,0 2-11-15,-1-2 1 0,-1 0 2 16,1 4-3-16,0-4 6 0,-1 1-3 0,1-1 3 16,0 1 0-16,-1 0-8 0,0 2 2 0,0 0 0 15,-2-5-3-15,1 4 6 0,-1-1 0 0,2 2 1 16,-2-2-1-16,0-1 3 0,1-3-6 0,0 4 3 16,2-3 6-16,-1 0-4 0,-1 1 7 0,2-1-6 15,0-1-8-15,1 0 5 0,0-1 0 0,-1 2-3 16,2 0 8-16,1-3-10 0,0 2 5 0,-2-4-3 15,2 4 1-15,-2-5-1 0,2 5-4 0,-1-5 7 16,-2 2-5-16,3 2 3 0,-4-2 4 0,3-2-4 16,-1 1 1-16,0 0 6 0,2-1-7 0,-1 1 2 15,0-1 3-15,0 3-5 0,-1-1-1 16,4-1 3-16,-1 2-2 0,-1 1 1 0,-1 0-2 16,3 1 7-16,-1-3-4 0,3 2 0 0,-3 1 8 15,2-1-6-15,3 2 3 0,-2-1-2 0,0 2-1 16,1-3-2-16,0 0 0 0,0 0 0 0,-3 1 3 15,1-3-11-15,0 0 5 0,0 0 1 0,-1 0-6 16,1-1 16-16,-2-2-8 0,2 2 2 0,1 1-4 16,1 0-6-16,-3 0 5 0,0 0 0 0,0 2 6 15,0 3-1-15,-3 0-4 0,4-3 2 0,-3 2 0 16,-1 3 0-16,3-4-3 0,-3 3 3 0,3-3 8 16,-4 3-8-16,1-2 3 0,1 3-3 0,0-1-8 15,0 0 10-15,-1-1 0 0,2 1-4 0,-1 1 5 16,3-1-9-16,1 1 3 0,-1 1 6 15,3-1-8-15,-1 2 13 0,3-2-8 0,-2 2 2 16,2-1-2-16,-2 1-2 0,1-2 7 0,-1 0-8 16,-1 1 11-16,0-2-5 0,0 2-6 0,0-2 8 15,1-3-10-15,0 4 10 0,0-3 1 0,1 0-7 16,2 1 4-16,-2-4-12 0,5 1 6 0,-2 0 2 16,1 0-1-16,0-4 7 0,1 4-2 0,2-1-12 15,-4 0-7-15,0-2-13 0,-4 1-9 0,1 1-7 16,-1-1-3-16,-1 2-18 0,-3-2-25 0,-2 2-30 15,1 0-34-15,-3 2-47 0,-1 1-81 16,0 1-181-16,-5 3-11 0,-3-1 69 0</inkml:trace>
</inkml:ink>
</file>

<file path=ppt/ink/ink24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0:53.460"/>
    </inkml:context>
    <inkml:brush xml:id="br0">
      <inkml:brushProperty name="width" value="0.05833" units="cm"/>
      <inkml:brushProperty name="height" value="0.05833" units="cm"/>
      <inkml:brushProperty name="color" value="#ED1C24"/>
      <inkml:brushProperty name="fitToCurve" value="1"/>
    </inkml:brush>
    <inkml:brush xml:id="br1">
      <inkml:brushProperty name="width" value="0.05833" units="cm"/>
      <inkml:brushProperty name="height" value="0.05833" units="cm"/>
      <inkml:brushProperty name="fitToCurve" value="1"/>
    </inkml:brush>
  </inkml:definitions>
  <inkml:trace contextRef="#ctx0" brushRef="#br0">73 94 1999 0,'-8'-6'17'0,"2"1"27"0,-1-1 24 0,1 1 17 16,-2 1 5-16,3 3 1 0,-1-4-2 0,2 3 11 16,-1 1 3-16,1-1 2 0,1 2-8 0,-2 0-10 15,4 0-17-15,-1 0-24 0,1 0-10 0,-1 0-14 16,2 0-10-16,0 0-11 0,0 0-3 0,0 0-1 16,0 0 0-16,0 0 0 0,0 8 0 0,0-8-10 15,0 0 8-15,0 0 3 0,11 0 12 0,1 7 9 16,3-7 0-16,9 0 10 0,10 2-16 15,8-2 0-15,14 0-5 0,16 0-4 0,11 0 1 16,16 0-5-16,9 0-2 0,9 0 7 0,6 0-2 16,4 0 2-16,2-9 4 0,-1 9-15 0,-3 0 0 15,-5 0 5-15,-7 0-7 0,-5 0 7 0,-8 0 3 16,-8 0-15-16,-13 0 8 0,-10 0-10 0,-11 0-2 16,-9 0 9-16,-10 0-3 0,-11 8 16 0,-7-8 8 15,-7 0 3-15,-5 0-4 0,-9 0-6 0,0 0-13 16,-14 0 2-16,-6 0 3 0,-3 0 7 15,-11 0-4-15,-8 0-4 0,-12 0 2 0,-10 0-6 16,-9 0 7-16,-9 0 12 0,-7 12-11 0,-6-12-4 16,-2 11 17-16,0-11 17 0,3 11 39 0,3-5 31 15,9-6 5-15,9 6-7 0,12-6-34 0,11 5-27 16,12-5-23-16,9 0-19 0,11 4-6 0,6-4 0 16,12 0 12-16,0 0 25 0,0 0 23 0,18 0 27 15,6 0-16-15,8 0-33 0,9 0-8 0,11-9-30 16,9-2 10-16,10 2 12 0,6-3-12 0,7 1 8 15,4 2-10-15,-1-3-4 0,-4 3 3 0,-4 0-7 16,-11 3 12-16,-8-2-2 0,-12 3 12 0,-10 1 11 16,-9-1-7-16,-9 3 14 15,-8 0-4-15,-3-1-9 0,-6 2-8 0,-3 0-24 0,0 1-26 0,0 0-45 16,0 0-94-16,0 0-134 0,0 0-116 16,-12 0-92-16,-2 0-188 0,1 0 8 0,-6 0 140 15</inkml:trace>
  <inkml:trace contextRef="#ctx0" brushRef="#br1" timeOffset="51913.34">2425-220 2177 0,'0'-8'6'0,"0"8"5"15,0-9 3-15,0 9 3 0,0-5 10 0,0 5 24 16,0-6 24-16,0 6 33 0,0-3 10 0,0 3 19 16,0 0 6-16,0-3-7 0,0 2-6 0,0 0-32 15,0-2-35-15,0 3-22 0,0-1-16 0,0 0-4 16,0 1 0-16,0 0 2 0,0 0-1 15,0 0-1-15,0 0 10 0,0 0-3 0,0 0-5 16,0 0-8-16,0 0-7 0,0 0-3 0,0 0 8 16,0 0-6-16,0 0-3 0,0 0 0 0,0 0-1 15,0 0 16-15,0 0 4 0,0 0-7 0,0 0 11 16,0 0-8-16,0 0 0 0,0 0 5 0,0 0-6 16,0 0-1-16,0 0-1 0,0 0 9 0,0 0-20 15,0 0 7-15,0 0-4 0,0 0-7 0,0 0 8 16,0 0-12-16,0 0 9 0,0 0-13 0,0 0 5 15,0 0 15-15,0 0-19 0,0 0 15 16,0 0-8-16,0 0-6 0,0 0 4 0,0 0-8 16,0 0 9-16,0 0-3 0,0 0-2 0,0 0 14 15,0 0-5-15,0 0-3 0,0 0 3 0,0 0-7 16,0 0-1-16,0 0 2 0,0 0-5 0,0 0-8 16,0 0-18-16,0 0-31 0,0 0-38 0,0 0-62 15,0 0-58-15,0 0-56 0,0 0-42 0,0 0-18 16,0 0-49-16,0 0-136 0,0 0-18 0,-13 0 86 15</inkml:trace>
</inkml:ink>
</file>

<file path=ppt/ink/ink25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1:15.973"/>
    </inkml:context>
    <inkml:brush xml:id="br0">
      <inkml:brushProperty name="width" value="0.05833" units="cm"/>
      <inkml:brushProperty name="height" value="0.05833" units="cm"/>
      <inkml:brushProperty name="fitToCurve" value="1"/>
    </inkml:brush>
  </inkml:definitions>
  <inkml:trace contextRef="#ctx0" brushRef="#br0">1347 190 2264 0,'0'-6'2'0,"-12"1"16"15,-2-1 24-15,3 1 19 0,-2 1 10 0,-1 1 3 16,0-2-7-16,-1-1-10 0,0 0 3 0,1 1-8 16,-1-1-2-16,0-1 8 0,-2 0-1 0,1-2 5 15,-1 0 13-15,0 0 1 0,1 0-11 0,-3 1-11 16,0 1-19-16,-1 0-8 0,2 0 14 16,-5-1 28-16,0-1 9 0,-1 2-11 0,-4 1-13 0,1 0-27 15,-6 1-16-15,-1 1 6 0,-2 2-15 0,-2 2 4 16,-3 0-10-16,0 0 7 0,-3 0 9 15,0 0-10-15,1 12 11 0,-1 2-14 0,0-4 12 16,3-2-2-16,0 3 0 0,0 1 5 0,5 0-15 16,2-1 14-16,1 2-3 0,2-1-6 0,4 3 4 15,3 4 2-15,1-1 3 0,0 5-2 0,5 2 6 16,-2 1-15-16,4 6-3 0,2-3 18 0,0 3-9 16,1 3 1-16,3-1 3 0,4 1-9 0,2 1 0 15,4 3 14-15,0 1-15 0,0 1 0 0,0 0-1 16,14 4-3-16,-1-2 10 0,1 0-7 15,-2 2 5-15,0-1-12 0,0-3 7 0,-1 3 2 0,3-6-3 16,2 1 6-16,-1-2-5 0,4-4-3 16,0-4 11-16,3 0-3 0,1-4 1 0,4-3 2 15,0 0-11-15,4-7 4 0,2-2 5 0,0-4-1 16,2-1 6-16,2-4-9 0,1-4 8 0,1 0-7 16,1 0-10-16,2 0 11 0,2-12-20 0,2-4 6 15,4-1 15-15,3-3-1 0,0-4 9 0,5-6 9 16,1 0-18-16,0-7 2 0,-1-1 19 0,-2-8-10 15,-1 3 11-15,-6-7 5 0,-5-2-25 0,-5-2 1 16,-2-4 5-16,-7 2-9 0,-4-5 6 0,-5 5 3 16,-4-4-16-16,-5 4 8 0,-5 4-5 0,-7-1-1 15,0 6 5-15,0 3-9 0,-13 6 8 0,-4 5-17 16,-3 3-26-16,-4 6-41 0,-3 3-56 16,-4 6-69-16,-2 4-89 0,-4 0-74 0,0 7-86 15,-3 0-269-15,5 4 7 0,2 0 116 0</inkml:trace>
  <inkml:trace contextRef="#ctx0" brushRef="#br0" timeOffset="-1017.12">1262-1779 1874 0,'1'-13'23'0,"-1"3"11"0,0-2 15 15,0 2 29-15,0-1-15 0,0 2 7 0,-13-3 3 16,2 1-5-16,0 0 6 0,1-1 8 0,1 1-4 15,-2 0-22-15,-1 0-6 0,1 2-11 0,1-2 12 16,-2 3 9-16,-2-2-14 0,0 2-13 0,1 0-31 16,-1 2 17-16,-1 0 3 0,-2 0-1 0,-3 1 1 15,2 1-20-15,-2 0-2 0,-1 1-1 0,0 0 0 16,-2 3-5-16,-3-3-2 0,2 3 9 16,-2 0-3-16,2 0 2 0,-1 0-2 0,0 0-8 15,-1 0 8-15,1 11-5 0,1-11 9 0,0 11 10 16,-2-1-5-16,2-1 7 0,-2 2 5 0,2-2-2 15,-1 4-1-15,0-1-7 0,0 1-11 0,2 2-5 16,-1-2 2-16,1 3-1 0,2 2 6 0,-2 1 0 16,4 2-2-16,-3-1 13 0,3 2-22 0,0-3 12 15,1 4-1-15,0 0-3 0,0-2 17 0,1 3-14 16,2-4 2-16,1 3-6 0,0-3-2 0,1 3 6 16,2 1 1-16,-1 0 6 0,1-1 30 15,2 2 15-15,-1-3-1 0,2 3-8 0,-1-1-21 0,0-2-21 16,1-2-1-16,2-1 4 0,0-1-9 15,2-2 5-15,-1 1-1 0,2-4 0 0,3 2 2 16,-2-3-3-16,2-1 1 0,0 3 1 0,0-3-4 16,0-1 5-16,0 4 4 15,0-3-9-15,0 1 8 0,11-1-8 0,-3 2 4 0,-1-1 9 0,1 0-1 16,1 0 8-16,0-3 12 0,0 2 20 0,2-2 0 16,2 2 1-16,1-3-11 0,3 1-17 15,0-2-2-15,1-1-6 0,0 4-10 0,3-5 0 0,1 1-2 16,0 0-1-16,3 2 5 0,-1-5-9 15,0 4 5-15,2-3 1 0,1 0 0 0,2-4 6 0,0 5 3 16,1-4-6-16,2-1 7 0,0 0 8 16,2 0 4-16,-2 0 15 0,1-14-1 0,2 1 1 15,-3 0-12-15,1 0-2 0,-1-2-3 0,3 0-11 16,0-2 3-16,3-2-10 0,1-1-1 0,2 0 6 16,0-2-4-16,2 2-4 0,-2-1 7 0,-2 0-8 15,-1-2 11-15,-1 2 20 0,-2 0 2 0,-5 0 8 16,0 1 8-16,-4-5 20 0,-1 2 10 0,-3-3 17 15,-3-2-14-15,-3-2 18 0,-2-2 11 0,-2-3-28 16,-4-2 19-16,-2 0-54 0,-6-3-19 0,0 1-3 16,0-1-15-16,0 2 1 0,-17 2-19 15,0 1 5-15,2 2-13 0,-3 1-67 0,-2 3-52 16,-1 4-49-16,0 3-67 0,-1 0-61 0,1 3-131 16,0 2-172-16,1 4-345 0,2 2 130 0</inkml:trace>
  <inkml:trace contextRef="#ctx0" brushRef="#br0" timeOffset="821.8">2822 171 1858 0,'-13'-6'23'0,"4"0"9"16,-3 0 23-16,3 1 21 0,-2 0 7 0,-1-1 11 16,-1 2-14-16,0-1 10 0,-3-1-5 0,-2 3-2 15,-1-1 13-15,-3-1-2 0,-3 3-12 0,-1-1 0 16,-1 3-5-16,-2 0-16 0,-3 0 3 16,2 0 25-16,-3 0-5 0,-2 14 7 0,-2-5-4 15,1 0-24-15,-2 2-5 0,3-2-22 0,-2 2-9 16,1 0-19-16,3 1-19 0,1-1 17 0,4 2-3 15,-1-2 1-15,4 2 16 0,0 3-12 0,1-4-4 16,3 4-7-16,-2 1 2 0,5 0 9 0,-2 5 3 16,-1 0 6-16,3 3-1 0,1-1-12 0,2 4-6 15,-1-2 7-15,3 5-3 0,2-1 5 0,1 2 6 16,2-4-11-16,3 5-1 0,2 0 7 0,3-1-3 16,0 2 13-16,0 1-11 0,0 0-5 0,14-2 2 15,0 2-11-15,1 0 24 0,0-3-15 0,3 1-5 16,0-3 11-16,2 0-21 0,5-4 11 15,0 0 20-15,6-4-3 0,2-3 6 0,4-4 10 16,2-1-22-16,7-5-8 0,5-4 3 0,5 0-6 16,2-5 7-16,3 0 9 0,0 0-13 0,1-16 3 15,-3 4 5-15,-1-5-16 0,-5 0 17 0,-1-2 9 16,-5-4-7-16,-3-5 19 0,0-2 11 0,-3-5 9 16,-5 0 7-16,-1-6 14 0,-1-1-9 0,-7-2 14 15,-1-3 1-15,-8-2-41 0,-6 2 2 0,-4-4-31 16,-8 1-25-16,0-2 19 0,0 1-15 0,-14 3-17 15,-4 0-9-15,-2 2-6 0,-3 5-42 0,-3 3-20 16,-2 3-19-16,-3 7-58 0,-2 2-59 16,-2 6-98-16,0 1-66 0,-1 7-84 0,1 1-268 15,4 5 93-15,4 1 117 0</inkml:trace>
  <inkml:trace contextRef="#ctx0" brushRef="#br0" timeOffset="1794.88">4427-765 1806 0,'-9'-17'11'0,"0"-1"22"15,-4-1 30-15,4 0 31 0,-1 3 26 0,-4-1 3 16,0 0-14-16,1 1-3 0,-4-1-8 0,0 3 5 15,-2 3 12-15,-1-3 2 0,-3 3-13 0,0 0 1 16,-3 0-6-16,1 3-10 0,-3-2 9 0,1 2-12 16,-2 2-28-16,0 2-3 0,-3 0-21 15,2 4-10-15,-2 0 12 0,2 0-18 0,-2 0 1 0,-2 0-4 16,1 11-1-16,0 1-11 0,1 2-1 16,-2 0 8-16,-2 4-14 0,1 1 12 0,-2 5-3 15,-1 0 1-15,2 3 2 0,0 4 10 0,1-3-17 16,3 2-7-16,1 1 12 0,6 3-22 0,-1 1 27 15,6-2-10-15,2 0-3 0,0 0 19 0,2 0-21 16,4 1 12-16,0 1-4 0,4-3-6 0,1 1 10 16,2-4-18-16,5 4 12 0,0-4-9 0,0 0 1 15,0 2 11-15,9-1-14 0,4-2 23 0,2-2-5 16,0-2 2-16,3 0-1 0,3-3-9 0,1-1-4 16,4-2 8-16,1 0 0 0,3-2 3 0,1-3 5 15,1-5-15-15,2 2 10 0,1-6-13 0,2 1 7 16,-1-4 2-16,1-1-1 0,-1 0 14 0,4 0-4 15,-2-16 5-15,1-1 5 0,2 1-21 16,0-2 13-16,0-6 8 0,0 1 3 0,0-2 22 16,-1-3 0-16,-1-1-6 0,-4-4-1 0,0 0 13 15,-2-3 0-15,-1-3 12 0,-1-1 5 0,-6-4-26 16,1 3-13-16,-1-4-20 0,-4 0 0 0,-3-2 7 16,-4 3-1-16,-1-1-2 0,-2 2-4 15,-5 2-13-15,-3 5 7 0,-3 3-1 0,0 1-19 0,0 3-12 16,-12 6-55-16,0 0-32 0,-2 5-48 0,-3 0-51 15,1 6-76-15,-4-4-120 0,0 3-108 16,1 3-287-16,-3 1 12 0,1 1 157 0</inkml:trace>
  <inkml:trace contextRef="#ctx0" brushRef="#br0" timeOffset="2370.44">4401-2055 2051 0,'-17'-6'23'0,"1"-1"11"0,-4-1 31 0,-3 0 43 16,0 0 7-16,-1 2 2 0,-5-1-15 0,2 0-22 15,-4 0 19-15,1 3-5 0,-3-2-8 0,1 4-4 16,-5 1-37-16,4 1 5 0,-4 0 7 0,0 0 11 16,-1 11-4-16,-2 3 3 0,1 3-2 0,-2 5 2 15,-2 3 0-15,1 4-18 0,1 3-26 16,-2 7-6-16,2 3-12 0,3 3 10 0,3 2 1 0,3 5-21 15,5 2 20-15,3-1-16 0,1 6 17 16,3-3 1-16,2 3-20 0,4-1 25 0,0 0-18 16,2 3 2-16,6-5-1 0,6 0-14 0,0-2 30 15,0-2-29-15,14 0 11 0,4-5-6 0,3 0-20 16,8-4 43-16,5-4-13 0,7-5 6 0,6 0-1 16,4-8-16-16,7-2 29 0,6-8-19 0,3-6 5 15,1-10-3-15,2 0-17 0,1 0 27 0,-1-15 4 16,0-2 29-16,-2-7 5 0,-2-4 14 15,-3-1 21-15,-2-8 5 0,-5 3 18 0,-6-8-9 16,-2 0-14-16,-7-4-20 0,-5-6-29 0,-3-1-6 16,-8-4-19-16,-6-3-10 0,-5-3-9 0,-6-2-1 15,-8 3 15-15,0 1-7 0,0 4-9 0,-20 6-45 16,0 4-65-16,-3 7-44 0,-1 8-20 0,-3 6-47 16,-4 4-43-16,-2 8-77 0,-3 6-110 0,-4 8-94 15,-4 0-273-15,-1 16 130 0</inkml:trace>
</inkml:ink>
</file>

<file path=ppt/ink/ink25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1:26.733"/>
    </inkml:context>
    <inkml:brush xml:id="br0">
      <inkml:brushProperty name="width" value="0.05833" units="cm"/>
      <inkml:brushProperty name="height" value="0.05833" units="cm"/>
      <inkml:brushProperty name="fitToCurve" value="1"/>
    </inkml:brush>
    <inkml:brush xml:id="br1">
      <inkml:brushProperty name="width" value="0.05833" units="cm"/>
      <inkml:brushProperty name="height" value="0.05833" units="cm"/>
      <inkml:brushProperty name="color" value="#ED1C24"/>
      <inkml:brushProperty name="fitToCurve" value="1"/>
    </inkml:brush>
  </inkml:definitions>
  <inkml:trace contextRef="#ctx0" brushRef="#br0">3541-6041 2026 0,'-26'-8'9'0,"2"5"34"0,-5 3 44 0,2 0 26 0,-2 0 13 15,-2 11-12-15,0 3-21 0,0 3-5 16,-2 1-11-16,-2 5 10 0,3 2-19 0,0 3-7 15,0 4 3-15,-1 1-26 0,2 3 2 0,1 4 4 16,4 2-16-16,-1-1-11 0,3 6-9 0,4 3-14 16,3 0 0-16,3 2 16 0,5 2 8 0,5 0 0 15,4 0 9-15,0-1-18 0,0-1-4 0,13-1 12 16,6-1-15-16,0-4 16 0,6 1-11 0,-2-5 1 16,5-2-5-16,3-3-3 0,2-5 18 0,1-2 21 15,-1-9 33-15,2-3 16 0,1-8 11 0,-2-3-7 16,-1-7 14-16,1 0-4 0,1-16 4 15,1-3-8-15,0-7-14 0,-2-4 12 0,-1-6 33 16,1-8 32-16,-2-2 45 0,-2-3-23 0,-1-6-34 16,-8-7-33-16,-3 4-45 0,-1-9-5 0,-9 0-17 15,-8 0-18-15,0 0-23 0,0 0-15 0,-17 4-20 16,-3 5-48-16,-6 7-86 0,-1 5-53 0,-6 9-36 16,-4 4-19-16,-2 8 16 0,-4 9-16 0,-6 8-72 15,-2 8-97-15,-1 0-99 0,-1 17-318 0,-6 5 91 16,0 7 161-16</inkml:trace>
  <inkml:trace contextRef="#ctx0" brushRef="#br0" timeOffset="-1164.93">1902-4984 1737 0,'-6'-2'0'0,"-3"2"22"0,-5 0-7 0,4 0 8 15,-4 0 19-15,-3 0 18 0,-1 0-6 0,0 0 7 16,0 9-5-16,-2-9-10 0,2 11 30 0,0-1-19 16,-1-1-3-16,3-2-32 0,-1 3-5 0,0-1 20 15,2 4-7-15,0 0 8 0,0 1-7 0,0 2-3 16,-1 2 1-16,0 3-10 0,0 1-4 0,3 4-1 16,-2 2 1-16,1 4 8 0,2 5 1 0,0 0-17 15,1 4 1-15,2 0-8 0,3 4-7 0,1 1 17 16,2-3-9-16,3-3 1 0,0 1 2 0,0-3-5 15,12-1 3-15,-1 0 9 0,0-5 4 0,1 0-11 16,1 1 0-16,3-2-3 0,0-3-2 0,0-5 9 16,2 1 0-16,1-6 12 0,3-2 20 0,1-5 14 15,1-2 24-15,5-5-7 0,1-4 4 16,2 0-2-16,4 0-9 0,2-21 14 0,2-3-16 16,-1-5 12-16,2 0 12 0,-1-6 11 0,-2-2 30 15,0-4-17-15,-2-4-10 0,-5-1-14 0,-3 1-16 16,-5-2-4-16,-3 2-16 0,-3-3-19 0,-8 2-3 15,-5 0-3-15,-4 3 4 0,0 0 5 0,0 2-22 16,-19 2 3-16,2 5-10 0,-3 1-8 0,-3 5 13 16,2 2-37-16,-2 7-26 0,1 2-20 0,2 5-58 15,-1 1-16-15,1 3-112 0,3 4-154 0,2-2-92 16,1 3-188-16,5 3-89 0,0 0 175 0</inkml:trace>
  <inkml:trace contextRef="#ctx0" brushRef="#br1" timeOffset="-37255.82">2367-2395 1186 0,'-1'8'63'0,"-3"-2"29"15,1 0 8-15,2-2 6 0,-1-4-55 0,2 4-18 16,0-2 1-16,0-2-3 0,0 0 6 0,0 0-1 15,0 0-4-15,0 0 14 0,-3 0-8 0,3 0-4 16,0 0 1-16,0 0-6 0,0 0-4 0,0-10-12 16,0 1 4-16,0 0-20 0,0-3 9 0,9 1 2 15,-9-6-12-15,14-3 10 0,3-4-16 0,-2-5 15 16,5-4-2-16,3-4-3 0,4-4 5 0,5-4-13 16,3-4 1-16,3-4-4 0,3 0-5 0,1-2-15 15,-2-1 0-15,1-2-1 0,-2 2 3 16,1-3 8-16,-2-1 7 0,-2-1 9 0,1-3-7 15,-1 0 10-15,0-1-1 0,1 1-13 0,-4-5 1 16,5-1-23-16,0-1-4 0,5-2-9 0,-4-2-7 16,5-1 3-16,5-2-4 0,-2-2 8 0,5 0-6 15,1-4 2-15,-3 2-5 0,5 0-41 0,1 0 0 16,0 0 31-16,0 3-8 0,0-3 61 0,4 2 23 16,-1-2-27-16,0 2 23 0,0-2-11 0,2 3-20 15,4-1-63-15,-5 1-76 0,0-1-51 0,3 2 18 16</inkml:trace>
  <inkml:trace contextRef="#ctx0" brushRef="#br0" timeOffset="-500.53">3439-4966 1958 0,'-10'-11'22'0,"-1"1"28"0,2-1 36 16,-5 2 24-16,2 1 2 0,-2-1-1 16,-2 1-23-16,-1 1-3 0,-3 1-6 0,-3 1-13 15,1 3 5-15,-4 2-12 0,-1 0-10 0,-1 0 0 16,-4 17-18-16,2 1 7 0,-5 4-5 0,0 4 3 15,3 7 14-15,-4 5-16 0,2 2-6 0,1 8-13 16,4 4-15-16,3 2 5 0,5 4-2 0,6 0 14 16,4 2-1-16,4-2-12 0,7 4 5 0,0-4-12 15,0 1-9-15,18-3 21 0,2-4-12 0,2-3 7 16,1-3 6-16,4-3-8 0,5-7 7 0,-1-3-3 16,2-4 0-16,4-6 2 0,-1-3 3 0,5-6-1 15,-2-8 6-15,2-6 1 0,2 0 10 0,-3 0 27 16,2-14 10-16,-1-8 5 0,5-2 23 15,-4-6-24-15,-2-5 0 0,1-5 20 0,0-6-16 16,-2-1 34-16,-2-3 6 0,-4-2 10 0,-3-2-16 16,-4-2 4-16,-3-1 21 0,-6-2-31 0,-10 0-10 15,-7-2-31-15,0-2-53 0,0 3 11 0,-16-1-17 16,-6 5 6-16,-4 0-12 0,1 6-58 0,-6 5-43 16,-4 3-61-16,2 9-32 0,-1 2-5 0,-2 5-32 15,3 7-110-15,-2 4-95 0,4 1-155 0,1 6-292 16,-2 2 154-16</inkml:trace>
  <inkml:trace contextRef="#ctx0" brushRef="#br1" timeOffset="-34994.75">4964-2395 788 0,'0'0'80'0,"0"0"51"15,0 0 21-15,0 0 27 0,0 0-54 0,0 0-27 16,0 0 3-16,0 0-10 0,0 0-9 0,0 0-12 15,0 0-14-15,0 0-11 0,0 0-10 0,0 0-4 16,0 0-12-16,0 0-2 0,0 0-8 0,0 0-8 16,0 0-1-16,0 0 7 0,0 0-3 0,0 0-3 15,0 0 13-15,0 0-11 0,0 0-2 0,0 0 5 16,0 0-16-16,0 0-1 0,0 0 8 16,0 0-13-16,0 0-6 0,0 0-23 0,0 0-39 15,0 0-25-15,0 0-29 0,0 0-25 0,0 0-91 16,0 0-113-16,0 0-1 0,0 0 46 0</inkml:trace>
  <inkml:trace contextRef="#ctx0" brushRef="#br1" timeOffset="-36505.57">2732 2934 1556 0,'-7'7'-3'15,"1"2"-10"-15,-3 2-22 0,2 1-32 0,-7 2-41 0,0-2-39 16,-1 6-65-16,-2 0 5 0,1 1 23 16,-6 0 31-16,3-1 81 0,-3 1 20 0,3-4 5 15,-1 0-5-15,0 0-10 0,2-2-1 0,-2 0 16 16</inkml:trace>
  <inkml:trace contextRef="#ctx0" brushRef="#br1" timeOffset="-36092.39">1441 3185 1552 0,'-6'8'8'0,"1"0"6"0,-1-1-1 0,3-2-1 15,-2 0-7-15,2 1-7 0,3 0 5 16,-1-6-4-16,-1 5-1 0,2-5-3 0,0 0 0 16,0 4 1-16,0-4-4 0,11 0 0 0,-11 0 3 15,14 0 2-15,-4 0-5 0,4 0-1 0,1 0-17 16,2 0 0-16,1 0 14 0,2-15-16 0,3 15 15 16,4-15 11-16,0 15-9 0,4-12 17 0,2 12-10 15,2-10-15-15,4 10-3 0,1 0-9 0,2-10 4 16,5 10 9-16,4-9-11 0,3-2-7 0,2 0-43 15,5-1-105-15,1-4-36 0,4-1-36 0,1-3 10 16,1-1 103-16</inkml:trace>
  <inkml:trace contextRef="#ctx0" brushRef="#br0" timeOffset="-7027.3">785 97 1935 0,'-13'-4'3'0,"-2"2"27"0,-3-1 20 16,-3 0 18-16,-1 3-2 0,-3-2-5 0,0-1-13 15,-3 1-8-15,-1-2 5 0,0-1-6 0,0 1 0 16,-3-3 20-16,-3 1 25 0,2-1 3 0,-4 0 19 16,1 0 0-16,-1-1-1 0,2 2 9 15,4 1-16-15,0 2-8 0,7-2-23 0,3 5-21 0,2 0-19 16,7 0-22-16,0 0-14 0,3 17-6 16,0 1 12-16,1 3-4 0,1 4 7 0,-2 4-1 15,1 5 0-15,-1 3-2 0,0 3 7 0,0-1 4 16,0 2-12-16,2-1 2 0,0 0 4 0,-1 0-8 15,2 4 10-15,0-3 5 0,2 3-19 0,-1-1 12 16,0 0-8-16,5 2-3 0,0 0 8 0,0 2-4 16,0-4 6-16,0 2 2 0,14-4-3 0,0-5 5 15,-1-1-9-15,7-5 10 0,0-2-3 0,4-6-1 16,2-5 15-16,4-4-10 0,2-3 9 0,5-7 0 16,-1-3-4-16,2 0 8 0,3-14 5 0,0-7-3 15,0-3 14-15,-1-10-2 0,2-5 12 0,-4-6 12 16,0-7 10-16,-1-8-2 0,-4-2-10 15,-1-4-8-15,-5 1-10 0,-4 1 11 0,-3 3-11 16,-7 5-7-16,-3 2-22 0,-10 4-14 0,0 3 4 16,0 5-1-16,-13 5 11 0,-3 3-11 0,-1 6-16 15,-4 3-25-15,-2 5-38 0,0 6-50 0,-3 6-107 16,1 8-93-16,-4 0-71 0,0 0-89 0,1 15-197 16,1 6 37-16,0 7 109 0</inkml:trace>
  <inkml:trace contextRef="#ctx0" brushRef="#br0" timeOffset="-6453.97">491 1234 1800 0,'-4'-9'27'16,"-1"0"20"-16,1 0 17 0,-2 1 24 0,0 0-4 15,0 1 1-15,-2-3 6 0,0 3-7 0,-1-2-4 16,-1 2-3-16,-1-1 5 0,0 2 3 0,-2-1 4 16,-1 1-12-16,-1 1-18 0,1 1-15 15,-3 0-10-15,2 2-3 0,-3 1-4 0,0 1 10 16,1 0-13-16,0 0 3 0,-2 0-4 0,2 11-14 15,-1 0 6-15,-2 0 1 0,2 2 6 16,-2 2-8-16,0 1-7 0,1 3-7 0,-3-2-7 0,4 2 7 16,0 2-1-16,0 2-5 0,2-2 6 0,0 3-6 15,2 1 3-15,0 0 5 0,2 1-7 0,0 2 2 16,1 0-7-16,2 0 3 0,3 0-1 0,2 2-5 16,1-2 9-16,3 3-1 0,0-3 7 0,0 0 2 15,0 2 9-15,0-1-9 0,13-1-2 0,1 0 6 16,1-2-14-16,3-1 14 0,5-1 0 15,3-2 5-15,0-2-5 0,6-1-4 0,3-5 1 16,0-2-6-16,1-6 9 0,2-3 1 0,0-3 3 16,-3 0-3-16,0 0 10 0,-2-16 10 0,1-3 20 15,-4-3 34-15,-1-4 4 0,-2-5 7 0,-1-3 3 16,-2-7-10-16,-1-4-7 0,-3-1 6 0,-3-1-23 16,-4 0-8-16,-4-1 3 0,-1 0-38 0,-5 0 0 15,-3 1-2-15,0 3-9 0,0 3 6 0,-15 3-8 16,0 2-19-16,-2 5-3 0,-4 5-20 0,-1 5-31 15,-3 8-38-15,-3 4-100 0,-1 9-96 0,-1 0-76 16,0 0-66-16,-4 19-55 0,4 7-227 16,-1 3 105-16,3 0 112 0</inkml:trace>
  <inkml:trace contextRef="#ctx0" brushRef="#br0" timeOffset="1656.88">721-4806 2114 0,'-17'-17'22'0,"-3"1"20"0,1-1 29 0,-7 5 37 0,0-4-11 15,-1 7 7-15,-4-2-17 0,1 0-14 16,-4 4 15-16,3 2-9 0,-1 5 5 0,-2 0-11 15,1 0-21-15,-2 0-9 0,0 18-15 0,-3 0 1 16,0 6-9-16,0 4-14 0,0 7 3 0,-1 4 3 16,-1 6 14-16,5 3 14 0,0 8-1 0,5 2-13 15,3 1-20-15,1 1-5 0,6 1-7 0,2 0-4 16,6-3 3-16,1-2 9 0,5-2 2 0,6-2 0 16,0-3 3-16,0 1-9 0,0-6-1 0,15-2 6 15,0-1-1-15,0-4-2 0,4-2 2 16,0-2-4-16,6-5 7 0,1-5 4 0,2-5 2 0,6-7 11 15,5-3 21-15,1-8 11 0,4 0 12 16,1-23-4-16,3-5-9 0,-1-5 0 0,4-8-9 16,1-7-7-16,-2-10-5 0,0-3-2 0,-1-3 17 15,-2-3 5-15,-3 1 6 0,-5-1-5 0,-2 5 5 16,-5 4 0-16,-7 1 2 0,-3 4 5 0,-6 0-23 16,-6 4-16-16,-10 4-16 0,0-3-10 0,0 3-18 15,-23 1-20-15,-5 3-45 0,0 2-5 0,-7 3 3 16,-5 7-14-16,-2 3-13 0,-2 7-79 0,-5 8-98 15,0 11-57-15,-1 0-57 0,0 0-98 0,-1 22-216 16,-1 7 99-16</inkml:trace>
  <inkml:trace contextRef="#ctx0" brushRef="#br0" timeOffset="926.02">528-7015 1716 0,'-9'0'19'0,"-2"0"19"16,2 0 19-16,0 0 19 0,-3 0 11 0,1 0-11 16,-3-8-11-16,-1 8-18 0,-1-7-9 0,-3 0 32 15,0 1-10-15,-6 0 0 0,0 0-16 0,-1 0-14 16,0 4 18-16,-1-3 8 0,-1 2-3 0,2 3-9 15,-1 0-25-15,4 0-3 0,0 0-8 0,2 11-19 16,-2 3 10-16,-1 3-3 0,3 2 5 0,-3 1-4 16,-1 6 4-16,4 2 9 0,0 4-11 0,1 4 6 15,2 1-17-15,3 6-5 0,1 3 15 16,3 4-2-16,1 3 8 0,1 6 6 0,1 0-15 16,2 5 2-16,1 1 11 0,2-1-12 0,3-3 6 15,0-3 1-15,0-2-7 0,14-6 0 0,-2-2 4 16,3-5 0-16,2-4 1 0,4-2 0 0,4-6 4 15,0-2 0-15,6-4 10 0,2-3 9 0,4-4 15 16,1-1 15-16,1-6 22 0,2-6 44 0,0-5 24 16,0 0 12-16,0-11-15 0,3-11-30 0,3-6-27 15,0-4-21-15,2-12 8 0,1-3-10 0,0-9 2 16,-3-5 3-16,-3-5-6 0,-1 0-6 0,-8-1-10 16,-6-2-12-16,-7 0-9 0,-6 0-6 0,-16-1-16 15,0 2-3-15,0 1-9 0,-17 4 2 16,-4 7-1-16,-5 3 4 0,-6 7-7 0,-2 9-1 15,-2 6-17-15,0 9-34 0,-2 6-38 0,-3 16-57 16,0 0-76-16,0 0-63 0,0 19-61 0,1 7-77 16,1 8-218-16,2 8-24 0,1 8 104 0</inkml:trace>
  <inkml:trace contextRef="#ctx0" brushRef="#br0" timeOffset="4076.22">2197 2667 1459 0,'-3'-9'11'0,"0"1"10"0,-5-1 10 0,1 2 11 0,-2-4-7 15,-1 1 9-15,-2-3 2 0,2-2 0 0,-7 0 14 16,2-1-5-16,-3-3 1 0,-1 4-3 0,1-5-7 16,-3 2 0-16,1-3 18 0,0 2 6 15,2 2 7-15,0 2 1 0,0 0-2 0,-1 2 24 16,4 2 4-16,-1 0-2 0,0 5-11 0,0-1-16 15,-3 1 21-15,3 5 5 0,-4-3-13 0,0 4-9 16,1 0-25-16,-4 0-18 0,0 0 10 16,-1 0 4-16,-1 0 11 15,1 10 8-15,0-10-12 0,1 11-9 0,0-2-31 0,0 2-3 0,2 0-6 0,1 1-8 16,-2 1 2-16,2 4-13 0,2 1 11 0,1 9-3 16,0 1 9-16,2 4-2 0,1 8-5 0,4 2 3 15,-1 4-2-15,5 3-3 0,3 0 2 0,3 2-2 16,0-2 3-16,0-1-5 0,15-3 5 15,3 0-3-15,2-5-11 0,6-6 21 0,1-6-11 16,1-1-8-16,4-6-13 0,1 0-11 0,0-8 7 16,4-4 22-16,-1-5 24 0,1-4-1 0,-1 0 9 15,1 0-16-15,-2-16-1 0,1-7-1 0,0-3-13 16,-1-6 14-16,0-6-5 0,-3-4 3 0,0-4 2 16,0-3-8-16,-5-1 8 0,-1-1 12 0,-2 0-3 15,-4 0 20-15,-2 1 9 0,-1 5-5 0,-6 1-1 16,-2 3-11-16,-8 3-12 0,-1 3 2 15,0 3-11-15,-12 6-14 0,-4-1-12 0,-7 3-4 16,-2 3-3-16,-2 3-16 0,-3 1-12 0,-5 5-41 16,0 3-49-16,3 3-77 0,-1 6-88 0,2 0-67 15,1 0-77-15,3 17-230 0,4-1 71 0,1 3 105 16</inkml:trace>
  <inkml:trace contextRef="#ctx0" brushRef="#br0" timeOffset="2724.34">1791 343 1357 0,'-12'-12'17'0,"5"-5"-1"0,-2 1 7 16,1 2 18-16,0-4 8 0,1 1 24 15,-1 0 3-15,1 0-5 0,-1 1-4 0,-1 2-6 16,3 0 13-16,-3 3 13 0,0 1-10 0,1-2 11 16,-4 4 7-16,1 1 2 0,1 0 6 0,-4 1-18 15,0 1-15-15,1 3-19 0,-3-1-3 16,3 2 12-16,-4 1 0 0,0 0-5 0,2 0 2 0,-5 0 0 16,1 12 2-16,-1 0-2 0,0 3-13 0,-1 2-14 15,0 4-11-15,-2 5 7 0,2 4-3 16,1 6-5-16,-3 5-4 0,5 5-7 0,0 4 4 0,6 1-8 15,1 0 3-15,5 0 1 0,6-2-20 16,0-1 14-16,13-4-10 0,3-4-3 0,5-2 19 16,5-3-15-16,4-4 9 0,7-5 5 0,4-5-1 15,1-5 10-15,5-5-4 0,-1-11-1 0,4 0 3 16,1 0-7-16,3-18 5 0,-3-5 9 0,1-4-10 16,-2-7 4-16,0-3-4 0,-4-4-14 0,-1-4 7 15,-5-7 27-15,-4 2 20 0,-1-6 43 0,-8 0 22 16,-2 2 13-16,-7 0 0 0,-7 2-30 0,-11 4-20 15,0 2-36-15,0 1-21 0,-19 5-8 0,-2 4-3 16,-3 1 12-16,-7 4-7 0,1 3-12 0,-3 2-1 16,-4 6-17-16,1 1 7 0,-1 6-19 0,1 7-13 15,-1 6-47-15,3 0-46 0,-3 0-53 16,4 16-85-16,-1 5-51 0,4 2-55 0,4 7-42 16,-1 5-202-16,5 1-35 0,6 4 101 0</inkml:trace>
  <inkml:trace contextRef="#ctx0" brushRef="#br0" timeOffset="3403.25">2019 1264 2051 0,'-15'-7'23'16,"-2"2"22"-16,-2-2 40 0,-1 2 19 0,-1 1 3 16,-2 2 11-16,0 0-12 0,-1 0-3 0,-1 2-6 15,4 0-17-15,-5 0-7 0,4 0-7 0,-1 10-14 16,0 2-5-16,3 0-23 0,-1 4-9 0,-2 2 1 15,4 2-5-15,-1 7 19 0,2 3 8 0,-2 5 8 16,3 1-7-16,2 4-13 0,-2 2-7 0,5 1-21 16,1-2 3-16,2 0-3 0,5-2-3 0,1 1 7 15,3-3 0-15,0-2-4 0,0-4 6 16,10 0-3-16,3-4-5 0,0 0 3 0,4-6-1 16,3 0 0-16,1-2 2 0,3-1 10 0,4-1-6 15,0-2 5-15,6-2-3 0,-1-4-1 0,4-2 2 16,2-7-2-16,1 0 7 0,2 0-4 0,-1-16 2 15,2-1 2-15,-2-2 2 0,0-5-6 0,-2-4-2 16,-1-2 2-16,-3-3 1 0,0-4-8 0,-3 1 7 16,-2-6 16-16,-2-3 13 0,-4 4 27 0,-4-2 21 15,-5 3 0-15,-2 2-15 0,-8-3-9 0,-5 0-11 16,0 3-12-16,0-3-5 0,-18 2 0 0,-2-1-17 16,-6 1-6-16,-1 0 10 0,-2 5-18 0,-7 2 2 15,1 4-11-15,-2 3-16 0,1 6-7 0,-1 4-40 16,2 8-47-16,-1 7-85 0,1 0-100 15,0 13-73-15,2 9-64 0,1 7-125 0,0 4-148 16,3 5 113-16</inkml:trace>
</inkml:ink>
</file>

<file path=ppt/ink/ink25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1:34.231"/>
    </inkml:context>
    <inkml:brush xml:id="br0">
      <inkml:brushProperty name="width" value="0.05833" units="cm"/>
      <inkml:brushProperty name="height" value="0.05833" units="cm"/>
      <inkml:brushProperty name="fitToCurve" value="1"/>
    </inkml:brush>
  </inkml:definitions>
  <inkml:trace contextRef="#ctx0" brushRef="#br0">0 424 3186 0,'6'0'28'0,"0"0"18"0,2 0 5 15,-2-10 18-15,-2-4-11 0,2-3-7 0,0-1 2 16,8-4-5-16,-2-4-21 0,5-3-12 0,4-6-10 16,5 0-16-16,-3 1 7 0,3 1 6 0,1 0 9 15,-4 4 1-15,-1 4-10 0,0 3-2 0,-4 4-10 16,-4 8 3-16,-5 3 2 0,1 1-14 0,-7 4-4 16,2 2-30-16,-4 0-36 0,1 0-55 0,-2 0-82 15,0 15-67-15,0-2-93 0,0 2-251 16,0 3-18-16,-11 1 94 0</inkml:trace>
  <inkml:trace contextRef="#ctx0" brushRef="#br0" timeOffset="-213.18">177 162 3064 0,'-31'16'-12'15,"-6"1"9"-15,-4-1-2 0,0-1 3 0,2 0 11 16,-2-4-27-16,4 1-34 0,8 0-61 15,4-5-81-15,8 0-67 0,6-2-28 0,4 0-61 0,7-5-169 16,0 1 34-16,0-1 65 0</inkml:trace>
  <inkml:trace contextRef="#ctx0" brushRef="#br0" timeOffset="-424.11">-208 478 1862 0,'-6'-13'14'15,"-2"3"8"-15,-1-1 18 0,-5 2 19 0,-1 3-4 16,-2-1-9-16,-4 2-4 0,-2-1-21 0,-6 3 4 16,2 0 8-16,-3 3 12 0,4 0 14 0,-6 0-5 15,2 0 9-15,2 0-12 0,0 0 2 0,0 11 2 16,2-11-7-16,1 9 11 0,2 1-8 0,0 2-3 16,3 0 8-16,0 5-15 0,1 2 8 0,2 8 7 15,0 5-15-15,1 5 14 0,-1 8 0 16,0 3-13-16,1 9-1 0,-1 0-9 0,2 6-21 15,1 0-5-15,3 2-6 0,-1-3-12 0,5 2-3 16,4-6 2-16,-1 0 10 0,4-4 4 0,0-2 6 16,0-10-6-16,17-2-5 0,0-8 0 0,1-4-1 15,2-4 9-15,4-9 1 0,-1-6 12 0,4-9-14 16,5 0 8-16,-1-14 5 0,3-9-15 0,3-7 25 16,4-11-5-16,1-9 16 0,1-9 22 0,1-5 21 15,-1-5 2-15,-1-5 1 0,-5-2 5 0,-4 3-7 16,-4 4 3-16,-5 0-7 0,-6 5-24 15,-4 5-8-15,-8 6-10 0,-6 5-3 0,0 5-9 16,0 3-11-16,0 3-8 0,-12 5-5 0,1 3 4 16,-4 4 8-16,0 3-30 0,-2 3-48 0,2 3-85 15,-5 4-172-15,4 3-183 0,-1 2-390 0,-3 7-9 16,3 0 164-16</inkml:trace>
  <inkml:trace contextRef="#ctx0" brushRef="#br0" timeOffset="3017.32">-723 1122 1755 0,'0'-6'24'0,"3"6"18"0,-3 0 20 0,0-8 20 16,0 8-16-16,0 0 2 0,0 0-5 0,0 0 3 15,0 0 10-15,0 0 10 0,0 0 4 0,0 0-11 16,0 0 5-16,0 0-20 0,0 0-8 0,0 0-5 16,0 0-20-16,0 0-5 0,0 0-5 0,0 0-2 15,0 0 14-15,0 0 4 0,0 0 9 0,0 0 8 16,0 8-8-16,0-8 5 0,0 0-10 15,0 4-3-15,0-4-5 0,0 0-14 0,0 0 8 16,0 0-13-16,0 0-2 0,0 0 2 0,0 0-4 16,0 0-2-16,0 0-3 0,0 0 8 0,0 0-9 15,0 0 8-15,0 0 17 0,0 0-13 0,0 0 5 16,0 0-6-16,0 0-12 0,0 0 2 0,0 0-3 16,0 0-2-16,0 0-8 0,0 0 2 0,0 0-22 15,0 0-63-15,0 0-75 0,0 0-94 0,0 0-81 16,0 0-82-16,0 0 73 0,0 0-15 0,0 0-145 15,0 0 145-15</inkml:trace>
  <inkml:trace contextRef="#ctx0" brushRef="#br0" timeOffset="-1424.38">-242 2507 2391 0,'-16'-15'9'0,"3"3"4"16,-3 3 3-16,2 1-4 0,-6 1-5 0,1-2-1 16,-1 1 2-16,0-3 24 0,3 0 7 0,-2 0 14 15,-4 0 33-15,3 1 4 0,-3-1 7 0,2 0 14 16,0 2-18-16,0 1 15 0,1 2 6 16,0 3-31-16,0 3-19 0,1 0-36 0,-1 0-21 0,0 0 3 15,0 20 5-15,1 3 13 0,2 3 7 16,-3 8 7-16,0 6 1 0,4 7-10 0,-4 4 5 0,3 4-8 15,4 4-6-15,4 1-4 0,-2 0-18 16,6-1-1-16,5-3-6 0,0-2-7 0,0-6 10 16,16-4 1-16,-3-5 9 0,7-3 4 0,3-5-6 15,1-7-5-15,5-2-1 0,0-4-3 0,1-6-5 16,3-6 14-16,-1-6-7 0,2 0 8 0,-5-12-2 16,1-6 7-16,-3-6 12 0,2-6 11 0,-1-6 15 15,-3-5-7-15,-2-9 0 0,0-2-5 16,-3-6-4-16,-1 2-5 0,-2-2-10 0,-3 4 9 0,-4-1-5 15,-4 4-7-15,-6 3 16 0,0 7-26 16,0 3 2-16,-13 1-6 0,-5 5-16 0,-1 2-28 16,0 3-40-16,-4 1-31 0,-3 5-89 0,0 1-86 15,-1 0-82-15,1 3-78 0,-4 0-137 0,2 1-143 16,0 4 114-16</inkml:trace>
  <inkml:trace contextRef="#ctx0" brushRef="#br0" timeOffset="-1976.18">-394 2023 1149 0,'-6'3'15'0,"6"0"18"0,-7-3-19 0,7 4 12 16,0-4-10-16,-5 5-29 0,5 0 21 0,0-1-13 15,0 5 1-15,0-1 19 0,0 1-23 0,0 2-15 16,0 3-38-16,0-2-63 0,0 3-70 15,9 0-19-15,-9 2-9 0,8-3 23 0,-8 1 93 0</inkml:trace>
  <inkml:trace contextRef="#ctx0" brushRef="#br0" timeOffset="-2484.02">-3275 3061 1345 0,'7'0'16'0,"-3"-11"23"0,1 3 5 0,-1-1 14 16,-1-2-8-16,0 3-8 0,-1-2 1 0,-1-2-12 15,-1 1-11-15,0-2-8 0,2 0 0 0,-2 2 12 16,0-1 21-16,0-1 7 0,0-3 6 0,0 4 7 16,0 0-2-16,-14 0 15 15,2-1 2-15,-2 2-7 0,-1 2 17 0,-2 1-28 0,-1-3-9 16,-2 5 9-16,-5-1-27 0,0 2 7 0,-2 1 18 16,0 3-6-16,-4 0 12 0,2 1-2 0,1 0-10 15,-1 0-6-15,3 0-1 0,2 10 7 0,-1-10-8 16,4 14-3-16,1-3-14 0,1-2 4 0,-1 3-10 15,5 1-8-15,-4 0-3 0,3 3-9 0,1 3-1 16,1 7 22-16,0 4 14 0,1 7 15 0,0 4 27 16,3 6-11-16,2 9-27 0,2 1-15 0,0 3-25 15,5 2-20-15,1-3 14 0,0 0 0 0,0-4 4 16,0-3 5-16,12-7 6 0,0-4-15 0,0-1 2 16,2-4 0-16,-1-3-6 0,1-7 8 0,1 0 0 15,0-6-2-15,1-6 4 0,0 0 7 0,2-6-9 16,2-8 17-16,3 0-13 0,1 0 0 15,4-22 11-15,4-2-3 0,1-12 18 0,2-6-10 16,1-12 2-16,2-8-13 0,-1-7-11 0,-1-7 13 16,-1 1 1-16,-5-4 26 0,-2 5 11 0,-5 1 9 15,-5 8 9-15,-6 3-25 0,-6 6 6 0,-6 5-17 16,0 4-11-16,0 5-11 0,-18 5-7 0,1 3 14 16,-1 1-7-16,0 8 9 0,-2 3-21 0,2 7-44 15,-2 1-42-15,-1 10-56 0,1 4-128 0,-3 0-92 16,0 0-62-16,4 20-67 0,-3 0-198 15,4 5 66-15,0-1 106 0</inkml:trace>
</inkml:ink>
</file>

<file path=ppt/ink/ink25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1:40.433"/>
    </inkml:context>
    <inkml:brush xml:id="br0">
      <inkml:brushProperty name="width" value="0.05833" units="cm"/>
      <inkml:brushProperty name="height" value="0.05833" units="cm"/>
      <inkml:brushProperty name="fitToCurve" value="1"/>
    </inkml:brush>
  </inkml:definitions>
  <inkml:trace contextRef="#ctx0" brushRef="#br0">876 113 2100 0,'-10'-8'25'0,"10"1"19"0,-14-3 19 0,2 3 22 16,3-2 2-16,0 2 15 0,0-4 5 0,0 1-2 16,-2 0-3-16,0 2-4 0,-1 0 0 0,-2 0-2 15,-1 2-16-15,-3 2-10 0,-5 3 3 0,-3 1 16 16,-1 0 12-16,-6 0 3 0,-4 0-3 0,-4 13-19 16,-1 2-17-16,-4-1-14 0,-1 8-6 0,-3 1-10 15,3 2 6-15,-2 6-3 0,2 5-10 0,3 1-6 16,2 4-2-16,8 3-6 0,2 4-10 15,7 1 1-15,6 4 2 0,7-1-4 0,12 1 1 16,0 0-1-16,0-1-4 0,15-2 4 0,7 1-4 16,2-6 3-16,5-3-35 0,7-6 4 0,4-3 7 15,5-6-10-15,4-5 43 0,1-11-6 0,5-11-16 16,1 0 17-16,3-11-14 0,0-13 9 0,2-5 13 16,-3-5-5-16,-1-6-10 0,-2-5 16 0,-5-2-3 15,-1-4 11-15,-4-2 55 0,-5 1 18 0,-5 1 35 16,-6 3 56-16,-7 1-83 0,-2-1-56 0,-6-1-34 15,-8-1-74-15,-6 4 16 0,0-2-1 0,0 5-34 16,-18-1-27-16,-4 5-8 0,-5 6-17 0,-6 10 6 16,-7 8-1-16,-7 15-27 0,-6 0-50 0,-8 0-139 15,-6 20-126-15,-4 4-202 0,-3 6-138 0,-5 4 167 16</inkml:trace>
  <inkml:trace contextRef="#ctx0" brushRef="#br0" timeOffset="-626.3">-780-21 2609 0,'-22'-21'17'16,"-4"3"27"-16,-2 0 53 0,-4 3 32 0,0 1 17 15,-2 3-3-15,-1 3-23 0,2 3-19 0,-2 5 3 16,2 0-11-16,1 0-26 0,-2 13-10 0,1 4-36 16,-2 6-11-16,2 4-1 0,-1 5 1 0,4 5-7 15,1 4 12-15,3 4-4 0,2 5-13 0,4 3 5 16,3 1-25-16,5-1 9 0,5-2 14 15,4 4-2-15,3-2 18 0,0 3 0 0,0-2-3 16,18-1-9-16,2-1-9 0,-1 1-4 0,4-2-11 16,1-6 21-16,1-4 1 0,2-6-5 0,2-6 11 15,4-4-5-15,1-8 3 0,2-6 17 0,2-11-11 16,3 0 3-16,5 0 8 0,1-25-3 0,0-4 13 16,3-10 12-16,6-6 3 0,2-8 3 0,0-7 12 15,-1-3 5-15,-2-2-16 0,-2-2 6 16,-3-2-3-16,-7 2-17 0,-7 0 3 0,-8 7-22 0,-10-1-16 15,-6 5-5-15,-12 2-7 0,0 7 3 16,0 3-2-16,-21 7 1 0,-4 5-44 0,-3 8-31 16,-4 7-45-16,-5 8-59 0,-2 9-39 0,-4 0-88 15,-2 0-82-15,1 17-93 0,1 3-309 0,7 4 71 16,2 2 126-16</inkml:trace>
  <inkml:trace contextRef="#ctx0" brushRef="#br0" timeOffset="796.28">-1060 1241 1457 0,'2'-11'24'0,"-2"0"19"15,0 3 19-15,0-1 20 0,0 1 3 0,0-2-3 16,0 2 6-16,0-1 5 0,-9 3-16 0,9-2 1 16,-11 1 3-16,2 3-9 0,9-1-1 0,-11 2-6 15,4 0-11-15,-3 1-8 0,3 1 7 16,1-1 0-16,-2 2 1 0,1 0 10 0,-1 0 8 0,-1 0 17 16,-2 0 23-16,-1 11 6 0,0 0 10 15,-3 2-9-15,-2 2-16 0,-3 3-8 16,1 1-11-16,-3 3-16 0,1 1-18 0,0 2-17 0,1 1-26 15,2 1 2-15,1-1-5 0,3 0-5 0,4 2 1 16,2-2-12-16,4 2 10 0,2 4 18 0,2 4 8 16,0 4 6-16,0 4-12 0,12 1-20 0,0-2-4 15,5 0-1-15,3 0-1 0,1-6 6 0,5-7-17 16,3-4-13-16,1-6 20 0,4-8 4 0,-1-3 15 16,0-5 7-16,1-4-14 0,2 0 1 0,-4 0 2 15,3-19 23-15,0 1 11 0,-2-3 13 0,2-3 14 16,0 0 11-16,-1-1 16 0,-1-8 21 15,-2 3 65-15,-3-2 97 0,-3 0 13 0,-3-4-34 16,0-1-80-16,-3-6-118 0,0-6-34 0,-3 0 7 16,-2-3-1-16,1-5 0 0,-4-1-10 0,-4 1 28 15,-2 6 58-15,-5 1 6 0,0 9 1 0,0 5-81 16,-20 3-149-16,-4 5-172 0,-2 5-94 0,-7 5-35 16,-8 2 42-16,-6 8 103 0,-10-1-3 0,-3 9-139 15,-6 0-99-15,-5 0-91 0,-5 17-258 0,2 1 218 16</inkml:trace>
  <inkml:trace contextRef="#ctx0" brushRef="#br0" timeOffset="1328.58">-1988 314 2566 0,'-12'0'-6'0,"-5"0"1"0,-2 0 29 0,-4 0 40 16,-3 12 52-16,-1-3 23 0,-5 4 6 0,-2-1 6 15,-2 2-10-15,1 0 16 0,-1 3-12 0,-1 0-31 16,1 2-44-16,-1 2-33 0,1-1-7 0,-2 7-7 16,1 1 14-16,-1 1-4 0,3-1-6 0,2 1-13 15,0 2-4-15,2-3-5 0,7 0 0 0,1-1 6 16,3-3-1-16,5 1 3 0,5 0-10 0,2-2-10 16,3-1 5-16,2 0 2 0,3-1 4 0,0-3 1 15,0 3 2-15,17-3-1 0,1-1-6 0,5-1 13 16,4 1-6-16,5-4-2 0,9-1 16 15,6-3-6-15,2-7 1 0,7-2-3 0,2 0 2 16,4-15 3-16,2-5 27 0,0-6 9 0,1-6 4 16,-3-4 19-16,1-5 8 0,-6 0 44 0,-4-3 110 15,-5 1 117-15,-9 1 46 0,-6 1-38 0,-5-1-124 16,-5-2-125-16,-8 1-12 0,-2 0 35 0,-3 2-3 16,-6 0 51-16,-4-1-27 0,0 4-82 0,0 3-276 15,0-1-83-15,-20 1-73 0,-1 0-33 16,-3 0 189-16,-4 1-151 0,-3 3-79 0,-4 2-35 0,-5 4-43 15,1 6-31-15,-1 9-77 0,1 3-306 16,-2 7 96-16,7 0 197 0</inkml:trace>
  <inkml:trace contextRef="#ctx0" brushRef="#br0" timeOffset="-1854.41">-2191-887 1809 0,'-14'-16'17'0,"-1"2"8"0,-2-3 15 16,-3 3 19-16,1 1 5 0,-3-2 3 16,0 0 10-16,0 1-9 0,0-1-12 0,0 2 4 15,-1-1-6-15,2 0 2 0,-2 2 10 0,2 3-9 16,-3 0-8-16,0 2-7 0,-1 6-1 0,1 1 17 16,-3 0 19-16,1 0-2 0,0 12-21 0,0 1-25 15,-1 2-30-15,1 5-8 0,-1 5 5 0,1 3 8 16,0 7 17-16,0 6 37 0,0 6 24 0,2 4-1 15,1 5-12-15,4 1-31 0,2 4-31 0,3 1-5 16,4-3-5-16,5-2-10 0,5-5 9 0,0-3 4 16,0-2 1-16,17-3 9 0,-1-4-3 15,4-3-3-15,0-1-6 0,0-6 1 0,1 0-1 0,2-6-1 16,0-4 10-16,2-5-1 0,1-4 13 16,3-11 0-16,3 0 16 0,1 0 31 0,8-26 11 15,6-5 17-15,7-7-17 0,2-10-9 0,8-6-11 16,1-5-10-16,2-5 15 0,-1-1-8 0,-2-1-7 15,-6 0 17-15,-6 3-10 0,-8 4-10 0,-9 4-11 16,-11 4-25-16,-10 0-11 0,-14 6 6 0,0 4-2 16,0 4 5-16,-23 5-8 0,-5 4-30 0,-5 6-11 15,-5 4-32-15,-3 8-29 0,-3 3-45 0,-2 7-76 16,1 0-94-16,1 13-90 0,3 1-46 0,4 1-135 16,7 4-89-16,7-1 126 0</inkml:trace>
  <inkml:trace contextRef="#ctx0" brushRef="#br0" timeOffset="-1274.17">-825-1024 2198 0,'0'-10'41'0,"0"-1"38"0,-12 3 22 0,-1 0 43 16,-6 2-7-16,0 0 6 0,-6 4 21 0,-5-2 22 16,-2 4 19-16,-4 0-30 0,-2 0-36 0,-3 0-30 15,0 14-31 1,0-2-4-16,-2 4-4 0,1 2-43 0,-1 5-18 0,-1 8-12 0,-1 3-9 16,2 5 9-16,0 4-8 0,4 2 3 0,3 2 8 15,5-1 1-15,8-2 9 0,7-3-10 0,16 3-8 16,0-1 7-16,0 2-11 0,13-4 9 0,6 0 1 15,5-2-10-15,6-2 11 0,4-3-5 0,7-8 3 16,3-4 6-16,4-7-10 0,7-5 11 0,0-10 3 16,4 0-10-16,0 0 4 0,2-22-2 0,-2-5-3 15,-3-1 11-15,0-7 8 0,-4 0 10 0,-2-3 1 16,-6-1 22-16,-4 1 11 0,-4-2 20 0,-4-2 129 16,-5 3 133-16,-7 3-78 0,-3-3-91 15,-6-4-157-15,-5-2-168 0,-6-5 67 0,0 3 61 0,0 1 4 16,-17-1-50-16,-1 3-41 0,-4 2-57 15,-3 9-29-15,-7 5 22 0,-5 6-10 0,-4 9-19 16,-3 6-49-16,-3 7-75 0,0 0-76 0,-2 0-92 16,2 15-254-16,8 3 83 0,1 1 120 0</inkml:trace>
</inkml:ink>
</file>

<file path=ppt/ink/ink25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2:05.649"/>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4599 816 1692 0,'0'-13'11'0,"0"2"7"0,-12-2 9 0,12 0 15 15,-14 2 3-15,2-1 3 0,0-3 4 0,0 2 5 16,0-2 3-16,1 1-6 0,-1-3-2 0,-2 0-5 15,0-3-14-15,4 0 7 0,-4-1-11 0,2 0-7 16,0-2 5-16,0 1-7 0,-2 0 11 0,0-2-9 16,1 0 13-16,-1 2 11 0,-1 1-2 0,0-1 2 15,-2 2-11-15,-3-1-14 0,0 0-5 16,-1 3-1-16,0-1-5 0,-2 1-2 0,-3 2-4 16,0-1-1-16,-1 2-2 0,-2 1-2 0,-1 0 1 15,0 2-4-15,-2-1-1 0,-3 1 3 0,0 1-5 16,0 1 4-16,-3 1 3 0,-2-1-5 0,-2 3 6 15,-1-1 1-15,-2 1 0 0,-1-1-2 0,-1 2-2 16,-1 0-2-16,-1 0-2 0,-1-1 5 0,1-1 1 16,1 2 0-16,-2-1-2 0,1 0-4 0,-3-1 1 15,1 2 3-15,-4 2 1 0,0-2 3 0,-1 3 0 16,-3 1-3-16,0-1 3 0,-2 3-8 0,0 0 5 16,3 0-1-16,2 0-3 0,2 0 5 15,2 0-4-15,2 0 6 0,3 0-4 0,4 0 7 0,1 0-5 16,-1 0-3-16,4 0 4 0,-1 8 0 15,2-8-2-15,-1 9-4 0,-1-4 5 0,-1-1-4 16,2 2 6-16,-1 0 3 0,-1-2-5 0,2 2-2 16,-2-2 1-16,1 1-3 0,-1 0-4 0,0 0 3 15,0 0-2-15,0 2 4 0,-1-2 4 0,1 0 0 16,-2 2-2-16,-1 2-4 0,0 0-1 0,3 1 1 16,-3 0 4-16,2 3 0 0,-1 1-2 0,2-4 1 15,2 5-4-15,1-2 4 0,1 0 11 0,1 0-4 16,4-3 8-16,3 1-4 0,0 1-9 0,2 1 0 15,-1-3-4-15,1 4 4 0,0-1 2 16,-2 2 0-16,-1 2-2 0,-2 0 1 0,-2 2-3 16,1 0 1-16,-2 2-1 0,-2 1 3 0,1 0 0 15,0 2 4-15,-1 0 0 0,-1-2 5 0,3 2 10 16,-3 2-1-16,3 0-1 0,-1-1-6 0,-1 3-1 16,6-2-5-16,-3 2-5 0,4 0 7 0,-1 2-5 15,4 1 6-15,0 1 5 0,4-1 10 0,0-1 6 16,5 4-9-16,3 1-3 0,1 1-14 0,2-1 11 15,1 0 32-15,2 4 5 0,3 2-3 0,2-1-23 16,-3 0-18-16,4 1-5 0,0-1 2 0,3 2 2 16,0-2-11-16,0 0 10 0,0-3 1 0,0 4 19 15,0-2 9-15,9 0-5 0,-9 2-7 16,10 0-14-16,-3 0 4 0,1 0 1 0,-1 2 6 16,-1 3 2-16,5-3-1 0,1 4-9 0,0-1 5 15,4 0-9-15,-3 2-13 0,4-1 6 0,0-1-3 16,-1 0 2-16,3 0 8 0,-4-1-4 0,3-2-5 15,-3 2 5-15,3-2-2 0,-1 1 5 0,3-1 2 16,-2-2-7-16,2-3-1 0,1 3-1 0,0-3-3 16,1 0 4-16,-1-2 0 0,2-1-6 0,-4-2 2 15,3 0 1-15,-1-3 9 0,0 0 35 0,0 1 31 16,1-3 7-16,0-2-4 0,1 3-31 0,0-2-14 16,0 1 1-16,3-4-16 0,-1 2 10 0,1-1-12 15,3 2-4-15,1-6 17 0,1 3-25 0,1-3 5 16,3 2 0-16,0 1-8 0,3 1 13 15,1-2-9-15,2-1-2 0,0 0-5 0,-1-1 0 16,-2 1 1-16,-5-3 9 0,2 3 3 0,0 2 5 16,0-2-3-16,1 2-13 0,2-1 6 0,3 3 1 15,5 0-11-15,2 0 5 0,5-5 6 0,2 1-13 16,0-2 14-16,-1-1-3 0,1-4-4 0,0-2 5 16,0 0 2-16,-4-3-4 0,1-3-1 0,1-2 1 15,3-1-7-15,0-2 10 0,4-2-4 0,3 0 0 16,1 0 2-16,3 0-8 0,4 0-1 0,1-11 11 15,-1 11-3-15,-3-11 3 0,-1 3 1 16,-6 8-7-16,0-11 6 0,-7 3 4 0,0-2-5 0,-6 1-8 16,1 0-2-16,-1-2-3 0,1-2 12 15,1-3 6-15,2 1-10 0,1 2 3 0,3-4-8 16,-1 1 5-16,1-1 7 0,0 1-17 0,0 0 12 16,-1 1-9-16,0 0-3 0,-2-2 25 0,0 4-12 15,-1 0 6-15,-2 0-2 0,3 2-13 0,-1 1 6 16,-2 0-5-16,-2 0 8 0,-1 1 8 0,0 1-10 15,-4-2 7-15,-2 1-1 0,0 0-10 0,-3-2 4 16,-2-1 2-16,1 2 3 0,-2-2 1 0,-2 0-6 16,1-1 4-16,0 1-9 0,1-4-3 0,0 3 34 15,2 0-37-15,-2-1 14 0,1 0 5 16,1-1-23-16,-1-1 25 0,-3 1-10 0,-1 1 2 16,-3-5-10-16,-1-1 5 0,-3-2-2 0,0 1 1 15,-3-4 16-15,1-2 17 0,-2 0 12 0,-1-1-1 16,-2-4-10-16,-2 0-8 0,0-2-8 0,-5-6 0 15,0 3-1-15,-4-3-3 0,-1-6 9 0,0-1 1 16,-3-3 5-16,-3-2-2 0,0-2-15 0,0-5 1 16,0-3 19-16,0-2-2 0,-13-1-6 0,1-4 20 15,1 2-14-15,-1-3 22 0,-3 3 13 0,-2 0-8 16,-1-3-22-16,-4 4-25 0,-2-6 1 0,-8 1-22 16,-4 0 20-16,-7-5 1 0,-4-1-13 0,-8-5 18 15,-8 0-2-15,-4-2 7 0,-6 3-14 0,-6 0-8 16,-6 6-11-16,-5 7-38 0,-5 5-30 15,-9 9-49-15,-3 6-63 0,-9 10-66 0,-5 6-45 16,-8 9-117-16,-8 8-112 0,-7 4-318 0,-10 11 96 16</inkml:trace>
</inkml:ink>
</file>

<file path=ppt/ink/ink25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2:07.354"/>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211 95 1998 0,'0'0'20'15,"0"0"17"-15,0 0 19 0,-11 0 25 0,11 0 1 16,0 0 12-16,-6 0 23 0,6-13 10 0,0 1 17 15,0 3-5-15,-8-2 5 0,8 2 8 0,-4 1 8 16,1 1 4-16,0-1-29 0,0 2-24 0,0-1-43 16,0 4-22-16,1 1-16 0,-1 2-29 0,2 0 1 15,-1 0-7-15,1 0-6 0,-1 0 15 0,1 0-6 16,1 0 2-16,0 0-1 0,0 9-6 0,-2-9 6 16,2 9 3-16,0-1 9 0,-1 3 7 15,-1 2 10-15,1 6 9 0,-1 3-2 0,2 4-4 16,-2 4-14-16,-1 3-14 0,2 4-4 0,-1 2 1 15,2 1-1-15,0 2-4 0,0 0 10 0,0 0-8 16,0-5 2-16,0 2 6 0,0-5-9 0,0-3 5 16,0-2 3-16,0-5-1 0,8 0-1 0,-8-7 4 15,0 0-6-15,6-3-2 0,-6-2 5 0,6-5-4 16,-6-1 1-16,5-1-9 0,-2-2-18 0,0 0-19 16,-2-2-8-16,-1-1-14 0,0 0-50 0,0 0-55 15,0 0-55-15,0 0-36 0,0-14 15 16,0 3 36-16,-12-3 43 0,0 1 39 0,3-4 50 0,-3 3 38 15,3-1 18-15,-2-3 33 0,2-1 36 16,0 4 28-16,1-3 58 0,-1 1 48 0,3 0 29 16,-3 2 29-16,1 0 0 0,2 2-12 0,-1-2-37 15,-1 4-39-15,2 5-50 0,0 0-45 0,1 1-28 16,2 2-19-16,-1 3-4 0,2 0-6 0,1 0 6 16,1 0-7-16,0 0 6 0,0 16 11 0,0-3-2 15,13 4 24-15,1-2-3 0,1 5-4 0,3-1 7 16,2 0 0-16,1 1 13 0,2-3 25 15,0-2 35-15,1-2 17 0,-1-2 46 0,0-3 59 16,-3-3 5-16,-2-5 4 0,-1 0-52 0,-2 0-82 16,1-13-54-16,0-1-29 0,-3-6-3 0,4-4-11 15,0-2-6-15,-1-4-2 0,3-5-14 0,-3-2-30 16,1 0-76-16,-2 0-106 0,0-3-87 0,-1 5-23 16,-2 0 26-16,-3 4 28 0,-1 2-31 0,-2 6-96 15,-1 0-63-15,-5 4-86 0,3 2-225 0,-3 6 119 16,0-1 124-16</inkml:trace>
  <inkml:trace contextRef="#ctx0" brushRef="#br0" timeOffset="624.41">1456-179 2459 0,'2'14'65'16,"-1"-4"65"-16,1-2 73 0,1-2 65 0,-2 0 0 15,-1-5-34-15,0-1-34 0,0 0-41 0,0 0-56 16,0 0-33-16,0-11-41 0,0-2-23 0,14 0-2 16,1-7-4-16,6 0 6 0,2-9 5 0,6 2-11 15,3-6 5-15,6-4-2 0,1 0 2 0,2-1-9 16,2 1-1-16,-1 0 10 0,-1 1-15 0,-3 5 22 16,-6 3-5-16,-3 5-2 0,-3 1 8 0,-8 8-6 15,-4 3-5-15,-7 3-14 0,-1 4-21 0,-6-1-40 16,0 1-38-16,0 4-72 0,0 0-69 0,-13 0-37 15,-1 0-19-15,-6 0 9 0,-4 0 55 0,-2 11 48 16,-4-1 68-16,-2 2 72 0,-1-1 36 16,1 1 58-16,0-3 49 0,4 0 63 0,6-3 73 15,3-6 48-15,4 5 24 0,5-5 3 0,2 0-45 16,0 0-45-16,4 0-54 0,1 0-52 0,1 0-18 16,2 0-31-16,0 0-18 0,0-11-17 0,0 2 4 15,14 9 1-15,-2-8-8 0,2 1 9 0,1 0-18 16,2 1-5-16,1 1 3 0,2-1 1 0,2 1 0 15,4 4 1-15,-1 1 3 0,-1 0-6 0,0 0-6 16,-1 0-3-16,-3 0-4 0,-4 0 1 0,0 11 8 16,-6-11 7-16,-1 12 0 0,-3-1-5 0,-3 0 5 15,-1 2 0-15,-2 2 3 0,0 2-5 0,0 1-7 16,0 4 9-16,0-1-4 0,-14 3-15 16,1 2-53-16,0 0-39 0,1 0-68 0,2-1-94 15,-2-1-115-15,4-2-152 0,2-3-351 0,6-3 52 16,-8-4 172-16</inkml:trace>
</inkml:ink>
</file>

<file path=ppt/ink/ink25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2:58.943"/>
    </inkml:context>
    <inkml:brush xml:id="br0">
      <inkml:brushProperty name="width" value="0.05833" units="cm"/>
      <inkml:brushProperty name="height" value="0.05833" units="cm"/>
      <inkml:brushProperty name="fitToCurve" value="1"/>
    </inkml:brush>
  </inkml:definitions>
  <inkml:trace contextRef="#ctx0" brushRef="#br0">-2826 1013 2441 0,'3'5'42'0,"-3"-4"32"16,0 4 26-16,0-3 23 0,0-1-12 0,0 2 11 0,0 0-2 15,0 2 7-15,0-5-5 0,0 3-16 16,0 0-10-16,0-1-23 0,0 0-23 0,0 2-27 16,0-1-21-16,0-3-1 0,0 1-14 0,0-1 5 15,0 0 12-15,12 0-9 0,5 0 4 0,4-12-1 16,8-1-1-16,5-2-6 0,7-3 11 0,4-2-9 15,7-3 5-15,1 1 5 0,2-2-7 0,-1 1-7 16,-1 1-10-16,-4 2-1 0,0 2-21 0,-8 4-10 16,-3 1-43-16,-7 4-50 0,-3-2-25 0,-5 7-45 15,-5 0-8-15,-8 2 6 0,1 2-7 0,-5 0-48 16,-3 0-253-16,-3 0-10 0,0 10 54 0</inkml:trace>
  <inkml:trace contextRef="#ctx0" brushRef="#br0" timeOffset="680.15">-2499 2008 2132 0,'-5'0'21'0,"1"0"29"0,0 0 23 0,3 0 22 16,-2 0-1-16,1 8-9 0,-1-8-13 0,2 0-12 15,1 0-20-15,0 0-25 0,0 0-7 0,0 0-11 16,0 0 14-16,0 0 14 0,14 0 4 0,2 0 8 16,4 0-7-16,1-9-10 0,7 0 2 0,3-2-10 15,6 1-12-15,2-2 6 0,1-1-11 16,4-3 0-16,-3 1 8 0,-2-1-14 0,1 2 14 0,-7 1 0 16,-2 4 1-16,-6 0 10 0,-3 3-7 0,-6-3-10 15,-3 4-17-15,-3 0-31 0,-4 4-49 0,-1-3-40 16,-1 2-74-16,-2 2-85 0,-2 0-222 15,0 0-68-15,0 0 88 0</inkml:trace>
  <inkml:trace contextRef="#ctx0" brushRef="#br0" timeOffset="-26624.23">2497 16 2429 0,'-17'-17'10'0,"-2"6"36"15,-1-1 19-15,-3 6 33 0,-3-2 16 0,2 4-7 16,-5 4 5-16,-1 0-4 0,1 0-11 0,-7 12-3 16,2 2-21-16,-5 1 0 0,2 8-15 0,-5 7-6 15,5 0 1-15,-2 5-22 0,-1 10 12 0,7 6-29 16,-4 8 9-16,5 6-10 0,2 3-15 0,4 3 16 15,4 5-18-15,3 4 6 0,4-2 10 0,4-2-7 16,8-1-5-16,3-3-2 0,0 0 3 0,11-4-2 16,4 0 18-16,7-6-6 0,3-1 0 0,7-7-2 15,2-7-19-15,5-6 14 0,5-7-3 16,8-11 16-16,4-6 26 0,3-17 7 0,5 0 26 16,1-13-3-16,8-9 2 0,0-11 10 0,3-12-14 15,0-7 19-15,3-8-15 0,-3-9-1 0,0 0-6 16,-3-10-30-16,-2-2-1 0,-7-7-22 0,-8-2-9 15,-4-1 8-15,-13-3-3 0,-8-2 9 16,-12 2-9-16,-8 0 2 0,-11 12-6 0,0 7-26 0,-21 6-10 16,-5 11-54-16,-6 10-43 0,-8 7-35 0,-4 13-32 15,-4 8-7-15,-2 9-73 0,-6 11-116 0,-1 0-116 16,4 16-352-16,2 5 70 0,3 6 167 0</inkml:trace>
  <inkml:trace contextRef="#ctx0" brushRef="#br0" timeOffset="-25956.12">4478 64 2413 0,'0'-15'28'0,"-20"1"24"0,0-2 25 0,-3 3 34 0,0-2 8 16,-4 2 18-16,-3-1 4 0,-2 2-16 16,-5 1-1-16,1 3-16 0,0-2-5 0,-4 2-7 15,1 6-9-15,-1 2-12 0,1 0-28 0,-1 0-14 16,-1 15-27-16,2 2-15 0,-1 3 3 0,-1 8 0 15,3 6 13-15,2 5 13 0,-1 9 3 0,2 6 4 16,5 6-15-16,4 4-9 0,2 5-6 0,4 3-1 16,5-1-3-16,4 2 7 0,2-1-6 0,8-4 5 15,1-1 4-15,0-7 0 0,0 1 10 0,15-5-7 16,-3-4 6-16,8-5-14 0,-1-1 2 0,6-5 1 16,1-3-5-16,5-4 8 0,3-8-1 0,5-7 0 15,2-5-3-15,5-9 0 0,3-5 11 16,1 0 2-16,6-18 5 0,3-7 12 0,3-3-4 15,2-9 18-15,1-1 8 0,1-8 12 0,-2-2 30 16,1-4 2-16,-6-2 18 0,-3 3-18 0,-9-3-18 16,-4 0 1-16,-7-5 6 0,-4 0 29 0,-11-5-17 15,-7 1 0-15,-6-2-28 0,-8 1-49 0,0-1-8 16,-15 1-13-16,-2 7-4 0,-6 5-7 0,0 7-72 16,-3 7-87-16,-1 7-76 0,1 5-47 0,-4 7 31 15,1 5-12-15,-1 8-114 0,-2 6-124 0,3 0-378 16,6 0 17-16,0 14 185 0</inkml:trace>
  <inkml:trace contextRef="#ctx0" brushRef="#br0" timeOffset="-27315.08">-505 357 1986 0,'-17'-18'14'0,"-3"-1"25"0,-1 1 22 15,0 8 25-15,-2-3 26 0,2 2-8 16,-2-1 4-16,0 1 9 0,0 2-15 0,1 1 7 15,-1 2-26-15,2 2-16 0,-2 2-14 0,1 2-21 16,-2 0 7-16,1 0-13 0,1 19-10 0,-4 3 5 16,1 4-7-16,1 8-11 0,1 3 9 0,-2 8-4 15,5 5 2-15,0 5 1 0,3-1-6 0,5 3-6 16,2 2 2-16,5-1 1 0,1 1 0 0,4-1-2 16,0 1 3-16,0-4 7 0,13 1-7 0,2-2-7 15,2 1 2-15,3-3-1 0,3-1 7 0,4-5 28 16,5-5 17-16,4-6 35 0,5-3 12 0,5-13 4 15,5-8-3-15,4-11-11 0,6 0-3 16,4-21 20-16,2-12-18 0,4-8 10 0,2-8 15 0,-1-5-10 16,-1-6 66-16,-4-4 31 0,-2-2-4 15,-6-2-3-15,-5-1-29 0,-12-3-56 0,-2-3-15 16,-13 1-42-16,-7-3-3 0,-7-1-20 0,-13 3-15 16,0 1 23-16,0 5-43 0,-19 6 1 0,-3 5 4 15,0 9-76-15,-9 7-129 0,-1 10-95 0,-1 7-80 16,-7 9-11-16,1 16 11 0,-1 0-62 0,1 0-68 15,-1 15-311-15,5 8 14 0,4 4 164 0</inkml:trace>
  <inkml:trace contextRef="#ctx0" brushRef="#br0" timeOffset="-27934.35">731 220 2144 0,'-18'-10'25'0,"-5"-1"10"0,-4 2 35 0,-2-2 18 15,-2 1-7-15,-2 0-1 0,0 2-19 16,-1 2-6-16,5-3 2 0,-4 5 6 0,1 1 27 15,5 0-8-15,1 3-19 0,-3 0-15 0,8 0-13 16,-5 0-9-16,3 19 2 0,3-6 7 0,-1 6-19 16,1 7 8-16,-1 7 3 0,1 7-10 0,-1 10-3 15,1 7-6-15,1 7 3 0,-1 3 4 0,0 6-6 16,5 0 0-16,0 1-3 0,6-4 7 0,-1 3-15 16,7-6 7-16,3 0-7 0,0-5-10 0,0 2 11 15,16-6-7-15,-3-6 8 0,7 0 4 0,0-8 6 16,4-4 4-16,5-8 32 0,4-7 43 15,5-6 13-15,3-10 15 0,5-9-27 0,7 0-23 16,0-25-12-16,5-10 9 0,3-6-2 0,1-8-7 16,2-5 20-16,1-10-9 0,0 1 10 0,-4-8 0 15,-3 3-13-15,-5-4-25 0,-9 1-9 0,-6-5-11 16,-8 0-9-16,-10-4 13 0,-20 2-15 0,0-2 7 16,0 4-13-16,-15 5-3 0,-9 5 12 15,-10 5-29-15,-2 8 9 0,-4 10-42 0,-5 9-50 0,-4 5-19 16,-1 8-46-16,-6 9-23 0,0 12-68 15,-1 0-98-15,-2 0-107 0,0 23-283 0,3 4-46 0,0 2 136 16</inkml:trace>
  <inkml:trace contextRef="#ctx0" brushRef="#br0" timeOffset="-25346.08">5811 145 2293 0,'-11'-20'23'15,"-1"-2"33"-15,2 1 32 0,-4 2 28 0,0-1 19 16,1 1 24-16,-4 2 12 0,-1 1-4 0,-4 3-33 16,1 0-42-16,-3 5-31 0,-4 1-19 0,1 2 4 15,-2 5 0-15,-6 0 0 0,-1 0 8 0,-2 13-7 16,-2 5-10-16,-2 5-16 0,-1 6 5 0,-1 6 9 15,2 1 0-15,1 11-3 0,3 6-14 16,1 3-5-16,4-1-15 0,6 9 8 0,1-1-5 16,6 1-6-16,0 1 6 0,11 0 3 0,-1-7-7 15,7 3 0-15,3-4-1 0,0-4-12 0,0-2 24 16,18-1-3-16,2-6 3 0,1-1 8 0,8-4-23 16,4-2 9-16,4-5 0 0,7-6 1 0,4-8 13 15,5-5-5-15,7-13-5 0,3 0 16 0,4-13-1 16,1-8 8-16,5-6 21 0,-1-6 22 15,2-6 40-15,-5-3 95 0,-3-5 49 0,-5-1 0 0,-8-3-28 16,-4-1-71-16,-10-2-57 0,-8-6-27 16,-9 3-16-16,-8-9-16 0,-6 1-14 0,-8-3-10 15,0 0-16-15,-17 0-29 0,-3 4-21 0,-4 4-47 16,-5 5-93-16,-3 8-87 0,-4 3-51 0,-5 12-28 16,3 7 26-16,-3 6-32 0,0 9-95 0,3 2-112 15,1 8-341-15,4 0 124 0,3 14 174 0</inkml:trace>
  <inkml:trace contextRef="#ctx0" brushRef="#br0" timeOffset="-24689.47">7608 164 2680 0,'0'-24'35'16,"0"1"48"-16,-11 1 27 0,-1 5 36 0,-3 2-28 15,-4 1-30-15,1 0 2 0,-6 2-21 0,-2 4 13 16,-4-1 6-16,-5 4-19 0,-5 5-7 16,-2 0-3-16,-7 0-33 0,-3 21-1 0,-1 4 21 15,-1 6-21-15,-6 5 4 0,4 8-5 0,-1 8-30 16,3 6 3-16,4 4 8 0,6 5-1 0,5 1-2 16,7 2 2-16,6-1-6 0,6-1 0 0,8-1 11 15,12-2-5-15,0-3-3 0,0-3 3 0,15-6-9 16,7-4 11-16,3-4-1 0,10-7-1 0,6-7-5 15,8-6 2-15,6-7 7 0,7-18-3 0,6 0 25 16,7 0-4-16,2-21 0 0,1-4 21 0,1-5-1 16,-2-11 21-16,-4 0 33 0,-3-6 10 0,-8 0 7 15,-3-6-7-15,-7-3-34 0,-4-5-29 0,-7-4-31 16,-7-4 4-16,-5-3 9 0,-6-3-4 16,-7-1 16-16,-7 1-27 0,-9 4-3 0,0 6-13 15,0 7-46-15,-16 6-55 0,-4 11-88 0,-4 6-28 16,-2 9-28-16,-3 6-25 0,-5 8-78 0,0 4-115 15,-1 8-190-15,0 0-207 0,3 0 156 0</inkml:trace>
  <inkml:trace contextRef="#ctx0" brushRef="#br0" timeOffset="-24102.4">9122 163 2751 0,'-8'-14'55'0,"-1"1"51"0,0 2 39 0,0 3 41 0,-2 3-33 0,-1 1-36 16,-2-1-15-16,-1 1-28 0,-2 4-16 0,1 0-3 15,-4 0-25-15,-3 13-2 0,-1 1 8 0,-3 5-7 16,-2 2-3-16,0 7-2 0,-3 5-1 0,0 4-5 15,0 8 8-15,0 3-12 0,-1 0-16 0,3 4 9 16,1 4-8-16,3 0 7 0,0-1-1 0,5-1-4 16,1 0-3-16,6-1-7 0,1-3 7 0,5-2 2 15,5-2 1-15,3-2 13 0,0-4-9 0,12-1-4 16,5-7 5-16,3 1-9 0,7-5 10 0,6-8-2 16,10-6-1-16,6-7-6 0,7-7 0 15,9 0 2-15,6 0 4 0,5-20 1 0,3-1 15 16,2-7 12-16,-1-5 24 0,-2 1 26 0,-7-5 37 15,-3-4 59-15,-5 4 22 0,-9-6 35 0,-7 0-32 16,-6-1-67-16,-6-5-30 0,-7 1-49 0,-7-3-32 16,-4-5 4-16,-8-2-1 0,-3-1-12 0,-6 3-6 15,0 1-4-15,0 2-75 0,-20 6-58 0,-1 5-137 16,1 5-93-16,-6 9-1 0,-1 5-14 0,-2 3 22 16,-3 7-68-16,0 5-113 0,2 8-302 0,1 0 45 15,2 0 154-15</inkml:trace>
  <inkml:trace contextRef="#ctx0" brushRef="#br0" timeOffset="-23606.12">10797 105 2839 0,'-18'-19'24'0,"-1"4"51"15,1 0 46-15,-2 6 42 0,2 1-10 0,-2 4-32 16,-5-1-36-16,0 5-37 0,-2 0-4 0,-3 14-23 15,-1 5 7-15,-4 2 3 0,0 12 2 0,0 3 0 16,-2 7-6-16,0 7-17 0,2 6-4 0,2 5 6 16,1 2-14-16,4 2 6 0,1-1-1 0,7 1 1 15,2 0-3-15,5-7-1 0,3-2-7 0,10-4 5 16,0-5 8-16,0-3 0 0,0-7-3 16,20-5 0-16,1-6-3 0,4-7 6 0,4-5 13 15,4-6-1-15,3-8 19 0,7 0-3 0,4-15 3 16,5-4 10-16,1-6-1 0,3-3 3 0,0-2 10 15,3-8-1-15,-1-2 6 0,0-7 9 16,0-3 9-16,-7-4-2 0,1-4-6 0,-5-2-6 0,-3-4 2 16,-6 0 1-16,-8 0 5 0,-8 5 24 0,-6 3-14 15,-7 5-37-15,-9 5-89 0,0 4-110 0,0 6-100 16,-15 7-46-16,-6 2 0 0,-3 7-40 0,-7 3-75 16,-5 6-101-16,-2 4-378 0,-3 7 71 0,-2 0 160 15</inkml:trace>
  <inkml:trace contextRef="#ctx0" brushRef="#br0" timeOffset="-22397.74">12171 1108 2392 0,'-19'0'25'0,"-6"0"13"16,-2 0 28-16,-7 0 41 0,-2 11 32 0,-3 1 30 16,-4 4-8-16,-3 3-22 0,1 1-48 15,1 7-44-15,0 0-20 0,3 1-18 0,6 5-7 16,3-1 7-16,6 2-11 0,6 1 1 0,5-1 1 0,5 1-10 15,10 0 14-15,0 0 5 0,0-3-6 16,12 1 15-16,3-1-7 0,6-4-4 0,4 0 10 16,5-5-21-16,5-1 5 0,6-7 10 0,1-1-14 15,7-6 12-15,3-8 10 0,4 0 16 0,-2 0 26 16,4-15 35-16,0 0-1 0,-2-5 7 0,-3-1-11 16,-1-2-2-16,-4-2 22 0,-4-1 37 15,-4-4 65-15,-5-1 57 0,-5-3 30 0,-4-2-19 0,-6-1-47 16,-3-3-97-16,-7-3-62 0,-4-4-45 0,-6-1-34 15,0 1 1-15,0-5-38 0,-18 7-67 16,0 1-103-16,-3-1-112 0,-5 8-47 0,-2 1-21 16,-4 10 28-16,-4 5-57 0,-2 5-96 0,-3 8-265 15,-3 1-111-15,0 7 170 0</inkml:trace>
  <inkml:trace contextRef="#ctx0" brushRef="#br0" timeOffset="-22939.08">12713 281 2649 0,'-12'-11'44'0,"2"0"35"15,-4 0 30-15,2 0 42 0,-2 1-14 0,-1-1 5 16,0 0 3-16,-3 2-22 0,-1 0-15 0,0 1-28 15,-4 2-32-15,0 3-26 0,-3 3-11 0,-1 0-16 16,-2 0 24-16,-3 18-5 0,0 4 3 0,-1 1 7 16,-1 7-36-16,0 5 23 0,-1 2-15 0,0 6 2 15,1 2 8-15,4 5 2 0,-2-1-2 0,5 2-3 16,4-4 3-16,3 2-21 0,5-4 14 0,3-1-1 16,3-3-8-16,4-4 11 0,5 0-7 15,0-2 1-15,11-6 10 0,5-1 3 0,7-3 0 0,9-2 0 16,9-5 0-16,9-3-5 0,8-5-2 0,6-3 6 15,7-7-4-15,2 0-3 0,0 0 5 16,-2-11 9-16,-2-4 15 0,-7-3 29 0,-3-3 29 16,-9-1 29-16,-4-3 43 0,-8-4 14 0,-5-3 22 15,-5-3-5-15,-6-2-26 0,-2-3-7 0,-6-6-52 16,-5-1-36-16,-9-6-34 0,0-2-38 0,0-3 5 16,0-2-35-16,-20 5-59 0,-4-3-90 0,-5 5-99 15,-4 5 6-15,-5 3 21 0,-3 11 59 0,-2 6 41 16,-3 11-100-16,1 5-142 0,1 12-140 0,3 0-385 15,4 16 102-15,2 5 185 0</inkml:trace>
  <inkml:trace contextRef="#ctx0" brushRef="#br0" timeOffset="-32088.64">-2045 2383 2068 0,'-15'-14'13'0,"-2"-2"25"0,-3 1 10 0,-3 0 15 15,-1 2-3-15,-3-1-1 0,-1 2 12 16,-1 1 9-16,1-2 21 0,-1 0-1 0,-2 2-1 16,1 2 7-16,0 1-10 0,-1 2-11 0,-1-1-5 15,2 3-30-15,-3 1-10 0,2 3-5 0,-1 0-15 16,0 0-3-16,-1 15-14 0,1-1-5 0,-1 3-2 15,-1 5 5-15,1 3-1 0,1 4-2 0,2 0 10 16,2 6-11-16,4 4 6 0,3-1-11 0,1 4-5 16,6 2 9-16,4 0 8 0,1 1-1 0,4 2 0 15,2 3-6-15,3-2-15 0,0 1 18 0,0 4 3 16,0-1 0-16,17 1-1 0,-2-2-7 16,3-2-2-16,5-1 4 0,3-4 4 0,3-3 7 15,2-4-5-15,6-5 7 0,-2-4-1 0,4-4 26 16,2-9 38-16,2-6 18 0,2-9 26 0,1 0-22 15,1-14-13-15,3-7-26 0,2-6-4 0,-2-8-2 16,2-6-9-16,-4-5 9 0,-2-2 5 0,-4-4 14 16,-5-1-3-16,-5 0 3 0,-8 4-12 0,-7-3-28 15,-8 6-13-15,-9-2-8 0,0 2-11 0,0 2-9 16,-22 3-19-16,1 4-38 0,-5 4-46 0,-4 2-37 16,-2 7-65-16,-4 6-78 0,-4 7-77 0,-2 11-91 15,-2 0-151-15,-2 0-129 0,2 16 122 16</inkml:trace>
  <inkml:trace contextRef="#ctx0" brushRef="#br0" timeOffset="-31498.74">-2199 3464 2177 0,'-10'-13'36'16,"1"-3"25"-16,-2 6 23 0,0-4 16 0,1 3 4 16,-4 1 5-16,-1 2 16 0,-2-1 42 0,2 3-5 15,-3 0-35-15,-1 5-31 0,0 1-59 16,-3 0-34-16,0 0 22 0,-4 0-4 0,0 15 9 0,-3-1 15 16,-1 4-1-16,-4 4 16 0,0 4-9 15,0 5-16-15,-2 2-11 0,2 6-15 0,1 4-6 16,4 2 9-16,0 1-12 0,3 1 0 0,7 4 4 15,3-5 1-15,3 1 7 0,5-1 5 0,8 1-7 16,0-3-10-16,0-2-6 0,0 0 1 0,14-2 4 16,2 1 6-16,3-4 0 0,0-5-19 0,1-3 14 15,6-4-13-15,-2-2 16 0,4-6 15 0,0-2-6 16,4-6 5-16,2-9-10 0,1 0-4 0,4 0 3 16,1-20 22-16,2-7 10 0,2-5 16 0,2-4 14 15,-1-5-1-15,1-5 15 0,-2-3 14 16,-3-3 1-16,-3-4 5 0,-5-1 1 15,-4 1-18-15,-4-5-35 0,-9 1-18 0,-4-2-25 0,-6 2-1 16,-6 5 0-16,0 3 4 0,0 2-9 0,-16 9-1 16,1 5-10-16,-4 6-53 0,1 7-61 0,-5 5-66 15,-1 7-28-15,-3 11-45 0,-4 0-51 0,-1 0-87 16,-2 20-88-16,-1 7-266 0,1 5 6 0,-1 2 141 16</inkml:trace>
  <inkml:trace contextRef="#ctx0" brushRef="#br0" timeOffset="-30966.07">-2053 4423 2028 0,'0'-8'19'0,"-14"-1"32"0,1 1 20 15,1 0 34-15,-2 2 20 0,-1-2 3 16,-2 1 29-16,-3-1-4 0,1 2-10 0,-3 0 14 0,0 2-12 16,-3 4-12-16,-1 0 0 0,-1 0-28 15,-3 0-23-15,-1 16-7 0,-1-2-19 0,-1 3-19 16,-3 1-10-16,-1 3-12 0,2 5 6 0,-1 0 3 15,1 3-6-15,-2 1-3 0,5 2-11 0,2 1-3 16,3-1 0-16,1 3 4 0,6-2-7 0,0-1-2 16,7 2 1-16,4-1-7 0,1 2 12 0,8-1-8 15,0 1 7-15,0 1 3 0,14-2-2 0,-1 3 3 16,4-2 1-16,3 2 2 0,3-4-11 0,1-2 11 16,3-1-14-16,2-3 6 0,3-5-4 0,5-3 6 15,-1-6 5-15,2-4-4 0,6-9 19 16,-2 0-25-16,4 0 13 0,-2-21-2 0,2-4-2 0,-1-5 31 15,4-4 0-15,-2-7 15 0,-2-1 7 16,1-3 8-16,-3-1 41 0,-5 1 55 0,-2 0 21 16,-3-1 10-16,-8 5-55 0,-6-2-73 0,-9 2-26 15,-10 0-57-15,0 0-40 0,-13 0-14 0,-6 2-41 16,-9 2-27-16,-5 2 0 0,-8 5-22 0,-3 4-14 16,-6 8 27-16,-3 6-15 0,-4 12-44 0,-3 0-102 15,0 0-129-15,0 0-161 0,2 17-263 0,3 1 141 16</inkml:trace>
  <inkml:trace contextRef="#ctx0" brushRef="#br0" timeOffset="-29110.11">-2164 5779 1726 0,'-12'0'20'0,"3"-7"19"0,9 7 23 16,-9-3 31-16,0 0-14 0,1-2 3 0,1 0-12 16,-1-2-4-16,-1 1 18 0,1-2-10 0,-1-1-3 15,-1-2 16-15,-1 2 1 0,-1-3 7 0,0 2 14 16,-1-2-31-16,0 1-21 0,-2 0-4 16,-1 1 6-16,0 2 17 0,-1-2 12 0,2 6 9 0,-2-1-29 15,0 2-22-15,1 0-5 0,-4 1 10 0,2 2 18 16,0 0-3-16,-1 0-7 0,0 0-27 15,0 0-34-15,1 10 1 0,1 0 1 0,-1-10 1 0,1 11 1 16,1-1-11-16,-1-1 5 0,3 2-6 16,-1-3 16-16,2 2 8 0,-3 0-13 0,3 1-1 15,-4 1-13-15,3 2 6 0,1-1 9 0,-3 2 1 16,0 0 7-16,1 2-3 0,1-3-9 0,2 2-5 16,1-3 9-16,0 1-8 0,4 0-2 0,1 2 3 15,1 1-8-15,1-2 6 0,-1 7 11 0,1-2 2 16,1 3-7-16,1 3 2 0,2 1-18 0,0 2 13 15,0 4-2-15,0-2 0 0,14 3 23 0,-1 2-15 16,3 1 2-16,2 1 1 0,5 1-5 0,4-2-2 16,0-1 7-16,7-2-2 0,1 0 5 0,4-6 2 15,-1-4-5-15,2 0-3 0,1-9-2 0,0-2-5 16,0-4 0-16,0-9 15 0,-4 0-22 16,1 0 20-16,-3 0 9 0,2-22-7 0,-2 2-4 15,-2-3 10-15,1-5-11 0,-3-3 10 0,1-5 28 16,2-6-13-16,-5-3 26 0,-1-7 2 0,1 0-7 15,-4-8-2-15,-1-3-21 0,-6-2-19 0,-1 0-3 16,-5-3-10-16,-4 2 11 0,-8 2 1 0,0 1 3 16,0 7 13-16,0 2-24 0,-17 7-6 0,0 7-14 15,-1 6-14-15,-2 3-12 0,-4 6-15 0,-3 7-38 16,-2 4-76-16,-5 9-79 0,-2 5-95 0,-4 0-72 16,2 15-102-16,2 6-226 0,-2 5 115 15</inkml:trace>
  <inkml:trace contextRef="#ctx0" brushRef="#br0" timeOffset="-3668.03">7433 3780 2858 0,'3'-7'40'0,"-3"4"25"0,0-1 15 15,0 2 18-15,0 1-25 0,0 0-15 16,0 1 9-16,0 0-10 0,0 0-11 0,0 0-4 16,0 0-17-16,0 0-5 0,0 0-5 0,14 0 6 15,1 0 6-15,5-14 9 0,5 2 13 0,9-3-18 16,5-2-9-16,8 0-11 0,8-1-13 0,1-4 10 16,6 3-3-16,4 0-7 0,-2 1 5 0,-1 3-15 15,-2 3 8-15,-3 2 3 0,-8 2-6 0,-3-1 11 16,-6 6-3-16,-9-1 2 0,-6 2 4 0,-7 2-17 15,-5 0-29-15,-5 0-42 0,-4 0-104 0,-5 0-111 16,0 0-131-16,0 12-316 0,-17 0-8 16,0 0 125-16</inkml:trace>
  <inkml:trace contextRef="#ctx0" brushRef="#br0" timeOffset="-3192.99">7439 4924 3269 0,'-14'9'40'16,"1"5"37"-16,-1-2 22 0,0-1 12 0,2-1-43 16,2-2-26-16,2-2-23 0,2-2-2 0,3-4 20 15,3 0 1-15,0 0 7 0,0 0-7 0,20 0-18 16,1 0-1-16,5-18-13 0,7 2-6 0,7-5 6 16,8 1-22-16,2-7-6 0,6 3-3 0,4-1-22 15,2 1-8-15,2 1-42 0,-2 3-62 0,-1 5-71 16,-5 2-65-16,-1 6-34 0,-8 4-48 15,-5 3-228-15,-8 0-22 0,-10 15 87 0</inkml:trace>
  <inkml:trace contextRef="#ctx0" brushRef="#br0" timeOffset="-16734.31">2395 4015 2092 0,'14'-26'38'16,"-5"2"18"-16,-1 0 34 0,-2 1 19 0,-3 0-16 16,-3-3 5-16,0 2-7 0,0-3 16 0,0 1 14 15,0 0 15-15,0 0 12 0,0 3 7 0,0 1-3 16,-14 2-23-16,2 1-20 0,1 2-23 0,2 4-21 16,-4 0-9-16,-1 2-13 0,0 7-11 0,-1-1-15 15,-2 3-8-15,1 2-10 0,-4 0-3 0,-3 11 6 16,-4 4-9-16,1 5 4 0,-4 6 2 0,1 3-12 15,-2 7 17-15,3 4-11 0,0 4 2 0,2 2 7 16,4 7-11-16,5 1 2 0,3 1-1 16,2 1 12-16,12 0-3 0,0 0 13 0,0 0-8 15,12-2-10-15,5-3 2 0,9-3-3 0,4-5 5 16,7-5-1-16,2-6 7 0,10-5-9 0,4-9 8 16,0-7 2-16,3-11-7 0,0 0 17 0,1-13-4 15,-1-9 10-15,-3-6 17 0,-1-9 10 0,-2-4 3 16,-2-8 27-16,-4-3 6 0,-1-9 4 0,-10 3 13 15,-1-7-27-15,-11 1-9 0,-1-3-17 0,-11-1-17 16,-9 1-13-16,0 3-16 0,0-1 3 0,-23 3-5 16,1 5-5-16,-3 5 3 0,-3 9-23 0,-3 6-54 15,2 6-46-15,-1 6-34 0,-2 10-30 0,2 1-30 16,2 6-63-16,-4 8-90 0,5 0-56 16,1 13-66-16,0 2-238 0,2 8 56 0,4 0 106 15</inkml:trace>
  <inkml:trace contextRef="#ctx0" brushRef="#br0" timeOffset="-2248.63">5630 3901 2980 0,'6'3'108'0,"0"2"62"15,-6-3 59-15,0 2 42 0,0-1-73 0,0-3-11 16,0 0-45-16,0 0 31 0,-10-22 30 0,-5 2 56 16,1-7 1-16,-4-8-70 0,-7-6-71 0,-3-11-95 15,-6-5-5-15,-4-7-6 0,-6-8-8 16,-3-7-5-16,-5-6-11 0,-1-1-5 0,-3-9 16 15,0 1-5-15,0 0-16 0,4 6 26 0,5 3-2 16,3 9-10-16,9 13 4 0,6 9-11 0,6 12-36 16,7 14-94-16,3 6-83 0,10 11-91 0,-1 4-27 15,4 7 38-15,0 0 48 0,0 0-9 0,0 0-53 16,14 14-74-16,-1 2-172 0,1 4-213 0,4 1 113 16</inkml:trace>
  <inkml:trace contextRef="#ctx0" brushRef="#br0" timeOffset="-17562.03">7483 6616 1777 0,'-14'-8'17'0,"-2"1"13"0,-4 1-2 15,2-2 20-15,-2 1-3 0,-3 3 5 0,-1-3 19 0,-2 6 13 0,-1 1-13 16,-1 0-9-16,1 0-1 0,-3 19 5 0,-2 0 28 16,0 4 7-16,-3 8-1 0,0 3-17 0,-3 7-21 15,0 7 5-15,2 4-9 0,1 2-27 0,3 0-10 16,1 0-13-16,6-5-3 0,5 2 15 16,6-4 14-16,8-2-11 0,6-4-8 0,0-2-9 15,14-2-9-15,6 0 7 0,7-4 0 0,3-4 6 16,7-4-2-16,5-5-5 0,5-2-1 0,5-6-3 15,6-7 2-15,-1-5 1 0,4 0-5 0,0 0 24 16,1-19 17-16,-1-7 4 0,1-4 23 0,-3-5 6 16,2-10 3-16,-2-3 15 0,2-13 14 0,-3-2 16 15,-4-5-12-15,-3-6-17 0,-6-1-28 0,-8-5-44 16,-7-5-14-16,-13 2-6 0,-17-2 6 0,0-1-14 16,-17 1 6-16,-10 3 3 0,-14 5 0 0,-9 7 16 15,-8 8-27-15,-9 7-11 0,-6 9-47 0,-6 9-77 16,-7 7-62-16,-3 5-94 0,-2 6-72 15,-1 3-82-15,-1 4-48 0,2 1-150 0,1-2 116 16</inkml:trace>
  <inkml:trace contextRef="#ctx0" brushRef="#br0" timeOffset="-21067.1">12464 3270 3033 0,'-19'-19'57'0,"2"2"70"16,-1-2 24-16,-1 6 7 0,-3-2-33 0,-3 5-43 15,-2-2-9-15,-3 4-1 0,-5 4-24 0,-3 4-7 16,-3 0-6-16,-3 0-1 0,0 13 12 0,-5 2-20 16,2 4-7-16,1 3-7 0,4 3-8 15,4 2 3-15,0 6-7 0,5 3 2 0,4 3-4 0,3 2-3 16,6 2 8-16,5 0 2 0,6 6-2 0,3-1 0 16,6-3-8-16,0 2 3 0,12 0-3 15,3-2 0-15,3-5 9 0,5-4-7 0,3-2 15 16,3-6-1-16,0-6 2 0,3-6-4 0,4-4-23 15,0-7 2-15,5-5 3 0,0 0 9 0,2 0 20 16,1-21 16-16,0 0 15 0,2-5 19 0,-1-3 28 16,-2-4 43-16,-4-2 50 0,-1-2 38 0,-6-1 12 15,-5-2-57-15,-2-3-83 0,-7 0-44 16,-1-4-50-16,-7 1 5 0,-2-1 9 0,-4-1-11 0,-4 3-1 16,0 0-22-16,0 7-13 0,0 5-43 0,-12 2-82 15,2 8-98-15,-1 5-62 0,-1 5-35 16,-3 7 10-16,-2 6-27 0,-6 0-92 0,-1 0-104 15,-3 19-342-15,-4 3 119 0,-1 2 167 0</inkml:trace>
  <inkml:trace contextRef="#ctx0" brushRef="#br0" timeOffset="-21566.82">11981 2679 2292 0,'7'-15'39'15,"-4"3"46"-15,0-2 35 0,-2 0 37 0,2-2 13 16,-3 0 2-16,0-3-4 0,0 0 0 0,0-3-46 16,0-2-17-16,0 3-23 0,0-4-20 0,0 3 17 15,0-3 3-15,0 7-3 0,-9-4-1 0,9 4-8 16,-8-1-11-16,-1 6 17 0,0 0-18 0,0 2-13 15,-3 3-21-15,0 1-26 0,-3 1 4 0,-5 6-1 16,-4 0-12-16,-8 0 10 0,-3 16-5 0,-6 4-5 16,-5 6 15-16,-4 4-5 0,0 10-4 0,-2 3 10 15,5 4-5-15,5 3 3 0,4 2-6 0,4 5 0 16,9-1-3-16,5 8 3 0,6-4 16 0,8 0-10 16,6 4 0-16,0-5-10 0,15 0 5 15,6-5 1-15,7-4 13 0,7-8 9 0,9-6-23 16,7-10 7-16,9-2-4 0,3-14-10 0,9-10 13 15,4 0 5-15,3 0 13 0,1-21 22 0,2-5 34 16,-3-5 33-16,-1-3 35 0,-5-5 75 0,-5-5 33 16,-6-7 10-16,-4-1-37 0,-10-6-70 0,-3-4-57 15,-8-6-44-15,-6-1-17 0,-5-2-19 0,-8-1-2 16,-6 4 4-16,-4 3-4 0,-8 4 4 0,0 7-9 16,0 4-13-16,-16 9-13 0,1 6-74 15,-3 7-162-15,-2 6-154 0,-2 7-65 16,-6 7-1-16,-5 8 95 0,-4 0 17 0,-2 19-61 0,-4 3-70 15,-2 8-185-15,-2 5-126 0,1 8 142 0</inkml:trace>
  <inkml:trace contextRef="#ctx0" brushRef="#br0" timeOffset="-20357.07">12502 4519 2608 0,'-12'-18'37'0,"0"-1"38"0,-2-1 44 0,-2 1 33 16,-1-1-8-16,-4 0 1 0,-2 1-34 0,-1 0-20 15,-4 2-7-15,-4 4-10 0,-1 2 10 16,-8-2 1-16,0 9-8 0,-2-1-8 0,-2 5-10 0,-2 0-15 16,-3 0-2-16,1 14-22 0,2 5-3 0,3 2-6 15,0 3-6-15,-2 6 8 0,5 5-14 16,3 2 8-16,2 3-1 0,4 4-11 0,3 1 8 15,2 4-4-15,4 2 2 0,6-2-5 0,4 8 7 16,2-3 1-16,7 2-10 0,4-2 19 0,0 2-19 16,0-2 14-16,13-1-1 0,5-3-13 0,4-4 17 15,4-3-24-15,4-4 20 0,6-4-6 0,4-5 0 16,5-7 16-16,5-3-20 0,2-9 7 0,3-5 0 16,3-6-1-16,1 0 7 0,1-14 0 0,1-4-1 15,0-5-3-15,3-7 13 0,-3-2 12 0,-1-6 10 16,-2-3 25-16,-3-6 24 0,-7-4-5 0,-2-1-6 15,-7-4-10-15,-4-1-19 0,-7-7 8 0,-7 5 24 16,-6-1-4-16,-7 3 13 0,-8 1-3 16,0 5-32-16,0 3-23 0,-17 8-44 0,-1 3-96 15,-2 4-41-15,-7 4-51 0,-2 5-17 0,-6 3 44 16,-2 5 2-16,-4 3 7 16,-3 6-71-16,0 7-126 0,-1 0-133 0,1 0-324 0,0 11-33 0,1 5 164 15</inkml:trace>
</inkml:ink>
</file>

<file path=ppt/ink/ink25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4:06.484"/>
    </inkml:context>
    <inkml:brush xml:id="br0">
      <inkml:brushProperty name="width" value="0.05833" units="cm"/>
      <inkml:brushProperty name="height" value="0.05833" units="cm"/>
      <inkml:brushProperty name="color" value="#ED1C24"/>
      <inkml:brushProperty name="fitToCurve" value="1"/>
    </inkml:brush>
    <inkml:brush xml:id="br1">
      <inkml:brushProperty name="width" value="0.05833" units="cm"/>
      <inkml:brushProperty name="height" value="0.05833" units="cm"/>
      <inkml:brushProperty name="fitToCurve" value="1"/>
    </inkml:brush>
  </inkml:definitions>
  <inkml:trace contextRef="#ctx0" brushRef="#br0">104 10 2138 0,'-6'0'25'0,"-1"0"22"16,1 0 27-16,2 0 14 0,-2 0-4 0,6 0-10 15,-3 0-2-15,2 0 2 0,1 0-16 0,0 0-1 16,0 0-10-16,0 0-24 0,0 0-12 0,0 0-8 16,0 0-16-16,0 0 6 0,0 0 15 0,10 0 1 15,0 0 11-15,0 0 9 0,1 0-4 0,6-11 3 16,-1 3-14-16,2-1-1 0,4 1-5 0,1-2 1 16,5 0 1-16,3 0-2 0,2-1-3 15,5 2-2-15,3-4 4 0,2 3-13 0,4 1 7 16,3-1-1-16,1 1-5 0,4 1 12 0,-2 1-7 15,-1 1-5-15,0 0 3 0,-2 3 0 0,-3 1 3 16,-3 0 5-16,-3 1-4 0,-3-2 1 0,-3 2-2 16,-2-1 1-16,-4-2 0 0,-2 4 1 0,-4-4 5 15,0 1-7-15,-6 3 6 0,-2-2-2 0,-5 0 1 16,0 1 36-16,-4 1 22 0,-3 0 20 0,0 0 10 16,-2 0-23-16,-1 0-20 0,0 0-16 15,0 0-16-15,0 0-8 0,0 0-7 0,0 0-6 0,0 0 0 16,0 0 9-16,0 0-7 0,0 0 0 15,0 0 2-15,0 0-8 0,0 0 8 0,0 0 1 16,0 0 1-16,0 0-11 0,0 0 3 0,0 0-3 16,0 0 0-16,0 0 7 0,0 0 0 0,0 0 7 15,8 0-3-15,-8 0 0 0,0 0 6 0,0 0-12 16,4 0 2-16,-4 0 0 0,0 0-11 0,0 0 6 16,0 0 7-16,0 0 0 0,0 0 1 0,0 0 3 15,0 0-11-15,0 0 5 0,0 0 0 0,0 0 0 16,0 0 5-16,0 0-5 0,0 0 2 0,0 0-6 15,0 0 2-15,0 0-1 0,0 0 0 0,0 0 1 16,0 0 0-16,0 0 0 0,0 0 0 0,0 0 0 16,0 0-1-16,0 0-2 0,0 0 0 15,0 0 3-15,0 0-7 0,0 0 11 0,0 0 6 16,0 0-6-16,0 0 2 0,0 0-1 0,0 0-15 16,9 0 16-16,-9 0-1 0,0 0-5 0,7 0 6 15,-7 0-8-15,0 0 8 0,0 0 3 0,0 0-8 16,0 0-2-16,0 0 7 0,0 0-2 0,0 0 3 15,0 0 0-15,0 0-12 0,0 0 7 16,0 0 2-16,0 0-4 0,0 0 7 16,0 0-15-16,0 0 8 0,0 0 6 0,0 0-4 0,0 0 8 0,0 0-8 15,0 0 6-15,0 0 1 0,0 0-7 16,0 0 5-16,0 0-9 0,0 0-1 0,0 0 6 0,0 0 0 16,0 0-1-16,0 0-1 0,0 0 0 15,0 0-2-15,0 0 6 0,0 0 2 0,0 0-6 16,0 0 8-16,0 0-6 0,0 0-2 0,0 0 8 15,0 0-14-15,0 0 7 0,0 0 7 0,0 0-12 16,0 0 8-16,0 0 4 0,0 0 4 0,0 0 10 16,0 0-4-16,0 0 4 0,0 0-5 0,0 0 10 15,0 0-3-15,0 0-12 0,0 0-4 0,0 0-3 16,0 0-3-16,0 0 6 0,0 0 1 16,0 0-11-16,0 0 3 0,0 0 2 0,0 0 2 0,0 0-3 15,0 0 8-15,0 0-10 0,0 0 5 16,0 0 8-16,0 0-10 0,0 0 1 0,0 0-3 15,0 0-4-15,0 0 1 0,0 0 3 0,0 0 2 16,0 0-6-16,0 0 9 0,0 0-7 0,0 0-5 16,0 0 9-16,0 0-1 0,0 0 3 0,0 0-2 15,0 0 0-15,0 0-7 0,0 0 3 0,0 0 6 16,0 0 3-16,0 0-6 0,0 0-6 0,0 0 7 16,0 0-4-16,0 0 7 0,0 0 4 0,0 0-8 15,0 0-8-15,0 0 2 0,0 0 3 0,0 0-1 16,0 0 7-16,0 0-2 0,0 0 2 0,0 0 2 15,0 0-5-15,0 0 3 0,0 0-9 0,0 0 0 16,0 0 2-16,0 0-1 0,0 0 8 16,0 0-2-16,0 0 1 0,0 0-3 0,0 0-4 15,0 0-2-15,0 0 6 0,0 0 0 0,0 0 0 16,0 0 1-16,0 0-10 0,0 0 11 0,0 0 0 16,0 0 2-16,0 0 1 0,0 0-5 0,0 0-1 15,0 0-7-15,0 0 8 0,0 0-8 0,0 0 4 16,0 0-3-16,0 0-3 0,0 0 7 0,0 0 1 15,0 0 2-15,4 0 0 0,2 0 2 0,2 0-2 16,-1 0 6-16,4 0-1 0,0 0-8 0,1 0-2 16,1 0 3-16,-2 0 3 0,3 0 0 0,-2 0-1 15,-1 0 2-15,1 0-6 0,-2 0 6 0,1 0 11 16,0 0-13-16,-1 0-1 0,-1 0-12 0,-1 0 9 16,-1 0 7-16,1 0 2 0,-2 0 10 0,0 0-23 15,0 0 7-15,2 0 1 0,0 0 2 16,1 0 9-16,0 0-13 0,0 0 2 15,0 0-2-15,0 0-5 0,-1 0 6 0,1 0-7 0,-2 0 13 16,-1 0-6-16,-1 0 3 0,-2 0 6 0,0 0-3 16,0 0 0-16,0 0-3 0,-3 0 3 0,0 0-10 15,0 0 5-15,0 0-2 0,0 0-10 0,0 0 15 16,0 0-4-16,0 0 1 0,0 0 11 0,0 0-13 16,0 0 4-16,0 0 8 0,0 0-11 0,0 0 1 15,0 0 1-15,0 0-3 0,0 0 6 0,0 0-4 16,-6 0 0-16,6 0 3 0,0 0-3 15,0 0 4-15,-8 0-4 0,8 0-3 0,-3 0 8 16,3 0-11-16,-3 0 9 0,0 0-3 0,0 0-11 16,3 0 13-16,-1 0-2 0,-1 0-4 0,-1 0 8 15,2 0-1-15,-2 0-6 0,3 0 14 0,-3 0-10 16,1 0-5-16,1 0 10 0,-1 0-8 0,1 0 0 16,-1 0 7-16,2 0-12 0,-3 0-32 0,2 0-66 15,-1 0-112-15,0 0-121 0,1 0-123 0,-1 0-354 16,-1 0 79-16,0-10 128 0</inkml:trace>
  <inkml:trace contextRef="#ctx0" brushRef="#br0" timeOffset="-1583.49">24 72 1555 0,'0'-7'19'0,"0"3"9"0,0-1 18 16,0 1 22-16,0 0-1 0,0 0 11 0,0-1 0 16,0 0-7-16,0 0-5 0,0 0-2 0,0-1 0 15,0 0 1-15,0 1 8 0,0 0 0 0,0 0-3 16,0 0-7-16,0 4-16 0,0-2-6 0,0 3-10 15,0-3-8-15,0 3 0 0,0 0-14 0,0 0 1 16,0 0-9-16,0 0-3 0,0 0-3 0,0 0-8 16,0 0 7-16,0 0 0 0,0 0 17 0,0 14 20 15,0-3 14-15,0 2-1 0,0 4-9 0,0 4-9 16,0 5-5-16,0 3-4 0,-12 6 6 0,12 4 1 16,-9 0-14-16,9 5 21 0,0-4 4 0,0 4 26 15,0 1 16-15,0-1-12 0,0 2-19 16,0 0-24-16,0 0-11 0,0 1-7 0,0-2 11 15,0 0-14-15,0 0 0 0,0-1 14 0,0-3-3 16,0-2 18-16,0-6-3 0,0 1-11 0,0-3 0 16,0-3-20-16,4-3 6 0,-4-5 0 0,0 0-6 15,0-6 13-15,5-1-16 0,-2-3 13 0,-2-1 1 16,1-1-2-16,-1-3 7 0,-1 0-11 0,0-4 4 16,5 1 4-16,-5 1 0 0,0-3 0 0,0 0-2 15,0 0 0-15,0 0 6 0,0 0 3 0,0 0 3 16,0 0-3-16,0 0-8 0,0 0-42 0,0-11-66 15,0-1-70-15,0 2-60 0,0-5-46 16,0 0-22-16,0-6-57 0,0-1-227 0,0-4-10 16,0-1 85-16</inkml:trace>
  <inkml:trace contextRef="#ctx0" brushRef="#br1" timeOffset="152953.91">-711 385 1721 0,'-6'0'-5'16,"0"0"7"-16,6 0 0 0,0 0 8 0,0-13 10 15,0 0 3-15,0-2 26 0,13-2-7 0,2-3-1 16,1-3 2-16,5-3-29 0,5-3 1 0,7-6 4 15,5 0 8-15,5-6 10 0,7-3 0 0,1-1-6 16,10-2-19-16,1-6-9 0,4 0-4 0,-1 2 3 16,0-3 3-16,-1 3 8 0,0-2 16 15,-3 4-4-15,-4 1 14 0,-5-1 1 0,-2 8-4 16,-6-1 14-16,-4 3-3 0,-5 6 2 0,-7 1 16 16,-3 5 15-16,-9 8 18 0,0 3-1 0,-6 4-10 15,-4 2-29-15,-1 5-24 0,-5 1-16 0,0 1-15 16,0 1 0-16,0 2-11 0,0-2 6 0,0 2 3 15,0-1-8-15,0 1 7 0,0 0-8 0,-8 0-5 16,8 0-1-16,0 0-23 0,-6 0-16 0,6 0-29 16,0 0-23-16,-7 0-22 0,2 0-25 0,0 9-22 15,-1-2-37-15,5 3-60 0,-4 0-75 0,-1-2-127 16,2 2 55-16,1-3 103 0</inkml:trace>
  <inkml:trace contextRef="#ctx0" brushRef="#br1" timeOffset="153517.94">1102-86 1939 0,'-11'7'20'16,"-1"-3"24"-16,0 0 33 0,-2-1 51 0,1 0 37 15,-1-2 22-15,-1-1 19 0,3 3-2 0,0-3-17 16,1 0-20-16,0 0-32 0,2 0-28 0,0 0-19 16,2 0-25-16,0-14-16 0,3 2-14 0,1-1-29 15,3-4-5-15,0-5-6 0,15-4-5 16,3-2 5-16,2-8 5 0,7-3 2 0,1-4-2 16,4-4 8-16,-1 1-9 0,0 1 13 0,-1-3-10 15,-2 4 3-15,-4-2 4 0,-1 5-16 0,-4 3 17 16,-2 3-11-16,-2 2 10 0,-3 3 4 0,-1 2-15 15,-3 7 11-15,-2 1-8 0,-2 3-1 0,-1 2 4 16,-1 2-17-16,-1 5 12 0,1 3-4 0,-2 0 4 16,0 4 9-16,0 1-15 0,0 0 8 0,0 0-8 15,0 0 8-15,0 0-4 0,0 0-5 0,0 0 10 16,0 0-21-16,0 0 4 0,0 0-9 0,0 0-22 16,0 0-5-16,0 0-14 0,0 0-18 0,0 0-23 15,0 0-45-15,0 0-49 0,0 0-30 0,0 0-14 16,0 0 2-16,0 0-18 0,0 0-99 15,0 0-158-15,0 12 45 0,0-12 85 0</inkml:trace>
  <inkml:trace contextRef="#ctx0" brushRef="#br1" timeOffset="154849.6">1798-1437 1402 0,'0'0'18'0,"-13"0"10"0,13 0 12 16,-9 0 8-16,0 7-11 0,9-7 5 0,-9 0-1 0,2 0 11 15,0 6 7-15,7-6-5 0,-4 0-9 0,4 0-12 16,-5 0-10-16,4 0 4 0,1 0 5 15,0 0 4-15,-2 0 7 0,2 0-8 0,0 0-3 16,0 0-4-16,0 0-11 0,0 0-8 0,0 0 1 16,0 0-3-16,0 0-2 0,0 0 1 0,0 0-2 15,0 0-4-15,0 0 0 0,0 0 0 0,0 0-3 16,0 0 4-16,0 0-1 0,0 0 3 0,0 0 0 16,0 0-1-16,0 0 12 0,0 0 8 0,0 0 8 15,0 0 3-15,0 0-2 0,0 0-9 0,0 0-1 16,0 0-2-16,0 0-9 0,0 0-2 0,0 0 0 15,0 0-4-15,0 0 6 0,0 0 1 0,0 0 0 16,0 0 1-16,0 0 5 0,0 0 2 16,0 0 3-16,0 0 7 0,0 0-4 0,0 0 0 15,0 0-4-15,0 0-9 0,0 0-5 0,0 0-1 16,0 0-2-16,0 0 0 0,0 0 2 0,0 0 3 16,0 0 5-16,0 0 7 0,0 0 7 0,0 0 7 15,0 0 3-15,0 0 6 0,0 0 1 0,0 0-2 16,0 0-10-16,0 0-2 0,0 0-6 0,0 0-4 15,0 0 1-15,0 0-10 0,0 0-2 0,0 0-4 16,0 0 5-16,0 0-5 0,0 0-8 0,0 0-4 16,0 0-5-16,0-6 1 0,0 6 5 0,0-7-1 15,0-1 2-15,0 1 3 0,0 1 2 16,11 1 0-16,-5 2-3 0,-6-3 2 0,11 1-3 16,-4-1 3-16,1 3-1 0,-2-2 0 0,3 2-4 15,0-2 1-15,2 2-3 0,-1 0 0 0,3-1 5 16,-1 0-7-16,1 0 3 0,1 3 13 0,0-1-12 15,1 2 0-15,-3 0 1 0,2 0-17 0,-1 0 11 16,1 0 3-16,0 0-4 0,-4 11 11 0,1-2-3 16,0-9 8-16,-4 9-5 0,-1-1-11 0,-3-1 5 15,0 0-5-15,-3 0 11 0,0 3 10 0,0-1-1 16,-13 3 2-16,-3 0-4 0,-2 4-7 0,-5 0 7 16,-1 1-5-16,-3 1 3 0,0-3 1 0,1-2-2 15,3 0 1-15,0-2-3 0,3-3 1 0,4-2 0 16,0-1 2-16,3-3-5 0,1 3 5 15,3-3 1-15,-1 1-1 0,4-2 6 0,2-1-9 16,-1 0 1-16,2 0-4 0,2 0 6 0,-1 0-3 16,1 0 4-16,-1 0 2 0,2 0-5 0,0 0 7 15,-1 0-15-15,-1 0 7 0,1 0 3 0,-1 0-1 16,-1 0 3-16,0 0-8 0,1 0-3 0,1 0-13 16,-2 0-1-16,1 0-2 0,-1 0-5 0,0 0 16 15,2 0 5-15,-4 0 3 0,2 0 5 0,0 13-8 16,0-2-3-16,-1 2 1 0,2 3 2 0,-1 0 2 15,2 1 5-15,1 3-3 0,0-1-3 16,0 3 6-16,0 3-12 0,0 0 12 0,10 2-4 16,2 0 0-16,-1 2 9 0,1-2-7 0,0 0 7 15,2-6-3-15,3 3 2 0,-2-4-3 0,1-3 1 16,1-3 4-16,0-4 2 0,3-3 5 0,-4-3-9 16,4-4 2-16,-2 0-7 0,4 0 4 0,-1 0 1 15,0-14 5-15,0 4 20 0,-1-5 8 0,3 3 22 16,-3-2 4-16,-2 0 6 0,-1 0 5 0,-4 1-3 15,-2 2-6-15,-5-2-24 0,-3 2-21 0,-3 2-10 16,0-2-13-16,0 3-10 0,-12 1 5 16,-3 0-13-16,-2 2 11 0,-3 3 9 0,-1 2-26 0,-3 0-18 15,-1 0-53-15,0 0-40 0,-3 14-34 16,-1 1-37-16,5 2-14 0,-2-1-17 0,2-1-13 16,1 1-45-16,3 2-206 0,2 0-38 0,4-3 68 15</inkml:trace>
  <inkml:trace contextRef="#ctx0" brushRef="#br1" timeOffset="155286.24">2367-1189 1818 0,'3'-8'27'0,"-1"1"21"0,-2-1 19 15,0 2 21-15,0 0 0 0,0-1 3 16,0 1 7-16,0 1-7 0,-12 0-7 0,12 1-8 16,-13 1-16-16,4-1-14 0,2 3-16 0,-1 1-16 15,0 0-13-15,1 0-6 0,1 0-3 0,0 0-6 16,0 0 6-16,-2 8 2 0,0 2 2 0,1 0 6 16,-1 3-6-16,1-2 3 0,1 6-4 0,0-5 5 15,-1 8 5-15,3 2-6 0,2-1 5 0,1 1 0 16,1 0-2-16,0 1 7 0,0-1 11 15,0-3 2-15,15-2 0 0,-1-4 3 0,-2-2-17 0,2 1 3 16,1-5 4-16,0-2 14 0,2-4 22 16,1-1 16-16,-1 0 10 0,1 0 1 0,0 0-11 15,-1-10-13-15,1 0-6 0,0-6-3 0,-3 3 9 16,1-4-3-16,-3 0 11 0,-2-2-18 0,-2 1-22 16,-1-1-7-16,-5-5-23 0,-3 3 5 0,0 1 2 15,0-2 1-15,0 0-6 0,-17 1 0 0,0 4-18 16,0 0-9-16,-1 0-20 0,-1 3-50 0,-4 3-41 15,1 1-60-15,3 6-59 0,-3-1-46 0,6 3-87 16,-1 0-239-16,3 2 66 0,5 0 93 0</inkml:trace>
  <inkml:trace contextRef="#ctx0" brushRef="#br1" timeOffset="155759.97">2918-1403 1769 0,'0'0'30'0,"0"-7"18"0,0 7 30 0,-6-9 31 15,3 3 0-15,-1 6 3 0,1-5-10 0,-2 0-10 16,2 2-16-16,-1-4-8 0,-4 5-4 15,3 2-16-15,-1-1-9 0,-1 1-19 0,1 0-16 16,-2 0-8-16,-1 0 1 0,1 0-1 0,-1 11 4 16,2 1 0-16,-2-1-2 0,1 2 4 0,0 2-4 15,1 2-2-15,-1 4 0 0,2 1 1 0,0 2 5 16,1 2 5-16,1 2-6 0,1 2 6 0,0 1-6 16,3 2 2-16,0-3-2 0,0 3 2 0,12-3 5 15,-1-1 4-15,2-3 22 0,4-3 4 0,1-4 15 16,-1-2 6-16,3-4 4 0,-2-4 10 15,-1-3 21-15,1-1-4 0,-1-5 20 0,1 0-6 0,-2 0-21 16,1-16 3-16,1 4-25 0,1-6-6 16,-1 0-3-16,2-4-6 0,-4-4-3 0,-1 0-14 15,-1-2 2-15,-5-3-5 0,0 3-11 0,-4-4-5 16,-2 4-11-16,-3 0 1 0,0 0-5 0,0 2 6 16,-17 2 1-16,4 2-21 0,-3 1-35 0,3 0-53 15,-2 4-82-15,-2 2-79 0,0 4-67 0,0 3-44 16,-1 3-45-16,-3 5-211 0,1 0 13 0,-1 0 100 15</inkml:trace>
  <inkml:trace contextRef="#ctx0" brushRef="#br1" timeOffset="156333.34">3704-1576 1998 0,'0'-4'41'15,"-11"-1"24"-15,11-1 21 0,-15 4 26 0,3-3-9 16,-2 3-11-16,-1-2-2 0,-2 2-12 0,2 2-11 16,-3 0-10-16,-2 0-16 0,0 0-16 0,-1 0-17 15,0 15-8-15,1 0-3 0,0-2 1 0,2 2-2 16,0 0 5-16,1 2 7 0,3 5 2 15,4 0-2-15,-2 3-5 0,2-2-11 0,4 4 6 0,3 3 6 16,0 0-4-16,3 0 8 0,0 3-3 16,0-2-1-16,0-2 9 0,17-1 5 0,-3 0-2 15,2-2 18-15,3-5 43 0,-1-2 14 0,3-3 15 16,2-1-6-16,0-5-25 0,2-2-6 0,0-3 16 16,-2 0 10-16,1-5-10 0,-1 0-3 0,-1 0-20 15,1-18-20-15,0 4-8 0,-2-1 8 0,-1-2-19 16,0-7-7-16,-2 1 6 0,-1 0-14 0,-4-5 7 15,-2 0-6-15,-3 0-5 0,-4 0-1 0,-4-2-6 16,0 2 8-16,0 0-6 0,0 0-26 0,-18 1-10 16,4 0-12-16,-3 3-22 0,4 4-20 0,-2 2-66 15,-1 3-78-15,0 2-84 0,2 5-71 16,-1 0-37-16,0 5-210 0,-1 3 0 0,1 0 110 16</inkml:trace>
  <inkml:trace contextRef="#ctx0" brushRef="#br1" timeOffset="157581.87">1994-1247 1822 0,'0'-7'17'0,"0"0"29"0,0-1 17 15,0 2 27-15,0 0 18 0,0 1-8 0,-10 0 5 16,3-1 0-16,7 1-24 0,-8 0-12 0,-1 1-18 16,5-1-24-16,-6 2-12 0,4 0-7 15,-1 1-6-15,-1 0-8 0,-1 1 1 0,1 1-2 0,-4 0 10 16,0 0 17-16,-1 0 10 0,-3 14 12 16,-2 1 9-16,0-3-4 0,-2 4 8 0,-1 0 6 15,0 3-8-15,-1 1-10 0,3 0-15 0,2 4-18 16,0 2-6-16,2-2 7 0,3 5-2 0,3 2 18 15,4 1 4-15,1 4-4 0,4 3 9 0,0-4-11 16,0 6 4-16,13-4 5 0,1 0-7 0,1 1-6 16,0-2 5-16,4-3-14 0,0-2-8 0,1-3 9 15,1-3-5-15,1-4 29 0,0-2 27 0,3-4 11 16,0-3-1-16,4-4-1 0,2-4-18 0,1-4-13 16,3 0 1-16,1 0-18 0,2-18 1 0,1-3-1 15,-2-1-3-15,1-4 15 0,-3-2 5 0,-5 0 6 16,-4-1-10-16,-5-1-1 0,-6 2-9 15,-4-1-13-15,-11 2 6 0,0 2-21 0,0 2-10 16,-17 5 8-16,-4-2-22 0,-6 5-18 0,-5 6-25 16,-8 1-45-16,-4 8-34 0,-4 0-31 0,-5 0-52 15,-1 15-48-15,0 0-44 0,2 2-25 0,2 5-26 16,3-1-208-16,6 5-9 0,3 1 80 0</inkml:trace>
  <inkml:trace contextRef="#ctx0" brushRef="#br1" timeOffset="156937.54">4196-1646 1861 0,'0'-3'20'0,"0"-3"20"0,-11 3 33 0,11-2 22 16,-11 3-2-16,4-2 1 0,-1 2-10 0,8 0-10 16,-9 1-9-16,3 0-26 0,0 1-21 0,1 0-25 15,2 0-19-15,-1 0 5 0,-1 0-8 0,4 10 17 16,-2 1 6-16,3 2 3 0,-3 2 8 0,1 2-9 15,1 7 12-15,-1 4-1 0,2 1 0 0,0 5 3 16,0 2-11-16,0 2 1 0,0-4-2 0,0 2 11 16,14-5 19-16,-2-4 14 0,0-4 27 0,-1-5 21 15,2-2 0-15,-2-4 14 0,3-3 6 0,-1-2 14 16,1-4 23-16,3-3-14 0,2 0-17 16,0 0-31-16,0 0-37 0,0-17-15 0,2 3 3 15,-3-3 0-15,-1 0 2 0,0-1 4 0,-5-4-9 16,-3 1-20-16,-2-1-8 0,-7 1-15 0,0-4-53 15,0-2-45-15,-12 4-100 0,-3-3-117 0,-8 1-90 16,-6 4-104-16,-6 1-248 0,-6 3 126 0</inkml:trace>
  <inkml:trace contextRef="#ctx0" brushRef="#br1" timeOffset="158117.84">1986-289 2202 0,'-17'3'40'0,"1"1"55"0,0-4 65 15,4 3 66-15,2-3 13 0,0 0-6 0,4 0-31 16,2 0-41-16,-1 0-39 0,2 0-32 0,2 0-23 15,-1 0-34-15,1 0-7 0,-1 0-30 0,2 0-9 16,0 0 13-16,0 0-7 0,20 0 15 0,7 0-8 16,10-17 1-16,13-2 5 0,15-1 12 0,17-3-19 15,18-5 7-15,17-1-9 0,17-3-16 0,15-5 26 16,12-1-17-16,12-2 18 0,5-1 0 0,4 4-12 16,2 2 12-16,-5 1-11 0,-6 1 1 0,-8 5 8 15,-10 2-9-15,-12 5-1 0,-15 4 4 0,-14 4 1 16,-17-1 1-16,-15 4 0 0,-15 3 10 15,-19 1 34-15,-11 1 45 0,-12 0 8 0,-9 0-13 16,-10 0-29-16,-6 1-40 0,0-3-8 0,0 1-9 16,-12 0-6-16,-1-4-5 0,1 2 4 0,0 2 7 15,0-5 7-15,0 5-3 0,1-2-8 0,1 0 1 16,0 4-17-16,3-2-11 0,2 2-32 0,5 1-37 16,0 1-34-16,0 1-82 0,0 0-92 0,0-3-105 15,0 4-107-15,0-3-203 0,0 2 23 0,0 0 140 16</inkml:trace>
  <inkml:trace contextRef="#ctx0" brushRef="#br0" timeOffset="12690.06">-231 1285 1679 0,'0'-11'17'0,"10"2"26"0,-10 0 30 16,0 2 18-16,0 1 11 0,0 0-6 0,0-2-2 16,0 5 6-16,0-5-3 0,0 5-1 0,-12-2 2 15,3 0-9-15,9 1-5 0,-11 3-9 16,2-4-27-16,2 5-20 0,7 0-22 0,-8 0-14 15,8 0 6-15,-8 0 13 0,5 13 17 0,0 2 48 16,-3 5 11-16,2 7 5 0,-2 7-3 0,-2 11-44 16,-1 6-16-16,1 9-7 0,-1 8-5 0,5 5-1 15,1 4-4-15,1-1-11 0,2 4-4 0,0-4 5 16,0-3 6-16,0-4 1 0,12-2-6 0,-12-5-5 16,11-6 0-16,-11-1 2 0,9-7 4 0,-9-3-3 15,6-5-5-15,-6-5 1 0,0-5-1 0,0-5 6 16,0-2 3-16,0-5-3 0,0-3 9 15,0-5-4-15,0-2 1 0,0-3 5 0,0 0-2 0,0-4 2 16,0-1 6-16,0 0-9 0,0 0-76 16,0 0-104-16,0-11-101 0,0-1-84 0,0-3-39 15,0-3-163-15,0-5-63 0,0-4 90 0</inkml:trace>
  <inkml:trace contextRef="#ctx0" brushRef="#br0" timeOffset="-162680.51">-1135 95 1840 0,'-5'-9'23'0,"2"3"15"0,0-3 31 16,0 2 14-16,3 1 2 0,-1 0 2 0,-1 0-3 15,1-1 22-15,-1 4 12 0,2-3 37 0,-1 3 6 16,-2-1-2-16,3 0-5 0,0 2-31 0,-3 0-11 16,3 2-22-16,0-2-19 0,-3 0-21 0,3 1-25 15,-2 1-18-15,2 0-15 0,0 0-8 0,0 0-7 16,0 0 0-16,0 0 4 0,0 0 3 0,0 13 7 16,0-4 9-16,0 2 9 0,0 6 19 15,0 1 9-15,11 5 1 0,-11 7-11 0,10 5-23 16,1 6 10-16,-2 3-9 0,0 3 0 0,-1 3 19 15,2 4 3-15,0 0 6 0,-1 2 2 0,0-1-5 16,-2-2-16-16,4 6-4 0,-2-6 2 0,-3 0-8 16,2-6-2-16,-1-2-4 0,-1-4 0 0,1-2 4 15,-4-3-7-15,1-3 12 0,1-4-5 0,-4-1-4 16,2-3 12-16,-3-4-7 0,3-2-4 0,-3-5 17 16,3-1-17-16,-3-3 26 0,0-2 0 0,0-4-19 15,0 2 15-15,0-2-26 0,0-1 10 0,0-1 11 16,0-2 2-16,0 0 1 0,0 0 0 15,0 0-8-15,0 0 0 0,0 0-4 0,0 0 2 16,0 0-7-16,0-9-34 0,0 9-46 0,0-10-84 16,0 0-106-16,0-2-78 0,0-1-58 15,0-4-41-15,0-1-94 0,0-4-108 0,0-1 106 0</inkml:trace>
  <inkml:trace contextRef="#ctx0" brushRef="#br1" timeOffset="151952.97">-775 763 1752 0,'0'0'31'0,"0"0"18"0,0 0 13 16,0 0 9-16,0 0-28 0,0 0-20 0,0 0-7 16,0 0-2-16,0 0-1 0,0 0 10 0,0 0-3 15,0 0-5-15,0 0 3 0,0 0-7 0,0 0-1 16,0 0-4-16,0 0-5 0,0 0 1 15,0 0-4-15,-8 0 5 0,8 0 5 0,0 0 0 16,0 0-2-16,0 0-3 0,0 0-7 0,0 0 4 16,0 0-1-16,0 0 9 0,0 0 10 0,0 0 5 15,0 0 12-15,0 0-4 0,0 0 1 0,0 0-3 16,0 8-2-16,0-8-3 0,0 0-2 16,0 0-7-16,0 0 2 0,-7 0-2 0,7 0 2 0,0 0-3 15,0 0-9-15,0 0 3 0,0 0-6 0,0 0 1 16,0 0 10-16,0 0-1 0,0 0 2 15,0 0 7-15,0 0-10 0,0 0 4 0,0 0 11 16,0 0 2-16,0 0 4 0,0 0-6 0,0 0-1 16,0 0-3-16,0 0-3 0,0 0 1 0,0 0-12 15,0 0-1-15,0 0 3 0,0 0 1 0,0 0 0 16,0 0-4-16,0 0-3 0,0 0 1 0,0 0-3 16,0 0 3-16,0 0 2 0,0 0-3 0,0 0 3 15,0 0 1-15,0 0-3 0,0 0 0 0,0 0-5 16,-9 0 5-16,9 0-5 0,0 0-1 0,0 0 4 15,0 0-5-15,0 0-3 0,0 0 1 0,0 0-1 16,0 0 1-16,0 0 6 0,0 0-2 0,0 0 2 16,0 0 0-16,0 0-4 0,0 0 0 0,0 0 0 15,0 0-1-15,0 0 8 0,0 0-1 0,0 0-1 16,0 0-3-16,0 0 2 0,0 0-5 16,0 0 1-16,0 0 2 0,0 0-7 0,0 0 7 15,0 0 3-15,0 0-3 0,0 0 0 0,0 0 2 16,0 0-4-16,0 0-3 0,0 0 5 0,0 0-5 15,0 0 1-15,0 0-1 0,0 0-1 0,0 0-3 16,0 0-11-16,0 0-12 0,0 0-24 0,0 0-30 16,0 0-24-16,0 0-21 0,0 0-6 0,0 0-6 15,0 0-19-15,0 12-56 0,0-12-242 0,0 15-30 16,6-5 56-16</inkml:trace>
  <inkml:trace contextRef="#ctx0" brushRef="#br0" timeOffset="12219.19">-248 2137 1667 0,'0'0'8'0,"0"0"7"0,0 0 4 15,0 0-5-15,0 0 7 0,0 0 0 16,-5 0 8-16,5 0 10 0,0 0-8 0,0 0 0 15,0 0-20-15,0 0 3 0,-7 0-2 0,7 0-6 16,0 0 12-16,-5 0-4 0,5 0 7 0,0 0 13 16,-4 0 11-16,4 0 7 0,0 0 11 0,0 0 3 15,0 0-7-15,0 0-5 0,0 0-13 0,0 0-7 16,0 0-11-16,0 0-7 0,-2 0-4 0,2 0-15 16,0 0-2-16,-3 0 6 0,3 0-4 0,-1 0 5 15,1 0 3-15,0 0-10 0,-2 0 4 0,2 0 4 16,0 0-6-16,0 0 5 0,0 0-2 0,0 0-2 15,0 0 10-15,-1 0-4 0,-1 0 1 16,2 0-1-16,0 0-1 0,0 0 2 0,0 0-3 16,0 0 1-16,0 0-3 0,0 0 1 0,0 0 0 15,0 0 6-15,0 0-10 0,0 0-18 0,0 0-36 16,0 0-52-16,0 0-48 0,0 0-105 0,0 0-248 16,0 0-16-16,0-7 56 0</inkml:trace>
  <inkml:trace contextRef="#ctx0" brushRef="#br0" timeOffset="-160344.82">-345 1292 1976 0,'7'-9'44'15,"-1"2"24"-15,-1-1 26 0,1 1 35 0,-1 1-12 16,-2-1 20-16,-3 1 25 0,0 4 18 0,0-2 17 15,0 2 5-15,0-1-24 0,0 2-29 0,0 1-29 16,0-3-36-16,0 3-25 0,0 0-7 0,-8 0-17 16,8 0 4-16,-8 0-7 0,8 0-6 0,0 0-1 15,-4 0-11-15,4 0 18 0,0 0-1 0,-5 0-7 16,2 0 13-16,3 0-7 0,-3 0-7 16,3 0 5-16,-1 0-19 0,-1 0-3 0,1 0-7 15,-1 0-1-15,1 0-1 0,-1 0-33 0,2 0-30 0,-1 0-44 16,-1 0-93-16,1 0-111 0,-6 0-106 15,4 0-87-15,-3 0-151 0,-4-9-81 0,2 9 142 16</inkml:trace>
  <inkml:trace contextRef="#ctx0" brushRef="#br0" timeOffset="-158344.68">-951 1130 2877 0,'-3'0'32'0,"3"0"27"0,-3 0 22 16,3 0 24-16,0 0-14 0,0 0 0 0,0-6 22 16,-2 6 11-16,1 0 8 0,1 0-8 0,-2 0-35 15,2 0-20-15,0 0-31 0,0 0-11 0,0 0-4 16,0 0-11-16,0 0 15 0,0 0 5 0,14 0 12 16,3 0 15-16,8 0-5 0,9 0-4 0,10 0-12 15,9 0-21-15,14 0 1 0,9 0-8 16,12 0-10-16,7 0 9 0,7-11-12 0,6-1 4 0,3 12 2 15,4-9-8-15,2 0-1 0,-1 1 9 0,-4 2-3 16,0 0 10-16,-2 2-4 0,-5-2-13 16,-7 2 2-16,-5 1-10 0,-10-1-6 0,-7 0 2 15,-9 2-2-15,-11-1-8 0,-9 2 23 0,-10-3 4 16,-10 3 9-16,-7 1 24 0,-8 0-1 0,-12 0-2 16,0 0-7-16,0-1-43 0,-15-3-20 0,-9 1-14 15,-7 3 4-15,-11-4 18 0,-11 2 18 0,-13 2 15 16,-8 0-5-16,-11 0 12 0,-9 0-10 0,-8 0-3 15,-1 0 4-15,-4 12 3 0,3-4-9 0,3 1 18 16,7-9 9-16,9 10-7 0,9-3 22 0,11-7-9 16,13 6-27-16,11-1-2 0,11-5-11 0,7 5-9 15,16 0 25-15,7-4-1 0,0 2 12 0,24 0 5 16,9-3-3-16,8 2 17 0,12-2-21 0,11 0 3 16,12 0-7-16,12 0-21 0,9 0 21 15,11 0-19-15,5-11-15 0,5 11-16 0,-1-11-49 16,-5 11-55-16,-4-8-59 0,-9 8-79 0,-16 0-79 15,-10 0-43-15,-15 0-61 0,-14 0-201 0,-14 0 47 16,-13 0 111-16</inkml:trace>
  <inkml:trace contextRef="#ctx0" brushRef="#br1" timeOffset="150929.75">-915 1133 2007 0,'-6'0'40'0,"-1"0"21"15,-3 0 24-15,4 0 34 0,-1 0-24 0,1 0 4 16,-2-11-3-16,2 11-19 0,0-11 14 0,3 2-9 15,0 9-7-15,-2-8 9 0,2 0-26 0,0 2-3 16,3 2-10-16,-1 4-23 0,-1-7-9 0,2 5-9 16,0 0-18-16,0 2 2 0,0 0 0 15,0 0-5-15,0 0 10 0,0 0-4 0,0 0 8 16,0 0 4-16,9 0 4 0,2 0 4 0,-2 0-2 16,2 0 11-16,2 0 4 0,0 7 1 0,0-7-1 15,2 0-4-15,1 5-8 0,-4-5-4 0,4 6-1 16,1-4-4-16,-2-2 3 0,2 1 3 0,-3 2 0 15,2-3 1-15,4 1-7 0,0 0 5 0,0-1-3 16,5 0 0-16,3 0 4 0,4 0-8 16,6 0 7-16,3 0-6 0,6 0 0 0,3-13 1 0,9 4 5 15,6 9-8-15,2-10 7 0,8 1 0 16,1 9-6-16,1-10 7 0,2 4-4 0,3 6 2 16,-2 0-2-16,2 0 7 0,-3 0-8 0,-3 0 3 15,5 0-5-15,-4 0 0 0,-1 10 7 0,-3-2-3 16,-3 0 6-16,-3-1-14 0,-6-7 7 0,-4 10-4 15,-5-4-1-15,-7 0 3 0,-7-1 2 0,-4-2 0 16,-7 0 4-16,-6-1 7 0,-5 1-2 0,-6-2 3 16,-2 0 10-16,-5-1 3 0,-3 0-6 0,0 0-2 15,0 0-15-15,0 0-3 0,-14 0-7 0,1 0 3 16,-6 0 0-16,-2-10-5 0,-5 10 9 0,-4 0-2 16,-8-8 0-16,-8 8-1 0,-5 0 4 0,-7 0 4 15,-6 0-9-15,-7 0 5 0,-4 0-11 16,-4 0 5-16,-1 0 5 0,-2 11-5 0,1-4 12 15,-2-7-12-15,-1 7-4 0,1 0 7 0,-2-1-12 16,-3-1 6-16,4 1 6 0,-7-2-3 0,5 1 2 16,-1 1 1-16,0 0 1 0,4 1-3 0,4-3-1 15,3 3 11-15,9-3 8 0,5 1 21 0,3 0 8 16,6-1 8-16,4-1 11 0,6 1-17 0,7-1-6 16,4-2-7-16,3 4-9 0,6-5 1 0,7 2-2 15,2-2-15-15,5 2-8 0,3-2-12 0,1 0 6 16,5 0 2-16,0 0-4 0,0 0 18 15,0 0 4-15,11 2-16 0,4-2 9 0,2 0-7 0,4 0-10 16,8 0 16-16,4 0-9 0,11 0 7 16,8-15 0-16,13 2-3 0,10-1 5 0,13-2-6 15,11-1 4-15,8-3 1 0,10 2-8 0,9-3 1 16,5 1-4-16,3 1 0 0,2-2 8 0,-2 5 0 16,0 4-1-16,-8 1-1 0,-3 0 1 0,-6 5 0 15,-8 0-5-15,-9 3 15 0,-7-1-9 0,-11 3-6 16,-8-1 10-16,-11 2-11 0,-9 0 6 0,-5 0 2 15,-11 0-4-15,-6 0-1 0,-8 0 0 0,-3 0-9 16,-7 0 19-16,-5 0-6 0,-3 0 4 0,-1 8 15 16,-5-8-12-16,0 0-4 0,0 0-3 0,-11 0 0 15,-3 0-7-15,-5 0 9 0,-6 0 0 0,-8 0-8 16,-8 0 5-16,-9 0-3 0,-11 0 2 16,-9 11 0-16,-10-11 3 0,-7 11-3 0,-4 0 0 15,-6 0 3-15,-3-3-9 0,-2 1 7 0,3-1-6 16,3 2 1-16,1 0 8 0,8 1-7 0,-2-3 4 15,3 2-2-15,4 2-5 0,7-2 6 0,-1-1 13 16,7 0 10-16,5 1 15 0,5-2 6 0,12-3-14 16,2-1-7-16,13 2-18 0,4-3-2 0,9 1-6 15,8-3 1-15,2-1-1 0,6 0-11 0,3 0 7 16,0 0 6-16,0 0 2 0,0 0 2 0,18 1-2 16,2-1-7-16,1 0 6 0,9 0 1 0,10 0 1 15,2 0 6-15,9 0-5 0,8 0 5 0,6 0 2 16,10-15-10-16,2 4 3 0,8-1-9 15,2-1 5-15,4 1 0 0,-2 0-2 0,1 0 8 16,-2-1-3-16,-4 2-4 0,-5 1-1 0,-7 3-4 16,-6-2 2-16,-9 3 2 0,-6 1 8 0,-10 1 2 15,-8 2-3-15,-9 1 4 0,-6 1-6 0,-5 0 2 16,-4 0 5-16,-5 0-2 0,-4 0 7 0,0 0-7 16,0 0 3-16,0 0 1 0,0 0-10 0,0 0 8 15,-12 0 0-15,2 0 7 0,-1 0-1 0,2 0-2 16,0 0 2-16,0 0-12 0,1 0 13 15,0 0-9-15,2 0-10 0,0 0 13 0,2 0-15 0,1 0 3 16,-2 0-2-16,1 0-3 0,0 0 10 16,3 0-2-16,1 0 2 0,-3 0-6 0,3 0 2 15,0 0 7-15,0 0-7 0,0 0 6 0,0 0-7 16,0 0-1-16,0 0 1 0,0 0 4 0,0 0-4 16,0 0 2-16,0 0 3 0,0 0-2 0,0 0-2 15,0 0 6-15,0 0-2 0,0 0-4 0,0 0 2 16,0 0-5-16,0 0 4 0,0 0 1 0,0 0-1 15,0 0-3-15,0 0-1 0,0 0 0 0,0 0 6 16,0 0-2-16,0 0 1 0,0 0-4 16,0 0 3-16,0 0 3 0,0 0-1 0,0 0-3 15,0 0 1-15,0 0 3 0,0 0-6 0,0 0 7 0,0 0-5 16,0 0 0-16,0 0 9 0,0 0-6 16,0 0 0-16,0 0-7 0,0 0 0 0,0 0 6 15,0 0 4-15,0 0 2 0,0 0-4 0,0 0 5 16,0 0-6-16,0 0-2 0,0 0 2 0,0 0-10 15,0 0 7-15,0 0-1 0,0 0 1 0,0 0 4 16,0 0 3-16,0 0-1 0,0 0-2 0,0 0 0 16,0 0-8-16,0 0 7 0,0 0 1 0,0 0 2 15,0 0 3-15,0 0-4 0,0 0-4 0,0 0 5 16,0 0 3-16,0 0 8 0,0 0 2 0,0 0 1 16,0 0-11-16,0 0-10 0,0 0 0 0,-9 0-7 15,9 0 9-15,0 0 2 0,0 0 0 0,-8 0-2 16,8 0-9-16,-6 0 0 0,2 0-4 15,-1 0 6-15,2 0 3 0,-2 0 12 0,2 0-1 16,-1 0-6-16,-1 0 8 0,1 0-15 0,-1 0 6 16,2 0 3-16,-4 0-7 0,3 0 4 0,0 0-7 15,-1 0 10-15,1 0-10 0,-1 0 10 0,1 0 1 16,-1 0-7-16,1 0 3 0,-1 0-4 0,2 0-2 16,0 0 11-16,0 0 3 0,1 0-4 0,-1 0 2 15,3 0-12-15,-1 0 1 0,-2 0 1 0,3 0 4 16,0 0 1-16,0 0 6 0,0 0-3 0,0 0-4 15,0 0-7-15,0 0 0 0,0 0 7 16,0 0-3-16,0 0 11 0,0 0-4 0,0 0-11 16,0 0 6-16,0 0-4 0,0 0 7 0,0 0-10 15,0 0 9-15,0 0 1 0,0 0-17 16,0 0 21-16,0 0 0 0,0 0-14 0,0 0 24 0,0 0-7 16,0 0-9-16,0 0 5 0,0 0-6 0,0 0-16 15,0 0 5-15,0 0-3 0,0 0-8 16,0 0-9-16,0 0 0 0,0 0-1 0,0 0-17 0,0 0-2 15,0 0 3-15,0 0-8 0,0 0 6 0,0 0 18 16,0 0-10-16,0 0 2 0,0 0-5 0,0 0-2 16,0 0-15-16,0 0-100 0,0 0 6 0,0 0 1 15,0 0 29-15,0 0 104 0,0 0 14 0,0 0-7 16,0 0-12-16,0 0-8 0,0 0-30 16,0 0-31-16,0 0 10 0,-12 0 15 0,0 0 37 15,-2 0 41-15,-1 12-7 0,-1-1 5 0,1-1-7 16,0-2-2-16,0-8 11 0,4 7-7 0,1-7-6 15,2 7-24-15,4-7-46 0,-1 0-43 0,5 0-34 16,0 3 21-16,0 0 30 0,0 1 13 0,0 0 15 16,0 3-54-16,0-1-200 0,0 3-111 0,9 1 30 15</inkml:trace>
  <inkml:trace contextRef="#ctx0" brushRef="#br0" timeOffset="4938.79">1549-159 1470 0,'-13'-3'11'0,"3"-5"21"16,10 4 8-16,-12-1 24 0,6 0 28 0,-2 0 8 15,8 0 17-15,-9-2-5 0,3 1-25 0,6-2-22 16,-5 2-4-16,1 1-4 0,-1-1 2 0,2 2 15 16,2-2-19-16,1 4-19 0,-4-1-19 0,4 1-29 15,-1 0-8-15,1 2 1 0,0 0 6 0,0 0 6 16,0 0 8-16,11 0 1 0,2 0 1 0,4 0 3 15,4 11 0-15,8-11-2 0,6 6 0 0,9-6-1 16,3 0-3-16,6 0 5 0,5 0-3 0,3 0-5 16,3 0 1-16,-4 0 2 0,0 0-3 0,-6 0-4 15,-2 0 5-15,-8 0-7 0,-6 0 3 0,-8 0 20 16,-5 11 25-16,-9-11 50 0,-4 0 49 0,-3 0 37 16,-4 8 0-16,-5-8-20 0,0 0-32 15,0 0-37-15,0 0-16 0,0 0-34 0,-14 0-6 16,2 0-4-16,0 5-5 0,0-5 7 0,-2 3-12 15,1-3-2-15,2 0-8 0,-3 5 2 0,4-2-3 16,-1 0-11-16,3-1 3 0,-1 3-8 0,2 3 0 16,-2 3 6-16,0 4-5 0,-1 2 4 0,1 4 5 15,0 3 0-15,0 4 3 0,3 3-1 0,1 5-2 16,2 6-1-16,2-3 2 0,1 7 2 0,0 3-6 16,0-1 8-16,0 2-3 0,15 1-1 0,-3 2 13 15,-1-1-9-15,-2 0-5 0,0-1-2 0,3 0-7 16,-3-1 6-16,0-1 8 0,1-3 5 15,-1 1-4-15,0-6 5 0,-2-2-18 0,2-3 1 0,-1-4 5 16,-2-4-8-16,-1-5 16 0,-1-1-2 16,-1-7 3-16,-3-2-1 0,0-3 3 0,0-2 18 15,0-4 9-15,0 1 23 0,0-4 4 0,0 2-7 16,0-3 8-16,0 0-3 0,0 0 3 0,0 0-6 16,0 0-12-16,0 0-14 0,0 0-18 0,0 0-9 15,-9-13-6-15,9 5-1 0,-10 1 18 0,-1-1-4 16,-1 2-11-16,-3-2-8 0,-5 0-10 0,-3 2 14 15,-7-2-1-15,-5 4 3 0,-9-1-3 0,-9 5 0 16,-10 0 10-16,-4 0 0 0,-10 0-9 0,-5 0-3 16,-3 13-3-16,-5-3 9 0,-2 1-3 0,-1-1 4 15,0 0-1-15,1 0 3 0,1 1-2 16,1 0-4-16,4-1 12 0,2 3-17 0,5-2 17 16,8-2 2-16,7 1-15 0,6-2 6 0,10-1-7 15,7-3 8-15,7 1-3 0,5-4 22 0,6 0-1 16,8 2-2-16,3-3 13 0,3 0-24 0,3 0-7 15,1 0-1-15,4 0-9 0,1 0 3 0,0 0-21 16,0 0-26-16,0 0-34 0,0 0-45 0,0 0-19 16,0 0-56-16,11 0-86 0,-1 0-96 0,1 0-127 15,1 0-324-15,2 0 124 0</inkml:trace>
</inkml:ink>
</file>

<file path=ppt/ink/ink25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4:39.793"/>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5469-4300 2365 0,'0'-7'31'16,"0"0"18"-16,0 0 25 0,0 3 19 0,0 1-20 15,0 0 0-15,0-1-26 0,0 4-13 0,-9 0-20 16,9 0-42-16,0 0 6 0,0 0-8 0,0 13 18 16,0 1 38-16,0 6 8 0,0 9 7 0,0 8 2 15,0 11-19-15,0 10 0 0,0 4-12 0,0 7-4 16,0 7 11-16,9 0-13 0,-9 0 21 0,7-3-1 16,-2-4 5-16,-5-2 0 0,3-7-13 0,-3-6-8 15,0-2 16-15,0-11-29 0,0-2 3 0,0-8-1 16,5-5-19-16,-5-4 31 0,0-5-3 15,0-5 5-15,3-5-4 0,-3 0 5 0,0-3 4 16,0-3 2-16,0-1 1 0,0 0-27 0,0 0-73 16,0 0-157-16,0 0-145 0,0-14-196 0,0-3-157 15,0 1 153-15</inkml:trace>
  <inkml:trace contextRef="#ctx0" brushRef="#br0" timeOffset="1528.02">5545-4507 1890 0,'-6'-2'22'0,"1"0"10"0,-2 2 7 15,0 0 9-15,0 0-14 0,1 0-6 0,-3 0-9 16,0 0-8-16,-1 10-15 0,1 0 1 0,0-10 1 16,0 8-6-16,3 0 7 0,-3-2-2 0,4 0 4 15,-1-1 6-15,0-1-5 0,5 3-4 0,-2-5 0 16,0 5-2-16,1-5 0 0,1 2 1 0,1-1 3 16,0-1 1-16,0-1 5 0,0 1-6 0,0-1 0 15,0-1-8-15,0 0 3 0,0 0 9 16,0 0-9-16,0 2 9 0,0-2-9 0,0 1-3 15,0 0 7-15,0-1-4 0,0 1 7 0,0-1-4 16,0 0 5-16,0 0 7 0,0 1 24 0,0-1 24 16,0 0 4-16,0 2 17 0,0-1-6 0,0-1-6 15,0 1 3-15,0 2-11 0,0-2-5 0,0-1-4 16,0 1 0-16,0-1-3 0,0 0-5 0,0 1-1 16,0-1-10-16,0 1-2 0,0 1 3 0,0-1-19 15,0 0 1-15,0 0-11 0,0 1-11 16,0-2 10-16,0 0-2 0,0 0 7 0,0 0 7 0,0 0 4 15,15 0 2-15,1 0 0 0,3 0-4 0,5 0-3 16,3-11-10-16,7 1 4 0,5 0-7 16,5-3-1-16,5 1 5 0,4-4-4 0,5 3 1 15,1-4 0-15,3 1-4 0,2-1 0 0,0 1 3 16,-2 1-2-16,-1-1 10 0,-5 4-5 0,-4 3-1 16,-7-2-3-16,-4 2-6 0,-9 2 15 0,-3 1-7 15,-8 3 1-15,-4 0 2 0,-5 1-3 0,-3-1 13 16,-3 1-2-16,-3 2 14 0,0-1-7 0,0 0 3 15,-3-2 7-15,2 2-17 0,-2 1-5 0,1 0-7 16,1 0-9-16,-2 0 9 0,0 0 1 0,0 0-2 16,0 0-5-16,0 0-4 0,0 0 2 15,0 0-2-15,0 0 16 0,0 0-1 0,0 0-2 16,0 0 13-16,0 0 1 0,0 0 16 0,0 0 20 16,0 0 14-16,0 0-11 0,0 0 4 0,0 0-22 15,0 0-22-15,0 0 7 0,0 0-11 0,0 0-6 16,0 0 6-16,0 0-16 0,0 0-15 0,0 0 18 15,0 0-8-15,0 0 6 0,0 0 3 0,0 0-9 16,0 0-1-16,0 0 11 0,0 0 1 0,0 0 5 16,0 0 9-16,0 0-16 0,0 0 9 0,0 0 4 15,0 0-5-15,0 0 14 0,0 0-10 16,0 0-4-16,0 6 4 0,0-6-12 0,0 0 3 0,0 0-2 16,0 7-8-16,0-7 3 0,0 5 5 15,0 1-1-15,0-6-7 0,0 4 0 16,0 1-2-16,0 3 2 0,0 1 0 0,0 1 19 0,0 3 14 15,14 7 25-15,2 4 12 0,-1 4-4 0,4 6-15 16,-3 5-24-16,1 2-7 0,3 9-10 0,-3-1-1 16,1 7 8-16,0 1 8 0,-1 3 10 0,-2 1-9 15,2-2-13-15,-2 1 4 0,-2-2-8 0,1-2 3 16,0-1 5-16,-2-6-4 0,-1-5-16 0,1-2 8 16,-2-5-4-16,-2-3-1 0,0-5 12 0,-1-6-5 15,-1-3 12-15,-1-5-12 0,-1-3 1 0,1-3 3 16,-2-1-3-16,-2-2 1 0,1-6 10 15,-1 3-9-15,-1-3 2 0,0 0 12 0,0 0-1 0,0 0 24 16,0 0 3-16,0 0 9 0,0 0 2 0,0 0-16 16,0 0 2-16,0 0-7 0,0 0 0 15,0 0 5-15,0 0 6 0,0 0 10 0,0 0 26 16,0 0 39-16,0 0 13 0,0 0 31 0,0-9-15 16,-9 9-52-16,3 0-41 0,0-7-55 0,-1 1-34 15,-4 1-1-15,0 1-3 0,-5-1 1 0,-4 3-20 16,-3 0-8-16,-6 2-3 0,-4 0-28 0,-7 0 18 15,-5 14 10-15,-7 3 15 0,-6 1 32 0,-2 2 18 16,-6 4 7-16,-2 2-3 0,-2-3-5 0,0 5 4 16,0-2 0-16,4 1 0 0,0-2 0 15,6-2 0-15,2 0-4 0,5-4 12 0,3-2 1 16,6-1 8-16,6-3 26 0,3-2-25 0,6-3 8 16,3-3-7-16,8 1-18 0,3-4 40 0,4 2-28 15,2-3 5-15,3-1-17 0,3 0-37 0,0 0 59 16,1 0-41-16,1 0 13 0,1 0 18 0,0 0-45 15,0 0 32-15,0 0 14 0,0 0-19 0,0 0 14 16,0 0-14-16,0 0-13 0,0 0 18 0,0 0-4 16,0 0 12-16,0 0-7 0,0 0 17 0,0 0-18 15,0 0-9-15,0 0-5 0,0 0-12 0,0 0 17 16,0 0 8-16,0 0 1 0,0 0-9 0,0 0 0 16,0 0-23-16,0 0 15 0,0 0 12 0,0 0-21 15,0 0 18-15,0 0-13 0,0 0-14 16,0 0 13-16,0 0 0 0,0 0 16 0,0 0-13 15,9 0 6-15,-9 0 3 0,0 0-32 0,0 0 2 16,0 0-36-16,0 0 5 0,0 0-8 0,0 0-12 16,0 0 2-16,0 0-28 0,0 0-52 0,0 0-54 15,0 0-77-15,0-7-39 0,10 7 20 0,-10 0 15 16,8-9-6-16,-8 9-211 0,8-6-33 0,-2 2 71 16</inkml:trace>
  <inkml:trace contextRef="#ctx0" brushRef="#br0" timeOffset="2562.02">5932-3579 2732 0,'-3'16'41'0,"-2"-5"36"0,1 0 37 0,1-5 22 15,1 1-15-15,1-4-33 0,-1 0-25 0,2-1-30 16,0-2-23-16,0 0-3 0,0 0 1 0,14-14-8 16,1 1-35-16,3-5-70 0,7-2-101 15,3-5-67-15,7-4-74 0,2 1-85 0,7-5-230 0,0 1 84 16</inkml:trace>
  <inkml:trace contextRef="#ctx0" brushRef="#br0" timeOffset="2411.56">5835-4067 2301 0,'0'0'37'0,"0"0"43"0,0 0 33 0,0 0 34 16,0 0-11-16,0 0-20 0,0-11-22 0,0 11-39 15,0-8-21-15,0 8-22 0,0-10-9 0,0 1-6 16,0 0-3-16,0-1 1 0,12 1-1 0,-3-4 13 16,0 2 8-16,0 0 12 0,-9 0 2 15,11 2 5-15,-5 3-1 0,2 3-9 0,-8-1-3 16,4 4-4-16,-4 0-18 0,0 0-7 0,3 0 8 16,-3 0-2-16,5 13 10 0,-1-2 11 0,1 0-5 15,1 2-2-15,0 2 4 0,2 0-11 0,-1 5-1 16,1-1 7-16,-1 5-10 0,1-1 5 0,0 1 3 15,-2 3-13-15,0-2 14 0,-2 2-3 0,2-2-12 16,-3 1 17-16,0-2-13 0,-1-4 2 0,1 0 10 16,-2-2-12-16,1-1 7 0,-2-1-1 0,2-7 0 15,-1 1 2-15,1-1-33 0,-1-2-57 0,1-1-86 16,-2-2-86-16,1-4-68 0,-1 0-90 0,0 0-238 16,0 0 37-16,0 0 100 0</inkml:trace>
  <inkml:trace contextRef="#ctx0" brushRef="#br0" timeOffset="6419.74">4170-3675 2192 0,'6'0'28'15,"-6"-11"19"-15,5 11 16 0,-2 0 16 0,-3-6-14 16,0 6-2-16,0-3-12 0,0 3-17 0,0 0-15 16,0 0-22-16,0 0-10 0,0 0 2 0,0 0-6 15,0 0 9-15,0 0 6 0,0 9-1 0,0-3 4 16,0-6 0-16,0 11 5 0,0-5 4 0,0 3 2 15,0-1-1-15,0-2-6 0,0 0-2 0,0 1 4 16,0-2 15-16,-8-2 31 0,8-1 31 0,-6 0 38 16,6-2 15-16,-4 0 3 0,4 0-8 0,0 0-24 15,0 0-29-15,0 0-36 0,0 0-25 0,0-7-12 16,0 7-10-16,0-8-2 0,0 8 6 16,0-9-14-16,0 1 7 0,0 0-4 0,10 0 5 15,-1 0-2-15,2 4 0 0,0-3 8 0,-1 1-12 16,1 2 4-16,1 2-2 0,0 2-1 0,-1 0-1 15,0 0 27-15,1 0-12 0,-3 14 8 0,0 3-2 16,-1-1-24-16,-2 2 10 0,-2 2 2 0,1 0 7 16,-4 4 3-16,-1-3 9 0,0 3-17 15,0-4 3 1,0-1-7-16,0-2 3 0,0-2 8 0,0-1-14 0,0-6 12 0,0-4-10 0,0 1 0 0,0-2 10 16,0-3-2-16,0 0-2 0,0 0 1 0,12 0 2 15,2-12-9-15,1-3-9 0,2-1 7 0,4-5-19 16,2 0 4-16,0-4 9 0,-2-2-5 15,2-2 6-15,-3-2 9 0,-2 0 1 0,-2 2-3 16,-2 1 13-16,-3 1-3 0,-5 3-4 0,1 1 3 16,-5 4 2-16,-2 2 15 0,0 0 20 0,0 3 20 15,0 3-2-15,0 2-11 0,-11 2-3 0,11 1-25 16,-9 1-7-16,9 4-12 0,-9 1-18 0,9 0 5 16,0 0-3-16,-6 0 5 0,6 0 9 0,0 13-6 15,0-1 8-15,0 2-4 0,-6 0 0 16,6 2 6-16,0 2-6 0,0 1 18 0,0 2-3 0,0 0-5 15,0 1 3-15,0 0-14 0,9 0 3 0,-9 1 8 16,9-2-7-16,-1-1 8 0,-8 1-2 16,6-3-4-16,-6 0 10 0,0-1-9 0,0 0 0 15,0-2 2-15,0-1-6 0,0-1 1 0,0 1 3 16,0-2-2-16,0-4 2 0,-9 0 8 0,9-4-8 16,0 1 2-16,0-2-4 0,0-3-8 0,0 0 8 15,0 0-5-15,0 0 2 0,0-19-2 0,0 1-2 16,0-5 0-16,0-2-1 0,9-8 9 0,3-2-4 15,-1-3 10-15,-2-3 3 0,0-3-2 0,0 3 0 16,-1-1 6-16,-2 1 16 0,-6 0 9 0,0 5 7 16,0 4 8-16,0 4-14 0,0 4-9 0,-11 5-2 15,11 1-14-15,-12 9-5 0,12 3-9 0,-11 1-20 16,11 5-40-16,-7 0-51 0,7 0-82 16,-9 0-132-16,9 11-123 0,-7 1-298 0,7 3-59 0,-4 0 150 15</inkml:trace>
  <inkml:trace contextRef="#ctx0" brushRef="#br0" timeOffset="8538.23">4711-3880 1755 0,'-9'0'18'0,"0"0"26"15,-2 0 29-15,2 0 25 0,0 0 11 0,1 8 1 16,1-8-12-16,-1 0-8 0,2 9-1 0,-3-3-26 16,3-6-18-16,1 9-17 0,-1 0-25 15,3 0 9-15,-1 0 1 0,1 7 17 0,-2 2 4 0,0 4-3 16,4 5-7-16,-2 1-11 0,3 1-7 16,0 3-10-16,0 0 6 0,0-2 1 0,0-1 35 15,14-4 21-15,-1 1 6 0,1-6 0 0,0-1-18 16,2-2-20-16,1-1 0 0,3-4-6 0,1 0-20 15,2-1 8-15,1-3-6 0,-1 2 3 0,3-1 2 16,-4-3-8-16,1 1 2 0,-2 1-1 0,-2 0 4 16,-4 2-3-16,-1-1 11 0,-4-1-7 0,-4 1 14 15,-4-1 22-15,-2 4-6 0,0-4 12 0,0 2-7 16,0 2-26-16,-15-1 11 0,-1 1 34 16,0-3 22-16,1 2 22 0,-2-4-10 0,0-1-33 0,0-2-15 15,1-4-10-15,1 0-1 0,1 0-18 16,2-19-9-16,1-3-17 0,3-1 0 0,2-6 14 15,5-5-2-15,1-3 10 0,0-4 10 0,0-2-8 16,18 0 0-16,0-1-6 0,-1 3-11 0,0 0 7 16,1 6-1-16,0 3-1 0,-1 2-3 0,0 6-17 15,1 1-48-15,-1 2-52 0,-1 4-81 0,-2 4-94 16,0 1-40-16,-2 5-12 0,-2 1-26 0,3 6-224 16,-3 0-22-16,-2 0 69 0</inkml:trace>
  <inkml:trace contextRef="#ctx0" brushRef="#br0" timeOffset="2895.9">7543-4924 3006 0,'-9'-11'30'0,"3"5"17"0,-1-1-17 0,2 3-6 16,0 4-31-16,5 0-22 0,-4 0 16 16,4 21 54-16,0-2 7 0,0 7 7 0,0 2 3 15,12 7-38-15,-1 4-3 0,-1 3 9 0,2 0 4 16,4 4-6-16,-3-1-4 0,4 2-4 0,-3-1-3 15,1-1-7-15,-3-1 5 0,2-1-1 0,-5-2-5 16,0 0 11-16,-3-2-8 0,-1-4 13 0,-1-3-14 16,-2-2-6-16,1-4-25 0,-2-1-86 0,-1-6-76 15,0-2-84-15,0-6-59 0,0-3-60 0,0-6-272 16,0-2 47-16,0 0 86 0</inkml:trace>
  <inkml:trace contextRef="#ctx0" brushRef="#br0" timeOffset="3655.81">7498-4810 3103 0,'-5'-19'16'0,"1"4"-3"0,2-2-2 15,1 3-6-15,1 3-22 0,0 1 5 0,0-4 2 16,18 3 16-16,3-3 10 0,2 0 0 0,4-5-2 16,5 2-10-16,6-4-3 0,5-2-4 0,5-1 4 15,1 1 1-15,4 0-12 0,2-1 11 0,1 2-1 16,-1-2 4-16,-2 5 23 0,-5-1 2 15,-1 5 1-15,-7 1-2 0,-5 5 0 0,-8 0 7 16,-1 2 26-16,-8 3 19 0,-4 0 5 0,-5 4-9 16,-3-1-10-16,-4 1 3 0,-1 0-8 0,-1 0 12 15,0 0-1-15,0 0-8 0,0 0-7 0,0 0-10 16,0 0-8-16,0 0-20 0,0 0-5 0,0 0-22 16,0 0 8-16,0 0 5 0,0 0-4 0,0 0 15 15,0 0-27-15,0 0 5 0,0 0 5 16,0 0-6-16,0 0 9 0,0 0-8 0,0 0-5 0,0 8 1 15,0-2 3-15,0-6 5 0,0 8-14 0,0 1 28 16,9 2-4-16,0 3-4 0,2 4 14 16,0 6-23-16,1 2-3 0,1 3 15 0,3 2-1 15,2 6-9-15,0 5 15 0,2 2-16 0,2 3 9 16,1-1 3-16,3 2-6 0,0-2-1 0,0 2 1 16,1-3 5-16,0-4-6 0,-2-2 6 0,-3-5-17 15,1-1 10-15,-3-5-3 0,-2-3 1 0,-3-4 8 16,1-3-9-16,-6 0 4 0,-2-5 1 0,-2-2 6 15,-2-3 5-15,-2-2 37 0,-2-1 68 0,0-3 73 16,0-1 78-16,0-1 67 0,0 0-19 0,0 0-69 16,0 0-88-16,-12 0-107 0,0 0-50 0,-2 0-13 15,-3 0 6-15,-4 0 5 0,-2 9-7 16,-3-9 6-16,-4 16-3 0,-3-4-1 0,-2 1-3 0,-2 1 5 16,-4 1 0-16,-1 0 10 0,-5 4 4 0,-2-1 2 15,0 1-5-15,-2-2-9 0,-1 1-2 16,4-1-4-16,-1-1-2 0,2-3 10 0,6 1 8 15,3-3-6-15,5-2 7 0,2-2-9 0,7-1-4 16,4 0-1-16,3-4 0 0,5 1 3 0,3-2-9 16,3-1 1-16,2 0 1 0,0 0-18 0,4 0 1 15,0 0-12-15,0 0-8 0,0 0 4 0,0 0 9 16,0 0 1-16,0 0 4 0,0 0 7 0,0 0 6 16,0 0 5-16,0 0-4 0,0 0-3 0,0 0 11 15,0 0 3-15,0 0 17 0,0 0 0 0,0 0-20 16,0 0 11-16,0 0-18 0,0 0-1 15,0 0 3-15,0 0-6 0,0 0 2 0,0 0 17 0,0 0-12 16,0 0-10-16,0 0-25 0,0 0-54 16,0 0-56-16,0 0-46 0,0 0-7 0,0 0-12 15,0 0 29-15,0 0 11 0,0 0-7 0,0 0-26 16,0 0-117-16,0-11-116 0,10 11-465 0,-10-12 24 16,0 1 155-16</inkml:trace>
  <inkml:trace contextRef="#ctx0" brushRef="#br0" timeOffset="4223.07">8023-4896 2878 0,'-6'-7'57'0,"2"-2"70"16,-2 5 44-16,-1-3 35 0,4 7-28 0,0 0-57 16,-1 0-37-16,1 0-26 0,3 0-22 0,-2 0-24 15,2 0-13-15,0 0-9 0,0 0-9 0,0 11 19 16,0-11 4-16,0 9 1 0,0-2-10 16,0 1 4-16,0 3 4 0,0-1 5 0,0 2 6 0,0 1-13 15,0 0 0-15,0 2-2 0,0-1 5 16,0 2 3-16,-13-1-4 0,0-4 12 0,3 0 12 15,-1 0 26-15,1-4 32 0,2-2 13 0,0 0 29 16,8-5 39-16,-7 0 7 0,7 0 23 0,-6 0-18 16,6 0-25-16,0 0-27 0,-3 0-61 0,3-10-35 15,0 10-38-15,0-11-25 0,0 2 0 0,0-1 4 16,0 0 0-16,0 2 4 0,13-6-6 0,1 1-13 16,0 1-15-16,1-1-38 0,2 1-24 0,-1 2 3 15,3 3 0-15,-3 0 30 0,1 4 31 0,1 3 7 16,-1 0 22-16,-2 0 14 0,0 12 3 15,-1 2 13-15,-2 3-12 0,-1 2 12 0,-2 3 5 0,-5 4-5 16,1 4 8-16,-5 3-7 0,0 4 0 16,0 2 3-16,-14-1-9 0,1 1 6 0,-1 0 0 15,0-2 1-15,1-5-10 0,0-2-2 0,3-7 1 16,2-3-7-16,8-4 17 0,-7-7 9 0,7-1-15 16,0-5 5-16,0-3 10 0,0 0 21 0,0 0 39 15,15 0 8-15,1-11-17 0,4-1-34 0,3-2-34 16,4-2-29-16,4-1-61 0,2-2-73 0,1-1-47 15,0 0-78-15,-2 0-92 0,-3 2-92 0,0 1-154 16,-5-1-232-16,-4 8 157 0</inkml:trace>
  <inkml:trace contextRef="#ctx0" brushRef="#br0" timeOffset="12435.78">6359-4353 1454 0,'0'0'-9'0,"0"0"30"16,0 0-2-16,0 10 1 0,0-10 9 0,0 0-22 15,0 0-10-15,0 6 5 0,0-6-2 0,0 0-12 16,0 0 11-16,0 0-5 0,0 5 1 0,0-5 8 15,0 0-2-15,0 4-4 0,0-4 7 0,0 0 17 16,0 0 9-16,0 0 19 0,0 0 11 0,0 0 0 16,0 0 9-16,0 0-2 0,0 0-2 0,0 0-3 15,0 0 7-15,0 0 3 0,0 0 4 0,0 0 6 16,0 0 9-16,0 0-2 0,0 0-1 0,0 0 13 16,0 0-16-16,0 0 0 0,0 0 0 0,0 0-28 15,0 0-9-15,0 0-15 0,0 0-18 16,0 0-11-16,0 0-10 0,0 0-9 0,0 0-3 15,0 0 0-15,0 0-3 0,0 0 5 0,0 0-2 16,0 0-2-16,0 6 8 0,0-1 7 16,0-1-2-16,0 1 7 0,0-1-7 0,0 0-3 0,0 0 9 15,0-1-1-15,0 0 4 0,0-3 1 0,0 0 2 16,0 0 2-16,0 0 0 0,0 0 1 0,0 0 10 16,0 0 17-16,9 0 8 0,-9 0 22 0,4-14-4 15,2 5 0-15,-6 9-2 0,4-9-5 16,-1 3-12-16,-2 6-5 0,1-8-6 0,-1 3-17 15,-1 2 4-15,0 3 1 0,0 0-18 0,0 0-4 0,0 0-4 16,0 0-16-16,0 0 10 0,0 0-3 16,0 0-3-16,0 0 6 0,0 0-1 0,0 9 10 15,0 1 2-15,0-2 0 0,-7-2 3 0,-1 1 1 16,8 1-6-16,-6 0 6 0,6 0-3 0,0-2 0 16,0-2 5-16,0-1-6 0,0-3 6 0,0 0 1 15,0 0 0-15,0 0 10 0,0 0-3 0,0 0 6 16,0 0 11-16,0 0 14 0,0 0 1 0,0-12-5 15,0 3-13-15,0 1-16 0,0 2 12 0,6 0-8 16,-6-3 12-16,0 1-10 0,4 2-12 16,-4 1 5-16,0 0-8 0,0 5 8 0,0 0-11 15,0 0 3-15,0 0-11 0,0 0-1 0,0 0 23 0,0 0-20 16,0 0 0-16,0 0-8 0,0 0-16 16,0 10 8-16,0-3 21 0,0-7-1 0,0 9 8 15,-6-2 10-15,6 1-13 0,-7-2 6 0,1 0-16 16,6 0 4-16,0-3 0 15,0 0 0-15,-3-3 8 0,3 0-1 0,0 0 3 0,0 0 2 0,0 0-2 16,0 0 15-16,0 0-1 0,0 0 12 0,0-8 10 16,0 8-5-16,0-10-7 0,0 2-15 0,7 2-4 15,-7-2-21-15,0 2 11 0,6 1 0 0,-6 0 6 16,0 1 7-16,0-1-11 0,0 5-3 0,0 0-17 16,0 0-42-16,0 0-57 0,0 0-89 15,0 0-115-15,0 0-136 0,0 0-337 0,0 0 40 16,0 0 122-16</inkml:trace>
  <inkml:trace contextRef="#ctx0" brushRef="#br0" timeOffset="22091.5">1279-569 3853 0,'0'-6'46'0,"0"2"18"0,0 3 16 16,0 1 9-16,-11 0-57 0,11 0-24 0,-9 0-14 15,9 12-12-15,0 1 24 0,-6 0 16 0,6 7 3 16,0 1-4-16,0 7-17 0,-8 6 0 0,5 3-8 16,0 9 1-16,3 1 20 0,-4 4-10 0,1 0 0 15,1 2-1-15,-1 0-42 0,2-2-23 0,-4 1-34 16,2-2-51-16,-2-4-29 0,1-3-85 0,-2-2-76 15,-2-7-77-15,1-5-296 0,-1-4-43 16,-1-6 111-16</inkml:trace>
  <inkml:trace contextRef="#ctx0" brushRef="#br0" timeOffset="22267.76">989-175 3492 0,'0'-24'23'0,"12"7"8"0,-3 3-10 0,-9 5-7 16,7 9-26-16,-7 0-11 0,7 0 9 0,-1 0 8 15,0 0 4-15,3 11 8 0,1 1 8 0,6-1-6 16,0 2-4-16,4 5-1 0,3 1-3 0,0-1 9 16,4 1-12-16,0 0-83 0,4-1-82 15,-1 1-112-15,2-2-95 0,-3-4-79 0,-2 2-271 16,-1-2 107-16,-3 4 110 0</inkml:trace>
  <inkml:trace contextRef="#ctx0" brushRef="#br0" timeOffset="22980.87">1461-395 3382 0,'-11'-15'60'15,"1"2"64"-15,1 0 31 0,-1 2 31 0,3 2-27 16,-1 5-33-16,-1 2-5 0,3-2-9 0,-2 2-28 16,4-1-24-16,1 1-25 0,3 2-33 0,-3 0-2 15,3 0-4-15,0 0-11 0,0 0 23 16,0 0-12-16,0 0-10 0,0 0-8 0,0 0-10 15,0 0 9-15,0 0-2 0,9 0 17 0,-9 0-1 16,8 0-3-16,-2 0 6 0,1-9 2 0,1 1 0 16,-1 1 3-16,-1 1 7 0,4-1-23 0,2-4 6 15,0 7 0-15,2-4-9 0,-1 3 19 16,5 4-11-16,1 1 0 0,0 0 1 0,3 0 1 0,-3 0 10 16,1 12-7-16,-2 3 15 0,-1 1-7 0,0 3 0 15,-2 7 3-15,-1 0-8 0,-2 4 10 0,-2 5-17 16,0-1 8-16,-4 5 4 0,1 0-6 15,-4 0 10-15,0-5-7 0,0-2-13 0,-1-7-23 0,2-4-34 16,1-5 1-16,-2-4 24 0,3-5 15 16,2-7 36-16,2 0 25 0,4-18-32 0,3-2 15 15,2-7-2-15,1-8-21 0,4-5 14 0,1-6 4 16,1-6 5-16,-2 2-10 0,-4-2 7 0,-4 3-11 16,-2-1-5-16,-6 4 16 0,-4 6-2 0,-4-1 18 15,0 7 10-15,0 2 6 0,-18 7 23 0,3 6 9 16,-2 2-11-16,0 5-15 0,-1 6-22 0,0 6-22 15,-2 0-3-15,0 0-6 0,4 0-12 0,-1 18 4 16,3 0-1-16,1 5 6 0,5-3-4 0,2 6-8 16,1 1 3-16,5 1-4 0,0-2-4 15,13 3 1-15,2-2-6 0,1-1-6 0,4 0 13 16,3 2 4-16,1-4-4 0,4 1 26 0,0 2-4 16,3-2-12-16,-2-2 13 0,1 2-18 0,-1-2-3 15,-3 1 17-15,-3 1-9 0,-4-2 10 0,-4 2 7 16,-5 2-6-16,-10 1 0 0,0 2-6 0,0 3 0 15,-17-1-2-15,-4 2 4 0,-4-3 2 0,-1 1 10 16,1-5-1-16,-1-7 11 0,0-4 21 0,5-9 3 16,0-7 12-16,1 0-1 0,6-20-19 0,0-1-17 15,2-14-3-15,6-9-9 0,2-7 11 16,4-10 0-16,0-5 13 0,0-6 23 0,18-5 6 0,0-2-5 16,2 4-11-16,1 2-17 0,-3 5-7 0,-1 7 14 15,-2 7 33-15,-3 6 36 0,-3 9 20 0,-2 7-4 16,-7 9-68-16,0 6-62 0,0 6-120 15,0 11-125-15,0 0-81 0,-13 0-102 0,1 0-58 16,-3 22-64-16,-2-1-280 0,-1 13 56 0,-3 2 150 16</inkml:trace>
  <inkml:trace contextRef="#ctx0" brushRef="#br0" timeOffset="21525.1">56 188 1973 0,'8'-8'24'0,"-8"4"15"0,10-1 6 0,-4-1 14 15,-6 6-17-15,5-3-4 0,-5 1 0 0,0 2-1 16,0 0 4-16,0 0-9 0,0 0-15 0,0 0-13 15,0 0-15-15,0 0-3 0,0 0 13 0,0 0-1 16,0 11 9-16,0 2 9 0,0-2 13 0,0 2 4 16,0 3 10-16,0 1 3 0,0 0-10 15,0 0 13-15,0 0-11 0,-9 2 18 16,9-3 32-16,-14-1 35 0,2-5 48 0,4-1 15 0,-1-2-7 16,3-3-21-16,-1-4-32 0,2 0-38 0,1 0-47 15,-1 0-25-15,2-15-28 0,1 0-8 0,2-4 14 16,0 2-1-16,0-8 8 0,0 2-4 0,0-5-2 15,17-1-5-15,-2-1-6 0,5-1 11 0,0 3-1 16,3 1 7-16,-2 3-1 0,2 4 5 0,-2 1-9 16,0 6-6-16,-1 5 10 0,0 8-9 0,-2 0 8 15,0 0-11-15,-1 0 7 0,-2 11 12 0,0 1 0 16,-3 6 14-16,-1 5-16 0,-2 1-1 0,-4 6-1 16,-2 3 3-16,-3 2-9 0,0 2-4 15,0 1 4-15,0 0-1 0,-17-3 10 0,5 1-4 0,1-4 2 16,11-2 0-16,-10-5-6 0,10-7-3 15,-10-1-7-15,10-8-12 0,0 1 6 0,0-4-6 16,0-2 9-16,0-4 8 0,0 0-1 0,11 0 14 16,3-11-34-16,2-2-60 0,4-4-82 0,3-6-79 15,4-4-43-15,1-4-18 0,4-1 4 0,-2-2-34 16,2-5-169-16,0 3-22 0,-2-4 82 0</inkml:trace>
  <inkml:trace contextRef="#ctx0" brushRef="#br0" timeOffset="21867.3">785-183 2589 0,'0'-22'56'0,"0"5"60"0,0 4 64 0,-17 3 28 16,1 7-37-16,-3-1-44 0,0 4-41 0,-1 0-11 16,-1 0 3-16,-2 0-13 0,2 13-16 0,-1 2-26 15,3 1-20-15,0 0-4 0,3 1-7 0,-1 3 15 16,6-2-10-16,1 4-2 0,2 3 5 0,4-2-15 16,4 1 9-16,0 1 5 0,0-2-2 0,0 1 3 15,18-3-3-15,-3 3 2 0,3-3 0 0,0-1-1 16,4 0 3-16,-2 2 0 0,2-3-2 0,1 0 11 15,0 3-10-15,0-1 2 0,-4-1 1 0,0 0-5 16,-3 1 2-16,-2-2-4 0,-2 4 3 16,-4-3 2-16,-4 1 7 0,-4-1-4 0,0 0-3 15,0-2 2-15,0-5 10 0,0 1 14 0,0-5 18 16,-12-4 21-16,12-5 3 0,-12 0 1 0,4 0-26 16,1 0-21-16,-1-14-11 0,1-5-19 0,-1-4 1 15,0-6 7-15,2-6-14 0,0-3 7 0,2-6 0 16,4-5-7-16,0-4 18 0,0 5-3 0,0-3 8 15,12 3-8-15,-2 1-23 0,0 4-32 0,2 6-32 16,-2 2-69-16,3 5-93 0,-3 0-103 0,1 3-117 16,-1 2-256-16,1 6-48 0,1 1 137 0</inkml:trace>
  <inkml:trace contextRef="#ctx0" brushRef="#br0" timeOffset="7326.9">5807-2762 2984 0,'10'0'39'0,"-10"0"31"16,0 0 7-16,0 0 14 0,0 0-22 0,0 0-6 16,0 0 17-16,0 0-23 0,0 0-6 0,0 0-22 15,0 0-27-15,0 0 4 0,0 0-18 0,0 0 6 16,0 0-2-16,0 11-2 0,0-11 5 0,0 11-13 16,0-4 12-16,0 3 10 0,0 2 11 0,-14 0 1 15,3 3-14-15,1 1 4 0,1-3-12 16,-2 1 6-16,0-4 17 0,4 0-8 15,-1-5 17-15,2 1 21 0,3-6 0 0,-2 0 4 0,5 0-2 16,0 0-26-16,0 0-15 0,0 0 0 0,0 0-18 16,0 0 9-16,0-13 1 0,11 2 0 0,-2 1-2 15,0-4-1-15,2 1-1 0,1 0-4 0,-1 1 12 16,-1 1-13-16,2 0 7 0,-1 3-8 0,0 1 0 16,-5 0 2-16,1 7-9 0,-1 0 9 0,-2 0-13 15,0 0 21-15,-2 0 2 0,-1 14 7 0,1 1 12 16,-2 1-31-16,0 4 34 0,0 2-5 15,0 6-6-15,0 2 15 0,0 0-29 0,-13 3-4 0,13-1 3 16,-13-1-1-16,4-1-3 0,9 0 5 16,-9-6 4-16,9-5-2 0,-7-2 0 0,7 0-3 15,0-7-1-15,0-1-7 0,0-5 3 0,0 0 5 16,0-2-5-16,0-2 15 0,0 0 0 0,10 0-2 16,-1 0-1-16,3 0-20 0,0 0-44 0,3-18-61 15,2 1-92-15,4-3-76 0,3-3-35 0,4-7-11 16,1-3 37-16,3-2-44 0,1 0-145 0,2-3-27 15,0 0 59-15</inkml:trace>
  <inkml:trace contextRef="#ctx0" brushRef="#br0" timeOffset="7693.52">6360-2901 2570 0,'8'-14'33'15,"-8"1"55"-15,0 5 61 0,0 3 40 0,-14 1-16 16,2 1-47-16,-2 3-41 0,-2 0-20 0,2 0-6 16,-4 0 0-16,0 10-12 0,-1 0 1 0,-2 1-10 15,1 3-6-15,1 0-9 0,0 5-19 16,1-3-4-16,1 1-4 0,4 1-5 0,2 0-3 15,4-2 7-15,2-2 10 0,5 0-9 0,0-2 3 16,0 0-4-16,0-2-4 0,14 4 10 0,-1-2 8 16,4 0-1-16,-2 1-5 0,5-1 1 0,0 4-5 15,1-3 2-15,0 2 18 0,4 0-7 0,-3-4 2 16,3 1-2-16,-3 1-18 0,-2 0 6 0,0 2-3 16,-6-2 0-16,-1 3 4 0,-4-1 9 0,-3-1-4 15,-1 4-2-15,-2-3 1 0,-2-1-7 16,-1 3 3-16,0-7 9 0,0 3-3 0,0-2 19 0,0-2 23 15,0 0 12-15,0-2 21 0,-13-3-16 16,-1-4-10-16,4 0-11 0,-4 0-18 0,0-17-16 16,1-1 15-16,-1-4-8 0,2-7-13 0,1-2 13 15,0-8-21-15,2-5-2 0,5 1 9 0,1-2 17 16,3 0-21-16,0 1 0 0,0 2-12 0,0 4-16 16,12 6-19-16,-3 3-32 0,-9 6-30 0,11 3-69 15,-1 3-90-15,-2 2-107 0,-8 6-126 0,7 1-281 16,0 2 9-16,-7 1 143 0</inkml:trace>
  <inkml:trace contextRef="#ctx0" brushRef="#br0" timeOffset="24006.1">999 1337 4043 0,'-12'0'55'0,"0"0"65"0,0 0 70 0,0 0 43 16,3 0 18-16,-1 0 12 0,4 0-31 0,3 0-43 15,0 0-66-15,3 0-98 0,0 0-45 16,0 0-9-16,0 0-17 0,0 0 1 0,0 0-27 16,0 0 9-16,11 0 16 0,0 0 28 0,2-11 27 15,4-5 7-15,3 1-5 0,5-4 9 0,4-3-13 16,3-1 4-16,2-1 3 0,1-3-27 0,-2 4 7 15,-3 4-6-15,-5 3 8 0,-4 1-6 0,-4 2 27 16,-4 6 0-16,-5 1-16 0,-4 4 6 0,-4 2-33 16,0 0-1-16,0 0-7 0,0 0-7 0,0 0 18 15,0 15 27-15,0-2 4 0,0 4 23 0,0 3 10 16,11 6-34-16,-11 4-4 0,14 9-1 16,-4 2-12-16,-1 2 9 0,2 3 10 0,0 1 4 15,-1-1-3-15,-1-1-1 0,4-2-10 0,-3-2-8 16,-1-3 10-16,0-2-11 0,1-6 12 0,-4-2-7 15,1-4-10-15,-1-5-63 0,-1-4-89 0,1-1-63 16,-1-6-47-16,1 1 40 0,-3-5 56 0,0 0 23 16,0-3-19-16,-2-1-91 0,-1 0-117 0,0 0-184 15,0 0-308-15,0-17 118 0</inkml:trace>
  <inkml:trace contextRef="#ctx0" brushRef="#br0" timeOffset="24459">1756 998 3487 0,'0'-23'52'16,"0"2"56"-16,0 1 39 0,0 7 23 0,-14 4-20 15,2 0 11-15,3 1 19 0,-2 6 38 0,2 0-2 16,0 2-47-16,0 0-51 0,0 0-69 0,-1 0-31 16,1 0-67-16,0 9 6 0,-3 1-1 0,0 0 7 15,-2 3 49-15,-1 4-35 0,0 1 23 0,0 6-18 16,1 3-1-16,0 0 18 0,4 1-28 0,-2 1 23 15,1-1-10-15,3-2-17 0,5-1 18 0,3 1-22 16,0-6 1-16,0 1 6 0,0-1-30 0,17 0-24 16,0-2-18-16,1-1 17 0,0 0 15 15,2-3 20-15,0-2 22 0,1-1 9 0,0-1 1 16,0-4 18-16,-1 1-7 0,-3 0-11 0,0-4 3 16,-4 2 2-16,-2-1 9 0,-2 1 3 0,-3-1 2 15,-1 0-8-15,-1-1 11 0,-2 3 3 0,-2 0 9 16,0 1 6-16,0 3-21 0,0-1 7 0,0 2-7 15,-15 2-1-15,1 2 12 0,0-2-15 0,-1-1 7 16,0 0-2-16,-2-2 2 0,-1-3 10 0,1 0 1 16,0-5-10-16,4-2-2 0,-1 0-13 0,0 0 2 15,4-20 8-15,1 1-8 0,1-5 0 0,5-1 7 16,0-7-11-16,3-2 0 0,0 0 19 0,0-7-13 16,14 3 7-16,1 0 6 0,0-1-16 15,-1 3-3-15,2-1 8 0,3 2-31 0,-3 3-43 16,4 2-68-16,-3 1-115 0,-2 4-108 0,0 1-94 15,-1 2-119-15,0 2-226 0,-2 3 139 0</inkml:trace>
  <inkml:trace contextRef="#ctx0" brushRef="#br0" timeOffset="24799.07">2056 564 3876 0,'0'-12'51'0,"0"-1"55"0,0 2 85 15,0 1 90-15,-10 7 71 0,10 3 39 0,-11 0-40 16,11 0-50-16,-9 0-121 0,9 0-104 0,-6 0-48 16,6 0-51-16,0 0-9 0,-5 0 6 15,5 8 7-15,-4 1 8 0,1 2 3 0,0 4 3 16,-3 2-4-16,-1 8-4 0,1 3 6 0,-1 4 3 16,-2 4 3-16,1 3 7 0,1 1-5 0,0-6-14 15,0 2-4-15,4-1 0 0,0-3 13 0,3-4-2 16,0 0 7-16,0-3-18 0,0-2-10 0,0-1 15 15,0-5 6-15,10-3 7 0,0-2-2 0,0-1-8 16,2-5 5-16,-1-1 8 0,6-1 14 16,-1-4 9-16,4 0-7 0,1 0-2 0,2-12-16 0,0-3-21 15,3-3-48-15,-2-2-72 0,2-1-126 16,-2-3-94-16,2-3-39 0,-2 2 10 0,1-3 24 16,-3 0-34-16,0-1-59 0,-3-1-90 0,0 0-235 15,-4 2 62-15,-3 0 139 0</inkml:trace>
  <inkml:trace contextRef="#ctx0" brushRef="#br0" timeOffset="24967.1">2331 660 2829 0,'-7'9'14'16,"7"-9"1"-16,-7 8 8 0,3 3 31 0,4 2 23 15,0-3 31-15,0 6 24 0,0-1-24 0,0 2-38 16,0 4-2-16,0 1-28 0,12 4 7 0,-1 3 0 16,-1-1-27-16,1-1 3 0,1 4-15 15,2 2-1-15,-1 1 11 0,3 2-3 0,0 1-5 0,0 2-36 16,-3 0-94-16,1 0-100 0,-3 3-67 15,-2-2-58-15,-3-2-51 0,-6-1-223 0,0-2-27 16,0-2 92-16</inkml:trace>
  <inkml:trace contextRef="#ctx0" brushRef="#br0" timeOffset="23543.1">202 2323 2609 0,'0'11'10'0,"0"-2"0"16,0-2 0-16,0-5 16 0,0-2 2 0,0 0 0 15,0 0 16-15,12 0-13 0,0-15-10 0,2-3 3 16,4 0-18-16,2-5-10 0,7-1-73 0,1-5-81 16,5-2-118-16,2-1-303 0,4-3-57 15,-1-2 79-15</inkml:trace>
  <inkml:trace contextRef="#ctx0" brushRef="#br0" timeOffset="23391.86">99 2088 3779 0,'-9'9'39'0,"-1"-3"20"16,1 1 24-16,2-2 12 0,7-2-21 0,-8 2-2 15,2-3-19-15,6-2-10 0,0 0-22 0,0 0-17 16,0 0-11-16,0 0-2 0,0 0 8 0,0 0-3 15,11 0 7-15,4-15 1 0,3-1-16 0,5-1-14 16,4-2-19-16,4-3-20 0,0 1-14 0,4-3-24 16,0 3-46-16,-1-2-70 0,-2 4-82 0,-3 2-71 15,-4 2-48-15,-2 1-95 0,-5 6-158 0,-7 2 97 16,-3 6 113-16</inkml:trace>
  <inkml:trace contextRef="#ctx0" brushRef="#br0" timeOffset="25295.09">1292 2421 3817 0,'-28'30'-8'0,"5"-4"-4"0,6-5 6 0,5-3-1 15,4-4 6-15,8-5 18 0,0-2 9 0,0-7 44 16,0 0 28-16,14 0 26 0,7-24 9 0,8-4-6 16,11-10 13-16,13-10-38 0,15-13-22 0,16-8-35 15,16-9-38-15,11-5-9 0,9-10-4 0,10 0-1 16,4 2 4-16,3-1-3 0,-2 4 4 0,-6 8 5 15,-8 2-8-15,-10 12 10 0,-12 7 7 0,-17 9-7 16,-14 12 26-16,-18 8 93 0,-12 8 77 16,-13 9 63-16,-12 5 9 0,-13 8-86 0,0 0-79 0,0 0-59 15,0 0-41-15,0 0-96 0,-13 14-197 16,-1 0-128-16,-6 3-70 0,-3 2-1 0,-5 3 45 16,-7 2-35-16,-5 4-120 0,-4-1-303 0,-1 4 119 15,-4 0 164-15</inkml:trace>
</inkml:ink>
</file>

<file path=ppt/ink/ink25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5:15.533"/>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-3 2658 2122 0,'0'3'9'16,"0"1"-5"-16,0 0 3 0,0-2-6 0,0 1-13 15,0-3 8-15,0 2 16 0,0-1 48 16,0 0 43-16,0-1 28 0,0 0 22 0,0 0-20 16,18-12-11-16,5-6 5 0,10-9-13 0,11-11-9 15,14-14-16-15,17-15-24 0,14-13-29 0,17-15-16 16,19-14-7-16,18-9-6 0,18-13 8 0,15-8 6 15,9-3-10-15,11-3-6 0,8 1-6 0,7 3-6 16,0 3 5-16,-3 4 7 0,-5 10-18 0,-10 8 17 16,-9 7-4-16,-12 10-9 0,-14 8 19 0,-16 8-17 15,-14 10 4-15,-17 9 0 0,-19 12 8 0,-16 8 48 16,-16 12 60-16,-15 7 52 0,-15 9 32 0,-11 6-22 16,-9 3-47-16,-10 4-49 0,0 3-32 15,0 0-29-15,0 0-15 0,-13 0-3 0,-1 0 4 16,3 0-25-16,-5 0-26 0,0 0-34 0,-2 0-58 15,0 0-42-15,-5 11-65 0,2-2-91 0,-3-1-71 16,1 3-66-16,0 2-230 0,3 0 20 16,2-2 115-16</inkml:trace>
</inkml:ink>
</file>

<file path=ppt/ink/ink26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5:09.819"/>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-544 4893 2555 0,'-4'-3'23'16,"-4"0"19"-16,2 0 21 0,0 3 7 0,0 0-20 16,1 0-29-16,1 0-24 0,2 0-15 0,2 0-10 15,0 0 6-15,0 0-3 0,0 0 7 0,0 0 3 16,0 0 5-16,11 0 5 0,1 0 3 0,-1 0 7 16,5 0 1-16,4 0-9 0,3 0 5 0,3 0-4 15,0 0-2-15,4 0 19 0,-1 9-13 0,0-9-5 16,-2 8 1-16,-1 0-11 0,-2 2 12 15,-3 1 10-15,-2 2 11 0,-4 4-4 0,-2 2 7 16,-2 7-2-16,-2 3-8 0,-3 5 5 0,-3 1-15 16,-3 5 7-16,0 2-5 0,0-1-3 0,0 2 5 15,-15-2-7-15,1-1-2 0,4-3 4 0,-4-4 1 16,3-4 6-16,-1-2 2 0,3-6 11 0,0-2 25 16,2-9 31-16,2 0 23 0,0-2-1 0,1-8-17 15,4 0-38-15,-3 0-20 0,3 0-13 0,0-18-13 16,0-3 11-16,0-5-2 0,0-6-2 0,15-6 15 15,0-5 3-15,2-9 2 0,1-2 17 0,2-4 3 16,-2-2-10-16,5-1 10 0,-3-3 2 16,-2 1 0-16,-1 4 19 0,-2 3 4 0,-3 5 8 15,-6 5 4-15,0 5 22 0,-3 8 11 0,-3 6 0 16,0 7 7-16,0 5-19 0,0 5-5 0,0 5-15 16,-11 5-23-16,11 0-26 0,-9 0-26 0,9 0-28 15,-9 0-6-15,2 15-8 0,-1 0 2 0,0 7 18 16,1 3 2-16,-1 3-1 0,1 9-38 0,-2 0-28 15,2 4-38-15,4 1-14 0,3 1 25 0,0-1-1 16,0-1 11-16,0-1 3 0,16-3-8 0,2 0-15 16,2-4-2-16,4-2-10 0,3-7-25 0,5-5-4 15,6-6-36-15,6-13-40 0,3 0-29 16,6 0-77-16,2-24-270 0,1 1 13 0,0-7 77 16</inkml:trace>
  <inkml:trace contextRef="#ctx0" brushRef="#br0" timeOffset="455.66">1046 3981 2713 0,'0'-8'38'0,"0"-2"62"0,0 2 57 0,0 5 49 16,0 3-1-16,-10 0-25 0,10 0-44 0,-14 0-39 16,3 0-21-16,1 0-46 0,1 11-21 0,1 1-6 15,-1 4-20-15,1 3 1 0,-1 1 20 16,2 7-4-16,1 1 3 0,0 4 10 0,1 5-14 15,2 0 2-15,3 2-10 0,0-1 0 0,0-1 6 0,0 4-2 16,0-1 5-16,14-2 9 0,-4-1-8 0,2 1-2 16,-1-3 3-16,3 2-5 0,-2-4-4 15,0-3 4-15,2-3 0 0,1-2 4 0,0-3 3 16,0-4 0-16,2-1 0 0,-2-3 0 0,3-1-8 16,1-2 3-16,-3-2 3 0,1-5-3 0,0 1 2 15,-1-2 1-15,0-3-8 0,2 0-20 0,-3 0-14 16,-1 0-29-16,-1-12-16 0,-1 0-26 0,-1 0-52 15,0-1-63-15,-2-3-52 0,-2 1-23 0,-1-1-9 16,2 0-34-16,-3-1-190 0,-1-1-12 16,-2 1 82-16</inkml:trace>
  <inkml:trace contextRef="#ctx0" brushRef="#br0" timeOffset="816.04">1033 4586 3069 0,'-5'5'36'16,"-2"-1"24"-16,2 0 6 0,0-2 3 0,1 1-33 15,4 1-35-15,0-3-9 0,0 2-11 0,0-3-7 16,0 0 22-16,0 0 20 0,12 0 34 0,2 0 12 16,2-17-9-16,6 1-17 0,3-4-26 0,6-5-11 15,5 0-9-15,2-4-43 0,5-2-23 0,-2-1-32 16,-2 1-19-16,-2 1-15 0,-1 3-41 0,-5 2-38 15,-4 2-84-15,-4 4-198 0,-4 2-114 0,-3-1 72 16</inkml:trace>
  <inkml:trace contextRef="#ctx0" brushRef="#br0" timeOffset="1161.42">1886 3717 2881 0,'-13'-11'65'0,"-1"1"82"0,3 2 57 0,2 1 38 16,2 4-51-16,0 3-74 0,4 0-60 0,0 0-47 15,3 0-20-15,0 0 1 0,0 0-6 0,0 0 12 16,0 16 4-16,11 1-6 0,-2 5 15 0,2 2-2 15,1 6-5-15,3 2 18 0,2 5-15 0,-1 1 2 16,4 2 10-16,-2-1-17 0,1 1 5 0,-3-1-1 16,1-4-10-16,-2 0 3 0,-1-3 0 0,0 0 8 15,-2-1 1-15,-2-3-4 0,-2-5 7 0,0 1-3 16,-1-4-4-16,-1-3-6 0,0-4-22 0,-3-3-32 16,0-3-18-16,-1-4-35 0,-1-3-35 0,-1 0-59 15,0 0-162-15,0 0-269 0,0 0-191 16,0-16 84-16</inkml:trace>
  <inkml:trace contextRef="#ctx0" brushRef="#br0" timeOffset="2151.32">1832 3795 2759 0,'-13'-21'40'0,"0"1"65"0,1 3 27 15,1 2 10-15,3-1-45 0,2 7-66 0,5-3-13 16,1-3-10-16,0 2 15 0,0-3 1 0,18-2-13 16,2-6-1-16,4 0-9 0,3-2-6 0,2 1 0 15,6 2 0-15,-1 2 5 0,2 1 7 0,-1 3-9 16,-2 6-2-16,-1 3-6 0,-4 3-1 15,-4 5 13-15,-4 0-2 0,-2 0 0 0,-6 0 29 0,-1 17 25 16,-7 0 26-16,1 4 32 0,-5 4-38 16,0 1-16-16,0 7-26 0,-15 3-36 0,-2 3 15 15,-3 3-11-15,-1 0 5 0,-4 2 9 0,-2-4 3 16,1-1 17-16,2-6 21 0,1-5 20 0,4-3 6 16,3-6 11-16,4-7-5 0,3-3-18 0,5-2-8 15,-1-1-32-15,5-4-18 0,0 0-14 0,0-2-9 16,0 0-3-16,0 0-9 0,0 0 19 0,0 0-2 15,14 0 0-15,-2 0 13 0,0-10-24 0,2 10 14 16,4-13 5-16,3 4-10 0,3-2 14 0,4 3-9 16,-1 1 7-16,2-1 9 0,1 1-8 0,-1 2-9 15,0-1-33-15,-2 2-25 0,-4 2-12 0,0-1-19 16,-3 1-1-16,-1 1-28 0,-3 1-52 16,-1 0-64-16,-2 0-77 0,0 0-54 0,-3 0-86 0,1 0-245 15,-4 0 56-15,0 0 105 0</inkml:trace>
  <inkml:trace contextRef="#ctx0" brushRef="#br0" timeOffset="1750.01">1930 3635 2037 0,'2'0'14'0,"1"0"0"0,-3 0 8 15,3 12 45-15,0-12 17 0,0 0 34 0,-2 12 23 16,4-1-21-16,0 4-12 0,1-2-15 0,0 4-17 16,3 5-10-16,0 2-15 0,2 3-1 15,-1 2-23-15,2-1-17 0,2 2-1 0,0-1-10 16,-1-1 11-16,1-1 9 0,-2 0-1 0,-1-3 3 15,-1 0 1-15,1-1-4 0,-2-2-6 0,-1-1-11 16,1-8 0-16,-5 4 2 0,2-4 1 0,-2-3 7 16,0 1-3-16,-2-4-3 0,1-2 5 0,-2 1-17 15,-1-3-39-15,0-1-52 0,0-1-63 0,0 0-108 16,0 0-197-16,0 0-253 0,-10 0 59 0</inkml:trace>
  <inkml:trace contextRef="#ctx0" brushRef="#br0" timeOffset="2731.45">2131 2903 2294 0,'-6'-3'37'0,"-2"1"42"0,2-1 45 16,0 2 54-16,0-2 23 0,1 3 21 15,1 0-3-15,-1 0-29 0,2 0-25 0,0-1-39 0,2 1-26 16,-1 0 0-16,0 0-25 0,2 0-13 16,0 0-19-16,0 0-24 0,0 0-16 0,0 0-9 15,0 0 4-15,0 0-9 0,0 0 1 0,0 0 10 16,0 0-11-16,0 0 11 0,0 0 6 0,14 0-10 15,0 0 9-15,4-13 1 0,2-3-2 0,3-1-1 16,5-2 3-16,3-2-11 0,-1 1-5 0,1 0 7 16,-1 1-7-16,-3 4 3 0,-5 1 0 0,-6 6-2 15,-4 3 6-15,-3 5 3 0,-4 0 9 0,-2 0-7 16,-3 0 0-16,0 12 15 0,0 3-2 0,0 2 13 16,0 3-4-16,0 1-15 0,0 4-3 0,-11 2-8 15,11 1 3-15,-9 1 1 0,9-4 3 0,-6-1 0 16,6 0-8-16,-6-3 6 0,6-2-16 15,0-3 11-15,0-4-25 0,0 0-28 0,0-3-4 16,0-3-28-16,0-2-2 0,0-1 5 0,0 1-37 16,0 0-60-16,0 0-60 0,0 2-83 0,0-3-61 15,9 4-126-15,-9-1-201 0,0-2 102 0</inkml:trace>
  <inkml:trace contextRef="#ctx0" brushRef="#br0" timeOffset="3231.06">2636 2518 2730 0,'-13'-15'46'0,"2"2"66"0,2 0 50 16,0 4 54-16,0-2-9 0,0 5-33 0,1 0-38 15,2 0-46-15,-2 5-22 0,8 1-28 0,-4 0-26 16,4 0-6-16,0 0-16 0,0 0-15 0,0 0 14 15,0 0 7-15,0 0-9 0,0 10 8 0,0-1 9 16,0-2-23-16,0 0 11 0,0 2 2 0,12 1-14 16,-3 2 15-16,2-3 3 0,2 1 6 15,1-4-3-15,0 0 3 0,4 0-12 0,2 0 2 0,1-3 8 16,2-1-3-16,0 0 2 0,-1 1-6 16,3-1-6-16,-4 0 12 0,0 2-2 0,0-1-1 15,-2 1 6-15,-4 2-9 0,-3 1 3 0,0 2 3 16,-4-1 3-16,-4 4 6 0,-4 3-7 0,0 3 4 15,0 5 2-15,0 2-5 0,-18 2 1 0,1 3-1 16,-2-1-2-16,-3-1-2 0,0-3 8 0,0-2 15 16,0-5 26-16,3-5 27 0,3-2 24 0,2-5-10 15,3-6-33-15,2 0-27 0,3 0-39 0,-2-12-18 16,4-2 3-16,-1-6-2 0,1-4 5 0,-1-5 9 16,2-4-5-16,2-1 9 0,1-4 3 0,0-1 6 15,0 0 2-15,0 1-3 0,0 5 4 16,9 1-9-16,-9 5-5 0,0 4 4 0,7 2-3 15,-7 3 11-15,0 5 5 0,0 2-12 0,0 1-21 16,0 3-24-16,0 1-25 0,0 2-34 0,0 1-30 16,0 0-69-16,0 3-96 0,0 0-75 0,0 0-75 15,0 0-181-15,0 0-71 0,0 0 113 0</inkml:trace>
  <inkml:trace contextRef="#ctx0" brushRef="#br0" timeOffset="3594.15">2977 2086 2765 0,'10'-11'55'0,"-2"0"73"16,-2 3 64-16,-2 2 53 0,1 0-13 0,-2 3-39 15,-1-2-32-15,-2 3-32 0,0 2-39 0,0 0-9 16,0 0-31-16,0 0-9 0,0 0-15 0,0 0-20 15,0 0-8-15,0 9-8 0,0-9 14 0,0 12-12 16,0 0 3-16,0 3-3 0,0 1 5 0,-11 3 6 16,11 2 2-16,-9 4-3 0,9 0-12 15,-5-2 3-15,5 2-2 0,0-5-7 0,0-2 17 16,0-1-2-16,0-3-14 0,0-3 25 0,0-3-18 16,11-2 3-16,-4 1 29 0,3-1-29 0,-4-3 12 15,3 1-2-15,0-3-8 0,0-1 14 0,0 0-2 16,0 0 1-16,3 0 9 0,1 0-7 0,0 0-1 15,2-13-13-15,2-1-55 0,1 0-42 0,1-3-62 16,-1-2-93-16,0-4-102 0,0 0-79 0,-3-2-86 16,-1-2-238-16,-2 4 63 0,-3-1 127 0</inkml:trace>
  <inkml:trace contextRef="#ctx0" brushRef="#br0" timeOffset="3765.12">3194 2056 2685 0,'-6'13'36'0,"6"-4"37"16,-6-1 24-16,3 0 40 0,3-1 14 15,0-1-8-15,0 4 0 0,0 0-25 0,0 1-42 16,0 4-31-16,0 2-24 0,0 3-17 0,0 1-7 16,9 4 8-16,0 2-1 0,0 0 5 0,2 0-3 15,-1 2 2-15,1-1-10 0,-1 2-38 0,4 2-68 16,-2-2-82-16,-1 2-84 0,0 0-60 0,-2 1-44 16,-2-1-181-16,-4-1-101 0,-3-1 93 0</inkml:trace>
  <inkml:trace contextRef="#ctx0" brushRef="#br0" timeOffset="4033.14">2646 2421 1863 0,'0'-10'-7'16,"7"2"-13"-16,-7 3-44 0,0 5-81 0,0 0-228 15,0 0-72-15,0 0 43 0</inkml:trace>
</inkml:ink>
</file>

<file path=ppt/ink/ink26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5:28.006"/>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0-1 2560 0,'18'0'-7'16,"1"0"41"-16,2 0 38 0,3 0 13 0,7 0 71 15,3 0-28-15,7 0-22 0,8 0 10 16,7 0-23-16,7 0 5 0,2 0-526 0</inkml:trace>
</inkml:ink>
</file>

<file path=ppt/ink/ink26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5:39.932"/>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7698 729 2254 0,'0'-12'27'0,"0"-3"20"15,0 0 12-15,-15 0 11 0,15 2 9 0,-11-1 25 0,1 2 31 16,10-1 31-16,-6 6-7 0,6-2-15 0,-7 2-13 16,0 1-6-16,7 1-1 0,-6-1 5 15,0 3-26-15,1-2-12 0,2 5-23 0,-3 0-14 16,3 0-1-16,-5 0-32 0,2 0-4 0,-3 0-19 16,-1 0-6-16,-3 0 7 0,-3 11 9 0,-1 2-10 15,0 1 13-15,-2 3 3 0,-4 3-15 0,2 5 16 16,-1 1-20-16,3 5 7 0,0 1 3 0,7-1-8 15,2 4 9-15,3-3-17 0,7 1 5 0,0-5 9 16,0 1 2-16,0 1 6 0,11-3-4 0,-2-2-9 16,3-2 8-16,2-1 0 0,-3-4-7 0,2-1 7 15,3-5-8-15,0-1 6 0,-2-4 9 16,3-1 3-16,-1-6 23 0,-2 0 10 0,4 0 11 16,3 0 4-16,-1-13-14 0,3 0 19 0,-3-2 4 15,2-2 39-15,-2 0 33 0,0-4-13 0,0-4 7 16,-7 1-28-16,0-4-35 0,-6 0-22 0,2 0-22 15,-6-3-16-15,2-1-8 0,-5 4 3 0,0 0-15 16,0 0-24-16,0 2-88 0,-11 2-84 0,-2 3-56 16,0 0-55-16,-3 3 26 0,-1 1-15 0,0 1-60 15,-2 2-108-15,2 0-192 0,-3 1-217 0,0 0 130 16</inkml:trace>
  <inkml:trace contextRef="#ctx0" brushRef="#br0" timeOffset="168.16">7886 685 3459 0,'11'0'10'15,"-8"0"2"-15,0 0 4 0,-3 0-3 0,0 0-3 16,0 0-23-16,0 0-60 0,0-7-91 0,-9 7-127 16,9-9-134-16,0 9-326 0,-11-7 37 0,11-1 119 15</inkml:trace>
  <inkml:trace contextRef="#ctx0" brushRef="#br0" timeOffset="1110.93">7267 1625 4283 0,'-8'11'0'0,"2"0"7"0,3-8 39 16,3-3 56-16,0 0 80 0,26 0 48 0,4 0 9 15,10-17-14-15,11 0-49 0,16-5-26 0,12 1-20 16,11-5-23-16,8 0-31 16,15 2-37-16,8 0-23 0,5 1-13 0,3 5-6 15,7-1 7-15,-1 6 0 0,-6 2-9 0,-5 2-5 0,-8 3 0 0,-10 2 0 16,-18 1 13-16,-15 3 9 0,-11 0 3 15,-18 0-6-15,-13 0-17 0,-16 0-14 0,-4 0-55 16,-11 0-89-16,0 0-136 0,0 9-97 0,-14-2-44 16,-6-7-49-16,-6 10-64 0,-4-2-110 0,-6-1-321 15,-7 1 140-15</inkml:trace>
  <inkml:trace contextRef="#ctx0" brushRef="#br0" timeOffset="841.14">8246 596 2876 0,'0'0'40'0,"0"0"18"0,0 0 21 0,0 0 28 16,0 0-18-16,0 0-5 0,0 0-24 15,0-10-26-15,0 10-19 0,0 0-19 0,0-12-1 16,11 12 2-16,-2-6 1 0,2 6 5 0,1 0 5 16,5 0 1-16,-1 0-12 0,1 0-2 0,-3 0-1 15,2 0-14-15,0 12 11 0,-6 0-2 0,1-2 0 16,-5 3 17-16,0 0-2 0,-6 3 9 0,0 2 6 16,0 0-12-16,-14 3 6 0,-1-1-2 0,-6 4-8 15,-2-2 3-15,-6 2-5 0,2-1 3 0,1-3 1 16,0-3-3-16,-1-1 0 0,7-2 5 0,3-4 22 15,5-5 9-15,5 0 7 0,4-4-12 0,3-1-25 16,0 0-5-16,0 0 2 0,0 0 2 16,0 0 17-16,10 0 12 0,2 0 0 0,2 0 0 15,0 0-8-15,2-8-5 0,4 8-11 0,-5 0-2 16,2 0-2-16,3 0-2 0,-7 0 14 0,4 0 8 16,-3 0 2-16,1 14-14 0,-4-3 3 0,-2-1-9 15,-2 0 7-15,-4 1 14 16,4 3-10-16,-7 0-2 0,0-1-12 0,0 3 2 0,0 1-1 0,-16 0-13 15,6 3-29-15,-4-2-66 0,-3 0-107 0,2 1-126 16,-5-1-121-16,1 1-192 0,-3-6-180 0,-3 0 139 16</inkml:trace>
</inkml:ink>
</file>

<file path=ppt/ink/ink26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5:32.214"/>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455 1316 1676 0,'-12'0'14'0,"0"0"19"0,-2 0 23 0,4 0 29 16,-1 0 8-16,-1 0 7 0,-2 0-2 0,1 0-11 15,1 0-1-15,-1-7-10 0,1 7-16 0,-1 0-3 16,2 0-10-16,0 0-10 0,2 0-7 15,0 0-14-15,3 0-14 0,0 0-6 16,0 0 0-16,3 0-2 0,1 0-2 0,1 0 9 0,1 7-2 0,0-7 16 16,0 7 34-16,0-1 20 0,0-1 21 15,9 0-7-15,3-1-26 0,-1 3-20 0,2 2-11 16,6-3-6-16,0 0-7 0,4 2-7 0,3 0-1 16,1-1 1-16,2 0 0 0,0-1 0 0,3 0-2 15,-2 2-1-15,2-2-2 0,-3 2 4 0,1-2-8 16,-1-2 6-16,-1 0 1 0,-3 0-7 0,1 2 11 15,-2-2-9-15,2-3 4 0,-1 2 5 0,-3-1-2 16,3-1-4-16,-3 0-3 0,3-1 2 0,-1 0-3 16,2 0 5-16,-2 0-2 0,0 0 1 15,4 0-1-15,-1 0-2 0,2-11 2 0,-2 1 0 16,2 10 2-16,3-9 9 0,0 3 4 0,1-2 9 16,2 2-3-16,2-2-9 0,-1 2-7 0,4-2-8 15,-2 0 2-15,1 0 0 0,-1 1 4 0,-1 1-1 16,-3-3-2-16,0 2 4 0,-2 1 6 0,-2-2 2 15,-1 1 7-15,-2-2 4 0,1 1-9 0,-3-1 9 16,-2 0 3-16,0 0 9 0,-2-1 21 0,-2 0-6 16,-1 1 0-16,-3-2-5 0,-1 2-13 0,-4-4 9 15,2 4-15-15,-1-3-4 0,0-4-4 0,-1 2-10 16,4-2 8-16,-2-1-4 0,0-1 1 0,0-1 7 16,2 1-3-16,-3-3-3 0,1 2-5 0,-2-4-7 15,1 0 6-15,-2 1-1 0,-1-1 15 16,-2-1-11-16,-2 0-3 0,1 0 12 0,-2 1-13 15,-3 0 16-15,0 0 7 0,0-2 5 0,0 1-2 16,0 2-8-16,0-2-1 0,-14 3-6 0,2-1 6 16,3 0 2-16,-2-1 2 0,2 1 0 0,-1 2-5 15,-2-3 5-15,1 1-1 0,0 1-9 0,1-3 6 16,-1 3-3-16,0-1-9 0,-1 0 1 0,2 2 0 16,-2 1 4-16,-2 0-1 0,0-1 13 0,-3 1-2 15,2-1-8-15,-3-1 1 0,-2 1-5 16,1 2-2-16,-3-2-2 0,0 0 0 0,-1 0 28 0,-2 1 11 15,3 2 9-15,-3 2 1 0,1-3-43 16,1 5-11-16,-1-2-20 0,1 2 7 0,-1-1-3 16,-2 1-8-16,0 2 14 0,-3 0-13 0,-1 1 15 15,-3 2 8-15,-1 2-4 0,-1 0-3 0,-1 0-3 16,-2 4-7-16,-2 2 7 0,-1 0 5 0,0 0-8 16,-4 0 9-16,-4 14 9 0,-1-2-10 0,-3 4 7 15,0-1-12-15,-2 4-14 0,-1-1 17 0,1 3-4 16,2 0 9-16,3-1-7 0,1 2-12 0,4 2 5 15,-1 2-6-15,4 0 6 0,1 2 9 0,0 0 0 16,3 2-7-16,1 3-5 0,4 3 13 16,-2 1-7-16,3 0 7 0,2 4 12 0,2 0-18 0,1 4-4 15,3-2 7-15,1 5-5 0,3-2 7 16,5 3-12-16,4-3 5 0,4 3 0 0,7-2 6 16,0-1 18-16,0-1-11 0,23-1-2 0,-1-3-1 15,7 1-9-15,3-2 12 0,3-4 5 0,5-3 5 16,-1-1 12-16,2-6-16 0,0 1-2 0,-1-9-7 15,-1 2 0-15,-3-4 0 0,-2-4 1 0,-4 1-4 16,-2-6 4-16,-4-1 13 0,-1-3-10 0,-2-1 10 16,0-2-14-16,2 0 1 0,0 0 10 0,1 0-11 15,5-15 1-15,3 1-10 0,4 0-67 0,5-2-77 16,2-1-61-16,1 3-68 0,1-4-61 0,1 4-78 16,-2 2-101-16,0-2-265 0,0 4-39 0,-6-1 153 15</inkml:trace>
</inkml:ink>
</file>

<file path=ppt/ink/ink26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5:36.173"/>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3491 1268 1553 0,'0'-4'8'0,"0"1"15"0,0 2 15 0,0-4 12 15,0 3 4-15,0 0 9 0,-10-2 6 0,-1-1 10 16,11 4 8-16,-9-2-11 0,9 1 2 0,-8-1-1 16,8 1 3-16,-9 0 14 0,9 0 0 0,-4 2 0 15,4 0-6-15,-3-1-6 0,0 1-2 0,3 0-9 16,-3 0-7-16,3 0-15 0,0 0-17 0,0 0-2 16,0 0-16-16,0 0-3 0,0 0-6 0,0 0-9 15,0 0 5-15,0 0 1 0,0 0 18 16,0 0 11-16,0 0 9 0,0 9 6 0,13-9-7 15,-2 7 0-15,1 0-1 0,-1-1-7 0,1 2 8 16,3-1-4-16,2 2-4 0,2-2-1 0,4 1-13 16,0 0-11-16,1 2 7 0,4-2-9 0,2 1 2 15,0-2 6-15,2 0-9 0,-1 3 3 0,0-4-7 16,0 0-3-16,1-1 5 0,-2-1-2 0,-1 2 1 16,1-1 5-16,-1-1-4 0,2 2 2 0,-1-1 2 15,2 2-8-15,0-3 3 0,1 2 3 16,2-1-3-16,-2 0 6 0,-1 3-10 0,-3-4 3 0,2 2 8 15,-4-2-2-15,-3 0-2 0,-1-1-5 16,0 2 1-16,-2-2-2 0,2 2 7 0,1-3 5 16,3 0 0-16,2 1 3 0,3-1-6 0,2 2 3 15,2-2-7-15,2 1 0 0,-1-1 3 0,0 1-7 16,1-2 0-16,-3 1-1 0,0 3 2 0,-1-5 3 16,1 1 0-16,-3 1 1 0,-1 1 2 0,3-3-5 15,-4 2 3-15,1 0-5 0,0 0 1 0,1-2 1 16,0 2 1-16,-3 1-1 0,1-3 0 0,-1 0-3 15,0 0 1-15,-1 0 1 0,-1 0 0 0,0 0 6 16,2 0-5-16,-5 0 4 0,4 0-1 16,-1 0-8-16,0 0 5 0,2 0-3 0,-1 0 2 15,0 0 3-15,0 0-1 0,1 0 0 0,-1 0-2 16,3 0 5-16,-2-9-3 0,1 9 3 0,-4-8 3 16,1 1-10-16,1 7 5 0,-3-4-3 0,1-1-1 15,-6 2 5-15,0 0-1 0,-1 1 7 0,3-1-4 16,-4 0 7-16,3-1-3 0,0 1-12 0,2-1 4 15,5-2-2-15,-1 1-4 0,2 0 7 0,-2-2 2 16,2 3-2-16,-3-2 9 0,-2-2-1 0,-1 2 4 16,-3 1 12-16,-4 0 7 0,-1 1 7 0,-1-1-1 15,0-1-7-15,-5-1-13 0,2-2-7 0,1 3-10 16,1-5-5-16,1 3 3 0,0-4 1 0,-1 0-4 16,3-1 2-16,0 0 6 0,-2 0 0 0,-2 2 14 15,-1-1 8-15,-1 1 2 0,-1 2 9 0,-4-2-6 16,1 3-14-16,0-3-20 0,3 0-11 15,2-2 2-15,0-4 3 0,1-1 12 0,1-1-3 16,4 0-4-16,-2-3 1 0,2 2-3 0,-3 0 13 16,-1 1-11-16,1 0-2 0,-2 0 12 0,2 0-13 15,-4 1 11-15,4 0 4 0,-2 1-7 0,-3 0 3 16,2 3 2-16,-3-3 1 0,1 3 10 0,-6 1 3 16,1-2 3-16,1 2 11 0,-4-1-9 0,2 0-7 15,-3 0-9-15,0-1-14 0,0-2-1 16,0-2-2-16,0-1 4 0,0-1 6 0,-13 1-2 0,-2-3-1 15,2 0 1-15,1 0-1 0,-1-1-5 0,-1-2-1 16,-3 5 7-16,2-6-10 0,-2 3-1 16,-2 1 11-16,-1 0-3 0,0 1 3 0,0 1 7 15,-2 1-7-15,2 0-7 0,-3 1-1 0,-1 3-2 16,1-1 0-16,-3 1 7 0,-1 0 0 0,-1 5 0 16,0-2 3-16,-1 2-3 0,-2 2-2 0,-4-1 3 15,1 3 4-15,-3 1 0 0,-1-1 1 0,0 1-8 16,0 1 5-16,0 1-2 0,0-2 0 0,-1-1 1 15,4 1-5-15,-2 2 5 0,2-4-3 0,2 3 10 16,1-1-10-16,2 1 3 0,-1 1-1 0,3-3 0 16,0 3 3-16,2-1-2 0,-1-1 4 0,0 0-6 15,-1 3 0-15,3-3 3 0,0 1-5 16,-2 0 4-16,0 0 4 0,-1-1-8 0,-1 0 7 16,-1-2-3-16,0 4 0 0,-5-2 5 0,-2-4-2 15,1 4-3-15,-2 0 0 0,-2 0-5 0,2-2-1 16,-1 3 5-16,-2 0 1 0,1-1 4 0,1 3-4 15,-1 1 0-15,5 0-3 0,2 2 2 0,-2 0 3 16,3 0-4-16,2 0 11 0,3 0-11 0,1 0 1 16,1 0 2-16,-2 0-7 0,4 0 6 0,1 0-4 15,0 7 7-15,3-7-6 0,-1 6 2 0,0-6 3 16,0 5-5-16,2 0 6 0,0 0-5 0,1-2 6 16,-1 3-7-16,-2-4 2 0,0 2 2 0,-1-1-10 15,0 0 13-15,0-1-3 0,-1 1 7 16,0 0 4-16,-3-1-6 0,1-2-6 0,-3 0-7 15,1 0 2-15,0 0 0 0,-1 0 6 0,-1 0 7 16,1 0-8-16,1 0 1 0,0 0 1 0,1 0-9 16,0-11 8-16,4 11-1 0,0-9-3 0,3 9-3 15,-2-8 8-15,3 8-3 0,2 0 2 0,0 0 4 16,1 0-8-16,-1 0-4 0,0 0 1 0,1 0 4 16,-1 0 6-16,-2 0-3 0,2 0 2 0,-2 10-10 15,-1-2 0-15,1 2 5 0,1-4-3 0,-4 2 7 16,2 3-4-16,-2 1 1 0,0-2-3 0,0 1 2 15,2 0 2-15,-3 2 2 0,3 0 4 0,-2-2-6 16,2 2 4-16,-2-1-6 0,-1-1-5 16,1 2 10-16,0-1-3 0,2 2 0 0,0-1 7 15,0 2-2-15,1-2-6 0,0 3 2 0,2-1 1 16,1-1-5-16,1 0 2 0,0 0-4 0,1-1-1 16,3 0 0-16,0 2 6 0,0 0 4 0,3-1-10 15,-2 3 10-15,2 1-1 0,2 0-7 0,1 3 5 16,-2-1 0-16,1 4-8 0,2-2 13 0,-1 2-4 15,3 0 3-15,0 1 2 0,0 2-2 0,0 1 5 16,0 0-13-16,0 1 3 0,9 3 4 16,0-1-13-16,0 3 8 0,0-3 5 0,4 3-12 15,-3-3 17-15,4 0 2 0,1-1 10 0,2-1 18 16,2-2 3-16,3 0 9 0,2-2-11 0,5-2-2 16,1 0 2-16,2-1-16 0,5-3 7 0,1-1-20 15,7 0 7-15,1-5 0 0,1 2-14 0,4-4 12 16,3-1-19-16,-3-1 6 0,-1-2 7 0,-1-1-4 15,-4-2-2-15,0 1 6 0,-4-3-10 0,-3-2 0 16,-1 0-28-16,-2 0-62 0,-1 0-54 0,-7 0-62 16,-1 0-86-16,-6 0-92 0,-7 0-124 0,-5 0-287 15,-8 0-49-15,0 0 148 0</inkml:trace>
</inkml:ink>
</file>

<file path=ppt/ink/ink26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5:33.915"/>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3218 1467 2168 0,'-8'-3'53'0,"2"2"54"15,2-2 51-15,-1-1 56 0,1 1 0 0,1-2-7 0,1 2-8 16,-1-1-31-16,0 2-37 0,1-1-34 0,1 2-43 15,1-2-20-15,0 3-18 0,0 0-3 16,0 0 28-16,0 0 8 0,0 0 19 0,11 0 0 16,2 0-19-16,2 9 7 0,4-9-18 0,2 8-10 15,3 2-3-15,3-3-26 0,4-1 6 0,-4 2-1 16,1-1-6-16,-4 0 14 0,-1 2 8 0,-7 0 36 16,-2 3 27-16,-6 0 13 0,-8 4-2 0,0 0-22 15,0 2-28-15,-19-1-14 0,0 3-12 0,-9 4-2 16,-1-1-7-16,-1 1-11 0,-2-2 0 15,0 1-30-15,3-4-62 0,4 1-54 0,5-3-58 0,5-4-22 16,3-4 17-16,7 2-12 0,5-7-37 16,0 0-79-16,0-4-76 0,18 0-148 0,2 0-169 15,4-13 121-15</inkml:trace>
  <inkml:trace contextRef="#ctx0" brushRef="#br0" timeOffset="2947.89">3216 1747 2171 0,'0'0'28'15,"0"11"29"-15,0-2 31 0,-12 0 41 0,12-1 14 16,-10-1-4-16,2-1-18 0,-1-1-37 0,4 1-39 16,5-2-18-16,-6 1-2 0,6-3 31 0,0 0 7 15,0 0 11-15,0-2 8 0,11 0-23 0,3 0-3 16,1 0-5-16,6-11-15 0,3 1 1 0,4-3-3 16,5-1-10-16,3-3 2 0,1 0-9 0,1-2 8 15,-2-1 6-15,-1 1 9 0,0-3 3 16,-3 2 5-16,-5 2 8 0,1 2 0 0,-5 1 10 0,-5 2-6 15,-5 0-4-15,1 5 0 0,-5 2 1 16,-3 1 0-16,-1 0-9 0,-2 4-3 0,-3-3-16 16,1 3-13-16,-1 1-2 0,0 0-18 0,0 0 4 15,0 0 0-15,0 0-1 0,0 0-4 0,0 0-11 16,0 0-18-16,0 0-26 0,0 0-6 0,0 0-19 16,0 0-10-16,0 0-10 0,-9 0-53 0,9 0-101 15,0 0-106-15,-13 0-81 0,2 0-56 0,0 0-97 16,-1 0-25-16,-1 0 116 0</inkml:trace>
  <inkml:trace contextRef="#ctx0" brushRef="#br0" timeOffset="3237.14">3514 1478 2448 0,'-6'-2'55'0,"-3"2"47"16,-3 0 49-16,1 0 61 0,2 0-4 0,-2 0-1 16,1 0-18-16,4 0-34 0,-3 0-32 0,1 0-36 15,3 0-14-15,4 0-32 0,-2 0-5 0,1 0-12 16,2 0-14-16,0 0 12 0,0 0-9 0,0 0 11 15,11 0 4-15,0 0 3 0,1 0 2 0,3 0-1 16,5 8-10-16,2-8-13 0,6 9-15 0,2-9-13 16,2 8 12-16,0 0-4 0,0 0 9 15,-2-4 11-15,-2 5-13 0,-3-3 6 0,-3 3-5 16,-4-1-8-16,-5 1 9 0,-2 2-1 0,-5-2 2 16,0 1 2-16,-6-2 43 0,0 8 91 0,0-1 1 15,0 2 1-15,-15 2-33 0,0 3-101 0,0 0 10 16,-2 2 1-16,-3-2-34 0,4-3-45 0,-3 0-81 15,3-2-63-15,-1-1-49 0,3-1-45 0,-1-1-71 16,3-2-71-16,-2 0-68 0,4 0-217 0,2-1 33 16,-1-2 131-16</inkml:trace>
  <inkml:trace contextRef="#ctx0" brushRef="#br0" timeOffset="-242.51">1427 1542 1912 0,'0'-7'38'0,"0"-2"32"0,0 1 37 0,0 0 34 15,0 1-4-15,0 1 2 0,0-1-3 0,0 3 5 16,0-1 4-16,0 0-4 0,0 4-24 0,-9-2-39 15,9 2-47-15,0 0-31 0,0 1-20 0,-6 0 2 16,6 0 10-16,0 0 9 0,-4 0 29 0,4 13 25 16,0-2 8-16,0 3-4 0,0-1-4 0,0 2-9 15,0 1-9-15,0 3 1 16,0 0-8-16,0 2-4 0,0 4 9 0,0 3-3 0,9 2-12 16,-3 2-5-16,-2 0-10 0,4 3-5 0,-2 4 4 15,3-2-3-15,-1 2 3 0,1-5-2 0,0 3 3 16,0-5-10-16,0 1 8 0,2-2-4 0,-1-6-5 15,3-1 8-15,-3-3-7 0,1 2 6 0,1-5 0 16,0 0 6-16,2-4-7 0,-2 2-1 0,2-4 17 16,-1 0 3-16,1-1 6 0,0 0 7 0,-1-3-13 15,1 1-10-15,3-1 0 0,-4-2-10 0,3 1 6 16,0-2 0-16,-1 1 2 0,4-3 1 0,-1-1-1 16,-1 1 0-16,1-2-4 0,2-1 3 0,-2 0-7 15,0 0 2-15,0 0-3 0,2 0 6 0,0 0-3 16,-1 0-3-16,3 0 5 0,-1 0-2 15,2-9 7-15,-2 9-3 0,2-11-4 0,0 2-3 16,-2 9-1-16,2-8 6 0,-2-1 1 0,2 0-4 16,-2 1 4-16,-1-3-7 0,2 3 0 0,3-2 5 15,1-1-9-15,1-1 8 0,0-3 11 0,2 2-7 16,3-2 1-16,1-2-1 0,2-1-11 0,-1-1 9 16,2-1-4-16,-1-3 2 0,3 0-3 0,0-4 2 15,3 0 3-15,0-2 10 0,3 1-4 0,0 1 1 16,2 0 4-16,-1-4-17 0,2 4 10 0,0 2-4 15,-1 0 1-15,0 1 0 0,-4 0-7 0,-1 1-5 16,-1 1 7-16,-7 2 1 0,0 1 2 16,-5 3 5-16,-6 2-6 0,0 2 7 0,-9-1-4 15,1 5-2-15,-5-2 13 0,-3 7 6 0,-1-3 22 16,-2 2 7-16,-2 0-15 0,-1 2 1 0,0-1-18 16,0 1-8-16,0-1 7 0,0 1-18 0,0-2 2 15,0 4-1-15,0-1-8 0,-9 0 2 0,9 0-3 16,0 1 3-16,0 0 5 0,0 0 1 0,0 0 5 15,0 0 1-15,0 0-6 0,0 0 0 0,0 0-1 16,0 0 2-16,0 0-1 0,0 0 6 0,0 0-4 16,0 0-1-16,0 0 5 0,0 0-6 15,0 0-2-15,0 0 5 0,0 0-5 0,0 0 5 16,0 0-4-16,0 0 0 0,0 0 1 0,0 0 0 16,0 0 0-16,0 0-4 0,0 0-3 0,0 0 1 15,0 0 3-15,0 0 6 0,0 0 0 0,0 0-2 16,0 0 0-16,0 0-12 0,0 0-11 0,0 0-24 15,0 0-22-15,0 0-22 0,0 0-17 0,0 0-39 16,-13 0-57-16,13-10-66 0,-13 10-69 0,3-9-25 16,-1 9 2-16,-1-9 1 0,1 1-45 0,-2 4-74 15,-1 4 20-15,0-9 96 0</inkml:trace>
</inkml:ink>
</file>

<file path=ppt/ink/ink26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6:28.234"/>
    </inkml:context>
    <inkml:brush xml:id="br0">
      <inkml:brushProperty name="width" value="0.05833" units="cm"/>
      <inkml:brushProperty name="height" value="0.05833" units="cm"/>
      <inkml:brushProperty name="fitToCurve" value="1"/>
    </inkml:brush>
  </inkml:definitions>
  <inkml:trace contextRef="#ctx0" brushRef="#br0">50 661 1899 0,'-2'-1'7'0,"1"-2"16"0,-2-4 11 0,-3 3 21 16,3 0-5-16,-2 0 17 0,2 1 2 0,-1-2 9 16,-2 0 15-16,4 4-9 0,-1-3 5 0,1 2-12 15,-1 0-5-15,2 2-17 0,-2 0-14 0,0 0-22 16,1 0-11-16,1 0-10 0,-1 0-5 0,1 0-3 16,1 0 0-16,0 0 6 0,0 0 1 0,0 0 8 15,0 0 11-15,0 0 11 0,0 0 12 0,0 0 4 16,0 0 4-16,0 8 0 0,0-8 1 0,0 0-4 15,0 0-6-15,0 0-14 0,0 0-7 16,0 0-4-16,0 0-6 0,0 0-2 0,0 0-2 16,0 0-1-16,0 0-4 0,0 0 3 0,0 0-6 15,0 0 1-15,0 0 8 0,0 8-2 0,0-8 15 16,9 0 13-16,8 0 8 0,5 0 3 0,13 0-5 16,14 0-18-16,15-14-7 0,19-3-1 0,19 0-12 15,21-3 5-15,17-6-7 0,19 2 2 0,17-2 3 16,16-5-4-16,8 0 5 0,8 0-3 15,9-1-3-15,7-2 5 0,-3 2-2 0,-3-1-2 0,-9-2 0 16,-8 7 2-16,-13 1-6 0,-13 2 3 16,-18 3 6-16,-17 1-8 0,-20 6 10 0,-17 0 1 15,-19 6-6-15,-19-2 19 0,-15 5 8 0,-13 0 2 16,-14-1-3-16,-8 1-14 0,-15 2-37 0,0-2-67 16,0 1-55-16,-20-1-55 0,-6 3-30 0,-7 0 8 15,-10-1-1-15,-8 4-29 0,-10 0-83 0,-7 0-209 16,-8 0 50-16,-2 16 86 0</inkml:trace>
</inkml:ink>
</file>

<file path=ppt/ink/ink26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6:29.162"/>
    </inkml:context>
    <inkml:brush xml:id="br0">
      <inkml:brushProperty name="width" value="0.05833" units="cm"/>
      <inkml:brushProperty name="height" value="0.05833" units="cm"/>
      <inkml:brushProperty name="fitToCurve" value="1"/>
    </inkml:brush>
  </inkml:definitions>
  <inkml:trace contextRef="#ctx0" brushRef="#br0">1507 169 2002 0,'-2'-14'-2'0,"-2"-1"21"0,-6-3 9 0,-3 0 0 16,-4 1 2-16,-4-2-12 0,-10 4 2 0,-5 1 11 15,-8 3 15-15,-8 1 11 0,-7 3 7 0,-6 6 30 16,-8 1-18-16,-5 0-20 0,-4 0-14 0,-1 0-35 16,-5 12 8-16,0-3 14 0,3 4 0 0,1-2 5 15,5-2 0-15,5 3 5 0,7-1 27 0,6 0 15 16,10-4 25-16,8 3 9 0,8-7-16 15,6 3-18-15,6-2-24 0,8-3-19 0,6 0-5 16,2-1 7-16,4 0 1 0,3 0-7 0,0 0-14 16,0 0-14-16,0 0-14 0,0 0 4 0,0 0-1 15,0 0-7-15,0 0 9 0,0 0-1 0,0 0 2 16,0 0 8-16,0 0-4 0,7 0-2 0,-7 0-5 16,0 0 7-16,6 0 2 0,-6 0 2 0,5 0 2 15,-1 10-10-15,-4-10-8 0,0 6 4 0,3-6 4 16,-1 6-2-16,-1 0 7 0,1 1-21 0,-1 2 3 15,2 2 7-15,2 6-4 0,-2 3 14 0,2 8-5 16,1 9 1-16,-2 6 11 0,1 13 4 16,1 7 4-16,-2 8 1 0,1 10-11 0,-2 9-5 15,2 2 1-15,-4 8-7 0,2-1 7 0,2 5 0 16,-2 4 0-16,1 0 7 0,2 2 16 0,3 3 19 16,-2 1-6-16,2 3 0 0,0 2-22 0,-2 2-7 15,2-2 7-15,-1-5 17 0,0 1 7 0,-4-5-6 16,1-4-3-16,1-7-15 0,-3-6-7 0,1-3-3 15,3-2 0-15,-1-4-2 0,0 0 5 0,1-4-5 16,-1 0-3-16,2-2 1 0,0-3-5 0,1-3 2 16,0-3 9-16,0-5-9 0,1 1 13 15,1-8 3-15,0-3-5 0,-1-1 11 0,1 0-18 16,-2-5 4-16,-1-2-9 0,-1-1-9 0,-2-1 11 16,-1-3-3-16,-2 2 7 0,-2-2-6 0,0-1 0 15,0-1 5-15,0 1-2 0,0-1 9 0,0-2-14 16,0-2 1-16,0-1 2 0,0-2 9 0,0-2 1 15,0 0 0-15,-8-3-5 0,8-1-8 0,0-5 17 16,-7 1-20-16,7-7 3 0,0 1-2 0,-5-2-8 16,5-3 6-16,0 1 4 0,0-1 8 0,0 1-6 15,0-2 13-15,0 2-3 0,0 0-6 0,0 1-5 16,0 0 3-16,0 1-8 0,0-3-1 0,9 2 19 16,-9 1-12-16,9-2 1 0,-4 0 4 15,-5 1-8-15,9-5 5 0,-9 4 0 0,5-4-5 16,-5 3 2-16,3-2 8 0,0-1 5 0,0 1-4 15,-2-1-2-15,-1 1-2 0,3-1-2 0,-1-2 4 16,1 3 1-16,1-1-1 0,-2-2-8 0,2 2 6 16,-2-1-4-16,4 1 0 0,0-1 6 0,0 2 3 15,5-1 18-15,3 2-16 0,4 1 24 0,8-2 11 16,5 2-8-16,10-2 14 0,10 0-15 0,9-1-13 16,13-3-18-16,11-1 1 0,13-4 3 0,12 0-7 15,13 0 12-15,11 0-9 0,10 0-7 0,8 0 3 16,5-13 2-16,2 4 5 0,1-4-7 15,1 5 0-15,1-3-32 0,-3 2-33 0,-2-2-32 0,-1 3-46 16,-3-1-27-16,-3 1-80 0,-2-2-115 16,-4 0-130-16,-5 1-340 0,0 0 21 0,-3-1 154 15</inkml:trace>
</inkml:ink>
</file>

<file path=ppt/ink/ink26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6:30.514"/>
    </inkml:context>
    <inkml:brush xml:id="br0">
      <inkml:brushProperty name="width" value="0.05833" units="cm"/>
      <inkml:brushProperty name="height" value="0.05833" units="cm"/>
      <inkml:brushProperty name="fitToCurve" value="1"/>
    </inkml:brush>
  </inkml:definitions>
  <inkml:trace contextRef="#ctx0" brushRef="#br0">134 143 2007 0,'-24'0'17'0,"4"0"14"0,0 0 6 0,3 0 16 16,4-14 0-16,1 4 2 0,2 10 7 0,3-10 3 16,2 1-2-16,2 9-9 0,0-5-14 0,3 5-21 15,0-4-16-15,0 4-14 0,0-6-1 0,11 6-2 16,4-3 1-16,5 1 6 0,7 0 4 0,14-1 2 16,6 3 1-16,14-3 3 0,12 2-2 0,13-2 0 15,9 2 0-15,5 0-3 0,8 0-3 0,-1-1 8 16,4 1-3-16,-1 1 0 0,-2-4 1 15,-4 2-3-15,-6 0-1 0,-7-2 1 0,-6 1 1 16,-5-1 0-16,-8-2 16 0,-7 1 24 0,-6 0 39 16,-13-1 46-16,-5 2 23 0,-9-3 15 0,-10 6-14 15,-5-4-39-15,-5 3-28 0,-6 2-37 0,-6-2-26 16,0 2-4-16,0 0-15 0,0 0 2 16,0 0-1-16,0 0-7 0,0 0 0 0,0 0 0 0,0 0-3 15,0 0 1-15,0 0 1 0,0 0-3 0,0 0 0 16,0 0-2-16,0 0 6 0,0 13-1 15,0 1 4-15,0 3 3 0,9 2-3 0,4 9 1 0,0 4-3 16,4 13 2-16,3 8-2 0,4 13 15 16,3 15 6-16,5 15 2 0,2 12 3 0,2 18-13 15,2 12 0-15,0 10 0 0,0 11 9 0,0 13 2 16,-3 5 1-16,-2 5-3 0,-1 2-16 0,0-2-3 16,-3 2-10-16,0-3 12 0,-2-5 8 0,-1-4-1 15,-3-5 5-15,-4-6-13 0,1-5-3 0,-2 1 5 16,-1-7 5-16,-3-3 13 0,-1-1 12 0,3-5 5 15,-3-5 3-15,-1-3-14 0,2-4-4 0,0-4-10 16,1-6-5-16,-1-6 1 0,-1-6-9 0,2-5 9 16,1-7-4-16,-1-4-1 0,-1 0 1 15,-4-5-5-15,2 0 15 0,-3 1-10 0,-1-3 13 16,0 2-7-16,-4-1-12 0,1-5 11 0,-1-4-11 16,1-10 13-16,-2-3 3 0,0-11 6 0,-2-10 29 15,2-10 6-15,0-9 22 0,-3-4 19 0,4-10-28 16,-4-2 1-16,0-3 15 0,0-4 17 0,0 0 40 15,3 0-9-15,-3 0-32 0,0 0-37 0,4 0-15 16,-4 0 28-16,0 0-11 0,0 0-10 0,0 0-24 16,0 0-33-16,0 0 4 0,0 0 4 0,0 0-8 15,0 0 0-15,0 0 1 0,0 0-1 0,0 0 8 16,0 0-4-16,0 0 0 0,-14 0-4 0,-1 0 4 16,-3 0 7-16,-9 0 6 0,-7 0-6 0,-11 7-11 15,-8-7 27-15,-11 4-40 0,-6-4-17 16,-4 0-50-16,-5 0-101 15,1 0-17-15,-2-12-43 0,2-1-80 16,-1-3-119-16,-1 1-152 0,1 0-380 0,1-2 131 0,-1-2 186 0</inkml:trace>
</inkml:ink>
</file>

<file path=ppt/ink/ink26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5:26.911"/>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-15133 6578 2398 0,'0'0'5'0,"-23"16"8"15,2 1 27-15,-5 4 14 0,0 3 8 16,1 7 7-16,-1 5-21 0,3 3 18 0,2 4-11 16,3 4-15-16,2 5-8 0,4-1-34 0,6-1-6 15,6 1 1-15,0-3 0 0,0-1 4 0,18-6-4 16,2-4-10-16,6-4-7 0,3-2-7 0,3-3 8 15,0-4-1-15,4-4 2 0,0-1-10 0,2-6-16 16,-1-4-20-16,-4-5-36 0,1-4-52 0,-2 0-72 16,-2 0-183-16,-6-13-151 0,-1-3 67 0</inkml:trace>
  <inkml:trace contextRef="#ctx0" brushRef="#br0" timeOffset="-247.12">-15727 7073 1983 0,'-27'11'-1'0,"0"2"-2"0,-4 4 3 0,1 4-8 16,0 6 19-16,-2 5 3 0,0 5-2 15,1 8 27-15,4 1-18 0,0 5 16 0,1 2-1 16,5 2-17-16,2-1-1 0,6 1-20 0,4-6-2 0,9-4 1 15,0-2-1-15,0-6 7 0,18-5 2 16,3-5-3-16,2-6-5 0,7-3 5 0,-1-8 4 16,3-5-2-16,1-5-2 0,4 0-2 0,-2-20-7 15,0-1 0-15,0-5 12 0,-5-5 22 0,0-3 28 16,-2-2 25-16,-5-1 16 0,-2-4 19 0,-5 1 21 16,-2 2 8-16,-3-3 7 0,-5 2-8 0,-6 2-42 15,0 0-21-15,0 2-22 0,-14 2-41 0,-4 1-8 16,-2 4-4-16,-3 3-20 0,-2 3-5 15,-6 4 3-15,-1 4-24 16,-3 6-14-16,-1 8-17 0,0 0-48 0,-2 0-42 0,1 11-50 0,4 1-68 16,2 5-103-16,6 0-244 0,5 1 56 0,5-1 95 15</inkml:trace>
  <inkml:trace contextRef="#ctx0" brushRef="#br0" timeOffset="479.59">-14509 6213 3303 0,'0'-9'40'0,"-13"3"36"15,2 1 9-15,0-1 1 0,11 6-54 0,-10 0-35 16,1 0-18-16,9 0 6 0,0 0 15 0,0 15-10 16,0 0 6-16,0 3 0 0,16 1 0 0,3 4 4 15,-1 3 1-15,6 4-7 0,2 1 2 16,3-1 4-16,0 0-7 0,4 3 9 0,-3-2 0 0,2-1 1 15,-3-3 9-15,-2-2-7 0,-4-4-8 16,-1-1 8-16,-6-6 1 0,-4-3 11 0,-1-3 0 16,-5-3 5-16,-3-1 3 0,-3-4-7 0,0 0 12 15,0 0-10-15,0 0-14 0,-12 0-7 0,-2 0-11 16,-1 0 0-16,-2-12 6 0,-4 12 8 0,-2 0-9 16,-2-9 6-16,-3 9-7 0,-1 0 2 0,2 0 2 15,-2 0-1-15,2 13-3 0,1 0 2 0,3-1 0 16,4 4-10-16,2 2 13 0,0 1-3 0,6 1-7 15,4 2 5-15,1 1 0 0,3 0-6 0,3 3 12 16,0-1 12-16,0-2-12 0,0 1 4 0,13-3 0 16,1 1-18-16,-2-2 10 0,-1-1-1 15,3-6 1-15,-1-2 6 0,4-3 2 0,3-2 2 16,-2-6 1-16,5 0 9 0,-1 0 18 0,3-12-4 16,1-6 19-16,1-6-10 0,0-4-26 0,2-6 8 15,0-3-14-15,-2-5 6 0,2-5 0 0,2-3-14 16,-3 1-29-16,0-3-38 0,-1 4-59 0,-1 3-70 15,-5 4-67-15,-3 3-78 0,-4 4-128 0,-6 7-266 16,-8 5 87-16,0 5 117 0</inkml:trace>
  <inkml:trace contextRef="#ctx0" brushRef="#br0" timeOffset="969.78">-14418 5651 2971 0,'0'-18'36'0,"0"3"51"0,0 2 41 0,-12 4 42 16,12 3-17-16,-10 1-31 0,10 3-31 0,-9 2-39 16,9 0-28-16,0 0-17 0,0 0-14 0,0 0-1 15,0 0 13-15,-5 12-6 0,5-4 11 0,-8 0-9 16,2 2 11-16,2 0 4 0,-1-2 4 0,1-1 26 15,1 2 11-15,-2-2 42 0,4-4 36 16,-2-3 33-16,1 0 35 0,0 0 23 0,2 0-3 0,-1 0-18 16,-1 0-61-16,1 0-70 0,-2 0-36 15,1-10-41-15,-1 10 4 0,2-11-15 0,-2 1 0 16,1 1-7-16,-1 1-16 0,3-1 20 0,0 1-16 16,0-2-20-16,0 3-62 0,0 1-51 0,0-3-6 15,12 4 23-15,-3 1 62 0,2 4 47 0,1 0-4 16,0 0 10-16,4 0 15 0,0 11-5 0,1 4 14 15,1 1 10-15,0 1-8 0,1 7 9 16,-3-2 0-16,0 6-4 0,-3 0 1 0,-2 1-1 0,-1-3-8 16,0-2 9-16,-3-3-6 0,-1-4 7 0,2-6 8 15,-4-2-11-15,2-6 14 0,1 1-1 16,-4-4-4-16,-2 0 4 0,2 0-6 0,-3 0 12 16,3 0 14-16,-1-13 10 0,2-1-7 0,4-4-13 15,3-7-40-15,2-5-59 0,2-5-43 0,5-5-63 16,0-4-56-16,-2 1-87 0,0 0-99 0,-3 4-124 15,-1 0-320-15,-8 5 128 0,0 2 147 0</inkml:trace>
  <inkml:trace contextRef="#ctx0" brushRef="#br0" timeOffset="2284.25">-13623 5480 2252 0,'-15'-5'46'0,"-4"5"53"16,0 0 53-16,-3 0 68 0,3 0 16 0,0 0-8 15,3 0-15-15,0 0-46 0,6 0-47 0,1 0-44 16,3 0-41-16,1 0-38 0,2 0-8 15,3 0-5-15,0 0-5 0,0 0 19 0,0 0-14 16,14 0 4-16,4 0 8 0,3 0-7 0,10 0 2 16,3 0 12-16,11 14-3 0,5 0-2 0,7 3 11 15,7 3-9-15,1 8-8 0,2 5 21 0,0 5 5 16,-3 6 17-16,-2 9 22 0,-7 1 1 0,-7 3 2 16,-7 7-2-16,-10 2-5 0,-7 4-10 0,-10 4-17 15,-14 4-12-15,0 6 12 0,0 0-17 16,-26-1 1-16,0 0 2 0,-1-7-18 0,-4-2 16 0,0-9 5 15,2-10 1-15,3-9 0 0,2-9-9 16,4-12 6-16,2-5-14 0,4-8-29 0,0-5-22 16,5-7-50-16,0 0-67 0,1 0-49 0,1 0-60 15,-1-17-45-15,4 0-9 0,-1 2-4 0,5-4 8 16,0 1-42-16,0-1-152 0,0 0 29 0,0 1 80 16</inkml:trace>
  <inkml:trace contextRef="#ctx0" brushRef="#br0" timeOffset="-52288.76">-7041 6366 1509 0,'0'0'19'0,"0"0"29"0,0 0 15 0,0 0 17 16,0 0-9-16,0 0-15 0,0 0-5 0,0 0-3 16,0 0-2-16,0 0-2 0,0 0 1 0,0 0-7 15,0 0 2-15,0 0 2 0,0 0 3 0,0 0 2 16,0 0-1-16,0 0 1 0,0 0-4 0,0 0 4 16,0 0 3-16,0 0-9 0,0 0-5 0,0 0-6 15,0 0-10-15,0 0 2 0,0 0-7 16,0 0-4-16,0 0 1 0,0 0-1 0,0 0 5 0,0 0 5 15,0 0 2-15,0 0 3 0,0 0 7 16,0 0 4-16,0 0 5 0,0 0 5 0,0 0 1 0,0 0 11 16,0 0-7-16,0 0-5 0,0 0-12 15,0 0-17-15,-9 0-2 0,9 0-6 0,0 0 6 16,0 0 0-16,-8 0 1 0,8 0 5 0,-4 0-2 16,4 0 3-16,-5 0-9 0,2 0 1 0,3-10 2 15,-3 10-8-15,0-6 7 0,1 6-12 0,-1-5-7 16,3 5 1-16,-1-5-2 0,-1 5 3 0,1-5 5 15,-1 4-9-15,-1-1 2 0,2 1 8 0,1-1-8 16,-3 1 2-16,3 0 1 0,-3 0-1 16,1 1 1-16,1-1 3 0,1-2-2 0,0 3-5 15,0 0-1-15,-3 0 4 0,3 0 0 0,0 0 1 16,-2-1 5-16,2 1-6 0,0 0-2 0,-2-1 7 16,2-2-6-16,0 3 7 0,0-1 5 0,0 1-3 15,0 0 11-15,0 0-1 0,0 0-3 0,0 0-4 16,0 0-8-16,0 0 1 0,0 0-1 0,0 0 10 15,0 0-9-15,0 0-2 0,0 0 2 0,0 0-16 16,0 0 4-16,0 0-3 0,0 0-1 0,0 0 3 16,0 0 6-16,0 0-1 0,0 0 2 0,0 0 0 15,11 0 2-15,-2 0 2 0,0 0-2 0,5 0 9 16,0 0-5-16,5 0-1 0,3-10 3 16,2 10-10-16,5-12 0 0,1 6 5 0,2 6-8 15,5-7 2-15,2 7 4 0,2 0-5 0,3 0 9 16,3 0-1-16,2 0 4 0,1 0-4 0,0 0 9 15,3 9-4-15,-1-9-7 0,2 13 12 0,0-6-9 16,-1 0 3-16,0-7-2 0,0 9 2 0,2-9-1 16,-2 0 0-16,0 0 6 0,2 0-12 0,-4 0 5 15,6 0-3-15,-3 0-7 0,1-12 1 0,0 1-26 16,1 1-8-16,-6-1-11 0,2 1-16 0,-5 0 1 16,-2 2-11-16,-7-2 1 0,-3 5-14 15,-3-1-22-15,-8 1-21 0,-1 1-32 16,-6 1-14-16,-7 2-6 0,-1-3-29 0,-2 4-41 0,-4 0-156 0,-3 0-74 15,0 0 71-15</inkml:trace>
  <inkml:trace contextRef="#ctx0" brushRef="#br0" timeOffset="-53436.05">-7108 6279 1800 0,'5'-7'18'16,"-2"2"19"-16,1 0 24 0,-2 1 14 0,1 1-3 15,-2 1 1-15,-1 1-12 0,0-1-2 0,0 1-6 16,0 1-19-16,0 0-17 0,0 0-24 0,0 0-19 15,0 0-4-15,0 0 4 0,0 0 8 0,0 12 12 16,0 0 3-16,0 4 9 0,0 4 20 16,0 6 14-16,0 10 2 0,0 5-4 0,0 7-5 15,0 5-2-15,0 6 8 0,0 3-6 0,0 3-9 16,0-1-10-16,0-2-14 0,0-3 2 0,0 0 4 16,0-4 1-16,0-7 5 0,0-2 6 0,9-3-9 15,-9-3-1-15,0-3 3 0,0-1-4 0,0-3 3 16,8-4-2-16,-8-2-5 0,0-2 0 0,0-1 4 15,0-5-2-15,0-2 3 0,0-3-6 0,0-2-1 16,0-1 2-16,0-5-4 0,0-2 11 0,0 0 1 16,0-4 8-16,0 3 7 0,0-3 0 0,0 0 8 15,0 0 16-15,0 0-3 0,0 0-1 0,0 0-8 16,0 0-25-16,0 0 3 0,0-9-26 0,0 9-63 16,0-6-60-16,0-2-78 0,0 1-63 0,-11-2-44 15,11 0-153-15,-10 0-81 0,1-5 80 16</inkml:trace>
  <inkml:trace contextRef="#ctx0" brushRef="#br0" timeOffset="-48404.63">-6734 6270 1892 0,'0'-8'33'16,"0"8"20"-16,0-4 8 0,0 4 12 0,0 0-18 15,0 0 2-15,0 0 10 0,0 0 6 0,0 0-3 16,0 0-22-16,0 0-10 0,0 0-15 0,0 0-20 16,0 0-5-16,0 0-14 0,0 0 0 0,0 0 4 15,0 0 10-15,0 0 16 0,0 0 14 0,0 0 15 16,13 0 2-16,4 0-6 0,-2 6-14 15,5-6-11-15,0 0-2 0,1 5 2 0,2-5 1 16,1 0 0-16,0 0-8 0,1 0 4 0,3 0-4 16,3 0-5-16,-1 0 7 0,4 0-12 0,4 0 3 15,-1 0 4-15,6 0-8 0,1 0 4 0,0 0 2 16,3 0 0-16,2 0 2 0,1 0 0 0,0-8-2 16,3 8 1-16,2-6 1 0,1 1 4 0,2-1-7 15,1 4 1-15,6-3-2 0,-2 2-5 16,0-1 5-16,0 0-2 0,0 2-2 0,-2 2 6 0,-3-3-4 15,-3 3 4-15,-2 0 4 0,-8 0-6 16,-1 0 1-16,-4 0-1 0,-4 0-1 0,-2 0 3 16,-2 0 2-16,-5 0-3 0,2 0 3 0,-5 7-4 15,0-7 4-15,1 0 0 0,-3 0-2 0,1 0 5 16,0 0-5-16,-2 0 0 0,-1 0-2 0,3 0 0 16,-4 0 0-16,1 0 2 0,0 0-1 0,0 0-2 15,-4 0-1-15,4-7 0 0,-3 7-2 0,-2 0 4 16,-1-5 0-16,-1 5-5 0,0 0 3 0,-3-6 2 15,1 6-2-15,1 0 6 0,-4 0-2 0,2 0-4 16,-1 0 2-16,2 0-2 0,-2 0 4 16,0 0 0-16,2 0 0 0,-4 0-2 0,2 0 0 0,-2 0-2 15,-1 0 2-15,1 0 0 0,-1 0 0 16,0 0 2-16,2 0-1 0,-5 0 1 0,0 0-4 16,2 0 4-16,-1 0-4 0,-2 0 0 0,1 0 6 15,0 0-4-15,0 0 0 0,1 0 4 0,-1 0-4 16,3 0-2-16,-3 0 6 0,2 0-1 0,-3 0 1 15,1 0 4-15,-2 0-1 0,-1 0 14 0,3 0 19 16,-3 0 17-16,0 0 11 0,0 0 5 0,0 0-3 16,0 0-6-16,0 0-2 0,0 0-4 0,0 0-1 15,0 0-6-15,0 0-13 0,0 0-4 0,0 0-14 16,0 0-1-16,0 0 0 0,0 0-2 0,0 0-10 16,0 0-3-16,0 0 0 0,0 0-14 15,0 0 9-15,0 0-5 0,0 0-5 0,0 0 4 16,0 0-3-16,0 0 1 0,0 0 1 0,0 0-4 15,0 0-2-15,0 0 7 0,0 0-2 0,0 0 7 16,0 10 11-16,0-2-8 0,0-2 1 0,0 3-9 16,9 0 2-16,-9-1 3 0,8 1 2 0,1-2-1 15,-9 0 0-15,5 3-1 0,-5-2 1 0,6 0 8 16,-3-1-10-16,3 3 2 0,-5-3 2 0,1 0 0 16,-1-1 2-16,1 0-3 0,2-1-1 0,-4 0 2 15,3 0-1-15,-3-2 0 0,0 1 3 16,0-1-6-16,3 0 4 0,-3-1 5 0,0-1-8 15,0 3 5-15,0-3 0 0,0-1-4 0,0 0 5 16,0 2-2-16,0 1-2 0,0-2 1 0,0-1-3 16,0 0 2-16,0 1 1 0,0-1-1 0,0 0 3 15,0 3-5-15,0-3 1 0,0 0 0 0,0 0 2 16,0 0 2-16,0 0-1 0,0 0-5 0,0 0 4 16,0 0-4-16,0 0 3 0,0 0 6 0,0 0-5 15,0 0 4-15,0 0-5 0,0 0 1 0,0 0 4 16,0 0 4-16,0 0-2 0,0 0-10 0,0 0 2 15,0 0 2-15,0 0 5 0,0 0 5 0,0 0-4 16,0 0-4-16,0 0 2 0,0 0 2 0,0 0 2 16,0 0 4-16,0 0 0 0,0 0 5 15,0 0 0-15,0-10-5 0,0 10-11 0,0-8-18 16,0 2-14-16,0-1-7 0,-13 1-3 0,4 0 3 16,0-1 2-16,9-1-11 0,-11 1-9 0,2 1-12 15,1 1-15-15,2-1-2 0,6 2 5 0,-4-1 13 16,2 1 5-16,1 2 12 0,-3-2 1 0,4 1 4 15,-3 2 11-15,3-3 4 0,0 3 14 0,-3 1 8 16,3-2 0-16,0 0 5 0,0 1 2 0,0 0-2 16,0 0 6-16,0-1-2 0,0 2-9 0,0-3-13 15,0 0-13-15,0 1-22 0,0 0-14 0,0-1-14 16,0-1-16-16,-10 2 12 0,-1 0 12 0,2-1 25 16,3 1 17-16,-5-1 19 0,2 2 11 15,-1 0-7-15,-3 0 14 0,6 1-14 0,1 0 2 16,-3 0 11-16,4 0-4 0,-1 0 22 0,3 0 14 15,-2 0 11-15,2 0 15 0,0 0 5 0,0-3 2 16,0 3 9-16,0 0 5 0,0-1 2 0,0 1-5 16,3 0 3-16,-1 0-13 0,1 0-11 0,-3 0-8 15,3 0-16-15,-3 0-11 0,3 0-2 0,0 0-15 16,0 0-5-16,0 0 0 0,0 0-6 0,0 0 1 16,0 0-11-16,0 0 4 0,0 0 1 0,0 0 1 15,10 0 19-15,-1 0-4 0,2 0 7 0,1 0-2 16,5 0-7-16,3 0 0 0,-1 0-13 0,4 0 10 15,-2 0 4-15,2 0-7 0,0 0 11 0,0 0-9 16,-1 0-1-16,-2 0 6 0,-3 0-5 16,-3 0 9-16,-4 0-6 0,-1 0 23 0,-3 0 32 15,0 0 13-15,-1 0 20 0,-5 0-11 0,3 0-24 16,-3 0-3-16,0 0-14 0,0 0-5 0,0 0 2 16,0 0-10-16,0 0 0 0,0 0-4 0,0 0-8 15,0 0 0-15,0 0-6 0,0 0-1 0,0 0 2 16,0 0-1-16,0 0-1 0,0 0-1 15,0 0-3-15,0 0-2 0,0 0 2 16,0 0-5-16,0 0-4 0,0 0 4 0,0 0-5 0,0 0-2 0,0 0 4 16,0 0-9-16,0 0 8 0,0 0 4 0,0 9-5 15,0-3 7-15,0 2-3 0,0-1 3 0,0 4 4 16,0 4-1-16,0 1-7 0,0 2-3 16,0 1 5-16,0 3-4 0,0-1 10 0,0 2-1 15,0 3-5-15,0 1 0 0,0 1-1 0,0 4 10 16,0-2 2-16,0 3-6 0,6 1 1 0,-6 4-7 15,8 1 28-15,1 0 15 0,-5 0 5 0,1 2-2 16,-1 0-33-16,3-1-2 0,-4 1-7 0,0-3-1 16,1 0 5-16,-1-5-2 0,0 1-8 0,0-5 7 15,0-3 1-15,0-3-8 0,2-1 0 0,-2-3-1 16,-3-2 1-16,3-2 11 0,0-1-1 16,0-4 2-16,-1 0-1 0,1-1-11 0,0-3 11 15,-3 0-4-15,3-1 3 0,-3-1 6 0,0-1-6 16,3-1-2-16,-3 1-6 0,0-2 2 0,3 1-3 15,-3-1 9-15,0-1-7 0,0 0 6 0,0 0 3 16,0 0-1-16,0 0 10 0,0 0-16 0,0 0 16 16,0 0-5-16,0 0 13 0,0 0 17 0,0 0-7 15,0 0-3-15,0 0-6 0,0 0 0 0,0 0 0 16,0 0 6-16,0 0 2 0,0 0-7 0,0 0-3 16,0-7-4-16,0 7-6 0,0-7-6 0,0 7 3 15,0-4-8-15,0 0-3 0,0 0 4 0,-12 1-10 16,12-1 6-16,-14 2-1 0,3-3 2 15,-1 0-8-15,-1 0 4 0,-1 0-2 0,-6 1-2 16,-3 1 6-16,-2-2-4 0,-3 4 3 0,2-3 2 16,-2 4-1-16,-3 0 2 0,-2 0 0 0,-4 0-2 15,1 0 7-15,-4 11-12 0,-2-2 8 0,-4-1-3 16,-1 1-2-16,-3 0 12 0,-2 1-8 0,-1-1 2 16,2 1-4-16,-4 0-1 0,-1 1-4 0,-2 0 12 15,0 0 0-15,-1-2 0 0,-3 2 3 0,-2-3-15 16,-1 1 7-16,2-3-2 0,0 2 2 0,-1-2 9 15,3-1-12-15,-1-1-1 0,1-1-1 0,3 1 2 16,1-2 3-16,1 0 3 0,1 1-3 0,0-1-4 16,2 0 5-16,3-1-3 0,-2 2 0 15,2-1-1-15,2 1-2 0,1-3 6 0,-1 0 1 16,1 3 5-16,2-2 1 0,-1 1-8 0,4-2 1 16,2 2 0-16,4-2-1 0,4 0 24 0,3 0 2 15,5 0 3-15,2 0 1 0,7 0-12 0,2 0-2 16,3 0-6-16,1 0-1 0,5 0-2 0,-2 0-3 15,3 0 1-15,-2 0 0 0,2 0-1 0,3 0-4 16,-3 0 0-16,2 0 3 0,-1 0-5 0,1 0-5 16,-3 0 8-16,4 0-1 0,-3 0-5 0,-1 0 10 15,2 0-8-15,-2 0-2 0,1 0 7 0,-2 0-1 16,2 0-2-16,-3 0-4 0,2 0 8 16,1 0-4-16,-2 0 6 0,0 0 1 0,2 0-12 15,2 0 3-15,-2 0-4 0,1 0 8 0,-1 0-3 16,3 0 0-16,-3 0 4 0,2 0 3 0,1 0 0 15,-2 0 4-15,-1 0-11 0,2 0-3 0,-2 0 5 16,0 0-4-16,1 0 8 0,-1 0-2 0,0 0-2 16,0 0-1-16,1 0 6 0,1 0-4 0,-1 0 2 15,1 0 2-15,-1 0-17 0,1-13 14 0,-1 13-1 16,-1 0 2-16,3 0 14 0,0 0-12 0,0 0 10 16,0 0 9-16,0 0 4 0,0 0 13 0,0 0-13 15,0 0 10-15,0 0-3 0,0 0-3 0,0 0 13 16,0 0-17-16,0 0 0 0,0 0 5 15,0 0-12-15,0 0-9 0,0 0 2 0,-7 0-10 0,7 0 0 16,0 0 3-16,-9 0-18 0,1 0 0 16,0 0-4-16,2 0 1 0,-3 0 10 0,-1 0 1 15,0 0 3-15,-2 0 3 0,2 0-3 0,-1 0 0 16,3 0 4-16,1 0 0 0,1 0-1 0,-2 0 1 16,4 0 0-16,-1 0-4 0,4 0 7 0,-3 0-7 15,4 0 1-15,-3 0 6 0,2 0-3 0,-1 0-1 16,2 0 1-16,-3 0 3 0,0-11 5 0,2 11-12 15,-4 0 11-15,1 0-11 0,2 0 11 16,-2 0 15-16,1-6 3 0,1 6 18 0,-1 0-12 0,2 0 18 16,1 0-11-16,0 0-20 0,-2 0-5 15,2 0-13-15,0 0 0 0,0 0 0 0,0 0-4 0,0 0-5 16,0 0-3-16,0 0 8 0,0 0 4 16,0 0-8-16,0 0 0 0,0 0 4 0,0 0 0 15,0 0 4-15,0 0 0 0,0 0-8 0,0 0 0 16,0 0 4-16,0 0 8 0,0 0-8 0,0 0 4 15,0 0 0-15,0 0-8 0,0 0 8 0,0 0 0 16,0 0 5-16,0 0-10 0,0 0 6 0,0 0-9 16,0 0 0-16,0 0 8 0,0 0-5 0,0 0 9 15,0 0-8-15,0 0 3 0,0 0-11 0,0 0 1 16,0 0 3-16,0 0-8 0,0 0 16 0,0 0-8 16,0 0 4-16,0 0-5 0,0 0 1 0,0 0 13 15,0 0-9-15,0 0 12 0,0 0-4 16,0 0-12-16,0 0 0 0,0 0-4 0,0 0 0 15,0 0 16-15,0 0-13 0,0 0 5 0,0 0 4 16,0 0-20-16,0 0 12 0,0 0 8 0,0 0-8 16,0 0 12-16,0 0 12 0,0 0-25 0,0 0 9 15,0 0 1-15,0 0-9 0,0 0 12 0,0 0-7 16,0 0-1-16,0 0-8 0,0 0 8 0,0 0 7 16,0 0-4-16,0 0 1 0,0 0-3 15,0 0-9-15,0 0 4 0,0 0 12 0,0 0-12 0,0 0 4 16,0 0-4-16,0 0-4 0,0 0 12 15,0 0 0-15,0 0 4 0,0 0-4 0,0 0-3 16,0 0 2-16,0 0-7 0,0 0 9 0,0 0-2 16,0 0-7-16,0 0 4 0,0 0 8 0,0 0 0 15,0 0 0-15,0 0-8 0,0 0-8 0,0 0 5 16,0 0 7-16,0 0 3 0,0 0-7 0,0 0 0 16,0 0-8-16,0 0 4 0,0 0 8 0,0 0-4 15,0 0-8-15,0 0 0 0,0 0 0 0,0 0 12 16,0 0-4-16,0 0 4 0,0 0-4 0,0 0-8 15,0 0 16-15,0 0-4 0,0 0-8 0,0 0 0 16,0 0 1-16,0 0 3 0,0 0 4 16,0 0 0-16,0 0-5 0,0 0 1 0,0 0 1 15,0 0-1-15,0 0 7 0,0 0-7 0,0 0 8 0,0 0-4 16,0 0-8-16,0 0 4 0,0 0 0 16,0 0-4-16,0 0 8 0,0 0-4 0,0 0 0 15,0 0 8-15,0 0-4 0,0 0 0 0,0 0-4 16,0 0 0-16,0 0-4 0,0 0 8 0,0 0-8 15,0 0 1-15,0 0 7 0,0 0-4 0,0 0 7 16,0 0-3-16,0 0-7 0,0 0 3 0,0 0-4 16,0 0 0-16,0 0 8 0,0 0-5 0,0 0 1 15,0 0 0-15,0 0-4 0,0 0 1 0,0 0 10 16,0 0-3-16,0 0 0 0,0 0-4 0,0 0 0 16,0 0-4-16,0 0 1 0,0 0 4 0,0 0-6 15,0 0 9-15,0 0 0 0,0 0-5 16,0 0 1-16,0 0 1 0,0 0-2 0,0 0 9 15,0 0-8-15,0 0-4 0,0 0 1 0,0 0-1 16,0 0 4-16,0 0-1 0,0 0 9 0,0 0 3 16,0 0-7-16,0 0 1 0,0 0-5 0,0 0-3 15,0 0 3-15,0 0 4 0,0 0-1 0,0 0-3 16,0 0 4-16,0 0-1 0,0 0-2 0,0 0 2 16,0 0-7-16,0 0 1 0,0 0-1 0,0 0 4 15,0 0 0-15,0 0 7 0,0 0 4 16,0 0-14-16,0 0 3 0,0 0-8 0,0 0-7 15,0 0 11-15,0 0-3 0,0 0 3 0,0 0 4 16,0 0-4-16,0 0 12 0,0 0-8 0,0 0-4 16,0 0 8-16,0 0-8 0,0 0 0 0,0 0 8 15,0 0-8-15,0 0-4 0,0 0 12 0,0 0-1 16,0 0-7-16,0 0 16 0,0 0-8 0,0 0-5 16,0 0 9-16,0 0-11 0,0 0-5 0,0 0 12 15,0 0-8-15,0 0 8 0,0 0 0 0,0 0-4 16,0 0-1-16,0 0 6 0,0 0 2 0,0 0-10 15,0 0 11-15,0 0-12 0,0 0 0 0,0 0 0 16,0 0 4-16,0 0 3 0,0 0-3 0,0 0 4 16,0 0-3-16,0 0 2 0,0 0-6 15,0 0 10-15,0 0-4 0,0 0-3 0,0 0 4 0,0 0-19 16,0 0 11-16,0 0-4 0,0 0 12 16,0 0 8-16,0 0-7 0,0 0-6 0,0 0 5 15,0 0-4-15,0 0-8 0,0 0 8 0,0 0-15 16,0 0 16-16,0 0 6 0,0 0-3 0,0 0 8 15,0 0-13-15,0 0-3 0,0 0 7 0,0 0-3 16,0 0-3-16,0 0 4 0,0 0-9 0,0 0 8 16,0 0 4-16,0 0-12 0,0 0 12 0,0 0-12 15,0 0 12-15,0 0 7 0,0 0-11 0,0 0 8 16,0 0-16-16,0 0 1 0,0 0 7 0,0 0-4 16,0 0 12-16,0 0-8 0,0 0 0 15,0 0 0-15,0 0-24 0,0 0-67 0,0 0-94 16,0 0-79-16,0 0-42 0,0 0 5 0,0 0-53 15,0 0-87-15,0 0-117 0,0 0-390 0,-12 0 140 16</inkml:trace>
</inkml:ink>
</file>

<file path=ppt/ink/ink27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6:55.891"/>
    </inkml:context>
    <inkml:brush xml:id="br0">
      <inkml:brushProperty name="width" value="0.05833" units="cm"/>
      <inkml:brushProperty name="height" value="0.05833" units="cm"/>
      <inkml:brushProperty name="fitToCurve" value="1"/>
    </inkml:brush>
  </inkml:definitions>
  <inkml:trace contextRef="#ctx0" brushRef="#br0">906 1555 1631 0,'0'0'20'0,"0"0"17"16,0 0 13-16,0 0 16 0,0 0-4 0,0 0 6 16,-9 0 6-16,9 0 2 0,0 0 0 0,-6 0-8 15,6 0-5-15,-7 0-15 0,7 0-7 0,-4 0-9 16,2 0-21-16,2 0-2 0,0 0-14 0,-3 0-4 16,3 0 3-16,0 0-5 0,0 0 6 0,0 0-8 15,0 0 6-15,0 0 4 0,0 0 0 0,0 0 4 16,0 0-3-16,0 0-6 0,0 0 4 0,0 0-4 15,0 0 3-15,0 0 4 0,9 0-2 0,-1 0 7 16,-2 0-6-16,2 7 3 0,-2-7-1 0,0 5 2 16,1-2-1-16,3 2 1 0,-1-2 0 0,3 0-2 15,-2-1 3-15,4 1-1 0,-3-1 2 0,4 2-4 16,0-1 4-16,3 0-3 0,-1-1-4 16,1 1 4-16,4 0-1 0,0 2-1 0,1-2 3 15,0-1-4-15,0 2-3 0,-2-4 9 0,0 1-4 16,-1 2 2-16,1-3 0 0,-1 3-7 0,-5-1 3 15,2-2 3-15,1 3-3 0,0-2 1 0,-1-1 3 16,0 2-3-16,-1-2 2 0,4 3 1 0,-6-1 0 16,6 0 0-16,-5-1 2 0,1 4-2 0,4-5-3 15,-2 3 2-15,2-2-3 0,-2-1-1 0,1 5 3 16,-1-3 2-16,2-1-2 0,-1-1 4 0,1 1-5 16,0 2 0-16,4-2 3 0,-1 0 1 0,-2 1-2 15,3-2 3-15,1 0-3 0,1 0-6 0,1 2 6 16,-1-2 0-16,0 1 0 0,-1 0 3 15,3 1-1-15,-4-1-7 0,2 0 3 16,-3 2-4-16,2-1 1 0,-5-1-1 0,3 2 5 0,-2-3 4 16,-1 0-2-16,0 0 3 0,-1 0 0 0,1 0-3 15,3 0 0-15,-3 0 0 0,4 0-1 0,2 0-2 16,3 0 2-16,-2 0-1 0,5 0 0 0,-2 0 3 16,4-9-1-16,-1 9-1 0,2-8 0 0,1 8-1 15,1-8 1-15,-4 3-1 0,1 5-3 0,1-4 6 16,-5 1-5-16,2-2 6 0,-2 4 2 15,1-1-11-15,-2-3 7 0,1 3-1 0,-3 1 0 0,5-2 4 16,2-2-1-16,2 2-1 0,0-2-7 16,2 0 3-16,3 0-4 0,-1 0 4 0,2 0 1 15,1-1 2-15,-2 2 0 0,1-1-4 0,1-1 3 16,-4 4-3-16,1-4 0 0,-1 3 0 0,1-2 0 16,-1 1 3-16,-2 2 3 0,-1-2 1 0,1 2-1 15,-7 2-3-15,5-2-6 0,-5-1 3 0,4 3-2 16,-8 0 2-16,1 0 7 0,2 0-5 0,-3 0 3 15,-2 0-3-15,-1 0-2 0,0 0 3 0,-1 0-5 16,-2 0 3-16,0 0 3 0,-3 0-2 0,2 11 4 16,-2-11-1-16,0 5-2 0,-1-5 1 0,1 6-1 15,0-3-2-15,0 0 1 0,-2 2-2 0,-2-3 5 16,1 0-1-16,-2 2-4 0,-1-3 4 16,2 2-4-16,-3 0 0 0,0 1 3 0,2-2-3 15,-1 1-1-15,-2 1 0 0,5-1 3 0,-1 2 0 16,1-2 5-16,-2-1-1 0,2 2-8 0,3-3 5 15,-1 2-7-15,1 0 3 0,-2-1 3 0,2 2-3 16,3-2 4-16,-1 3-1 0,-2-2 3 0,3 2-5 16,0-1 0-16,-1-1 2 0,1 2 4 0,0-4-1 15,3 3-2-15,-4 1 2 0,3-4-6 0,0 0 3 16,1 1 4-16,-3-1-3 0,6-1 1 0,-2 0-1 16,2 0-5-16,1 0 8 0,-1 0-4 0,0 0-2 15,-2 0 5-15,-1 0-10 0,0 0 5 0,-7 0 3 16,4 0-2-16,-3 0 4 0,1 0 0 15,-1 0-2-15,-4 0 2 0,4-7-7 0,-3 7 7 16,3 0-7-16,-4 0 4 0,-1 0 3 0,5 0-7 16,-3-7 6-16,2 7-2 0,0-4 0 0,0-1 3 15,4 4-1-15,-3-2-2 0,6-3-1 0,-2 4-3 16,-3-3-2-16,5 2-2 0,-3 0 2 0,-2-2 0 16,-1 4 6-16,-5-2-3 0,4 3-3 0,-3-4-1 15,0 4-1-15,-2 0 9 0,1 0 1 16,-4-2 4-16,7 2-6 0,-5-3-4 0,4 1 5 15,0-1-1-15,4 2 1 0,0-4 1 0,0 0-6 0,1 2 1 16,-1-1 3-16,2 0-1 0,1 1 3 16,-3 0-3-16,-1 0 0 0,1-2 1 0,-3 2 0 15,-1 0 3-15,3-2-3 0,-4 1-2 0,-1 2 1 16,-1-4-3-16,3 0 4 0,-5 3 2 0,4-1-5 16,-3 2 8-16,0-3-5 0,-1 1-2 0,0 0 1 15,-1-1-2-15,3 3 2 0,-2-2-2 0,0 0 0 16,2 1 1-16,-1-3 0 0,-1 4 4 0,3-3 1 15,1 3-2-15,-1-4-1 0,0 3-3 0,0-1 4 16,0 0-1-16,0 0 2 0,-1-1-3 0,1 1 1 16,0-1 1-16,-3 1-3 0,2 0 7 15,-2 0-4-15,2-1-3 0,-2 1 8 0,0-1-7 16,2 2 0-16,-1-1 1 0,-1-2-4 0,3 6 5 16,1-6-2-16,-1 4-2 0,0-2 3 0,-1 1-4 15,1 0 6-15,0-2 4 0,-3 1-2 0,5-1 2 16,-5-1-9-16,4-1 5 0,-2 3-1 0,1-1 14 15,2-1 9-15,-2 1 0 0,-1 0 12 0,4 0-9 16,-5 0-3-16,1-1-2 0,0 1-9 0,1 2-4 16,-2-3 6-16,4-1-2 0,-5 3 0 0,6-3 8 15,-2 1 3-15,-1 1 3 0,0 0 8 0,-1 2 1 16,1-7 3-16,-2 6 5 0,-1-2 5 0,4-1 5 16,-4-1 3-16,0 1 6 0,0-2 15 0,0 1 1 15,-1-1 5-15,-1 1-10 0,-1-5-25 0,0 4-15 16,-1-3-20-16,1 1-12 0,0-5-2 15,-1 3-5-15,-2-2 6 0,1-2 6 0,1 0-5 16,-2 1 3-16,0-1 2 0,-2 1 1 0,-1 0 13 16,0-1 18-16,0 1 17 0,0 3 21 0,0-1 14 15,0 0-11-15,0 3-2 0,-9-1-18 0,9 3-8 16,-10 1-5-16,10-1-21 0,-11 2-7 0,5-1-14 16,-2-1 10-16,-1 0 8 0,2 3 0 0,-1-3-3 15,-3 1-12-15,1-3-11 0,-1 3-3 0,-1-1 3 16,1 0 0-16,-2-1 0 0,-3 0 7 0,3-1-2 15,-1 1 2-15,-3 1-3 0,2 2-4 0,6-1-2 16,-3-1-5-16,0 2 6 0,-3-1-41 16,-1-1-21-16,-5 0 2 0,0 0-2 0,-6-1 38 15,-5 1 24-15,1-1 2 0,-1 1 2 0,-1 0-2 16,1 1 6-16,2 4-4 0,1-4-1 0,2 3 2 16,2 1-5-16,4 1 2 0,0-1-1 0,1-1 6 15,2 1 2-15,1 1-8 0,-1-2 6 0,3 4 10 16,1-3 4-16,2 2 14 0,1-2-4 0,2 2-5 15,-2-1-5-15,5 1-3 0,-1 0 1 0,1 1-14 16,0 0-10-16,-5-1-36 0,-3 0-5 0,-5-1 10 16,-4-1 11-16,-3 0 27 0,-7 0 7 0,2-1-4 15,-2 3-5-15,1-2 10 0,5-1-3 0,1 1 3 16,3-1 0-16,3 1 3 0,4 0 18 16,-1 1 3-16,0-1 0 0,0 0-14 0,1 0-32 15,-7-1-3-15,3 0 3 0,-6-2 5 0,2 0 7 16,-8 0 3-16,2 1-4 0,-2-2 5 0,2-3 5 15,-4 3-10-15,4-1 8 0,-2 1-5 0,5-2 1 16,-5 3 6-16,1-1-3 0,-1-1 1 0,2 3-9 16,0-2 7-16,-2 1-7 0,4-1 5 0,0 1 2 15,-3 1-4-15,8-1 3 0,-2 0-5 0,2 1 5 16,2 3 1-16,-2-3 2 0,3 0 3 0,3 1-2 16,1 4 1-16,0-5-10 0,0 2 3 0,2 3 3 15,0-4-6-15,2 2 9 0,-1-1 0 0,2 0-5 16,-1 0 1-16,1-1 1 0,-1 1-5 15,-2-3 1-15,1 4 10 0,-4-2-2 0,3 1 0 16,-1-2 2-16,-5 1 0 0,7 1-12 0,-7-3 3 16,3 3-1-16,-3-1-7 0,1-1 12 0,2 1-1 15,-6 0 13-15,4 0-15 0,-4 1 5 0,1-1 2 16,0 3-13-16,-4-2 24 0,0 1-7 0,-1-1-10 16,4 0 1-16,-6 0-3 0,5-3-6 0,-2 1 20 15,3-1-13-15,-1-1 2 0,1 1 6 0,3 0-10 16,-2-1 2-16,-1 0 0 0,3 1-10 0,0 1 7 15,1-2 3-15,-1 2-5 0,0 0 13 16,0-1-7-16,-1 3 5 0,-2-2 0 0,1 1-10 16,-4 0 3-16,-2 0 1 0,0 0-7 0,-3 1 11 15,2 2 0-15,-1 0-6 0,0-1 6 0,-2 1-12 16,-2-2 0-16,4 4 7 0,-5-2 0 0,5 2 6 16,-4 0 2-16,2 0-7 0,2 0 2 15,0 0-5-15,-5 0-1 0,4 0 6 0,1 0 2 0,-2 0-2 16,2 0 0-16,1 0 1 0,-2 0 1 0,1 0-3 15,1 0 4-15,-1 0-7 0,1 0 2 0,-1 0 2 16,1 0-4-16,-2 0 1 0,-2 0-1 0,1 8 0 16,-1-8 3-16,-1 7 0 0,-1-1-2 0,-1-1 4 15,1-5 0-15,-2 6 0 0,-1 1 3 0,0-1-2 16,-1-3 1-16,-4 3-4 0,1-2 3 16,-7 3-4-16,2-3-4 0,-6 3 4 0,-3-1-1 15,-2-2 1-15,-1 5 0 0,-2-2 1 0,-3 1-1 16,-1 0-12-16,0-1 4 0,-2 1 3 0,-3-1-11 15,2 2 16-15,1-3-4 0,2 1-5 0,-2-2 6 16,3 0-1-16,5 0 7 0,3 0 0 0,1 0 7 16,3 0-11-16,4-1-6 0,2 0 8 0,2 1-12 15,2 0 12-15,2-1 5 0,2 2-12 0,-1-2 11 16,-1 4 0-16,4-5-6 0,-4 3 2 0,4 1-1 16,-2 2-4-16,3-5 3 0,1 5 5 0,1-2-8 15,4-2 1-15,3 2 2 0,1 2 0 0,3-4-3 16,3 1 6-16,0 0-4 0,3 1-3 0,2 0 3 15,-1-1 2-15,1-1 0 0,0 1 0 16,4 0 0-16,-1 1 1 0,1 1-3 0,0 1 0 16,1-3 7-16,2 3-13 0,-1 2 1 0,-2 0 5 15,-3 1-2-15,3-1 7 0,-4 3-1 0,0 0-4 16,1 2-2-16,-1-2-2 0,2 1 4 0,3-1 0 16,0 1-3-16,0 1 0 0,3 0 5 15,1-3 2-15,0 4 1 0,1 0-1 0,1 0-2 0,-2-3-6 16,2 5 3-16,0-2 2 0,-1-1-5 0,1 1 5 15,1 0-1-15,1-1-3 0,1 1 0 16,0-2 0-16,0-2 3 0,0 2 4 0,0-2 5 0,0 4-6 16,12-1-1-16,-3 1-6 0,0-2 0 15,2 7 7-15,2-3-2 0,2 3 6 0,4 1-5 16,0-1-3-16,7 4 3 0,2-3 2 0,0 1 1 16,3 3-1-16,1-3 4 0,1 1-7 0,0 3 4 15,-1-4 1-15,2 4-9 0,-1 2 6 0,-2-4 2 16,0 1 0-16,0-2 3 0,-1-1 0 0,1 1-10 15,-1 1 4-15,0-2 0 0,-1-1-5 0,0-5 5 16,-2 6 1-16,4-2 1 0,-2 0 5 0,1-1 3 16,0-3-6-16,2-2 1 0,5 0-2 0,-2-3-1 15,3-2 3-15,3-3 4 0,4-4-1 0,-1-4-1 16,8 0 2-16,-1 0-13 0,7 0 5 16,4-19 1-16,1 2-2 0,4-1 13 0,1-3-9 15,2-3 3-15,0 3 3 0,-2-3-1 0,-3 2 0 16,-4-2-22-16,-5 5-25 0,-7 0-49 0,-7 1-60 15,-7 6-54-15,-6 4-66 0,-9 0-62 0,-7 1-148 16,-3 1-274-16,-10 2 87 0</inkml:trace>
</inkml:ink>
</file>

<file path=ppt/ink/ink27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7:02.631"/>
    </inkml:context>
    <inkml:brush xml:id="br0">
      <inkml:brushProperty name="width" value="0.05833" units="cm"/>
      <inkml:brushProperty name="height" value="0.05833" units="cm"/>
      <inkml:brushProperty name="fitToCurve" value="1"/>
    </inkml:brush>
  </inkml:definitions>
  <inkml:trace contextRef="#ctx0" brushRef="#br0">559 1639 1603 0,'0'-2'50'0,"0"-1"39"0,0 2 16 0,0-1 18 0,0 2-29 16,0-3-13-16,0 3 8 0,0-1 9 15,0 0 4-15,0-1-4 0,0 2-1 0,0 0-4 0,0 0-2 16,0 0-10-16,0 0-7 0,0 0-8 16,0 0-10-16,0 0-10 0,0 0-13 0,0 0-9 15,0 0-4-15,0 0-3 0,0 0 2 0,0 0-8 16,0 0-5-16,0 0-7 0,0 0-9 0,0 0 1 16,0 7-9-16,0-7 11 0,0 0 0 0,0 0 3 15,0 0 4-15,0 6-7 0,0 1 6 0,0-7 4 16,0 1-5-16,0 4 4 0,0-1-4 0,7-2 5 15,2 4 1-15,2 1-2 0,-2-5 9 0,3 5-12 16,-1-3 2-16,6 3 4 0,-4-3-6 0,2 2 3 16,4 1-3-16,2-4 5 0,-1 5-3 15,-1-6-5-15,6 3 9 0,-2 1-7 0,1-4 8 0,2 2-7 16,-1 1 1-16,1 0 4 0,0 3-14 16,1-2 12-16,-4-2-2 0,2 3-5 0,-3-3 6 15,1 3-2-15,-2-1-1 0,1-2 3 0,-3 1 3 16,1-1-4-16,1 3 4 0,1-3-6 0,-3 1-2 15,1 0 6-15,0 1-1 0,-3-2 0 0,-1 0 2 16,2-2 6-16,-1 0-14 0,-2 1 5 0,2 0 3 16,3 0-8-16,-7-2 7 0,4 3 0 0,1-2-3 15,1-1 4-15,0 3-2 0,0-1 1 0,-1-2-5 16,0 4-3-16,2-4 8 0,-2 2-6 0,0-1 5 16,0 1 3-16,1-1-10 0,-3 0 7 0,1-2 1 15,0 2 0-15,0 0 6 0,-2 1-3 16,1-3 0-16,-2 2-8 0,3-2 3 0,-4 1 0 15,3 0-1-15,0 2 6 0,0-3-8 0,-1 0-2 16,-2 1 8-16,3-1-8 0,-1 0 13 0,3 3-6 16,0-3-8-16,0 0 17 0,2 0-10 0,-3 0 12 15,3 0 13-15,-1 0-9 0,4 0 7 0,0 0-6 16,1 0-2-16,-1 0 1 0,3 0 1 0,-3-9 4 16,1 9 3-16,-1-9 8 0,-1 9 8 0,-2-7 4 15,-3 2-2-15,0-1-14 0,-1 2-7 0,4-1-14 16,-3-1 6-16,3-1-6 0,-1 2-6 15,1-1 7-15,3-1-16 0,0 1 7 0,1-1 3 0,5 1-2 16,-5 0 3-16,5 1 4 0,-3-2-10 16,-2 1-1-16,5-1-2 0,-6 3 4 0,1-4 8 0,-1 5 20 15,-1-3-21-15,-5 2-4 0,3-1 11 16,-6-2-15-16,2 4 42 0,-4 0 7 0,2-2-6 16,-5 2-2-16,5-2-7 0,-5 1-10 0,2-2-4 15,-1 0 9-15,2 1-18 0,-1-2 8 0,1 2-8 16,2-3-8-16,-3 0 10 0,1 0 10 0,1 0 13 15,-5 2-3-15,1-3 21 0,0 3-6 0,-1 0-5 16,-2 0-4-16,-3-2-22 0,4 0-10 0,0-1-2 16,-4-4 3-16,4 0-5 0,-1 0-1 15,3-4 0-15,2 0 0 0,-2-3 10 0,-1 0-10 16,1-1 10-16,-2 1 1 0,-1 1 0 0,1 0 24 16,0 0 0-16,-1 1 0 0,-3-3 5 0,2 1-21 15,-2 0 1-15,0-1-8 0,0-3-2 0,0 3 1 16,0-2-21-16,0 1 20 0,-3 0-14 0,2 0 7 15,1 0 3-15,-3 1-14 0,0-1 14 0,0 0-1 16,0 1 3-16,0 1-6 0,0-2-11 0,0 3 3 16,0-2-3-16,0 1 11 0,0-2-4 0,-11 1 6 15,11 1-3-15,0-4-4 0,-9 3 6 0,1-1-9 16,-1 0 6-16,5-1 4 0,-2 0-7 0,2 3-6 16,-2-2 11-16,2 2-2 0,-2 1-4 0,0-1 5 15,0 2-14-15,-2-2 1 0,2 3 6 0,-2-3-1 16,-1 1 1-16,-4-1 1 0,3-1-4 15,-3 0 3-15,-1 1 2 0,-1 1 2 0,1-2-1 16,1-1 7-16,-4 0-8 0,0 4-1 0,0-2 6 16,1 3-7-16,1-2 4 0,-5 1-2 0,0 0-9 15,-3 2 1-15,2-2 1 0,-2 0 1 0,0 0 1 16,-5 1 8-16,0-1 3 0,-1 3-6 0,2 2-5 16,-5 5-21-16,-1-3-2 0,-1 2 6 0,-2 3 9 15,3-1 15-15,-4 0-3 0,1 1 3 0,-2 0 0 16,0 0 6-16,1-5-4 0,-1 4-13 15,-1 0 15-15,-1 1-10 0,1 0 9 0,1-1 6 16,-2 3-16-16,1 0 6 0,2 1-1 0,1 3 14 16,0-4-10-16,-1 4 6 0,-1 0-2 0,2 0-10 0,-2 0 4 15,1 0-2-15,-1 0-10 0,-1 0 12 16,1 0 5-16,-2 0-6 0,2 0 15 0,-1 0 8 16,1 0-22-16,0 0 2 0,-3 11 2 0,3-2-25 15,0 1 27-15,3-1 7 0,-1 0-5 0,-1 2-2 16,4-5 2-16,-4 6-11 0,4-3-2 0,-2 6 9 15,2-3-6-15,-4 2 11 0,4 0-13 0,-4 1 7 16,4 0-4-16,-1-2-8 0,6 2 11 0,-4 0-1 16,1 0 5-16,2-2 4 0,2 2 1 15,0-1-9-15,1 3-3 0,-3-5 2 0,2 2-5 16,4 1 1-16,-3-2 3 0,2 2 1 0,3-4 2 16,1 1-2-16,2-1-3 0,1 0-8 0,2-1 1 15,1 0 10-15,0 1 4 0,2 0 4 0,0-2 5 16,0 2-16-16,1 2 2 0,-1 0 2 0,2 1-9 15,-3 0 18-15,3 2-5 0,-4-1-13 0,2 2 9 16,0 2-5-16,-2-2 0 0,4 3 15 0,-6 3-6 16,1 0-2-16,1 2-2 0,2 0-4 0,-3 2-2 15,3 0 3-15,-2 1 0 0,4 0-3 0,1 0 4 16,1-2 0-16,2 1-5 0,0 0 2 0,3-1 7 16,3-2-9-16,0-3 9 0,0 1-1 0,0-1-11 15,0-2 13-15,13 1-6 0,-2 1 3 0,1 0 3 16,-1-2 2-16,1 2 5 0,3 3-6 15,2-3 1-15,1 1 1 0,3 1-9 0,4-5 10 16,1 2-3-16,1-3 2 0,5 0 6 0,3-2 3 16,-2-4 2-16,4-2-7 0,-1 2-1 0,2 0-6 15,-2-7-4-15,-2 4 10 0,-1-2-6 0,-2-1 4 16,-1-3 1-16,-3-2-9 0,-2 0 7 0,-3 0-12 16,-2 0 8-16,-3 0-16 0,0 0-15 0,-7 0-25 15,2 0-30-15,-7-11-6 0,2 11-24 0,-2-8-17 16,-2 8-37-16,-3-6-102 0,0-2-117 15,0 4-87-15,0-3-227 0,0 2-27 0,0-2 156 16</inkml:trace>
</inkml:ink>
</file>

<file path=ppt/ink/ink27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7:14.836"/>
    </inkml:context>
    <inkml:brush xml:id="br0">
      <inkml:brushProperty name="width" value="0.05833" units="cm"/>
      <inkml:brushProperty name="height" value="0.05833" units="cm"/>
      <inkml:brushProperty name="fitToCurve" value="1"/>
    </inkml:brush>
  </inkml:definitions>
  <inkml:trace contextRef="#ctx0" brushRef="#br0">873 588 2111 0,'-14'0'2'0,"-2"0"4"15,3 0 6-15,4 0-6 0,0 0-10 0,2 0 1 16,0 0-3-16,4 0 20 0,0 0 21 0,0 0 17 15,0-6 17-15,2 6 6 0,-2-6-7 0,1 6 6 16,-2-7-12-16,1 7-11 0,1-2-12 16,-1-2-39-16,3 1 0 0,0 2-7 15,0 1 0-15,0-2 13 0,0 2 0 0,-1-1-8 0,1 1-2 16,0 0 0-16,0 0-6 0,0 0 1 0,0 0 7 16,0 0-3-16,0 0 3 0,0 0 7 0,12 0 0 15,-2 0-2-15,1 0 0 0,4 0 0 0,0 0-7 16,5 0 4-16,6 0-2 0,3 0-2 0,3-8 6 15,6 8-1-15,4-9-3 0,4 4 0 0,7-1 3 16,3-2 2-16,5 2 0 0,3-2 6 0,2 4-6 16,6-3-5-16,2-1-6 0,4 4 7 0,1-5-10 15,1 5 11-15,1-1 3 0,2 0-8 0,1 0 13 16,-2 2-12-16,-2 1 5 0,-2 0-5 16,1 0 3-16,-2 0 2 0,-1 2-4 0,-2 0 6 15,-1 0-1-15,0 0-3 0,0 0 2 0,0 0-3 16,-2 0-1-16,-1 0 3 0,-1 0 4 0,-1 0-2 15,-1 0-1-15,-2 0 2 0,-3 0-5 0,-2 0 1 16,-3 0-1-16,-2 0-3 0,-2 0 3 0,-3 0 2 16,0 0 1-16,-1 0 0 0,-3 0-5 0,-1 0 2 15,1 0 2-15,-2 0 0 0,1 0 2 0,-2 0-6 16,-2 0 6-16,-2 0-1 0,1 0-1 0,-1 0 2 16,1 0-2-16,-2 0-3 0,1 8 8 0,-1-8-2 15,5 0-3-15,-4 0 2 0,-1 0-2 0,2 7 5 16,-1-7-2-16,1 0 5 0,1 4-5 0,0-4 3 15,0 4-1-15,0-4 2 0,1 0 1 16,1 3-7-16,-1-3 8 0,-1 0 3 0,5 0 3 16,-5 0 9-16,0 0 0 0,3 0-3 0,1 0 0 15,-2 0-2-15,1 0 4 0,1 0-5 0,-2 0-1 16,3 0-1-16,1-7-7 0,-3 7-5 16,4-8 3-16,-2 8 0 0,4-5-4 0,-1 1 3 0,1-1-1 15,3 1-3-15,-6 2-1 0,5 0-1 0,-2-2 0 16,-2-1-2-16,2 3 4 0,-1-2 0 0,1-1-2 15,-3 5 0-15,2-4-2 0,-2-2 0 16,1 4 2-16,-2-1-2 0,1-1 1 0,0 2 1 16,2-3-2-16,-5 3 2 0,4-2 0 0,-2 0 0 15,4 2 0-15,-1-1-1 0,1-3 3 0,0 4-4 16,0-2 4-16,2 1 5 0,1 0-5 0,-5-3 0 16,-1 5-9-16,-1-4 3 0,-2 1 2 0,-4 2 4 15,-1-3 5-15,1 4-14 0,-4-2 7 0,-4 1-2 16,1-1 4-16,-2 1 4 0,-2-2-3 0,-2 0 1 15,-4 4-2-15,-4-2 0 0,-2-1-5 0,-3 3 16 16,2-2-15-16,0-2 6 0,-3 4-8 0,7-1-10 16,-3 0 12-16,6-4-4 0,-1 5 6 0,3-1-4 15,3-2 2-15,6 3-1 0,-5 0 2 16,1 0 2-16,-1 0-3 0,-2 0 2 0,-1 0 0 16,1 0-2-16,-4 0 6 0,3 0-6 0,1 0 6 15,-1 0-2-15,5 0-6 0,1 0 6 0,1 0-2 16,0 0-4-16,4 0 3 0,-5 0 2 0,4 0 0 15,4 0 0-15,-1 0 1 0,-2 0-6 0,4 0-1 16,-3 0 3-16,-2 0 3 0,0 0-6 0,1 0 5 16,-4 0 2-16,4-11 0 0,-7 5 3 0,2 6-6 15,-2-7-1-15,2 1 0 0,-1 2 2 0,-1-3-2 16,2 5 2-16,4-4-4 0,-2 3-1 0,2-1-9 16,4 0-11-16,-1 3-4 0,-2-3-5 0,-1 3 11 15,1-2 5-15,-1 1 11 0,-1 0 3 0,-5 2 4 16,-1-3-3-16,-2 2 1 0,1 0 4 15,-5-1-4-15,-1-1 6 0,-2 3-3 0,0-4-3 16,0 2 2-16,-4 1 0 0,4-3 2 0,0 1-2 16,-4 2-1-16,4-2-1 0,-3-3-1 0,1 3 3 15,-1-2 0-15,1 2-1 0,0-4 5 0,-1 2-6 16,0 3 1-16,-1-3 5 0,1-1-12 0,3 2 6 16,-3 0-1-16,-1 1-3 0,3-2 9 0,-3-1-3 15,1 2 1-15,1 1 1 0,2-1-3 0,-2-1-7 16,2 3 4-16,1-5 2 0,0 5 2 0,4-2 6 15,-3 0-6-15,3 1 2 0,-1-2-2 16,-3 1 2-16,2 0-4 0,0 3 0 0,-2-5 2 16,-1 5-4-16,1-2 4 0,-1 0-2 0,0 0 0 15,1 1 4-15,-1 0-1 0,2-2 1 0,-2 1-2 16,0 2-3-16,4-2-2 0,-4 3 4 0,1-3 4 16,-3 0 1-16,-2 3 1 0,-3-2 5 0,2 1 12 15,-2-3 17-15,-4 1 18 0,-3 2 1 0,3-4 1 16,-1 3 2-16,4 1 6 0,-5-2 6 0,2 1 7 15,-1-2 11-15,3 2-6 0,-4-2 2 0,-2 3-5 16,-2 0-24-16,0 0-7 0,-3-3-16 0,0 4-14 16,0-3-9-16,0 3-6 0,0 0-3 0,0 0-8 15,0 0 2-15,0 0-1 0,0 0-3 0,0 0 5 16,0 0-9-16,0 0 7 0,0 0 0 16,0 0-1-16,0 0-4 0,0 0 4 0,0 0-6 15,0 0 5-15,0 0 6 0,0 0-11 0,0 0 5 16,0 9-4-16,0-9 5 0,0 7 6 0,0-3 0 15,0 1 2-15,0 1 5 0,0 3-9 0,0 1 6 16,10 1-12-16,-2-1 3 0,1 4 7 0,-1 0-4 16,-2 2 9-16,0 1-17 0,5-3 9 0,-2 3-3 15,-2-2 6-15,2 1 4 0,0-1-5 0,1 1 0 16,-3-1-10-16,-1 0 7 0,2 0-3 0,-2 2-7 16,2-2 10-16,-4 2 4 0,1-1-3 0,1 4 12 15,-2-3-10-15,1 0-6 0,-1 3 4 0,2-3-8 16,2 6 11-16,-5-4-5 0,5 4 4 15,-2-4 4-15,-3 2-10 0,4-2 7 0,-2 2-8 16,-1 0-2-16,0-3 6 0,2 4 0 0,-3-2-2 16,0 2 13-16,1 1-3 0,-1 2 1 0,3 3 1 15,-3 2-5-15,3 3 2 0,-3-3-8 0,2 2-3 16,0 2 8-16,-1-1-10 0,1 0 10 0,-2-1 10 16,3 0-7-16,-3 0 1 0,1-2-8 0,2-1 2 15,1 4-1-15,-3-3 11 0,1 2 5 0,-1 1 1 16,2 2-2-16,-1-3-1 0,-1 2-9 15,-2 1-8-15,3-2 10 0,-2-2-5 0,-3 3 11 16,3-3-11-16,-2 3 0 0,2 0-4 0,-1 0 1 16,-1 5 10-16,1 1-10 0,2 0 3 0,1 2-6 15,-1-1-3-15,1 4 15 0,-1-2-3 0,1-1 6 16,0 4-5-16,-1-1-10 0,-4 1-2 0,3 1 3 16,0-1 8-16,0 5-10 0,-3-3 14 0,0 0-6 15,2 4-9-15,-2-5 12 0,0 1-6 0,1-1-2 16,1-1 6-16,-1-1-9 0,-1-3-3 0,3-2 7 15,-1 1 2-15,1-1 2 0,1-2 1 0,1 1-9 16,0 0 4-16,1 0-2 0,-2-2 2 0,1 1-4 16,-1-2 3-16,2 0 9 0,-1-2-1 15,0-3-2-15,-1 1-1 0,-1-4-2 0,2-2-1 0,-4 0 14 16,2 0-11-16,-1-4-7 0,-2 0 4 0,0-3-6 16,0-2 5-16,0-2 12 0,0 1-18 15,0-6 12-15,0 1 7 0,0-2-1 0,0-2 21 16,0-2-11-16,0 0-9 0,-8-1 3 0,8 0 3 15,-9-2 7-15,3 1 22 0,-2-1-8 0,1 0-7 16,-2 0-13-16,-5 3-16 0,0-2 1 0,-2-2-2 16,-4 3 1-16,-3-1 1 0,-1-2-10 0,-7-1 7 15,-2 0-3-15,-3 0 3 0,-4 0 16 0,-5 0-15 16,-7 0 5-16,-6 0-9 0,-6 0-6 0,-4 0 4 16,-8-9 1-16,-1-1 1 0,-4 0 5 0,-5-1-7 15,2 0 6-15,-1-1 0 0,0 0-12 16,3 1 17-16,-2-2 0 0,2 5-5 15,2-3 4-15,-2 2-1 0,-3 1-17 0,-2 1 14 0,1-1 3 16,-2 2-18-16,-2-3 17 0,-1 2-9 0,-2 0 5 16,1 1-4-16,-4-1-9 0,0 1 2 0,-4 1-2 15,-2-2 12-15,-2 1 4 0,-3 1-1 0,-1 0-4 16,5 1 0-16,1-1-2 0,2 2-1 16,4 1-2-16,1 1 6 0,4 1-5 0,4 0-3 0,-3 0-1 15,2 0-2-15,2 0 4 0,1 0 6 16,-2 9 3-16,2-9-8 15,-1 10 2-15,1-10 1 0,0 7-3 0,4-7 13 0,-1 6-8 0,0-6 3 0,3 0 5 16,2 0-17-16,-2 6 10 0,3-6 0 16,1 3-8-16,2-3 9 0,3 0 3 0,4 4-11 15,0-1 15-15,4 2-4 0,3-4 1 0,0 3-3 16,1 0-12-16,0 0 15 16,2 3-9-16,-2 0 3 0,1-1 9 0,-1 2-8 0,2-2 2 0,-2 1 7 15,0 0-5-15,2 1-5 0,1-1 2 0,-1-2-4 16,2 1 4-16,-1 1 2 0,2-1-1 0,-2-1 9 15,2-1-8-15,0 1 4 0,3 0-8 0,0 1-8 16,-1 1 15-16,3-2-13 0,1 1 11 16,3 3 2-16,0-4-14 0,1 1 7 0,2 0-2 0,0 1 0 15,-1-4 6-15,2 2 2 0,1-2 7 16,-1 1-4-16,-1 0-10 0,3 0 6 0,-3 2-5 16,-1-1-5-16,1 1 12 0,-5 0-12 0,0-1 4 15,-1 0 6-15,-3 2 1 0,-1-4 2 0,-4 2-9 16,-1-2 4-16,-2 3-7 0,0-2 6 0,-2-2 7 15,0 3-8-15,1-2 4 0,-3 2 1 0,3-3-6 16,-1 2 5-16,3 1-4 0,2-2-5 0,-1 2 10 16,0-2 6-16,1 0-4 0,2 2 7 0,-2 0-11 15,0 1 6-15,1-4 2 0,-2 3-6 0,-2 1 0 16,0-1-10-16,-1 1 7 0,-5 0 0 0,3-1 10 16,-2 1 3-16,-1 0-7 0,0-1 1 0,2-1-3 15,-2 1 5-15,0 1 1 0,5-1-2 16,1 1-3-16,1 0-3 0,2 1 8 0,2-4-8 15,0 3-4-15,2-2-5 0,3 3 2 0,-1-1 13 16,1-2 4-16,2 1 3 0,1 0-9 0,2 0 21 16,-1-1 11-16,6 1 3 0,-1-2 0 0,4 2-24 15,0-4-3-15,3 3 0 0,1 0 0 0,4-1 2 16,1-2 2-16,2 1-5 0,1 1 4 0,2-1 4 16,1 1-10-16,5-2 11 0,0 2 4 0,0-1 1 15,1 0 25-15,2 0-16 0,0-2 5 0,0 2-6 16,-2 0-30-16,3-1 20 0,2 1-16 0,3-1-9 15,-2-1 22-15,5 0 28 0,0 0 44 0,3 0 62 16,0 0 41-16,0 0 12 0,0 0-9 16,0 0-29-16,0 0-57 0,0 0-64 0,0-14-30 15,0 0-28-15,0-1-4 0,0-2 13 0,0-5 10 16,0-1-3-16,0-3 0 0,0-4-2 0,-13-2-12 16,2-1 5-16,0-2 1 0,-1-2-1 0,0-5 7 15,0 1-5-15,-2-6-2 0,4 0-7 0,-4-5-2 16,0-1 10-16,2-4-8 0,2-2 4 0,-1-1 0 15,2-3-7-15,1 1 13 0,4 1-3 0,-1-1-6 16,5 1 5-16,0-2-2 0,0 3-4 0,0-1-2 16,12 2 8-16,-1 0-1 0,0 1 12 15,-1 0-2-15,1 3 2 0,-2-2-7 0,2 4-1 0,-2 1 4 16,-3-1-21-16,-2 6 18 0,-4 0-3 16,6 1 19-16,-6 4 9 0,0 2-2 0,0 5-5 15,0 4-17-15,0 0 5 0,0 3-14 0,0 2 6 16,-12 1-3-16,12 2 1 0,-10-1 3 0,2-1-5 15,8 2 3-15,-8 0-6 0,2 2 10 0,6-3-3 16,-6 6 5-16,2-1-10 0,4 4 4 0,-3 0 2 16,0 2-6-16,0 2 15 0,3 2-16 0,-2 2 8 15,2 1 1-15,0 0-2 0,0 0 4 0,0 0-10 16,0 4 8-16,-1-4 4 0,1 1 4 0,0-1 14 16,0-3 0-16,0 2-4 0,0-4-1 0,0-2-10 15,0-2-6-15,0-4-4 0,-11 2 8 0,11-2-3 16,-9-1 2-16,1-1 0 0,8 0 2 15,-7 1-8-15,-1-1-1 0,3-1-2 0,1-1-16 16,1-4 14-16,0 2-2 0,-2-3 6 0,2-2 1 16,-1-3 3-16,-1 1 2 0,2 1-2 0,0 1 0 15,-2 2-4-15,4 5-12 0,-1 0 5 0,-1 2 4 16,2 5-7-16,-1 1 8 0,2 3-5 0,0 1 2 16,0 2-1-16,0 3-2 0,0 2 2 0,0-1-6 15,0 2 2-15,0-2 9 0,0 2-12 0,11-1 1 16,-3-1-1-16,-1-4 2 0,1 3 7 15,1-1 3-15,5-3 1 0,4 0-8 0,5-4 0 0,4 2 5 16,9-4 1-16,7 3-4 0,10-2 4 16,8-2-9-16,9-3 2 0,7 3-4 0,10-1-5 15,4-1-16-15,6 0-9 0,3-2 0 0,2 1 4 16,1 3 12-16,1-3-8 0,-4 3 4 0,-2 1-3 16,-3 0-10-16,-7 4-7 0,-6 1-10 0,-8 1-14 15,-10 5 10-15,-8 2-2 0,-9 0-1 0,-7 1 8 16,-11 0-2-16,-10 2 24 0,-2 0 8 0,-9 0 20 15,-5 0 4-15,0 0-5 0,-3 0 5 0,0 0 0 16,0 0-9-16,0 0 9 0,0 0 0 0,0 0-8 16,0 0 8-16,0 0 5 0,0 0 5 0,0 0-6 15,0 9 6-15,0-9-15 0,0 0 5 16,0 0-5-16,0 0-5 0,0 0-5 0,-8 0-32 16,8 0 10-16,0 0-9 0,0 0 11 0,0 0 22 15,0 0-5-15,0 0 15 0,0 0-5 0,0 0 13 16,0 0-9-16,0 0 9 0,0 0-4 0,0 0-9 15,0 0 17-15,0 0-13 0,0 0 9 0,0 0 0 16,0 0-5-16,0 0-3 0,0 0 9 0,0 0 3 16,0 0-8-16,0 0 8 0,0 0-8 0,0 0 4 15,0 0 22-15,0 0-22 0,0 0 4 16,0 0-8-16,0 0-9 0,0 0 21 16,0 0-7-16,0 0 3 0,0 0-4 0,0 0 4 0,0 0 0 15,0 0-4-15,0 0 4 0,0 0-8 0,0 0 8 0,0 0-8 16,0 0 4-16,0 0 9 0,0 0-5 15,0 0 0-15,0 0-4 0,0 0-13 0,0 0 1 16,0 0 12-16,0 0-9 0,0 0 9 0,0 0 4 16,0 0-8-16,0 0-1 0,0 0 5 0,0 0-9 15,0 0 13-15,0 0 0 0,0 0 4 0,0 0 2 16,0 0-18-16,0 0 12 0,0 0-12 0,0 0 3 16,0 0 14-16,0 0-14 0,0 0 9 0,0 0-4 15,0 0 1-15,0 0 3 0,0 0-8 0,0 0 8 16,0 0-12-16,0 0 3 0,0 0 1 15,0 0 0-15,0 0 7 0,0 0-15 0,0 0 15 0,0 0-15 16,0 0 3-16,0 0 17 0,0 0-3 16,0 0-2-16,0 0-7 0,0 0-3 0,0 0-6 15,0 0 13-15,0 0 4 0,0 0-4 0,0 0 0 16,0 0-1-16,0 0-11 0,0 0 3 0,0 0-8 16,0 0 1-16,-11 0 3 0,11 0 1 0,0 0-1 15,0 0 9-15,0 0-4 0,0 0 4 0,0 0 8 16,0 0-16-16,0 0 11 0,0 0-10 0,0 0-1 15,0 0 20-15,0 0-4 0,0 0-1 0,0 0-3 16,0 0-8-16,0 0 4 0,0 0 7 0,0 0 5 16,0 0-4-16,0 0 3 0,0 0-7 0,0 0-3 15,0 0 0-15,0 0-1 0,0 0 4 0,0 0-4 16,0 0 4-16,0 0-8 0,0 0 12 0,0 0 4 16,0 0 8-16,0 0-8 0,0 0-8 15,0 0 0-15,0 0-8 0,0 0 24 0,0 0-23 16,0 0 7-16,0 0-8 0,0 0-20 0,0 0 35 15,0 0-11-15,0 0 12 0,0 0 0 0,0 0-12 16,0 0 4-16,0 0-8 0,0 0 12 0,0 0 4 16,0 0-7-16,0 0 7 0,0 0-7 0,0 0-9 15,0 0 11-15,0 0-11 0,0 0 4 0,0 0 8 16,0 0-12-16,0 0 13 0,0 0 2 0,0 0-7 16,0 0 7-16,0 0-4 0,0 0-11 0,0 0 12 15,0 0-8-15,0 0-3 0,0 0 11 0,0 0-8 16,0 0 8-16,0 0 4 0,0 0-8 15,0 0 0-15,0 0-7 0,0 0-4 0,0 0 10 16,0 0 1-16,0 0 7 0,0 0-3 0,0 0-12 16,-7 0 4-16,7 0 1 0,0 0 2 0,0 0 2 15,0 0-1-15,0 0-1 0,0 0 1 0,0 0 3 16,0 0-7-16,0 0 1 0,0 0 3 0,0 0 0 16,0 0 8-16,0 0-4 0,0 0 0 0,0 0 16 15,0 0-24-15,0 0 8 0,0 0-5 0,0 0-23 16,0 0 24-16,0 0-3 0,0 0-1 0,0 0 8 15,0 0 0-15,0 0 0 0,0 0-4 16,0 0 0-16,0 0 0 0,0 0 1 0,0 0-5 0,0 0 7 16,0 0 1-16,0 0-8 0,0 0 16 15,0 0-20-15,0 0 4 0,0 0 4 0,0 0-8 16,0 0 12-16,0 0-11 0,0 0 7 0,0 0 0 16,0 0-3-16,0 0 6 0,0 0-3 0,0 0 0 15,0 0 4-15,0 0-1 0,0 0-6 0,0 0 7 16,0 0-12-16,0 0 0 0,0 0 8 0,0 0-8 15,0 0 16-15,0 0-5 0,0 0 5 0,0 0 0 16,0 0-4-16,0 0 0 0,0 0-4 0,0 0 4 16,0 0-8-16,0 0 0 0,0 0 4 0,0 0-4 15,0 0 12-15,0 0 0 0,0 0-4 16,0 0-4-16,0 0 8 0,0 0-8 0,0 0-4 16,0 0 8-16,0 0-19 0,0 0 19 0,0 0 4 15,0 0-8-15,0 0 12 0,0 0-16 0,0 0 3 16,0 0 2-16,0 0-9 0,0 0 20 0,0 0-12 15,0 0-4-15,0 0 3 0,0 0-6 0,0 0 11 16,0 0 8-16,0 0 1 0,0 0-5 0,0 0-4 16,0 0-8-16,0 0 0 0,0 0-5 0,0 0 10 15,0 0 12-15,0 0-5 0,0 0 0 0,0 0-9 16,0 0-7-16,0 0 8 0,0 0 0 0,0 0 1 16,0 0-1-16,0 0-4 0,0 0 8 0,0 0-5 15,0 0 5-15,0 0 0 0,0 0-13 16,0 0 10-16,0 0-13 0,0 0 12 0,0 0-3 15,0 0-10-15,0 0 13 0,0 0-12 0,0 0 8 16,0 0 0-16,0 0 3 0,0 0 8 0,0 0-3 16,0 0 4-16,0 0-16 0,0 0 9 0,0 0-5 15,0 0 3-15,0 0 13 0,0 0-21 0,0 0 9 16,0 0 1-16,0 0-1 0,0 0-4 0,0 0 4 16,0 0-11-16,0 0 7 0,0 0 12 0,0 0-8 15,0 0 15-15,0 0-3 0,0 0-20 0,0 0 16 16,0 0-12-16,0 0-3 0,0 0 7 15,0 0-7-15,0 0 11 0,0 0-9 0,0 0 17 16,0 0-8-16,0 0 0 0,0 0 17 0,0 0-21 16,0 0-1-16,0 0-3 0,0 0-12 0,0 0 13 0,0 0 7 15,0 0-4-15,0 0 8 0,0 0-5 16,0 0 5-16,0 0-11 0,0 0-5 0,0 0 4 16,0 0 0-16,0 0 8 0,0 0 4 0,0 0-12 15,0 0-8-15,0 0 21 0,0 0-9 0,0 0 3 16,0 0 5-16,0 0-12 0,0 0-4 0,0 0 12 15,0 0-9-15,0 0-7 0,0 0 16 0,0 0 0 16,0 0-8-16,0 0 12 0,0 0-8 0,0 0-4 16,0 0 8-16,0 0-11 0,0 0 7 0,0 0-4 15,0 0 8-15,0 0-9 0,0 0-3 16,0 0 0-16,0 0-4 0,0 0 11 0,0 0 1 16,0 0 0-16,0 0 8 0,0 0-4 0,0 0-8 15,0 0 8-15,0 0-4 0,0 0-4 0,0 0 8 16,0 0-8-16,0 0 4 0,0 0 1 0,0 0 3 15,0 0-3-15,0 0-1 0,0 0 16 0,0 0-8 16,0 0-4-16,0 0-8 0,0 0 0 0,0 0 0 16,0 0 8-16,0 0 8 0,0 0-8 0,0 0-4 15,0 0 12-15,0 0-19 0,0 0 15 0,0 0-12 16,0 0 4-16,0 0 4 0,0 0-8 0,0 0 25 16,0 0-22-16,0 0 18 0,0 0-17 0,0 0-12 15,0 0 16-15,0 0-8 0,0 0 8 0,0 0 9 16,0 0-9-16,0 0 4 0,0 0-4 15,0 0-8-15,0 0-4 0,0 0 0 0,0 0 0 16,0 0 7-16,0 0 1 0,0 0-4 0,0 0 0 16,0 0-5-16,0 0 1 0,0 0 4 0,0 0 0 15,0 0 8-15,0 0-4 0,0 0-9 0,0 0 9 16,0 0-8-16,0 0 8 0,0 0 0 0,0 0 3 16,0 0-6-16,0 0 3 0,0 0 0 0,0 0-4 15,0 0 7-15,0 0-7 0,0 0 8 0,0 0-16 16,0 0 13-16,0 0 7 0,0 0-17 15,0 0 21-15,0 0-24 0,0 0-3 0,0 0 23 0,0 0-12 16,0 0 20-16,0 0-8 0,0 0-8 16,0 0 8-16,0 0-11 0,0 0 11 0,0 0-8 15,0 0 4-15,0 0 0 0,0 0 0 0,0 0 0 16,0 0-30-16,0 0 26 0,0 0 4 0,0 0 4 16,0 0 14-16,0 0-21 0,0 0 3 0,0 0-4 15,0 0 13-15,0 0-9 0,0 0-9 0,0 0 5 16,0 0-4-16,0 0 8 0,0 0-12 0,0 0 0 15,0 0 8-15,0 0-8 0,0 0 12 0,0 0 8 16,0 0-12-16,0 0 4 0,0 0-8 0,0 0-8 16,0 0 7-16,0 0 9 0,0 0 0 0,0 0-4 15,0 0-8-15,0 0 0 0,0 0 4 16,0 0 8-16,0 0 0 0,0 0-12 0,0 0 4 16,0 0-8-16,0 0 4 0,0 0 11 0,0 0-3 15,0 0-4-15,0 0-4 0,0 0 12 0,0 0-8 16,0 0 8-16,0 0 3 0,0 0-11 0,0 0-3 15,0 0 7-15,0 0-4 0,0 0-5 0,0 0 12 16,0 0-27-16,0 0 7 0,0 0-11 0,0 0-5 16,0 0 23-16,0 0-20 0,0 0 11 0,0 0-5 15,0 0-7-15,0 0 18 0,0 0-7 0,0 0-2 16,0 0 8-16,0 0-10 0,0 0 0 0,0 0 14 16,0 0-1-16,0 0-1 0,0 0 11 0,0 0 0 15,0 0-4-15,0 0-8 0,0 0-6 16,0 0-23-16,0 0-24 0,0 0 0 0,0 0 5 15,0 0 1-15,0 0 16 0,0 0 22 0,0 0 0 16,0 0 18-16,0 0 10 0,0 10-5 0,0 1-4 16,0 2 5-16,0-2 4 0,0 4-13 0,0-1 15 15,0-2-6-15,0 0-4 0,6-2 11 0,-6-2-15 16,0-4 10-16,0 1-3 0,6 1-3 0,-3-3 5 16,-1-1-10-16,1 2 8 0,0 1-4 0,-3-3-1 15,3 2 2-15,0-2-4 0,-2 2 3 16,2 1 2-16,0-3 0 0,0 0-2 0,-3 0 2 0,2 3 1 15,-1-5 1-15,1 1 4 0,-1-1-6 16,1 3 4-16,-1-3-6 0,1 2-1 0,-2-2 9 0,3 2-9 16,-3-2 8-16,3 0 1 0,-1 0-11 15,-1 3 7-15,-1-3 8 0,2 1-19 0,1-1 21 16,-3 1-13-16,3 1-13 0,0 0 21 0,0-2-18 16,-2 2 12-16,2-1 2 0,-3-1-4 0,2 0 7 15,-1 0-9-15,1 1 4 0,-2-1-5 0,0 2 10 16,0-2 3-16,0 0-6 0,0 0 8 0,0 0-7 15,0 0-1-15,0 0 6 0,0 0-12 0,0 0 9 16,0 0-10-16,0 0-1 0,0 0 6 0,0 0-3 16,0 0 8-16,0 0-5 0,0 0 4 0,0 0-6 15,0 0 3-15,0 0 6 0,0 0-5 0,0 0-11 16,0 0 9-16,0 0 1 0,0 0 1 16,0 0 6-16,0 0-2 0,0 0-9 0,0 0 0 15,0 0 2-15,0 0-4 0,0 0 12 0,0 0-11 16,0 0 7-16,0 0-3 0,0 0-5 0,0 0 18 15,0 0-13-15,0 0-1 0,0 0 14 0,0 0-10 16,0 0 10-16,0 0 0 0,0 0-9 0,0 0 6 16,0 0-10-16,0 0 8 0,0 0-2 15,0 0 1-15,0 0 0 0,0 0-6 0,0 0-4 0,0 0-4 16,0 0 1-16,0 0 1 0,0 0 7 0,0 0-2 16,-9 0 4-16,9 0-4 0,-14 0-8 0,3 0 7 15,-1 0-3-15,-1 0 3 0,-4 0 4 16,-3 0-8-16,0 0 0 0,-2 0-9 0,-1 0-5 15,0 0 1-15,-1 0-8 0,-1 0 12 0,0 0-4 16,-1 0-13-16,0 0-4 0,-1 7-25 0,-2-7-2 16,-2 6-12-16,0-6-34 0,-6 5-24 0,1 2-21 15,-2-1-21-15,0-2 7 0,-3-2 12 0,1 3-7 16,1-4 6-16,4 2-2 0,-2-3-19 0,7 0-42 16,3 0-147-16,2 0-159 0,3 0 54 0,2-15 78 15</inkml:trace>
</inkml:ink>
</file>

<file path=ppt/ink/ink27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5:29.546"/>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-14914 8604 3248 0,'-62'51'29'0,"2"-5"29"0,3-7 20 0,3-5 21 15,6-8-9-15,5-4-23 0,7-5-21 0,7-5-10 16,6-1-15-16,8-5-24 0,4-1-1 0,11-5-12 16,0 0 0-16,0 0 12 0,14-16 42 0,9-2 16 15,7-12 3-15,13-10 5 0,13-11-43 0,17-15 4 16,16-15-6-16,16-13 26 0,20-12-5 0,13-11-15 16,14-3 4-16,12-3-30 0,4-1 7 0,7 3-4 15,3 5-1-15,-4 9 5 0,-5 7-2 0,-8 7-5 16,-6 6 1-16,-14 11 1 0,-10 10 8 15,-14 8-6-15,-16 9-7 0,-12 9-21 0,-17 9-35 16,-15 6-1-16,-13 9-6 0,-12 5 10 0,-10 5 7 16,-8 6-71-16,-8 0-134 0,-6 0-130 0,0 15-165 15,0 1-291-15,-18 0 140 0</inkml:trace>
</inkml:ink>
</file>

<file path=ppt/ink/ink27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7:30.852"/>
    </inkml:context>
    <inkml:brush xml:id="br0">
      <inkml:brushProperty name="width" value="0.05833" units="cm"/>
      <inkml:brushProperty name="height" value="0.05833" units="cm"/>
      <inkml:brushProperty name="fitToCurve" value="1"/>
    </inkml:brush>
  </inkml:definitions>
  <inkml:trace contextRef="#ctx0" brushRef="#br0">5445-827 1932 0,'0'0'37'0,"-9"-10"28"0,9 10 20 0,0-5 29 16,0 5-9-16,0-5-2 0,-9 1 9 0,9 2 1 15,0-1-3-15,0 2 4 0,-4-2-11 0,4 1-16 16,0-1-14-16,0 1-16 0,0 2-11 0,-7-1-12 16,7-1-6-16,0 2-5 0,0 0-7 0,0 0 1 15,0 0-11-15,0 0-11 0,0 0 3 0,0 0-7 16,0 0-4-16,0 0 5 0,0 0-4 0,-3 0-1 15,3 0 3-15,0 0 5 0,0 0-5 16,0 10 4-16,0-3 5 0,0 2 1 0,0-1-2 16,0 5 3-16,0-2 7 0,0 2-8 0,10 3 0 15,0 0 0-15,-4 0-10 0,5 1 5 0,-8-3 4 16,6 2 8-16,-1-5-4 0,-2 1 0 0,0 0 1 16,1-4-7-16,-1 1 4 0,1-1 2 0,0 0 1 15,2-3-1-15,-1 2 1 0,1-2 2 0,-1-1 17 16,4 0 10-16,-2-4 8 0,6 1 14 0,-3-1-10 15,4 0 0-15,3 0-10 0,-4 0 0 16,4-11-8 0,0 11 6-16,0-14 2 0,-4 3-8 0,1 2 10 0,-3 0-26 0,1-1-2 0,-2 1-12 15,1 1-10-15,-2-1 8 0,-1 2 3 0,-2-1 2 16,-1 2 7-16,-2-2 0 0,1 0-9 0,-1 5 6 16,-6-2-6-16,6 3 5 0,-2-2 4 0,-4 1 1 15,4 1-5-15,-4 1 0 0,0 0 0 0,0-2-11 16,3 3-3-16,-3 0 4 0,0 0 5 0,0 0 0 15,0 0 11-15,0 0 1 0,0 0-10 0,0 0-4 16,0 0-5-16,0 0-1 0,0 0 6 0,0 0 8 16,0 0 0-16,0 0-8 0,0 0 1 0,0 0 0 15,0 0-5-15,0 0 4 0,0 0 6 0,0 0-5 16,0 0-1-16,0 0 2 0,0 0-3 16,0 0 3-16,0 0 5 0,0 0-9 0,0 0 3 15,0 0 2-15,0 0 8 0,0 0 3 0,0 0-20 16,0 0 7-16,0 0 1 0,0 0-4 0,0 0 20 15,0 0-7-15,0 0-14 0,0 0 10 0,0 0-6 16,0 0-2-16,0 0 7 0,0 0 3 0,0 0-4 16,0 0-6-16,0 0 0 0,0 0-1 0,0 0 2 15,0 0 4-15,0 0 2 0,0 0-7 0,0 0 3 16,0 0 0-16,0 0-4 0,0 0 10 0,0 0-2 16,0 0-3-16,0 0 4 0,0 0-8 0,0 0 5 15,9-10 7-15,2 3-2 0,-11 2 1 0,9-1-7 16,2-2-4-16,-2 3-1 0,1-3 5 15,-1 2 1-15,-1-1-3 0,1 0 4 0,-4 4-5 16,1-3 4-16,0 1 4 0,-3 1-13 0,0-1 2 16,1 1 1-16,3 1-3 0,-4-2 8 0,0 3 8 15,4-1-6-15,-4-2-3 0,3 4 2 0,0-2-5 16,-1 1 4-16,1-2 3 0,-3 4-6 16,0 0 1-16,2-2 3 0,-2 1 6 0,0 1-1 0,-3-3 1 15,3 3-6-15,-3-2-3 0,3 1 15 0,0 1-12 16,-2-3 2-16,-1 3 5 0,0 0-16 0,3-1 12 15,-3 1-2-15,3 0-5 0,-3-3 4 16,3 3-4-16,-3 0 17 0,0 0-18 0,4 0 3 16,-4 0 7-16,0 0-20 0,0 0 16 0,0 0-4 15,0 0-1-15,0 0 2 0,0 0 5 0,0 0-9 16,0 0 5-16,0 0 3 0,0 0-6 0,0 0 15 16,0 0-14-16,0 0 4 0,0 0-1 0,0 0-1 15,0 0 4-15,0 0-7 0,0 0 5 0,0 0-3 16,0 0 4-16,0 0-1 0,0 0-3 0,0 0 2 15,0 0 0-15,0 0-2 0,7 0 7 0,-7 0-1 16,0 0-2-16,0 0 4 0,0 0-10 0,0 0 4 16,0 0 1-16,0 0-3 0,0 0 0 0,0 0 1 15,0 0-3-15,0 0 2 0,9 0 1 0,-9 0 0 16,0 0 0-16,11 0 2 0,-11 0-6 16,6 0 5-16,-6-11 2 0,6 11-4 15,0 0 12-15,-6 0-19 16,5 0 5-16,-2 0 4 0,-3 0 0 0,0 0 4 0,0 0 6 0,0 0-7 0,0 0-8 15,0 0 8-15,0 0-11 0,0 0 14 0,0 0-3 16,0 0-1-16,0 0 2 0,0 0-14 0,0 0 12 16,0 0 0-16,0 0-6 0,0 0 7 0,0 0-4 15,0 0-4-15,0 0 7 0,0 0 1 0,0 0 3 16,0 0-5-16,0 0-9 0,0 0 7 16,0 0-5-16,0 0 7 0,0 0 6 0,0 0-8 0,0 0 4 15,0 0-3-15,0 0 3 0,0 0-11 0,0 0 6 16,0 0 6-16,0 0-8 0,0 0 12 0,0 0-1 15,0 0-7-15,0 0 4 0,0 0-2 16,0 0-8-16,0 0 6 0,0 0-5 0,0 0 2 16,0 0 5-16,0 0-2 0,0 0 3 0,0 0-6 15,0 0 4-15,0 0-1 0,0 0-1 0,0 0 8 16,0 0-14-16,0 0 1 0,0 0 4 0,0 0 2 16,0 0 3-16,0 0 0 0,0 0-1 0,0 0-10 15,0 0 5-15,0 0 1 0,0 0 3 0,0 0 8 16,0 0-10-16,0 0 2 0,0 0-3 0,0 0-4 15,0 0 3-15,0 0-3 0,0 0 11 16,0 0-3-16,0 0 6 0,0 0-4 0,0 0-8 16,0 0 7-16,0 0-6 0,0 0 3 0,0 0-1 15,0 0-6-15,0 0 10 0,0 0 4 0,0 0-7 16,0 0 7-16,0 0-9 0,0 0-5 0,0 0 10 16,0 0-5-16,0 0 2 0,0 0 2 0,0 0-3 15,0 0 2-15,0 0-2 0,0 0 0 0,0 0 19 16,0 0-16-16,0 0-6 0,0 0 6 0,0 0-25 15,0 0 21-15,0 0 7 0,0 0-5 0,0 0 5 16,0 0-6-16,0 0 4 0,0 0-7 0,0 0 7 16,0 0-5-16,0 0-2 0,0 0 9 0,0 0-14 15,0 0 6-15,0 0 3 0,0 0 1 0,0 0 1 16,0 0 5-16,0 0-11 16,0 0 1-16,0 0 9 0,0 0-10 0,0 0 4 0,0 0 4 15,0 0-4-15,0 0-1 0,0 0 14 0,0 0-12 16,0 0-7-16,0 0 9 0,0 0-13 0,0 0 9 15,0 0 5-15,0 0-1 0,0 0-10 0,0 0 11 16,0 0-16-16,0 0 12 0,0 0 13 0,0 0-20 16,0 0 15-16,0 0-11 0,0 0-2 0,0 0 10 15,0 0-1-15,0 0-6 0,0 0-5 0,0 0 5 16,0 0-5-16,0 0 5 0,0 0 4 0,0 0-5 16,0 0 15-16,0 0-3 0,0 0-5 0,0 0-1 15,0 0-9-15,0 0 2 0,0 0 0 0,0 0 10 16,0 0-6-16,0 0 0 0,0 0 10 15,0 0-13-15,0 0 11 0,0 0-10 0,0 0-10 16,0 0 7-16,0 0 6 0,0 0-1 0,0 0 2 16,0 0-4-16,0 0-3 0,0 0 7 0,0 0 10 15,0 0-1-15,0 0-11 0,0 0 2 0,0 0-16 16,0 0 6-16,0 0 6 0,0 0-6 0,0 0 14 16,0 0 2-16,0 0-10 0,0 0 7 0,0 0-10 15,0 0 2-15,0 0 2 0,0 0 5 0,0 0 2 16,0 0-12-16,0 0 12 0,0 0-11 15,0 0-3-15,0 0 9 0,0 0-10 0,0 0 5 16,0 0 7-16,0 0 1 0,0 0-2 0,0 0-1 16,0 0-2-16,0 0-1 0,0 0 7 0,0 0 3 15,0 0-4-15,0 0-4 0,0 0 4 0,0 0-14 16,0 0 9-16,0 0 0 0,0 0-1 0,0 0 7 16,0 0 0-16,0 0-4 0,0 0-8 0,0 0 6 15,0 0-4-15,0 0 11 0,0 0-2 0,0 0-4 16,0 0 3-16,0 0-11 0,0 0 3 0,0 0 2 15,0 0-4-15,0 0 14 0,0 0-1 0,0 0-2 16,0 0-6-16,0 0-8 0,0 0 1 0,0 0 5 16,0 0 9-16,0 0-2 0,0 0 2 0,0 0-8 15,0 0 5-15,0 0-5 0,0 0 9 0,0 0-1 16,0 0-4-16,0 0 4 0,0 0-12 16,0 0 7-16,0 0 0 0,0 0-5 0,0 0 10 15,0 0-7-15,0 0 0 0,0 0 8 0,0 0-6 16,0 0 8-16,0 0-9 0,0 0-1 0,0 0 3 15,0 0 3-15,0 0-6 0,0 0 2 0,0 0 4 16,0 0-8-16,0 0 10 0,0 0-11 0,0 0 2 16,0 0 1-16,0 0 2 0,0 0 12 0,0 0-14 15,0 0 2-15,0 0 0 0,0 0-4 0,0 0 11 16,0 0-14-16,0 0 6 0,0 0-4 0,0 0-5 16,0 0 16-16,0 0-5 0,0 0 3 0,0 0-3 15,0 0-7-15,0 0-2 0,0 0 10 0,0 0-4 16,0 0 7-16,0 0 0 0,0 0-12 15,0 0 5-15,0 0 2 0,0 0-4 0,0 0 1 16,0 0 8-16,0 0-3 0,0 0-2 0,0 0 8 16,0 0-9-16,0 0-1 0,0 0 7 0,0 0-5 15,0 0 5-15,0 0-7 0,0 0 2 0,0 0-1 16,0 0-2-16,0 0 4 0,0 0-4 0,0 0 1 16,0 0-16-16,0 0 18 0,0 0 8 0,0 0-4 15,0 0 16-15,0 0-20 0,0 0-5 0,0 0 6 16,0 0-4-16,0 0 0 0,0 0 6 15,0 0-9-15,0 0 6 0,0 0 3 0,0 0-8 0,0 0 8 16,0 0-1-16,0 0-7 0,0 0-1 16,-11 0 3-16,11 0 2 0,0 0 2 0,0 0 2 15,0 0-8-15,0 0 5 0,0 0 0 0,0 0 0 16,0 0 8-16,0 0-8 0,0 0-1 0,0 0-2 16,0 0 6-16,0 0-2 0,0 0-1 0,0 0 2 15,0 0-7-15,0 0 2 0,0 0 10 0,0 0-5 16,0 0-2-16,0 0-3 0,0 0-2 0,0 0 12 15,0 0-7-15,0 0 1 0,0 0-4 0,0 0-7 16,0 0 10-16,0 0 0 0,0 0-1 0,0 0 1 16,0 0-3-16,0 0 3 0,0 0 2 0,0 0-3 15,0 0-1-15,0 0-2 0,0 0 4 0,0 0-4 16,0 0 5-16,0 0 0 0,0 0 0 16,0 0 3-16,5 0-3 0,-5 0-8 0,6 0 5 15,-3 0 3-15,0 0-3 0,0 0 8 0,1 0-8 16,2 0 2-16,-6 0 0 0,3 0-1 0,1 0 7 15,0 0-1-15,-1 0 0 0,-3 0-2 0,3 0-10 16,-3 0 8-16,3 0-1 0,-3 0 4 0,0 0-1 16,3 0-5-16,-3 0 0 0,0 0 5 0,0 0-3 15,0 0 0-15,0 0 7 0,0 0-5 0,0 0 2 16,0 0-7-16,0 0 0 0,0 0 0 0,0 0 1 16,0 0 6-16,0 0-4 0,0 0 3 0,0 0-10 15,0 0 7-15,0 0-4 0,0 0-1 0,0 0 15 16,0 0-13-16,0 0 4 0,0 0-3 0,0 0-2 15,0 0 2-15,0 0-3 0,0 0 8 16,0 0-4-16,0 0 0 0,0 0 2 0,0 0-2 16,0 0-26-16,0 0-23 0,0 0-24 0,0 0-40 15,0 0-8-15,0 0-9 0,0 0-18 0,0 0 9 16,0 0 15-16,0 0 11 0,0 0 0 0,0 0-11 16,0 0-18-16,0 0-23 0,0 0-19 0,0 0-24 15,6 0-110-15,-6 0-110 0,0 0 27 0,0 0 65 16</inkml:trace>
  <inkml:trace contextRef="#ctx0" brushRef="#br0" timeOffset="17241.64">5617-593 1721 0,'-6'0'18'0,"3"0"3"15,0 0 2-15,-2 0 7 0,2 0-19 0,-3 0-2 16,3 0 9-16,0 0 6 0,-1 0 28 0,-3 0 16 16,4 0 15-16,-3 0 1 0,2 0-15 0,1 0-12 15,0 0-15-15,0 0-11 0,3 0-8 0,-3 0-2 16,3 0-8-16,0 0-3 0,0 0-4 0,0 0 1 15,0 0-5-15,0 0-2 0,0 0 3 16,0 0-7-16,0 0 4 0,0 0-4 0,0 0 4 16,0 0 2-16,6 0 2 0,-6 0 10 0,10 0 2 15,-1 0 3-15,2 0-5 0,1 0 0 0,8 0-8 16,1 0-1-16,8-6-3 0,4-3-1 0,7 2 0 16,2-2-5-16,1-2 8 0,4 2-4 0,5-2-3 15,1-2 9-15,0 0-4 0,3 1-6 0,-3-5 8 16,1 1-13-16,0 2 4 0,-4 0 4 0,-3 1-2 15,-4 1 5-15,-4-2 1 0,-2 2-2 0,-5 2 0 16,-8 5 2-16,-1-2-1 0,-6 1 5 0,-2 1-1 16,-8 3 2-16,-1 0 9 0,-1 1 0 0,-5 1 2 15,0-1-3-15,0 1-8 0,0 0-4 0,0 0-7 16,0 0-3-16,-11 0-1 0,-2 0 0 0,4 0 3 16,-5 0 1-16,-3 0-2 0,-3 0-11 15,1 0 2-15,-4 11-14 0,0-4-3 0,-4 0 7 16,-2 2-5-16,2 1 17 0,-2-1 10 0,-2 3-1 15,3-4 7-15,-3 2-6 0,1 0-1 0,1 1 2 16,3-3-3-16,-1 0 4 0,1 1 1 0,0-1-2 16,5-1 3-16,-2 0-2 0,3 0-3 0,1-2-5 15,2 0 10-15,0-1 6 0,0 3 4 0,-1-4 13 16,-1 1 5-16,-1 1 2 0,3-2 9 0,-3-1 9 16,4 0-12-16,2 0 2 0,0 3-12 0,5-5-14 15,-1 0-7-15,0 0-7 0,3 2 20 0,1-2-9 16,-3 1 14-16,1-1 5 0,2 1-13 15,-2-1 20-15,-1 0-9 0,3 0 3 0,-1 2-5 16,4-2-5-16,-4 0 0 0,4 0 2 0,-1 0-3 16,4 0-3-16,-3 0 0 0,3 0-3 0,0 0 3 15,0 0-3-15,0 0 3 0,0 0 1 0,0 0 2 16,0 0 5-16,0 0 0 0,0 0-3 0,0 0 2 16,0 0-3-16,0 0 6 0,0 0-4 0,0 0-11 15,0 0-3-15,0 0-11 0,10 0 1 0,0 0 4 16,0-6-1-16,7 6 1 0,0-9-2 0,11 2-1 15,3-2 4-15,5 0-1 0,7 1 0 16,2-3-4-16,6-1-1 0,2 1 1 0,1-2 3 0,-4 0-2 16,7-3 7-16,-4 1-8 0,0 1-3 15,-4-2 11-15,1 3-13 0,-5-2 10 0,-2 3 0 16,-4 0-5-16,-8-1 3 0,-1 4-3 0,-4 0 0 16,-6 0 2-16,-4 2 4 0,-2 3-1 0,-5-3 1 15,-3 6-4-15,-1 1-1 0,-2-2 3 0,-3 2 0 16,0 0-4-16,0 0-2 0,0 0 1 0,0 0-3 15,0 0 3-15,0 0 4 0,0 0-3 0,0 0 2 16,0 0-7-16,0 0 5 0,0 0-12 0,0 0 8 16,0 0 8-16,0 0-12 0,-6 0 0 0,6 0-27 15,0 0-22-15,-8 0-25 0,8 0-36 16,-6 0-30-16,3 0-35 0,-2 0-15 0,-4 0-13 0,3 0-12 16,-1 0-9-16,-6 0-80 0,0 0-146 15,-1 0 17-15,-3 0 64 0</inkml:trace>
  <inkml:trace contextRef="#ctx0" brushRef="#br0" timeOffset="18891.72">6188-915 1434 0,'0'0'58'0,"0"0"42"0,0 0 31 16,0 0 20-16,0 0-33 0,0 0-25 0,0 0-14 16,0-10 1-16,11 10-3 0,-11 0 5 0,9-6 3 15,-9 6 1-15,0-7-13 0,7 7-7 0,-7-3-4 16,0 3-15-16,0-3 10 0,0 3-4 0,0-5-2 16,0 5-3-16,0 0-14 0,0 0-20 15,0-1-9-15,0 1-12 0,0 0-9 0,0 0 7 16,0 0-10-16,0 0 5 0,0 0 2 0,-10 0-2 0,1 0 2 15,-2 10 1-15,-1 1-2 0,-2-2 5 16,-3-1 1-16,1 3 3 0,-4 2 7 0,0-1-1 16,-3-1 1-16,7 3-1 0,-1-1 0 0,0 2 0 15,1-3 0-15,-1 0 10 0,5 1-6 0,-5-1-2 16,0-3 1-16,4 2-7 0,-4 2 2 0,-1-6 0 16,4 3-1-16,-3-1-6 0,7-1 6 0,1-2 3 15,1 2 4-15,-1-4 1 0,0 2-1 0,4-3 9 16,-1 1 4-16,0-1 2 0,2 1-3 0,1-3-4 15,-1 3-1-15,-2-3-2 0,6 1 7 0,-3 0-2 16,2-2-4-16,-2 1 7 0,3 2-6 0,-3-3-2 16,0 0-3-16,3 0-2 0,0 0-3 15,-3 2-3-15,3-2 5 0,-3 0-7 0,3 0 2 0,-3 1-1 16,3-1 2-16,0 0-1 0,-2 2-1 16,2-2 2-16,-3 2-2 0,3-2 6 0,0 0-1 15,0 0 0-15,0 0 0 0,0 0 0 0,0 0-3 16,0 0 5-16,0 0-3 0,0 0-2 0,0 0-12 15,0 0-13-15,0 0-11 0,0 0-10 0,0 0-1 16,0 0-2-16,0 0 0 0,0 0-1 0,0 0 8 16,0 0 3-16,0 0 5 0,0 0 7 0,0 0 4 15,0 0 3-15,0 0-2 0,0 0-9 0,0 0-16 16,0 0-22-16,11-11-3 0,-11 11-5 0,0-9 12 16,9 9 15-16,-9-8 4 0,0 8 10 0,7-9 6 15,-1 2 9-15,1 2-1 0,-3 0 14 0,-1 0-2 16,6-1 1-16,-6 1 15 0,2 2-14 15,1-2 10-15,0 3 6 0,-3 0-12 0,2-2 12 16,-2 1-4-16,0 0-1 0,0 2 8 0,-3-3 9 16,3 2 9-16,1-1 18 0,-1 2 9 0,0-4-3 15,-3 3 2-15,3-1-12 0,-3-1-8 0,3 3-3 16,1-1-7-16,0-2-13 0,-4 1-2 0,3 0-2 16,-3 2-8-16,3-3 7 0,-3 1-6 15,3 1-3-15,-3-1 13 0,0 1-12 0,0 0 8 16,0 0-3-16,0-1-8 0,0 1 17 0,0-1-11 15,0 0 8-15,0 0-1 0,0 2-7 0,0-2 10 0,0-1-2 16,0 3-1-16,0-2 5 0,0 0-3 16,0 2 11-16,0-2 4 0,0 1 4 0,0 1 7 15,0 1-1-15,0-3 12 0,0 3-4 0,0 0-1 16,0 0-9-16,0 0-14 0,0 0-6 0,0 0-7 16,0 0-6-16,0 0-5 0,0 0-7 0,0 0-4 15,0 0 1-15,0 0-7 0,0 10 7 0,-9-10 4 16,1 11 0-16,-1 2 6 0,-4-4-2 0,-1 6 5 15,-1-2 0-15,1 2 1 0,0 1 1 0,1-3-1 16,-2 1-3-16,4 0 9 0,0-4 3 0,2 4 1 16,-1-6 15-16,4 3-1 0,-1 0-2 0,-3-5 0 15,4 0-8-15,3 2-9 0,-2 0 1 0,-1-5-4 16,3 1 1-16,0 1 1 0,0-4-5 16,0-1 2-16,3 4-3 0,-2-4 5 0,2 0 2 15,0 0-5-15,-3 0 3 0,3 0-10 0,0 0 6 16,0 0 2-16,0 0 0 0,0 0 5 0,0 0-7 15,0 0 3-15,0 0-1 0,0 0-2 0,0 0 7 16,0 0 0-16,0 0 1 0,0 0-2 0,0 0 5 16,0 0 9-16,0 0 5 0,0 0 12 0,0 0-8 15,0 0-6-15,0 0-1 0,0 0-9 0,0 0-1 16,0 0-2-16,0 0 2 0,0 0-3 0,0 0-6 16,0 0 3-16,0 0-6 0,0 0 1 0,0 0 4 15,0 0-2-15,0 0-6 0,0 0-1 0,0 0 5 16,0 0-9-16,0 0 13 0,0 0 0 15,14 0-2-15,-5 0 4 0,5 0-7 16,3 8-5-16,2 4 3 0,4-1 5 0,4-1 0 0,2 3 0 16,2 0-2-16,-2 2-4 0,1-1 3 0,-1 3 12 15,-2-3-10-15,2 1-1 0,-2-1 0 0,2 1-6 16,-2 2 5-16,2-4 4 0,2-1 0 0,-5-1-1 16,1 0 2-16,-1-3 9 0,-7 2-11 15,1-3 4-15,-3-3-2 0,-3 0-12 0,-2 0 9 0,-5-4 3 16,-1 3 12-16,0-1 17 0,-3-2 10 0,-1 0 7 15,-2 2-1-15,0 0-7 0,0-2-8 0,0 0-16 16,0 0 5-16,0 2-16 0,0-2 4 16,0 0 0-16,0 0-11 0,0 0-5 0,0 0 2 15,0 0-3-15,0 0-3 0,0 0 9 0,0 0-10 16,0 0 10-16,0 0-9 0,0 0-3 0,0 0-1 16,0 0 0-16,0 0-6 0,0 0-3 0,0 0-1 15,0 0-9-15,0 0 14 0,0 0-5 0,0 0 8 16,0 0-10-16,0 0-2 0,0 0-8 0,0 0-12 15,0 0 8-15,0 0-5 0,0 0 16 0,0 0 4 16,0 0 0-16,0 0 0 0,0 0-6 0,0 0 10 16,0 0 9-16,0 0 6 0,0 0 6 0,0 0-5 15,0 0 3-15,0 0 3 0,0 0-1 0,0 0 5 16,0 0-4-16,0 0 0 0,0 0 1 0,0 0 3 16,0 0 2-16,0 0 4 0,0 0-4 15,0 0 6-15,0 0 1 0,0 0-4 0,0 0 4 16,0 0-6-16,0 0-1 0,0 0 0 0,0 0-5 15,0 0-3-15,0 0-4 0,0 0-5 0,0-11 9 16,0 11-4-16,0 0 6 0,0-4 1 0,0 4-7 16,0 0 5-16,0-7-2 0,0 7-2 15,0-1 5-15,0-2 0 0,0 0-6 0,0 3 8 16,0-1-6-16,0 1-1 0,0 0-1 0,0-4-3 16,0 4 1-16,0-1-3 0,0 1 10 0,0-2-25 0,0 2-43 15,0 0-59-15,0-2-91 0,0 2-73 0,0 0-61 16,0 0-91-16,0 0-156 0,0 0 43 15,0 0 104-15</inkml:trace>
</inkml:ink>
</file>

<file path=ppt/ink/ink27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7:44.833"/>
    </inkml:context>
    <inkml:brush xml:id="br0">
      <inkml:brushProperty name="width" value="0.05833" units="cm"/>
      <inkml:brushProperty name="height" value="0.05833" units="cm"/>
      <inkml:brushProperty name="fitToCurve" value="1"/>
    </inkml:brush>
  </inkml:definitions>
  <inkml:trace contextRef="#ctx0" brushRef="#br0">3822 2093 1197 0,'0'0'54'0,"-3"0"34"15,0 0 10-15,0 0 10 0,0 0-39 0,-2 0-38 16,4 0 2-16,-4 0 2 0,-3 0-5 0,1 0 9 15,-1 0 0-15,1 0 9 0,1 0-3 0,-3 0 12 16,1-8 2-16,2 8-19 0,-3 0-2 0,4-8-6 16,-4 8-8-16,5-3 15 0,-3 3-1 0,0-5 2 15,2 5-3-15,1-4-12 0,4 2 0 0,-3 2-5 16,0 0 4-16,3 0 3 0,0 0-1 0,-3 0-5 16,1 0-4-16,2 0-9 0,0 0 2 0,0 0-7 15,-3 0 5-15,3 0-7 0,0 0-9 0,0 0 6 16,0 0-12-16,0 0 10 0,0 0 6 15,0 0-4-15,0 0 16 0,17 0 13 0,3 0 11 16,4 0 8-16,8 0-8 0,10 0-18 0,8 0-13 16,10 0 0-16,9 0-8 0,7 0 8 0,3 0-4 15,8-10-8-15,1 10 4 0,2-13-1 0,-4 5 2 16,-1 8-3-16,0-7 1 0,-4 7-13 0,-2-5 3 16,-9 5-2-16,-2 0-5 0,-6 0-3 0,-3 0-16 15,-5 0-11-15,-7 0-5 0,-8 0 6 0,-8 0 7 16,-3 0 21-16,-11 0 15 0,-3 0 9 0,-5 0 9 15,-9 0-3-15,0 0-4 0,0 0-3 16,-17 0-2-16,-6 0-2 0,1 0 1 0,-9 0 1 16,-8 0-1-16,-4 0 1 0,-10 0-1 0,-3 0 4 15,-3 12-5-15,-7-12 3 0,-1 11-3 0,1-11-2 16,-3 9 9-16,4-3 0 0,1-6-4 0,5 6 0 16,0-6 7-16,6 6 6 0,1-2 28 0,8-1 11 15,1 0 8-15,12-2 7 0,3 1-11 0,5-2-11 16,7 0-24-16,5 0-23 0,5 0-14 0,6 0 1 15,0 0 7-15,0 0 4 0,20 0 5 0,-1 0 2 16,7-10-5-16,5 2 0 0,5 1 0 16,7 1-3-16,10-1-1 0,3-1 2 0,6 0-4 0,4 2 0 15,3-2 6-15,4 3-2 0,0-1 2 16,-4 0 2-16,0 1 1 0,-6 3 1 0,-4-3-2 16,-9 2-6-16,-4 1-3 0,-10 1 3 0,-6-1 4 15,-4 2 6-15,-9 0 7 0,-6 0 2 0,-2 0 10 16,-9 0-1-16,0 0-2 0,0 0-14 0,0 0-14 15,-17 0 2-15,-3 0-7 0,-3 0 13 0,-2 0 4 16,-9 0-1-16,-2 8 3 0,-4-8 35 0,-2 7 11 16,-2-7 30-16,6 5 13 0,0-5-28 0,6 3-13 15,8-3-31-15,8 0-22 0,3 0-25 0,7 0-14 16,6 0 0-16,0 0 12 0,0 0 12 0,9 0 10 16,7 0 7-16,4 0-9 0,5 0 5 0,6-7 1 15,6 7-7-15,5-7 11 0,9 0-9 0,-3-1 6 16,5 3 0-16,0 1 0 0,1-1 2 15,-1-3-1-15,-5 4-6 0,-2-1-1 0,-2 0 3 16,-8 1-1-16,-4 0 14 0,-7 2-9 0,-6-1 2 16,-3 3-6-16,-9-2-3 0,2-1 4 0,-4 3-1 15,-2-1 3-15,-3 1-29 0,0 0-36 0,0 0-55 16,0 0-54-16,0 0-37 0,0 0-33 0,0 0-70 16,0 0-203-16,0 0-51 0,0 0 72 0</inkml:trace>
</inkml:ink>
</file>

<file path=ppt/ink/ink27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6:08.384"/>
    </inkml:context>
    <inkml:brush xml:id="br0">
      <inkml:brushProperty name="width" value="0.05833" units="cm"/>
      <inkml:brushProperty name="height" value="0.05833" units="cm"/>
      <inkml:brushProperty name="fitToCurve" value="1"/>
    </inkml:brush>
  </inkml:definitions>
  <inkml:trace contextRef="#ctx0" brushRef="#br0">7 203 2891 0,'-2'-10'-11'0,"-1"-1"27"15,2 4 2-15,1-1-1 0,0 4 5 0,0-3-16 0,0 3 0 16,0 0 10-16,13-2 21 0,5-1-9 0,2 3 3 16,4-1-14-16,7 3-16 0,2 2-8 0,4 0-1 15,-1 0 4-15,2 0 3 0,-2 15-2 16,-1 2-6-16,-1 2 2 0,-5-1-1 0,-4 2 12 15,-5 2-1-15,-3 4 0 0,-5-1 6 0,-6 3-3 0,-6 1 6 16,0 2-1-16,0-3-3 0,-18 0-1 0,1 0-5 16,-1-2-1-16,-2-3 1 0,-1-2-1 15,1-4 10-15,2-2 3 0,0-4 2 0,4-2 25 16,0-4 35-16,5-1 7 0,2-4 11 0,4 0-34 16,3 0-35-16,0 0-21 0,0-15-19 0,0-3 11 15,10-1-4-15,4-9 3 0,3-2 6 0,1-7 0 16,5 0-1-16,1-3 7 0,3-2 15 0,2 1 18 15,0-4 19-15,-2 4 13 0,1 1 6 0,-6 5 4 16,0 2 6-16,-4 1 8 0,-6 9 13 16,-4 4 2-16,-1 6-8 0,-7 6-23 0,0 1-35 15,0 6-40-15,0 0-18 0,0 0-1 0,0 13-6 16,-13 0 5-16,0 2 1 0,0 2 8 0,-1 7-8 16,0 2-28-16,1 2-27 0,-1 3-22 0,4 5-7 15,0 0 16-15,3-1-6 0,7-1-39 0,0 2-24 16,0-4-37-16,15-2-42 0,5 1-22 0,3-4-35 15,5-5-70-15,9-2-268 0,4-7-15 0,3-3 79 16</inkml:trace>
  <inkml:trace contextRef="#ctx0" brushRef="#br0" timeOffset="797.8">1402 170 2210 0,'-9'2'26'0,"0"-2"28"0,3 0 38 0,-2 0 29 16,3 0 26-16,1 0 21 0,-2 0 10 15,1 0 7-15,2 0-22 0,-1 0-22 0,2 0-28 0,-2 0-12 16,1 0-20-16,-1 0-18 0,1 0-6 16,0 0-24-16,-1 0 7 0,2 0-13 0,-1 0-3 15,2 0 0-15,1 0-10 0,-3 0 1 0,3 0 2 16,0 0-14-16,-2 0-3 0,1 0-3 0,1 0-10 16,0 0 12-16,0 0-11 0,0 0 10 0,0 0-3 15,0 0 2-15,0 0 2 0,0 0-7 0,0 0 0 16,0 0 1-16,0 0 12 0,0 0 4 0,0 0-9 15,0 0 8-15,12 0-10 0,2 0 2 0,2 0 8 16,5 0-9-16,5 0 6 0,6 0-8 0,5 0 3 16,4 0-14-16,4 0 14 0,2 0-3 15,2-11 6-15,-1-1 9 0,2 5-20 0,-2 0 13 16,-3-4-12-16,-2 2 8 0,-4 1 7 0,-6-1-12 16,-1 2 4-16,-6 1 4 0,-6 1 3 0,-5 4 0 15,-4-4 15-15,-4 5-3 0,-2-2 6 0,-5 0 14 16,0 2-13-16,0 0-3 0,0-3-7 0,0 2-12 15,0-2-6-15,0 3-2 0,0-1 1 0,0 0 0 16,0 1 5-16,0 0-8 0,0 0 9 0,0 0-9 16,0 0-17-16,0 0-13 0,0 0-26 0,0 0-11 15,-11 0 5-15,11 0 9 0,-12 0 8 0,1-11 13 16,1 11 9-16,-1-12 12 0,1 0 1 0,-3 4 8 16,3-1 9-16,1 2-9 0,-2-1 16 0,2 0-8 15,0-1 3-15,0 0 3 0,0 1-1 0,1 1 22 16,-1-2 6-16,3 3 15 0,-2 0 7 15,2 0-8-15,-1-1 10 0,2 2 2 0,0 0-7 16,1 4 2-16,-2-3-4 0,3 1-11 0,-2 1-10 16,4 2-9-16,-2 0-12 0,1 0-14 0,2 0 0 15,0 0-7-15,0 0-14 0,0 0 19 0,0 0-8 16,0 0 13-16,14 10 13 0,0 0-12 0,1-2 8 16,3 5-8-16,5-2-2 0,1 6 3 0,3-4-11 15,2 2 5-15,0-2 8 0,-2 7-1 0,-2-3 10 16,-4-2 3-16,-3-2-19 0,-3 1 2 15,-4-4 4-15,-4 0-5 0,-3-1 0 0,-4 0 22 16,0 0-8-16,0-2 5 0,0 3 5 0,-17 1-11 0,-3 2-30 16,-1 4-57-16,-6 0-56 0,-4 5-111 15,-2-3-131-15,-2 1-119 0,-2-5-317 0,4 2-29 16,3-3 167-16</inkml:trace>
  <inkml:trace contextRef="#ctx0" brushRef="#br0" timeOffset="1417.86">3019-268 2980 0,'-9'0'19'0,"-5"0"47"0,3 0 65 15,-2 0 50-15,1 0 17 0,1 0-28 0,0 0-57 16,5 0-63-16,2 0-32 0,2 0-17 0,2-8-16 16,0 8 12-16,0 0 3 0,12-7-12 0,2 3 5 15,3-2 5-15,2 1-8 0,6-1 14 0,5-1 7 16,5-3-2-16,1 3-2 0,4-2-2 0,1 1-1 15,0 2 0-15,-5-1 7 0,1 3 0 16,-10 1 4-16,-4 3 2 0,-5 0-9 0,-7 0-4 16,-2 0 6-16,-9 11 17 0,0 2 10 0,0 1 1 15,0 4 0-15,0 5-25 0,0 6-2 0,-12 2-2 16,4 5-7-16,-1 3-1 0,-2 2-5 0,1 1 14 16,1 3-9-16,-1-4 6 0,1-3-6 0,2 0-6 15,1-1 4-15,-2-4 7 0,2-4 3 0,0-1-8 16,1-3-1-16,2-3-5 0,0-1-2 0,0-2-17 15,2-4-17-15,-1-1-27 0,-1-3-20 0,3-4 3 16,0-1-15-16,0-2-11 0,0-1-13 0,0-3-36 16,0 0-19-16,0 0-41 0,9 0-100 15,-1-18-92-15,3 0-264 0,4-3 27 0,1-1 137 16</inkml:trace>
  <inkml:trace contextRef="#ctx0" brushRef="#br0" timeOffset="1853.66">4071-392 3117 0,'0'-12'40'0,"0"1"31"16,0 0 25-16,-20 5 27 0,0 0-12 0,-2 0-29 15,-4 4-18-15,1 2-17 0,-6 0-27 0,-3 0-6 16,-2 14-10-16,2 3-14 0,-5 0 5 0,2 5 1 16,4 0 5-16,4-1-2 0,2-1-2 0,6 2 3 15,7 0-2-15,5-4-3 0,9 6-13 0,0-4 13 16,0 1 2-16,15 1 22 0,2 2 10 15,6-5-19-15,2 3 1 0,9-2-17 0,-1-1 8 16,4-1 4-16,2-1-6 0,-3-1 9 0,4 0-6 16,-5-1-1-16,-2-3 2 0,-2 0-11 0,-7 3-6 15,-1-6 7-15,-8 1-2 0,-1 1 11 0,-10-2-3 16,-4 1 5-16,0-3 7 0,0 3-4 0,0-2 10 16,-14 0-13-16,1 3-5 0,-10-1 5 0,2 1-4 15,-5-4 4-15,-3 4 15 0,-1-2 19 0,1-3 22 16,2 0 31-16,4-2 7 0,-2-4 12 15,10 0 14-15,2 0-6 0,0 0-26 0,6-20-48 0,4 3-41 16,3-5-24-16,0-2 13 0,10-6 5 16,6-5 6-16,3-6-1 0,6 0-2 0,4-4 0 15,4-2-1-15,2 2 0 0,1 2-5 0,2 3 2 16,-1 4-4-16,-4 2 8 0,-1 3-8 0,-3 8 11 16,-5 3-4-16,-1 3-25 0,-6 4-41 0,-4 0-55 15,1 5-46-15,-5 3-93 0,0-1-128 0,-6 3-136 16,5-2-283-16,-5 0-66 0,3 4 175 0</inkml:trace>
  <inkml:trace contextRef="#ctx0" brushRef="#br0" timeOffset="2322.08">4787-583 3714 0,'6'-9'30'0,"2"1"41"16,-2-2 48-16,-3 2 51 0,3 2 47 0,-6 2 37 15,0-1 18-15,0 2-22 0,0 2-78 0,0 1-89 16,0 0-74-16,-13 0-29 0,13 0-22 0,-10 0 18 16,10 10 0-16,-9-1 10 0,-1 5 23 0,-1 2-5 15,-4-1-9-15,-2 9 1 0,-2 0-15 0,-1 3 6 16,-3 3-2-16,2-2-4 0,-1 2 19 16,3-2-25-16,2 0 15 0,6-4 0 0,-2 0-15 0,7-3 14 15,-2 1 0-15,2-5-5 0,6-2 16 0,0 1 11 16,0-4 31-16,0 2-10 0,14-3-5 15,1 0 14-15,3-1-35 0,5-4 41 0,0 0-21 16,2-1-118-16,6-5-65 0,-2 0-104 0,7 0-34 16,-3 0 53-16,1-13-8 0,2 0-47 0,1 0-72 15,-4-4-88-15,2-1-22 0,-5-1-25 0,-1-2-68 16,-7-3 69-16,-3-2 78 0,-4 2 197 0,-7-2 486 16,-2 4 212-16,-6 0 114 0,0 4 24 0,0-2-220 15,-17 5-66-15,1 4-13 0,-1 2-28 0,2 0-39 16,1 5-70-16,1 0-78 0,3 4-59 15,0 0-28-15,7 0-20 0,3 0 3 0,-9 0 14 16,9 19 22-16,0-1 0 0,0 3-2 0,0 5-2 16,0 5-29-16,0 5 11 0,0 3-1 0,0 7-8 15,0 2 13-15,0 5-12 0,0 1 12 0,0 3-29 16,9 1-62-16,-9 3-104 0,0-2-158 0,0-1-120 16,0 0-192-16,0-2-158 0,-17-5 146 0</inkml:trace>
  <inkml:trace contextRef="#ctx0" brushRef="#br0" timeOffset="67470.98">-610 1066 1759 0,'0'0'15'16,"0"0"15"-16,0 0 4 0,0 0-4 0,0 0-13 16,0 0-8-16,0 0 4 0,-7 0 6 0,7 0 7 15,-6 0-4-15,0 0-3 0,3 0 5 0,3 0-2 16,-5 0-12-16,3 0-2 0,-1 0-5 0,2 0-7 16,1 0 8-16,-2 0-5 0,2 0 1 0,0 0 4 15,0 0-8-15,0 0 8 0,0 0-4 0,0 0-6 16,0 0 10-16,0 0-11 0,0 0 4 0,0 0 1 15,0 0 5-15,0 0 1 0,0 0-5 0,0 0 0 16,0 0-1-16,0 0-2 0,0 0 7 16,8 0 2-16,-8 0-12 0,8 0 14 0,-4 0-11 0,-1 0 0 15,2 0 9-15,-4 0-4 0,4 0-1 16,-2 0 2-16,1 0-2 0,-1 0-10 0,2 13 17 16,1-13-7-16,-1 0-1 0,-1 6 5 0,1-6-7 15,-1 6 4-15,1-6 1 0,-1 7-5 0,2-3-4 16,-1-1 2-16,1 1-2 0,-1-2 5 0,-1-2 1 15,1 2-5-15,-1 0 9 0,-2-1 6 0,1-1 2 16,-2 0-3-16,-1 0-6 0,0 0-1 0,0 0 0 16,0 3 11-16,0-3 7 0,0 1 2 0,0 0 2 15,0-1 5-15,0 0-5 0,0 1 6 0,0-1 4 16,0 0-7-16,0 0-2 0,0 0-10 0,0 0-2 16,0 0-2-16,0 0-4 0,0 0 1 15,0 0-6-15,-10 0-3 0,10 0-4 0,-9 0 4 16,0 0 1-16,2 0-3 0,1 0 13 0,0 0-9 15,2 0 2-15,-4 0 0 0,2 0-4 0,0 0-1 16,-2 0 4-16,1 0-3 0,-1 0 0 0,1 0-3 16,-2 0 1-16,-1 0 8 0,1 0 0 0,-1 0 3 15,-2 0-11-15,2 0 0 0,1 0 0 0,-3 0 2 16,1 4 2-16,2-4 1 0,0 6 0 0,2-3-2 16,-2-3 5-16,1 3 0 0,2-3-4 0,1 0-1 15,1 0-4-15,-1 0 5 0,1 0 4 0,2 0-2 16,-1 0 0-16,0 0-5 0,3 0 3 15,-3 0 2-15,2 0 3 0,-1 0-4 0,-1 0-1 16,1 0 1-16,2 0-3 0,-3 0-1 0,3 0-10 16,0 0-4-16,0 0-5 0,0 0 5 0,0 0 6 15,0 0 4-15,19 0 4 0,-1 0-18 0,3 0-22 16,5-8-23-16,4 8-23 0,4-14-5 0,4 5 4 16,1 0 3-16,1 1 1 0,-1-1 6 15,2 1-10-15,-4 1-23 0,-2 0-44 0,-2 4-126 0,-4-2-57 16,-5 3 42-16</inkml:trace>
  <inkml:trace contextRef="#ctx0" brushRef="#br0" timeOffset="3266.42">-343 1308 2667 0,'0'-17'16'0,"-15"2"19"0,2 5 34 15,-1 1 27-15,3 1 4 0,-1 1-18 0,2 3-32 16,-4 2-29-16,2 2-22 0,-3 0 17 0,-1 14 1 16,-2 5 12-16,-2 3 4 0,-2 2-7 15,0 10 21-15,0 6-12 0,0 4 11 0,3 2-10 16,-1 2-27-16,6 2 5 0,2-2-8 0,6 1-1 15,0-3-1-15,6-2 1 0,0-2-2 0,0-5-4 16,0-5 8-16,17 1-2 0,-4-8-5 0,2-3 6 16,2-4 0-16,0-4 12 0,1-5 8 0,3-4 17 15,2-5 9-15,0 0 8 0,3 0 20 0,3-19-5 16,2-3 1-16,3-2-7 0,-1-4-15 0,-1-5-12 16,1 1-2-16,1-4-8 0,-4-4-5 0,-1 1-11 15,-5-1-4-15,-5-2-4 0,-4 3 2 16,-2 0-9-16,-5 2-18 0,-8 1-39 0,0 1-31 15,0 5-21-15,-17 2-53 0,4 3-57 0,-4 3-96 16,0 4-81-16,-4 1-52 0,0 5-220 0,0 4 3 0,-2 2 118 16</inkml:trace>
  <inkml:trace contextRef="#ctx0" brushRef="#br0" timeOffset="3543.04">-384 1270 3074 0,'10'-7'53'0,"-10"7"56"15,0-10 47-15,0 10 28 0,0-7-29 0,0 2-43 16,0 5-46-16,0 0-27 0,0 0-35 0,0 0-22 16,0 0 25-16,0 0 19 0,0 17 10 0,0-1 27 15,13 6-12-15,-2 5-4 0,-1 2 3 16,0 9-15-16,2 3-23 16,-2 7-10-16,1 0 12 0,-3 6-6 0,-2 2 1 0,-2-3 2 0,2 0-17 15,-6-1 2-15,3-2 7 0,-3-3-12 0,0-2 4 16,0-5-7-16,0-4-22 0,0-3 0 0,0-7-16 15,0 0-11-15,0-6 3 0,0-6-18 0,0 0-21 16,0-5-37-16,0-3-50 0,0 0-78 0,0-6-75 16,0 0-90-16,-10 0-269 0,10 0-2 0,-12 0 114 15</inkml:trace>
  <inkml:trace contextRef="#ctx0" brushRef="#br0" timeOffset="3918.2">420 1144 2658 0,'0'-8'20'15,"0"3"23"-15,0 1 11 0,0 4 9 0,-10 0-3 16,-2 0 7-16,-1 0 0 0,-3 13 5 0,0 4-1 16,-2 4-8-16,-2 6-12 0,-3 4-11 0,2 3-11 15,0 2-18-15,1 4 3 16,3 2 1-16,2 3-5 0,3 1-3 0,6 0-5 0,1 1-1 0,5-1 11 15,0 1-13-15,0-4-29 0,12-3-31 0,0 1-46 16,4-9-34-16,0 2-11 0,-1-7-17 0,4-1 6 16,-1-7 14-16,3-4 3 0,0-4-35 0,4-4-85 15,-1-7-227-15,0 0-32 0,4 0 80 0</inkml:trace>
  <inkml:trace contextRef="#ctx0" brushRef="#br0" timeOffset="4470.05">726 1365 2848 0,'-6'-7'30'0,"2"1"33"0,-2 2 26 0,3 2 15 0,-1-1-14 16,3-1-48-16,-1 2-35 0,2 2-4 0,0-3-15 15,0 1 13-15,16 2 11 0,-3-3-15 16,2 2-3-16,5-1 8 0,4 0-5 0,2 2 3 16,2 0-5-16,0 0-7 0,1 0 7 0,-1 0-9 15,-3 15 7-15,-3-3 1 0,-3 3-3 0,-2-2 11 16,-5 2 2-16,-4 2-1 0,-1-1 1 16,-7 5 5-16,0-1 1 0,0 2-2 0,0 4 3 0,-16-1-5 15,-4 1 2-15,0 1-3 0,-4-3 0 0,-2 1 1 16,-3-1-12-16,1-3 15 0,-1-1-5 0,1-3-3 15,3-1-3-15,2-5-15 0,1-2 7 16,4-3-7-16,0-1 2 0,4-5-9 0,2 0-17 16,2 0-9-16,4-14 4 0,6 1 8 0,0-4 16 15,0-1 16-15,0-7 4 0,18-1 9 0,2-5 7 16,2-2 23-16,3-1 32 0,2 0 26 0,3 2 14 16,1-3 6-16,-1 5-18 0,-1-1-15 0,-2 4-3 15,-1 3-10-15,-3 0-3 0,-7 4 8 0,0 2-11 16,-6 6-3-16,-2 2 1 0,-4 3-17 0,-1 0-9 15,-1 7-7-15,-2 0-29 0,0 0-2 0,0 0-3 16,0 0-11-16,0 0 11 0,0 14-4 0,0-4 6 16,-9 0 2-16,9 2 6 0,0 0 0 15,0 4-28-15,0-1-11 0,0 2-22 0,0 0-25 16,0 0-12-16,0-1-39 0,0 3-42 0,0-3-53 16,0-4-47-16,0 2-18 0,0-3-14 0,0-3 25 15,0-4 25-15,0 1 4 0,0-5-159 0,0 0-39 16,9 0 57-16</inkml:trace>
  <inkml:trace contextRef="#ctx0" brushRef="#br0" timeOffset="4621.85">1209 1263 2149 0,'27'-26'25'16,"-1"7"28"-16,0 0 34 0,0 5 33 0,-3 6 17 15,-2-1 5-15,-1 7 5 0,-2 2-15 0,0 0-9 16,-1 0-11-16,1 18-16 0,-1 2-4 0,-2 2-37 16,0 4-15-16,0 3-20 0,0 2-13 15,-1 3 9-15,0 3-12 0,-2 3-1 0,-2-1 20 16,1 2-16-16,-3 2-23 0,-4 1-86 0,-4 0-146 15,0 0-137-15,0-5-241 0,-18-1-161 0,0-3 122 16</inkml:trace>
  <inkml:trace contextRef="#ctx0" brushRef="#br0" timeOffset="5057.63">1944 1416 3942 0,'-12'0'5'0,"12"0"39"0,-11-2 16 0,-1 1 23 15,12 1 5-15,-9 0-47 0,1 0-17 0,8 0-26 16,0 0-13-16,0 0 12 0,0 0-2 0,0 0 7 16,0 0-3-16,14 0-2 0,1 0-2 0,5 0 2 15,4 0-21-15,6 0-16 0,4 0-16 0,5 0-18 16,1 0 0-16,-1 0 9 0,2 0 7 0,-3 0 6 15,-3-14 22-15,-4 4 15 0,-6 10 12 0,-2-13 8 16,-5-1 6-16,-4 3-5 0,-8-1 0 0,-6-1 2 16,0 0 11-16,0 0 9 0,-11-1 40 0,-2 1 23 15,-1-1 6-15,-3 4 8 0,4-1-20 16,-1 2 9-16,0 1 5 0,1 1 29 0,4 3-5 16,0 2-31-16,2-1-41 0,3 2-56 0,4-1-27 15,-6 2-6-15,6 0 9 0,0 0 5 0,0 0 5 16,0 0 4-16,0 16 5 0,15-5 4 0,0 2 12 15,0 4 0-15,2 0 3 0,3 3-8 0,-4-1 1 16,3 5 2-16,0-5-8 0,-2 1 10 0,-3-1-13 16,-4 0 3-16,-2-1-8 0,-8 1-38 0,0 1-47 15,0 2-69-15,-18 1-72 0,-5 2-111 0,-4-1-132 16,-7 1-170-16,-2-3-279 0,-5 1 148 0</inkml:trace>
  <inkml:trace contextRef="#ctx0" brushRef="#br0" timeOffset="6948.92">-16 2115 2752 0,'-14'5'24'0,"-3"-2"30"16,-1 2 39-16,-1-2 40 0,-1 1 12 0,2 0 12 16,-1-2-14-16,3 0-30 0,2 1-26 0,3-1-48 15,5-1-24-15,0-1-2 0,2 2-20 0,2-1 1 16,2 1-5-16,0-2-2 0,0 0 11 0,0 1 0 16,14 0 13-16,1 1 16 0,5-2-22 0,7 2 8 15,6-1-7-15,8-1-26 0,7 0 30 0,9 0-15 16,4 0 5-16,9-18 1 0,4 4-9 15,5-2 7-15,3 1 2 0,5-5 4 0,1 5-3 0,0-2 0 16,0 0-14-16,-2 2 7 0,-2 0-5 16,-5 3 3-16,-8 2-10 0,-10 1-26 0,-10 2-4 15,-10 3 2-15,-9 2 18 0,-10 2 19 0,-22 0 12 16,0 0-10-16,0 0 1 0,-28 13-4 0,-7 3 5 16,-10 1 9-16,-10 0-5 0,-7 2 4 15,-6 2-2-15,-7-1-1 0,-1 2 18 0,0-2 19 0,-1 0 21 16,3-2 12-16,4 2 10 0,4-4-7 0,7-2-14 15,9-1-10-15,9-3-27 0,8 0-18 0,7-4-15 16,11-4-9-16,6 0 5 0,9 1 10 0,0-3 9 16,15 0 7-16,6 0-2 0,6 0-3 15,7-16-7-15,8 3 0 0,11-1-9 0,8-2-27 16,9-1-60-16,7 0-100 0,8-3-121 0,7 0-130 0,5-1-249 16,7-1-112-16,3 1 131 0</inkml:trace>
  <inkml:trace contextRef="#ctx0" brushRef="#br0" timeOffset="14430.99">808 1659 2065 0,'0'2'32'0,"0"-2"27"16,0 4 36-16,0-2 35 0,0 1 6 0,0-1 23 15,0-2 8-15,0 2-2 0,0 2 4 0,0-4-25 16,0 2-24-16,0 1-15 0,0-3-20 0,0 2-13 16,0 0-10-16,-6-1-3 0,6 1-18 0,0-2 0 15,-7 1-7-15,7-1-10 0,0 0 7 0,0 0-7 16,0 0-5-16,0 0 10 0,0 0-20 0,0 0 11 15,0 0 9-15,0 0-14 0,0 0 14 0,0 0-4 16,0 0-15-16,0 0 10 0,0 0-11 16,0 0-5-16,0 0 23 0,0 0-22 0,0 0 4 15,0 0-4-15,0 0-10 0,0 0 27 0,0 0 12 16,0 0 17-16,0 0 9 0,0 0-15 0,0 0 2 16,0 0-4-16,0 0 0 0,0 0 7 0,0 0-16 15,0 0-8-15,0 0-16 0,0 0 4 0,0 0-4 16,0 0-9-16,0 0 2 0,0 0-11 0,0 0 3 15,0 0 9-15,0 0 0 0,0 0 0 0,0 0-4 16,0 0-4-16,0 0-27 0,0 0-60 0,0 0-55 16,0 0-63-16,0 0-104 0,0 0-55 0,0 0-6 15,0 0-22-15,13 0 38 0,4 0-45 16,1 0-265-16,5 0 85 0,3 0 89 0</inkml:trace>
  <inkml:trace contextRef="#ctx0" brushRef="#br0" timeOffset="11049.66">6876 904 2241 0,'3'-8'44'0,"1"8"44"16,-4-5 46-16,0 4 55 0,3 1 6 0,-3-3 7 16,0 0-1-16,0-1-27 0,0 3-21 0,0 1-43 15,0 0-40-15,0 0-35 0,0 0-35 0,-10 0-9 16,10 0-11-16,0 0 3 0,-7 8 8 0,7 1 5 15,-6 3 7-15,-2-1 2 0,5 2 1 0,-3 4-12 16,3 3 2-16,0 0 8 0,3 1-7 0,0 6 10 16,0-4 1-16,0 3-12 0,0 0 7 15,0-2 9-15,12 0-7 0,2-3 1 0,-4-1 2 0,3-2-10 16,0-1 11-16,2-4-2 0,2-3 3 16,3-3 3-16,0-3 1 0,1-4 2 0,2 0-4 15,-1 0 10-15,4 0 1 0,-1-15 17 0,-3 1 8 16,1 0-1-16,-3-2 10 0,0 1 1 0,-7-3-10 15,1 0-4-15,-5-3-13 0,0-2-16 0,-4-3-13 16,-5 0-12-16,0-1-23 0,0-4-26 0,-20 1-10 16,3-1-28-16,-3 5-39 0,4-2-51 0,-7 5-71 15,2-2-107-15,-2 8-78 0,0 0-168 0,0 4-141 16,4 2 140-16</inkml:trace>
  <inkml:trace contextRef="#ctx0" brushRef="#br0" timeOffset="8197.67">4535 1274 2916 0,'0'-11'28'0,"0"0"48"0,0 2 57 0,0 4 53 16,0 3-1-16,-12-3-26 0,2 3-47 0,10 0-24 15,-9 2-36-15,-2 0-18 0,2 0-13 0,-5 0-33 16,3 0 7-16,-1 0 4 0,-1 11-2 0,-4 0 7 15,0 1-2-15,-1 1-4 0,0 4 2 0,-2 3 4 16,2-2 4-16,-2 2-4 0,3 3-4 16,4-1 4-16,-1 4-11 0,5-3 4 0,1 1 3 0,5 1-8 15,3 2 5-15,0-2 1 0,0 3 4 0,0-4-3 16,11-2 15-16,1-1-9 0,2-1 9 0,3-7-6 16,-1-2-4-16,4-1 15 0,3-4-22 0,3-3 9 15,1-3 13-15,2 0-6 0,4 0 28 0,-3-19 11 16,2 2 3-16,2-3 27 0,-4 2 17 15,-4-1 9-15,0-2-2 0,-7-3-23 0,-2 4-19 16,-3-1-18-16,-7-3-37 0,0 0-7 0,-7-2-23 16,0 0-54-16,0 2-19 0,-14-2-33 0,0 2-15 15,-3 3 22-15,2 0 11 0,-1 5-13 0,-4-1-42 16,0 4-77-16,3 2-75 0,-2 2-68 0,-1 4-51 16,3 0-135-16,1 5-107 0,2 0 112 0</inkml:trace>
  <inkml:trace contextRef="#ctx0" brushRef="#br0" timeOffset="9505.9">5246 1154 2184 0,'0'-9'25'0,"0"0"43"0,0 2 37 0,0-2 44 15,0 1 16-15,0-1-4 0,-11 2 7 0,11 1 5 16,-9 0-16-16,9 1-18 0,-7-1-28 0,1 2-47 16,-4-1-28-16,6 4-22 0,-5 0-14 0,0 1-12 15,-2 0-9-15,0 0 6 0,-1 0-7 0,-1 0 14 16,-1 13 11-16,-3 1-10 0,2-4 9 0,4 2-7 15,-1 0-5-15,5 1 12 0,4 0-8 0,3 2 9 16,0-2 6-16,0 0 1 0,16 2 5 16,1 1-20-16,1 0 11 0,3 2-4 0,2 0-11 15,0 0 24-15,0-1-20 0,1 3 2 0,2-5 7 16,-6 3-7-16,-1-3 1 0,-2-1-2 0,0 2 1 16,-4-1-6-16,0 2-1 0,-6-1 12 0,-1 0-6 15,0 1 8-15,-3 2 7 0,-3-2-12 0,0 0 11 16,0-2-10-16,0 2 2 0,-16-5 1 0,4 0-5 15,-5-1 14-15,3 0 1 0,0-4 1 0,-2-1-1 16,4-3-1-16,-2 0 25 0,0-3 10 0,5 0-2 16,0 0 4-16,2-17-28 0,0 4-3 15,1-3-5-15,5-3-9 0,1-7 10 0,0 0-22 0,0-4 17 16,10-2-12-16,4-3-6 0,1-4 15 0,2 3-7 16,4 0 11-16,2 0-7 0,0 2-3 15,3 2 0-15,1 3-11 0,-1 2 9 0,0 2-11 16,-2 2-15-16,-1 6-22 0,2-1-59 0,-5 5-81 15,0 1-94-15,-3 0-94 0,-1 4-105 0,1-1-276 16,-3 1 77-16,1 1 125 0</inkml:trace>
  <inkml:trace contextRef="#ctx0" brushRef="#br0" timeOffset="10037.98">6542 803 3662 0,'0'-6'33'16,"0"1"33"-16,0 2 34 0,0-1 22 0,0-2-25 15,-13 6-27-15,4-4-40 0,1 4-17 0,-1-3-17 16,-2 3 3-16,2 0 0 0,-1 0-1 0,-3 0 0 16,-3 0-18-16,-4 0 10 0,-3 13-3 0,-1-1 4 15,-8 0 3-15,2-1 2 0,-4 1 5 0,2-1-5 16,-1 0 11-16,0-2-6 0,4 0-8 0,-2-1 5 15,4 2 1-15,1-2-3 0,0-1 6 16,7 1-2-16,-1-2-2 0,0-1 1 0,7 3-9 0,-1-3 8 16,5-1-1-16,1-1-3 0,2-2 6 15,3 6-4-15,0-4-3 0,3 1 1 0,0 2 1 16,0 1-3-16,0 1 6 0,9 1 6 0,-9 0 1 16,14 2-2-16,0 0 3 0,1 0-3 0,1 3 2 15,7-2-2-15,1 0-4 0,2 3-5 0,2-4-2 16,4 2 11-16,1 1-4 0,0 0 23 0,-4-3-21 15,-2 2-9-15,2 0 2 0,-6-1-20 0,-2 2 27 16,-5 1 3-16,-3-2 7 0,-2 1-6 0,-5 0 2 16,0 1 27-16,-6-1 8 0,0 3 13 15,0-3 11-15,-14 3-29 0,2 0-3 0,-2 1-4 16,-2-2-24-16,-4-2 2 0,0 2-9 0,1-4 8 16,-7 4-1-16,1-3 5 0,0 0-6 0,-1-1 1 15,3-1 21-15,3-2-18 0,4-2 9 0,-1-5-6 16,6 2-13-16,2-4 3 0,6 0 8 0,0 0-18 15,3 0-8-15,0-13-8 0,0 13-54 0,0-13-4 16,0 0-22-16,12 0-21 0,-1 4 6 0,1-1-65 16,-1-1-87-16,-2-2-94 0,4 2-94 0,1 2-180 15,-2 1-98-15,-1-1 131 0</inkml:trace>
  <inkml:trace contextRef="#ctx0" brushRef="#br0" timeOffset="7779.46">3678 1348 2690 0,'-16'0'34'0,"6"0"40"0,-5 0 56 0,1 0 48 0,3 0 11 15,1 0 2-15,1 0-31 0,3-11-38 0,-1 11-31 16,4 0-32-16,2-9-28 0,1 9-7 0,0-5-23 15,0 5-7-15,0 0-1 0,0-8 0 0,11 8 10 16,-1-3-9-16,2 2 2 0,5-3 3 0,3 1-10 16,3 3 7-16,-1-2 5 0,9 2-11 0,-3 0 8 15,3 0-8-15,-5 0 1 0,-1 0-4 0,-3 0 0 16,-4 13 15-16,-1 0-15 0,-7-1 12 0,-2 3 4 16,-2-1 5-16,-6 6 8 0,0 4-1 0,-17 4-4 15,1-1-14-15,-7 4 6 0,-5 1 2 0,0 1-9 16,-6-1 1-16,1-3 2 0,4-1-7 15,-3-7 2-15,8-2-4 0,4-5-16 0,3-4-15 16,7-2 1-16,4-5 4 0,6 1 10 0,0-3 23 16,0-1 9-16,16 0-3 0,1 0 6 0,3 0-4 15,4 0 3-15,3 0 10 0,1 0-7 0,2 0 11 16,0 0-10-16,-1 0 0 0,-3 0 2 0,-3 0-16 16,-2 0 13-16,-4 0-6 0,0 10-6 0,-5-10 4 15,-5 10-5-15,1-2 1 0,-4 0 4 0,-4 1 6 16,0-3-2-16,0 0 0 0,0 4 5 15,0 0 1-15,-13 1-8 0,1 2-22 0,1 0-48 16,-6 2-69-16,-1 0-87 0,0-1-79 0,-5 0-65 16,3 0-74-16,-2-6-263 0,2 1 47 0,3-5 109 15</inkml:trace>
  <inkml:trace contextRef="#ctx0" brushRef="#br0" timeOffset="103468.09">8694 1020 1485 0,'0'0'24'0,"0"0"18"0,0 0 6 16,0 0 1-16,0 0-14 0,0 0-12 0,0 0 6 15,-11 0 11-15,11 0 2 0,-12 0 7 0,12 6 2 16,-14-6 13-16,14 7 3 0,-9-3 9 0,-1-4 2 16,10 5-7-16,-6-3 12 0,6-2-10 15,0 0 7-15,-6 0-6 0,6 0-9 0,-5 1-6 0,5-1-12 16,0 0-5-16,0 1-9 0,0 1 0 0,0 1-10 16,0-3 2-16,0 4 2 0,0-4-10 15,0 0 2-15,0 0-5 0,0 0 2 0,0 0 11 16,0 0 5-16,0 0 5 0,0 0-2 0,0 0-1 15,0 0 1-15,0 0-7 0,0 0-3 0,0 0 3 16,0 0-8-16,0 0-3 0,0 0-2 0,0 0-2 16,0 0 3-16,0 0 13 0,0 0 15 0,0 0 7 15,0 0 12-15,0 0-20 0,0 0-16 0,0 0-10 16,0 0-12-16,12 0 9 0,3-11-12 0,5 11-2 16,6-15-7-16,3 2-1 0,7 0 8 0,5-2-8 15,5-1 14-15,2-1 4 0,5-2-6 0,1-1 5 16,2 1-11-16,2 0-7 0,-2-3 3 15,-2 3-2-15,0-1 5 0,-6 3 4 0,-2 2 1 16,-7 1 3-16,-5 2-2 0,-7 2 2 0,-6 0-2 16,-4 5-2-16,-5 2 11 0,-3-1-15 0,-4 1 3 15,-4 2-1-15,2-1-14 0,-3 2-1 0,0 0-11 16,0 0-23-16,0 0-30 0,0 0-34 0,0 0-46 16,0 0-37-16,0 0-50 0,0 0-29 0,0 0-17 15,0 0-81-15,0 10-202 0,-7-3 67 0,-2-2 76 16</inkml:trace>
  <inkml:trace contextRef="#ctx0" brushRef="#br0" timeOffset="11373.67">7997 671 3964 0,'3'-2'23'16,"-3"0"30"-16,0-1 28 0,0 1 16 0,0 2-14 15,0 0-23-15,-12 0-36 0,12 0-11 0,-11 0-20 16,2 0 1-16,-2 17 7 0,1-3-3 15,-5 3 10-15,-2 2-5 0,-3 5 0 0,-3 2-3 0,1 6-1 16,-3 0-9-16,0 4 2 0,2-2 7 16,0-2 1-16,3 3 2 0,4-5-2 0,2-2-9 15,0-2 1-15,8 0 9 0,6-5 6 0,0-5 11 16,0 1 22-16,0-4 9 0,20 1 10 0,-3-4 6 16,2 1-14-16,4-4-10 0,6-1-16 0,-2 0-11 15,10-3-11-15,-1-3-18 0,2 0-26 0,6 0-61 16,3-13-58-16,-1 2-63 0,1-2-124 0,-2 0-114 15,1-4-101-15,-7 1-267 0,1-1 33 0,-7-1 174 16</inkml:trace>
  <inkml:trace contextRef="#ctx0" brushRef="#br0" timeOffset="11527.71">8349 905 2866 0,'0'0'-10'16,"-9"0"27"-16,0 0 57 0,9 17 57 0,0-2 67 15,0 3 2-15,0 3-50 0,0 3-21 0,0 6-47 16,0 4-22-16,0 4 0 0,0 5-33 0,0 2-4 15,0 3-7-15,0 5-6 0,12-1 1 0,-4 4-9 16,-1 3-5-16,1-1-66 0,-4 4-107 0,4-1-177 16,-8 0-211-16,0 0-378 0,0-2 104 0</inkml:trace>
  <inkml:trace contextRef="#ctx0" brushRef="#br0" timeOffset="13044.67">-122 3177 2626 0,'-5'-17'44'0,"0"1"53"0,-4 2 67 0,2 0 64 0,1 3 8 15,-2 2-17-15,1 0-43 0,-3 0-43 0,3 2-44 16,1 3-41-16,1-1-27 0,1 5-24 0,2 0-8 16,1 0-11-16,1 0 4 0,0 0 11 0,0 17-3 15,0 0 17-15,15 3 1 0,0 5-3 0,2 3 2 16,2 4-2-16,4 4-2 0,1 1-5 0,2 4-7 16,-1-2 7-16,-1-3-2 0,0 1 3 0,-3-4 5 15,-1-2-2-15,-3-2-5 0,0-4 10 0,-2-4-2 16,-2-3 0-16,-4-4 14 0,1-5 18 0,-4 0 33 15,1-4 72-15,-1-2 92 0,-1-3 97 16,-2 0 43-16,3 0-53 0,-1-15-65 0,2-2-120 16,2-4-62-16,0-3-16 0,2-6-14 0,0-3 12 15,1-2-10-15,1-4-8 0,1 1-22 0,-3 1-22 16,1 0 7-16,-2 6 3 0,-2 1 3 0,1 8 1 16,-4 3-10-16,1 6-6 0,-3 4-8 0,0 3-7 15,-2 2-11-15,-1 4-10 0,2 0 2 0,-1 0 4 16,2 0 10-16,1 13 16 0,2-2 6 0,0 2 6 15,4 4-1-15,2 2 2 0,2 5 1 0,1-1-7 16,2 4-4-16,0 4-1 0,-2-3-8 0,0 0 13 16,-1-1-6-16,-1-1 4 0,-2-3 11 0,0-2-5 15,-2-5 13-15,-2-2 4 0,1-3 10 0,-4-5 15 16,1-3 57-16,-2-3 47 0,0 0 35 16,-1 0 20-16,1 0-38 0,0-14-44 0,1 0-47 15,1-4-29-15,2-3-15 0,-1-3-10 0,2-5-2 16,1-1 0-16,0-4-3 0,-3-2-9 0,3 0-3 15,-2 1-2-15,-3-1-6 0,-1 3-25 0,0 2-41 16,-1 4-76-16,-1 3-108 0,-1 2-178 0,2 6-192 16,-1 2-30-16,1 4-41 0,1 3 37 0,0 3 94 15,4-1-79-15,3 5-192 0,3 0 172 0</inkml:trace>
  <inkml:trace contextRef="#ctx0" brushRef="#br0" timeOffset="13634.3">1526 3435 3649 0,'-9'0'25'0,"-1"0"35"0,-3 0 31 15,1 0 40-15,0 0 9 0,0 0 22 0,1 0 12 16,-1 0-6-16,5 0-13 0,-1 0-50 0,4 0-44 16,-1 0-39-16,3 0-22 0,2 0-9 0,0 0-17 15,0 0 3-15,0 8 5 0,0-8 5 0,0 0 13 16,14 0 17-16,1 4-3 0,3-4-1 0,7 0 4 15,5 0-16-15,7 0-5 0,2 0 4 0,10 0-8 16,1 0 8-16,3-15-16 16,2 4-2-16,-1-2 1 0,2 2-20 0,-3-2 7 0,-1 1-16 15,-5 1 0-15,-1-1 9 0,-8 1 22 0,-3 1 20 16,-8 1 15-16,-7 1 5 0,-2 1-11 0,-9-1-2 16,-9 0-12-16,0-2-8 0,0-1 0 0,0-4 13 15,-21 0 21-15,1 0 41 0,-4-2 39 0,-2 0 40 16,-3 1 46-16,0 1-6 0,-1 1-20 0,3 2-23 15,-2 2-25-15,3 3-4 0,3 0-9 0,3 3-43 16,4 0-48-16,2 3-33 0,3 1-25 0,5 0 8 16,6 0 10-16,0 0 13 0,0 9 17 0,11 4 3 15,3-2 3-15,4 5-1 0,5 1-4 0,2 2 4 16,6 3-15-16,1-2 1 0,3 3-2 0,-1-1 1 16,0-1 4-16,-4-1 2 0,1 4-1 0,-6-5-4 15,-2-1-1-15,-5 0 1 0,-5-2 9 0,-7-1-9 16,-6 2-44-16,0-1-126 0,0 2-174 15,-19 1-93-15,-9 2-30 0,-6 4-17 0,-7-1-39 16,-6 3-123-16,-1-4-329 0,-9 2 140 0</inkml:trace>
  <inkml:trace contextRef="#ctx0" brushRef="#br0" timeOffset="15964.18">4633 3031 3314 0,'0'-11'27'0,"0"4"38"0,0 1 24 15,-17 1 30-15,5 3-7 0,1-2-30 0,0 3-15 0,5-1-26 16,6 2-33-16,-13 0-4 0,4 0-9 0,1 0-6 16,-1 13 13-16,-2 0-3 0,5-1-1 15,-1 3 6-15,1 4-11 0,0 0 4 16,-1 4-2-16,7 3 0 0,0-1 9 0,0 0-6 0,0-1 2 16,14 2-1-16,1-2 5 0,-1-1 0 0,1-5 2 15,0-2-1-15,0-2-3 0,-1-2 4 0,0-5 0 16,-1 0 22-16,3-5 22 0,-6-2 23 0,4 0 15 15,1 0-3-15,-1 0-22 0,3-17-5 0,-1-2 6 16,7 1-5-16,0-3 29 0,-4 0-20 0,4-6-23 16,-3 1-7-16,-3-5-50 0,2 0 17 15,-8-1-3-15,-2-4-20 0,-1 2-13 0,-5 0-31 0,0 3-25 16,-3 1-34-16,0 4-5 0,0 5-31 16,0 4-44-16,-12 4-111 0,12 3-132 0,-14 2-157 15,14 3-289-15,-8 1 152 0,8 3 167 0</inkml:trace>
  <inkml:trace contextRef="#ctx0" brushRef="#br0" timeOffset="16465.64">5754 2729 3796 0,'0'-14'26'0,"0"1"29"0,0 2 22 0,-11 0 44 16,0 4 6-16,-1-1-6 0,-1 4-16 0,3-1-39 16,0 3-37-16,-1 0-28 0,-1 2-13 0,-2 0 7 15,-2 0-2-15,-1 0-4 0,-3 13 10 0,-3 0-17 16,4 1 11-16,-7 3 2 0,6 1-4 0,0 6 3 16,4-3-2-16,2 3 4 0,5 0-7 0,4-1-5 15,5 0 2-15,0 1 7 0,0 0 13 0,11-1 9 16,3 1-12-16,1-1-3 0,2 1-4 15,2 0-7-15,1 0 14 0,4-1-7 0,2-1 2 0,0 0-1 16,-2-3-5-16,-1 0 10 0,0-1-13 16,-3-2 6-16,-4-4 1 0,-2 2-10 0,-2-3 6 15,-4-2 1-15,-2-1 1 0,-3-2 2 0,-3 2 2 16,0-2 5-16,0 2 1 0,0-4-6 0,-17 4 9 16,-3-1-2-16,1 3-8 0,-4-1 4 0,-3 0 0 15,-1 0-2-15,1-3 9 0,0-3 8 0,5 0 9 16,1-3 22-16,2 0-3 0,7 0 6 0,1-12-24 15,3-2-21-15,7-3-4 0,0-4-10 0,0-5 1 16,14-5 4-16,0-1 1 0,4-6-3 0,6-2 5 16,-1 2-8-16,6-1 18 0,-2 2-10 15,5 3 8-15,-1 0-2 0,-1 4-21 0,-1 4 21 16,-2 4-23-16,-4 2 2 0,0 5-14 0,-7 4-45 16,-2 2-22-16,-5 2-61 0,2 4-102 0,-5 2-122 15,0-2-133-15,-6 3-203 0,0 0-117 0,0 0 158 16</inkml:trace>
  <inkml:trace contextRef="#ctx0" brushRef="#br0" timeOffset="17008.93">6624 2622 3474 0,'20'-9'38'16,"-7"-1"43"-16,-2 3 47 0,-5 4 51 0,0-1 3 15,-6 0-3-15,0 4-12 0,0-3-45 0,0 3-40 16,0 0-43-16,0 0-36 0,-12 0-14 0,1 0-2 16,-2 0 9-16,0 0-17 0,-3 0 15 0,-4 11-3 15,-1-11-2-15,-5 11 24 0,-3-1-11 0,2-2 9 16,-2 1-3-16,-1-4-4 0,1 1-18 0,1-1 11 16,-4 0-2-16,8-5-6 0,-2 2 26 15,4 0-19-15,-1 1 2 0,5-1-1 0,-1-1-4 0,6 1-1 16,2-1 1-16,2 1 2 0,3 0 3 15,-2-2-7-15,2 4-4 0,6-4-4 0,-3 6 10 0,0-1 0 16,-1 2 12-16,0 1-1 0,4 2-23 16,0 4 14-16,0 1-7 0,0 1-3 0,0 1 13 15,0 0 4-15,0 3-6 0,0-1 10 0,0 0 1 16,14 1-10-16,3-2 9 0,-2-1 0 0,2 2 0 16,2-2-7-16,6 1 0 0,-2-1-3 0,-1-2-2 15,4 4 1-15,-2-2 2 0,5-1 0 0,-4 1 1 16,-3-1 1-16,4 0-1 0,-6-1-6 0,0 3 6 15,-4-5 1-15,-2 2-5 0,-2-2 13 0,-4 0-5 16,-2-2 14-16,-3-2 24 0,-3 3 19 0,0-4 14 16,0 0-5-16,-14 1-26 0,-1 0-15 0,1 0-22 15,-5 1 6-15,-1-2 0 0,0 1-7 0,-3-1 3 16,4-1-4-16,-1-1-7 0,0-1-35 16,3-2-32-16,4-1-38 0,4-1-36 0,1-1-6 15,2 0-48-15,6 0-120 0,0 0-135 0,0-15-104 16,0-1-280-16,0-1 54 0,17 0 178 0</inkml:trace>
  <inkml:trace contextRef="#ctx0" brushRef="#br0" timeOffset="17321.88">7260 2774 3911 0,'0'-12'27'0,"0"5"21"16,-15-1 40-16,4 4 30 0,-2 4 3 15,-2 0-9-15,1 0-23 0,-6 0-26 0,3 11-35 16,-5-1-5-16,2 1-20 0,-3 5-8 0,3-4 0 16,1 5 0-16,2 2 1 0,3 3 1 0,1 2 0 15,3 0 5-15,3 3-7 0,1 0 9 16,3 1-1-16,0 0-10 0,3-2 2 0,0-3-5 0,0-3 7 16,12-2 5-16,-2-3 4 0,4-3 6 15,-2-3 10-15,2-3-3 0,3-3 30 16,2-3 31-16,4 0 3 0,0 0 41 0,0 0 9 0,-2-13 8 0,2-2 7 15,0-1-20-15,-4 2-28 0,1-5-39 16,-3 1-21-16,-4-4-25 0,0-1-3 0,-3-2-12 0,-4-2-23 16,0 0-29-16,-6-1-54 0,0-2-76 15,0 1-62-15,0 3-36 0,0-1-11 0,0 6 34 16,-12 2-14-16,3 5-92 0,-2 2-91 0,4 0-106 16,7 5-249-16,-12 2 66 0,1 1 152 0</inkml:trace>
  <inkml:trace contextRef="#ctx0" brushRef="#br0" timeOffset="92891.66">4393 3572 1854 0,'-11'10'13'16,"5"-10"15"-16,-3 6 9 0,0-2 31 15,1-4 8-15,1 0 25 0,1 4 30 0,-3-1 21 16,1-2 21-16,2-1-4 0,-2 0-2 0,4 0-26 15,-1 0-30-15,2 3-21 0,3-3-52 0,0 0-18 16,0 0-24-16,0 0-15 0,0 0 16 0,11 0-1 16,1 0 15-16,8 0 11 0,1 0 2 15,14 0-4-15,4-11 0 0,15 1-7 0,8 3 4 0,11-4-8 16,9 0-3-16,7 0-9 0,7-2-8 0,4 2 3 16,2 1-4-16,0 1 13 0,-1-1 2 0,-3 3 1 15,-4 2 6-15,-5 1-5 0,-7 2 1 0,-6 1 4 16,-12 0-5-16,-5 1 1 0,-8 0 1 15,-9 0 34-15,-10 0 29 0,-8 0 21 0,-9 0 19 16,-4 0-19-16,-5 0-17 0,-3 0-7 0,-3 0-23 16,0 0-12-16,0 0 0 0,0 0-11 0,0 0 5 15,0 0-5-15,-15 0-5 0,15 0-1 0,0 0 4 16,-14 0 9-16,14 0-16 0,0 0 6 0,-9 0-12 16,9 0-12-16,0 0 5 0,0 0-1 0,0 0 7 15,0 0-4-15,0 8 1 0,0-8-4 0,0 0-5 16,0 0 10-16,0 0 1 0,0 0-11 0,0 0 9 15,0 0-10-15,0 0-1 0,0 0 7 0,0 0-6 16,0 0 1-16,0 0 9 0,0 0-4 16,0 0-3-16,0 0 9 0,0 0-13 0,0 0 14 15,0 0-1-15,0 0-6 0,0 0 8 0,0 0-10 16,0 0 2-16,0 0 4 0,0 0-1 0,0 0 2 16,0 0 5-16,0 0-3 0,0 0-8 0,0 0-3 15,0 0 5-15,0 0-3 0,0 0 14 0,0 0-4 16,0 0-16-16,0 0 12 0,0 0-3 0,0 0 0 15,0 0 10-15,0 0-3 0,0 0-13 0,0 0 5 16,0 0-1-16,0 0-3 0,0 0 0 0,0 0 8 16,0 0-4-16,0 0 3 0,0 0 4 15,0 0-2-15,0 0-6 0,0 0-4 0,0 0 7 0,0 0-1 16,0 0 2-16,0 0 7 0,0 0-11 16,0 0 5-16,0 0 1 0,0 0-3 0,0 0 0 15,0 0 0-15,0 0 3 0,0 0 0 0,0 0 5 16,0 0-8-16,0 0-6 0,0 0 4 0,0 0-3 15,0 0-2-15,0 0 17 0,0 0-3 0,0 0-7 16,0 0 4-16,0 0-13 0,0 0 1 0,0 0 5 16,0 0 3-16,0 0 2 0,0 0-1 0,0 0 5 15,0 0-10-15,0 0 9 0,0 0-6 0,0 0-2 16,0 0 7-16,0 0-11 0,0 0 5 0,0 0 1 16,0 0-3-16,0 0 6 0,0 0-2 0,0 0 0 15,0 0 2-15,0 0-6 0,0-7 9 0,0 7-6 16,0 0 1-16,-10-6 7 0,10 6-14 15,0-4 7-15,-14 0-7 0,14 1 2 0,-9 3 8 16,9-1-4-16,0 1 2 0,0 0-7 0,-8-3 6 16,8 3 0-16,-3 0-4 0,3 0 11 0,-6 0-11 15,6 0 5-15,0 0 5 0,0 0-6 0,0 0-2 16,0 0 4-16,0 0-4 0,0 0 2 0,0 0-4 16,0 0 0-16,0 0 4 0,0 0-1 0,0 0 9 15,0 0-6-15,0 0-1 0,0 0 0 0,0 0-9 16,0 0 9-16,0 0-6 0,0 0-4 15,0 0 8-15,0 0-3 0,0 0 9 0,0 0 0 16,0 0 0-16,0 0-3 0,0 0-6 0,0 0 8 16,0 0 3-16,0 0-4 0,0 0 0 0,0 0 1 15,0 0-1-15,0 0-8 0,0 0 11 0,0 0-12 16,0 0 5-16,0 0 14 0,0 0-10 0,0 0-4 16,0 0 3-16,0 0-9 0,0 0 7 0,0 0 7 15,0 0-12-15,0 0 2 0,0 0 0 0,0 0 1 16,0 0 2-16,0 0 0 0,0 0 6 0,0 0-4 15,0 0 5-15,0 0 1 0,0 0-13 0,0 0-1 16,0 0 6-16,0 0 2 0,0 0 0 0,0 0 4 16,0 0-9-16,0 0-4 0,0 0 4 0,0 0-2 15,0 0 7-15,0 0-2 0,0 0 8 0,0 0-13 16,0 0-4-16,0 0 14 0,0 0-15 16,0 0 10-16,0 0 3 0,0 0-4 0,0 0 4 15,0 0 2-15,0 0-5 0,0 0-3 0,0 0 3 16,0 0-4-16,0 0 7 0,0 0-6 0,0 0-2 15,0 0 3-15,0 0 1 0,0 0 3 0,0 0 5 16,0 0-3-16,0 0-10 0,0 0 5 0,0 0-7 16,0 0 13-16,0 0-2 0,0 0-6 0,0 0 12 15,0 0-10-15,0 0 0 0,0 0-2 0,0 0-3 16,0 0 3-16,0 0 3 0,0 0 5 0,0 0-6 16,0 0 2-16,0 0-7 0,0 0 11 15,0 0-4-15,0 0-2 0,0 0 6 0,0 0-14 16,0 0 9-16,0 0-2 0,0 0 9 0,0 0-3 0,0 0-2 15,0 0 3-15,0 0-4 0,0 0-6 16,0 0 0-16,0 0 4 0,0 0 0 0,0 0 4 16,0 0-4-16,0 0 3 0,0 0-8 0,0 0 6 15,0 0 3-15,0 0-14 0,0 0 13 0,0 0 14 16,0 0-16-16,0 0 1 0,0 0-5 0,0 0-3 16,0 0 11-16,0 0 0 0,0 0 0 0,0 0-20 15,0 0 16-15,0 0 3 0,0 0-7 0,0 0 5 16,0 0-3-16,0 0 7 0,0 0 1 0,0 0 3 15,0 0-10-15,0 0 4 0,0 0-16 16,0 0 12-16,0 0 6 0,0 0-19 0,0 0 20 16,0 0-8-16,0 0-3 0,0 0 9 0,0 0-1 15,0 0 6-15,0 0-13 0,0 0 6 0,0 0-4 16,0 0 7-16,0 0 0 0,0 0-2 0,0 0-7 16,0 0-6-16,0 0 11 0,0 0-5 0,0 0 13 15,0 0-4-15,0 0-6 0,0 0 5 0,0 0-10 16,0 0 4-16,0 0-3 0,0 0 4 0,0 0 1 15,0 0 3-15,0 0 2 0,0 0-8 0,0 0 2 16,0 0-8-16,0 0 10 0,0 0-5 0,0 0 8 16,0 0 0-16,0 0-5 0,0 0 1 0,0 0-10 15,0 0 11-15,0 0-3 0,0 0 4 0,0 0 4 16,0 0-5-16,0 0 3 0,0 0-2 0,0 0 0 16,0 0-7-16,0 0 1 0,0 0 3 15,0 0-4-15,0 0 4 0,0 0-6 0,0 0 6 16,0 0 8-16,0 0-3 0,0 0 7 0,0 0-10 15,0 0-8-15,0 0 1 0,0 0 3 0,0 0 4 16,0 0 4-16,0 0 1 0,0 0-12 0,0 0 3 16,0 0 5-16,0 0 1 0,0 0 1 0,0 0-10 15,0 0 5-15,0 0-9 0,0 0 6 0,0 0 8 16,0 0-14-16,0 0 12 0,0 0 3 0,0 0-6 16,0 0 8-16,0 0-13 0,0 0 1 15,0 0 11-15,0 0-5 0,0 0 1 16,0 0 0-16,0 0-3 0,0 0 5 0,0 0-1 0,0 0-1 0,0 0-16 15,0 0 3-15,0 0 11 0,0 0-2 16,0 0 17-16,0 0 2 0,0 0-12 0,0 0-3 16,0 0-1-16,0 0-7 0,0 0 3 0,0 0 1 15,0 0 4-15,0 0-11 0,0 0 10 16,0 0 5-16,0 0-2 0,0 0-5 0,0 0 0 0,0 0 2 16,0 0-7-16,0 0 7 0,0 0-4 0,0 0-4 15,0 0 5-15,0 0 4 0,0 0-4 0,0 0 7 16,0 0-8-16,0 0 4 0,0 0 6 0,0 0-9 15,0 0 6-15,0 0-4 0,0 0-8 0,0 0 25 16,0 0-18-16,0 0 4 0,0 0-1 0,0 0-18 16,0 0 9-16,0 0 4 0,0 0 3 15,0 0-2-15,0 0 8 0,0 0-13 0,0 0 11 16,0 0-6-16,0 0-2 0,0 0 4 0,0 0-6 16,0 0 9-16,0 0-5 0,0 0 4 0,0 0 2 15,0 0-2-15,0 0-1 0,0 0-2 0,0 0 1 16,0 0-5-16,0 0 7 0,0 0 3 0,0 0-7 15,0 0 2-15,0 0 0 0,0 0 0 0,0 0 3 16,0 0 1-16,0 0-6 0,0 0 0 0,0 0-3 16,0 0 2-16,0 0 1 0,0 0 0 0,0 0 8 15,0 0-9-15,0 0 9 0,0 0 0 16,0 0-14-16,0 0 11 0,0 0-13 0,0 0 5 16,0 0 6-16,0 0-2 0,0 0 8 0,0 0-9 15,0 0 3-15,0 0-2 0,0 0 4 0,0 0 3 16,0 0-6-16,0 0 3 0,0 0-8 0,0 0 0 15,0 0 5-15,0 0 0 0,0 0 0 0,0 0 2 16,0 0-4-16,0 0-2 0,0 0 7 0,0 0-4 16,0 0 5-16,0 0 2 0,0 0-4 0,0 0-3 15,0 0-2-15,0 0-1 0,0 0-5 0,0 0 7 16,0 0 4-16,0 0-3 0,0 0 4 0,0 0 3 16,0 0-10-16,0 0 7 0,0 0 2 0,0 0-5 15,0 0-3-15,0 0 0 0,0 0-3 0,0 0 4 16,0 0 11-16,0 0-7 0,0 0 2 0,0 0-11 15,0 0 8-15,0 0-4 0,0 0 1 16,0 0 11-16,0 0-9 0,0 0-2 0,0 0 2 16,0 0-2-16,0 0-5 0,0 0 16 0,0 0-7 15,0 0-5-15,0 0 4 0,0 0-8 0,0 0 3 16,0 0 8-16,0 0-7 0,0 0 6 0,0 0-8 16,0 0 6-16,0 0 2 0,0 0 0 15,0 0 9-15,0 0-15 0,0 0 2 0,0 0 2 0,0 0-6 16,0 0 6-16,0 0 2 0,0 0 0 15,0 0-2-15,0 0 2 0,0 0-8 0,0 0 1 0,0 0 0 16,0 0 1-16,0 0 19 0,0 0-20 0,0 0 13 16,0 0-12-16,0 0-10 0,0 0 12 15,0 0-2-15,0 0 3 0,0 0 10 0,0 0-9 16,0 0-6-16,0 0 5 0,0 0-14 0,0 0 16 16,0 0 3-16,0 0-3 0,0 0 6 0,0 0-8 15,0 0-4-15,0 0 8 0,0 0-4 0,0 0-6 16,0 0 7-16,0 0-4 0,0 0-4 0,0 0 4 15,0 0-1-15,0 0 4 0,0 0 8 0,0 0-3 16,0 0-7-16,0 0 3 0,0 0 0 0,0 0 3 16,0 0-1-16,0 0-16 0,0 0 9 0,0 0-3 15,0 0 5-15,0 0 7 0,0 0-7 0,0 0 9 16,0 0-9-16,0 0 6 0,0 0-8 16,0 0 2-16,0 0 1 0,0 0 5 15,0 0 7-15,0 0-11 0,0 0-5 0,0 0 2 0,0 0-1 16,0 0 1-16,0 0 12 0,0 0-9 0,0 0-3 15,0 0 6-15,0 0-5 0,0 0-1 0,0 0-1 16,0 0 7-16,0 0-5 0,0 0 8 0,0 0-4 16,0 0-2-16,0 0 3 0,0 0-4 0,0 0 3 15,0 0-1-15,0 0-2 0,0 0 0 0,0 0 8 16,0 0-11-16,0 0-1 0,0 0 4 16,0 0-3-16,0 0 7 0,0 0 1 0,0 0-4 15,0 0-6-15,0 0 1 0,0 0 6 0,0 0 0 0,0 0 0 16,0 0-3-16,0 0 0 0,0 0 7 15,0 0 0-15,0 0-2 0,0 0-2 0,0 0-7 16,0 0 5-16,0 0 0 0,0 0 1 0,0 0-1 16,0 0-1-16,0 0 4 0,0 0-1 0,0 0-1 15,0 0 2-15,0 0-6 0,0 0 0 0,0 0 5 16,0 0 0-16,0 0 4 0,0 0-3 16,0 0-2-16,0 0-1 0,0 0-4 0,0 0 5 15,0 0 2-15,0 0-5 0,0 0 4 0,0 0 0 0,0 0-1 16,0 0 11-16,0 0-2 0,0 0-7 15,0 0 0-15,0 0-3 0,0 0-2 0,0 0 4 0,0 0 0 16,0 0-4-16,0 0 3 0,0 0-3 16,0 0 2-16,0 0 5 0,0 0-4 0,0 0 0 0,0 0 5 15,0 0-11-15,0 0 8 0,0 0-5 16,0 0-2-16,0 0 10 0,0 0-3 0,0 0 5 16,0 0-6-16,0 0-7 0,0 0 4 0,0 0 2 15,0 0 0-15,0 0 3 0,0 0-2 0,0 0-2 16,0 0-5-16,0 0 7 0,0 0 1 0,0 0-2 15,0 0 6-15,0 0-16 0,0 0-1 0,0 0 10 16,0 0-4-16,0 0 17 0,0 0-8 0,0 0 0 16,0 0-4-16,0 0-3 0,0 0 10 0,0 0-7 15,0 0-5-15,0 0 3 0,0 0-3 0,0 0 2 16,0 0 7-16,0 0 4 0,0 0-8 16,0 0-5-16,0 0 6 0,0 0-20 0,0 0 20 15,0 0 0-15,0 0-3 0,0 0 18 0,0 0-15 16,0 0-3-16,0 0 8 0,0 0-12 0,0 0 2 15,0 0 6-15,0 0-7 0,0 0 11 0,0 0-5 16,0 0 1-16,0 0 0 0,0 0-9 0,0 0 9 16,0 0-2-16,0 0-2 0,0 0 3 0,0 0-1 15,0 0-4-15,0 0 2 0,0 0 8 0,0 0-13 16,0 0 13-16,0 0-6 0,0 0-3 0,0 0 2 16,0 0-6-16,0 0 8 0,0 0-7 0,0 0 13 15,0 0-1-15,0 0-10 0,0 0 11 0,0 0-15 16,0 0 0-16,0 0 17 0,0 0-16 15,0 0 11-15,0 0 0 0,0 0-14 0,0 0 13 16,0 0-2-16,0 0-1 0,0 0-1 0,0 0-5 16,0 0 7-16,0 0-4 0,0 0 4 0,0 0 2 15,0 0-5-15,0 0 6 0,0 0-9 0,0 0 10 16,0 0-5-16,0 0 1 0,0 0 7 0,0 0-13 16,0 0 1-16,0 0 2 0,0 0-1 0,0 0 6 15,0 0-8-15,0 0 5 0,0 0 7 0,0 0-10 16,0 0 12-16,0 0-6 0,0 0-4 0,0 0 4 15,0 0-5-15,0 0-6 0,0 0 11 16,0 0-1-16,0 0 2 0,0 0 5 0,0 0-14 0,0 0 4 16,0 0-10-16,0 0 14 0,0 0-6 15,0 0 3-15,0 0 10 0,0 0-19 0,0 0 13 16,0 0-4-16,0 0-6 0,0 0 13 0,0 0-7 16,0 0-1-16,0 0 6 0,0 0-5 0,0 0-4 15,0 0 4-15,0 0-4 0,0 0 5 0,0 0 6 16,0 0-4-16,0 0-3 0,0 0 1 0,0 0-7 15,0 0 4-15,0 0 7 0,0 0-4 0,0 0 4 16,0 0-2-16,0 0-2 0,0 0-6 0,0 0 2 16,0 0 3-16,0 0-1 0,0 0 0 0,0 0-1 15,0 0 2-15,0 0-6 0,0 0 10 0,0 0-4 16,0 0 1-16,0 0 9 0,0 0-6 16,0 0-3-16,0 0-1 0,0 0-5 0,0 0-3 15,0 0 17-15,0 0-8 0,0 0-7 0,0 0 11 16,0 0-15-16,0 0 2 0,0 0 6 0,0 0 4 15,0 0-5-15,0 0 2 0,0 0 8 0,0 0-13 16,0 0 8-16,0 0 1 0,0 0 2 0,0 0-5 16,0 0 1-16,0 0-3 0,0 0-3 0,0 0 12 15,0 0-8-15,0 0 8 0,0 0-5 0,0 0-4 16,0 0 12-16,0 0-13 0,0 0-5 16,0 0 11-16,0 0-12 0,0 0 13 15,0 0 1-15,0 0-7 0,0 0 2 0,0 0-9 0,0 0 9 0,0 0-1 16,0 0 3-16,0 0 0 0,0 0-4 0,0 0-1 15,0 0-6-15,0 0 9 0,0 0 3 16,0 0-3-16,0 0 7 0,0 0-7 0,0 0 0 16,0 0 3-16,0 0 0 0,0 0-3 0,0 0 1 15,0 0-4-15,0 0-6 0,0 0 16 0,0 0-4 16,0 0-2-16,0 0 2 0,0 0-7 0,0 0-2 16,0 0 8-16,0 0 4 0,0 0-17 0,0 0 12 15,0 0 0-15,0 0 3 0,0 0 1 0,0 0-8 16,0 0 3-16,0 0-8 0,0 0 5 0,0 0 9 15,0 0-8-15,0 0 2 0,0 0 6 16,0 0-9-16,0 0 0 0,0 0 0 0,0 0-1 16,0 0 1-16,0 0 5 0,0 0 8 0,0 0-9 15,0 0 2-15,0 0-3 0,0 0-3 0,0 0 9 16,0 0-5-16,0 0 3 0,0 0-10 0,0 0 0 16,0 0 5-16,0 0 0 0,0 0 6 15,0 0 4-15,0 0-14 0,0 0 4 0,0 0-1 0,0 0-13 16,0 0 24-16,0 0-16 0,0 0 3 0,0 0 10 15,0 0-11-15,0 0 13 0,0 0-8 0,0 0 5 16,0 0 0-16,0 0-13 0,0 0 13 0,0 0-8 16,0 0 1-16,0 0 4 0,0 0 10 15,0 0-10-15,0 0 1 0,0 0 3 0,0 0-26 0,0 0 15 16,0 0 5-16,0 0-4 0,0 0 6 16,0 0 4-16,0 0-11 0,0 0 7 0,0 0 1 15,0 0-5-15,0 0 1 0,0 0-3 0,0 0 2 16,0 0-1-16,0 0 0 0,0 0-1 0,0 0 4 15,0 0-2-15,0 0 3 0,0 0 4 0,0 0-12 16,0 0 6-16,0 0 3 0,0 0-6 0,0 0 11 16,0 0-6-16,0 0 7 0,0 0-5 0,0 0-3 15,0 0 2-15,0 0-11 0,0 0 6 0,0 0 1 16,0 0-2-16,0 0 7 0,0 0-4 0,14 0-5 16,-14 0 4-16,0 0-6 0,0 0 6 15,0 0 9-15,0 0-8 0,0 0-5 0,0 0-8 16,0 0-23-16,0 0-16 0,0 0-29 0,0 0-37 15,0 0-71-15,0 0-68 0,0 0-53 0,0 0-20 16,0 0 18-16,0 0-6 0,0 0-178 0,0 0-90 16,12 7 65-16</inkml:trace>
  <inkml:trace contextRef="#ctx0" brushRef="#br0" timeOffset="88191.95">3939 2105 1771 0,'-8'0'16'0,"2"0"15"0,6 0 8 0,-6 0 9 16,1 0-2-16,2 0 2 0,-3 0 6 0,0 0 0 15,2 0-2-15,-2 0-3 0,0 0-7 0,1 0 5 16,-3 0-6-16,4 0-3 0,-1 0-1 0,2 0-7 16,0 0-12-16,-1 0-4 0,2 0-6 0,2 0-8 15,0 0 1-15,0 0-4 0,0 0-1 0,0 0 0 16,0 0 0-16,0 0 4 0,12 0 4 0,-4 0-4 15,4 0 8-15,2 0 4 0,5 0 4 16,7 0 13-16,9 0-3 0,8 0-1 0,8 0-6 0,9 0-3 16,9-12-2-16,10-1-8 0,7 3 2 15,8 0-8-15,7 2-2 0,4-1 6 0,-2 2-4 16,5-1 2-16,-1 3 3 0,-6-3-4 0,-3 3 0 16,-7 0-4-16,-5 1 5 0,-7 1-5 0,-9-1 3 15,-5 1-1-15,-5 0-2 0,-10 1 4 0,-8-1-1 16,-2 2 6-16,-13 0-5 0,-1 0 5 0,-9 1 1 15,-5 0 25-15,-5 0 25 0,-7 0 10 0,0-2 3 16,0 2-25-16,0-1-26 0,0 0-17 0,0-2-9 16,0 2 0-16,-10 0 2 0,1-3-20 0,-2 4-30 15,2-3-35-15,1 2-38 0,-1-4-19 16,-1 5-24-16,-3-2-38 0,3 0-69 0,-7 2-210 0,3 0-21 16,-5 0 70-16</inkml:trace>
  <inkml:trace contextRef="#ctx0" brushRef="#br0" timeOffset="15584.72">3899 2953 2416 0,'0'-5'24'0,"0"3"12"15,0-3 10-15,0 1 5 0,0 2-16 0,0-2 4 16,0 2 14-16,0-1 16 0,0-1 2 0,0 4-12 16,0-1-31-16,0 0-24 0,0 0-6 0,0 0-8 15,0-1 5-15,0 0 4 0,11 2-4 0,-2-1 3 16,5-1 2-16,-5 0-4 0,8 2 4 0,-2-1-1 15,3 1-1-15,-1 0-3 0,-1 0 1 0,-4 0-3 16,2 0 0-16,-3 0-4 0,-5 11 2 0,-2-1 4 16,-2-2 3-16,-2 2 6 0,0 2-2 15,0 1 1-15,0 1-1 0,-15 1 2 0,1 3-2 16,0 0-4-16,1-3 0 0,1 2-2 0,-2-1-3 16,5-2 1-16,-2 0 1 0,5-4 1 0,6 0-2 15,0-1 2-15,0 0-2 0,0 0 6 0,0 1 6 16,0-1-2-16,14 0 0 0,1 2-8 0,2 2 2 15,-1-2-2-15,4-1 4 0,0 3 8 0,0-2 16 16,-1 1 14-16,1 0 2 0,-3-1-6 16,-4 0-18-16,-2 0-7 0,1-1-5 15,-4 0 19-15,-2 1 4 0,0-4 6 16,-6 2 7-16,0 1-18 0,0 1 0 16,0 0-8-16,-12 0-9 0,1 3-34 0,-3-2-68 0,-2 3-84 0,-1-1-104 0,2-2-119 0,-2-1-291 15,4 0 79-15,-3-5 104 0</inkml:trace>
  <inkml:trace contextRef="#ctx0" brushRef="#br0" timeOffset="97735.84">4694 3566 2087 0,'-14'9'24'0,"2"-4"33"0,4-3 25 16,-2 4 28-16,5-4 7 0,3 2-10 0,-1-4-1 15,0 2-14-15,0-2-31 0,3 0-15 16,0 0-24-16,0 0-10 0,0 0 1 0,0 0 3 16,13 0 10-16,3 0 5 0,1 0 1 0,13 0-15 15,4 0-2-15,11 0-10 0,8 0 0 0,7-10-2 16,6 10-9-16,6-11 0 0,4 4 5 0,-3 1 5 16,3 6 1-16,-7-7 0 0,-3 3-4 0,-4 0-5 15,-6 4 1-15,-6-2-1 0,-7 2 1 0,-10 0-2 16,-4 0 2-16,-9 0 5 0,-6 0 5 0,-4 0 14 15,-10 0 12-15,0 0-10 0,0 0-5 16,-13 9-7-16,-4 0-8 0,-9 0 13 0,-4 1-14 16,-13 2 1-16,-10-3 0 0,-9 6-12 0,-11 0 17 15,-6-1-1-15,-8 0 11 0,-1-1 40 0,-4 0 28 16,5 0 23-16,5-3-7 0,9-1-34 0,8-4-37 16,12 0-27-16,13 0-23 0,7-2-12 0,13-3-2 15,6 2-8-15,8-2 16 0,6 0 7 0,0 0 7 16,0 0 9-16,20 0 7 0,0 0-3 0,6 0-1 15,4 0-1-15,6 0 4 0,10-11-4 0,7 11 4 16,0-13-2-16,6 4 0 0,5 1 2 0,2 0-4 16,-4 0 2-16,0 2-15 0,-6 3 11 0,-6-2 9 15,-4 1 6-15,-5 1 20 0,-9-1-2 16,-6 4 17-16,-5 0 4 0,-4 0 16 0,-5 0 7 0,-6 0-20 16,-5 0-6-16,2 0-15 0,-3 0-10 15,0 0 6-15,0 0-3 0,0 0-8 0,0 0-6 16,0 0 1-16,0 0 2 0,-10 0-5 0,10 0-1 15,-9 0-6-15,9 0-4 0,-8 0 0 0,8 0 5 16,-6 0-3-16,0 0-3 0,6 0 1 0,-5 0 0 16,2 0 2-16,0 0-6 0,0 0 4 0,0 0-6 15,3 0 2-15,-3 0 5 0,2 0 1 0,-1 0 6 16,2 0-7-16,0 0 4 0,0 0-12 0,0 0 5 16,0 0 3-16,0 0-12 0,0 0 12 0,0 0-5 15,0 0-5-15,0 0 12 0,0 0-2 0,0 0-1 16,0 0 7-16,0 0-7 0,0 0 0 15,0 0 2-15,0 0-2 0,0 0 6 16,0 0-8-16,0 0-5 0,0 0 7 0,0 0-5 0,0 0 6 16,0 0 7-16,0 0-18 0,0 0 16 0,0 0 4 15,0 0-14-15,0 0 14 0,0 0-13 0,0 0-6 16,0 0 15-16,0 0-5 0,0 0 4 0,0 0 5 16,0 0-20-16,0 0 10 0,0 0-4 0,0 0-6 15,0 0 18-15,0 0-11 0,0 0 6 0,0 0-8 16,0 0 5-16,0 0 16 0,0 0-19 15,0 0 10-15,0 0-7 0,0 0-9 0,0 0 15 0,0 0-4 16,0 0-2-16,0 0-2 0,0 0-10 16,0 0 9-16,0 0 4 0,0 0 2 0,0 0 10 15,0 0-5-15,0 0-7 0,0 0 1 0,0 0-6 16,0 0 5-16,0 0-2 0,0 0-16 0,0 0 20 16,0 0-6-16,0 0 0 0,0 0 20 0,0 0-21 15,0 0-2-15,0 0 8 0,0 0-8 0,0 0 4 16,0 0 2-16,0 0 7 0,0 0-7 0,0 0-4 15,0 0 11-15,0 0-19 0,0 0 7 0,0 0 10 16,0 0-2-16,0 0 1 0,0 0-2 0,0 0-3 16,0 0-10-16,0 0 12 0,0 0 2 0,0 0-3 15,0 0-6-15,0 0 3 0,0 0-6 0,0 0 6 16,0 0 1-16,0 0-13 0,0 0 3 16,9 0-10-16,-9 0-1 0,0 0-9 0,0 0-31 15,0 0-84-15,0-11-85 0,0 2-61 0,0 1-34 16,0-3 6-16,0-2-6 0,-13 0-120 0,3-4-183 15,0 1 84-15</inkml:trace>
  <inkml:trace contextRef="#ctx0" brushRef="#br0" timeOffset="17679.26">8103 2580 3988 0,'0'-12'36'0,"0"1"48"16,0 0 81-16,0 5 114 0,0 1 87 0,0 1 9 15,-9-1-53-15,9 1-109 0,0 4-129 0,-8 0-67 16,8 0-43-16,-6 0-15 0,6 0 4 0,-6 0 7 16,2 12 14-16,-2 2 14 0,-2 1-2 0,-4 4 3 15,1 4-6-15,-1 4 2 0,-6 5-4 0,0 1 4 16,-1 0 7-16,0 1-12 0,0 1 10 0,3-3-8 16,-1-2 9-16,8-1 1 0,1-5-3 0,1-1 4 15,7-1 4-15,0-3 26 0,0-4 23 0,0 1 19 16,16-1 2-16,1-2-15 0,3-1-14 0,6-1-15 15,1-3-13-15,6-2-2 0,4-1-24 16,2-2-90-16,7-3-133 0,1 0-127 0,0 0-75 16,2 0 19-16,-7-16 58 0,2 2 16 0,-6 1-65 15,-7-3-84-15,-4 1-80 0,-6-1-114 0,-7-2 20 16,-7-1 113-16,-7 1 156 0</inkml:trace>
  <inkml:trace contextRef="#ctx0" brushRef="#br0" timeOffset="17817.93">8446 2857 2234 0,'-22'-8'74'15,"3"2"49"-15,-3 2 17 0,3 4-2 16,4 0-58-16,0 0 17 0,6 0 36 0,1 16 47 0,4 2 27 15,-1 2-61-15,5 1-48 0,0 7-47 16,0 4 14-16,0 2 21 0,0 4 9 0,0 2 15 16,14 4-48-16,-2 1-27 0,5 3-16 0,-4 0-9 15,2 0-11-15,-1 3 1 0,3-2-5 0,-3 4-27 16,-1 0-67-16,-1-2-133 0,-4 6-178 0,-5-8-204 16,-3 6-333-16,0-6 134 0</inkml:trace>
  <inkml:trace contextRef="#ctx0" brushRef="#br0" timeOffset="105677.45">8800 3110 2690 0,'-10'0'31'0,"3"0"18"0,1 0 12 16,-3 0 12-16,5-8-8 0,1 8 22 0,0 0 28 16,-2 0 43-16,5 0 10 0,-1 0-5 0,-1-6-31 15,2 6-30-15,0 0-27 0,0-3-27 0,0 3-6 16,0-4-28-16,0 0 1 0,0 1-12 0,12-2-4 15,3-4 5-15,8-3-5 0,9-3 0 0,8-5-11 16,10-1-5-16,9-12 1 0,11 1 4 16,7-5 9-16,7-4 2 0,2 3-4 0,1-2 7 15,-2-1-4-15,-3 2-1 0,-5 4 7 0,-5 2-13 16,-8 2 13-16,-5 7-5 0,-11 0 0 0,-5 4 10 16,-10 3-1-16,-5 5 13 0,-9 1 5 0,-5 5 4 15,-5 0-8-15,-4 5-4 0,-2-3-10 0,-3 4-2 16,0 0-4-16,0 0 3 0,0 0 3 0,0 0-6 15,0 0 16-15,-12 0-9 0,12 0-5 0,-8 0 9 16,8 0-15-16,0 0 8 0,-8 9 1 0,8-9 1 16,0 5 8-16,-6-5-2 0,6 0 11 0,0 0-10 15,0 0 5-15,0 0-3 0,0 0-7 0,0 0 6 16,0 0-8-16,0 0-5 0,0 0 0 16,0 0-8-16,0 0 2 0,0 0 4 0,0 0-2 15,0 0 3-15,0 0-2 0,0 0 3 0,0 0-1 16,0 0 3-16,0 0-2 0,0 0-3 0,0 0 1 15,0 0 1-15,0 0-8 0,0 0 3 0,0 0 6 16,0 0-12-16,0 0 13 0,0 0-3 0,0 0-8 16,0 0 13-16,0 0-3 15,0 0-6-15,0 0 0 0,0 0-1 0,0 0 7 0,0 0 3 0,0 0 0 16,0 0-9-16,0 0-4 0,0 0 4 0,0 0 4 16,0 0-1-16,0 0 0 0,0 0 0 0,0 0 7 15,0 0-18-15,0 0 9 0,0 0 5 0,0 0-19 16,0 0 33-16,0 0-11 0,0 0-10 15,0 0 10-15,0 0-5 0,0 0-9 0,0 0 10 16,0 0-2-16,0 0-7 0,0 0 9 0,0 0 8 16,0 0-12-16,0 0 7 0,0 0-2 0,0 0-10 15,0 0 10-15,0 0-6 0,0 0 6 0,0 0-3 16,0 0 5-16,0 0-5 0,0 0 8 0,0 0-12 16,0 0 1-16,0 0 0 0,0 0-3 0,0 0 11 15,0 0-2-15,0 0 4 0,0 0-4 0,0 0-1 16,0 0-1-16,0 0-7 0,0 0 2 0,0 0 5 15,0 0 2-15,0 0 7 0,0 0-6 0,0 0-4 16,0 0 2-16,0 0-6 0,0 0 3 16,0 0-4-16,0 0 0 0,0 0 5 0,0 0-3 15,0 0-1-15,0 0-2 0,0 0 6 0,0 0 0 16,0 0 0-16,0 0 8 0,0 0-12 0,0 0-1 16,0 0 8-16,0 0-8 0,0 0 0 0,0 0 1 15,0 0-6-15,0 0 3 0,0 0 4 0,0 0 10 16,0 0-4-16,0 0-4 0,0 0 2 0,0 0-1 15,0 0-5-15,0 0 6 0,0 0 4 0,0 0-7 16,0 0 7-16,0 0 3 0,0 0-7 0,0 0-7 16,0 0 6-16,0 0-5 0,0 0 4 0,0 0 10 15,0 0-11-15,0 0 2 0,0 0-8 0,0 0-2 16,0 0 9-16,0 0-1 0,0 0 1 0,0 0-2 16,0 0 3-16,0 0 3 0,0 0 1 0,0 0-2 15,0 0-2-15,0 0 0 0,0 0 0 16,0 0 3-16,0 0 5 0,0 0-9 0,0 0 4 15,0 0-1-15,0 0-1 0,0 0-3 0,0 0 7 16,0 0-8-16,0 0 5 0,0 0-1 0,0 0-14 16,0 0 15-16,0 0-8 0,0 0 2 0,0 0 8 15,0 0-5-15,0 0 0 0,0 0 8 0,0 0-4 16,0 0-4-16,0 0 1 0,0 0 2 0,0 0 2 16,0 0-1-16,0 0-10 0,0 0 5 0,0 0 3 15,0 0-5-15,0 0 9 0,0 0-9 0,0 0 8 16,0 0-9-16,0 0 8 0,0 0 0 15,0 0-13-15,0 0 7 0,0 0 5 0,0 0-1 16,0 0 0-16,0 0 6 0,0 0-7 0,0 0-3 16,0 0 3-16,0 0-5 0,0 0 1 0,0 0 6 15,0 0-2-15,0 0 4 0,0 0 0 0,0 0-7 16,0 0 1-16,0 0 8 0,0 0-14 0,0 0 8 16,0 0-4-16,0 0-1 0,0 0 14 0,0 0-9 15,0 0 3-15,0 0-4 0,0 0-10 0,0 0 5 16,0 0 8-16,0 0-6 0,0 0 6 0,0 0 1 15,0 0-5-15,0 0 9 0,0 0-6 0,0 0 12 16,0 0-6-16,0 0-13 0,0 0 6 16,0 0-10-16,0 0 2 0,0 0 5 0,0 0 2 15,0 0-6-15,0 0 15 0,0 0-7 0,0 0-3 16,0 0 7-16,0 0-12 0,0 0 12 0,0 0 1 16,0 0-4-16,0 0-1 0,0 0-4 0,0 0 0 15,0 0 0-15,0 0 8 0,0 0-6 0,0 0 2 16,0 0-5-16,0 0 1 0,0 0-3 0,0 0 8 15,0 0 2-15,0 0-3 0,0 0 2 0,0 0-8 16,0 0 3-16,0 0 4 0,0 0 2 0,0 0-3 16,0 0 6-16,0 0-10 0,0 0 5 15,0 0 1-15,0 0-6 0,0 0 3 0,0 0 0 0,0 0-3 16,0 0-5-16,0 0 5 0,0 0 3 0,0 0 2 16,0 0 15-16,0 0-15 0,0 0-7 15,0 0 1-15,0 0-2 0,0 0 3 0,0 0 7 16,0 0-6-16,0 0-4 0,0 0 6 0,0 0-3 15,0 0 6-15,0 0-1 0,0 0 1 0,0 0-3 16,0 0 8-16,0 0-6 0,0 0-5 0,0 0 9 16,0 0-16-16,0 0 15 0,0 0 0 0,0 0-8 15,0 0 10-15,0 0-7 0,0 0 0 0,0 0-4 16,0 0-2-16,0 0-4 0,0 0 12 0,0 0 2 16,0 0-2-16,0 0 1 0,0 0-14 0,0 0 9 15,0 0 2-15,0 0-1 0,0 0 4 16,0 0-1-16,0 0-4 0,0 0-5 0,0 0 8 15,0 0-5-15,0 0 7 0,0 0-4 0,0 0-1 16,0 0 1-16,0 0 0 0,0 0 0 0,0 0 8 16,0 0-8-16,0 0-5 0,0 0 20 0,0 0-16 15,0 0 2-15,0 0 3 0,0 0-8 0,0 0 0 16,0 0 6-16,0 0 9 0,0 0-9 0,0 0-3 16,0 0 4-16,0 0-10 0,0 0 11 0,0 0 2 15,0 0 2-15,0 0-6 0,0 0-5 0,0 0 9 16,0 0-8-16,0 0 5 0,0 0-2 15,0 0-2-15,0 0-1 0,0 0 2 0,0 0-2 0,0 0-2 16,0 0 11-16,0 0-5 0,0 0-1 16,0 0 2-16,0 0-9 0,0 0 10 0,0 0-5 15,0 0-2-15,0 0 5 0,0 0-1 0,0 0 3 16,0 0-12-16,0 0 8 0,0 0-7 0,0 0 15 16,0 0 6-16,0 0-7 0,0 0 3 0,0 0-12 15,0 0 3-15,0 0-5 0,0 0-1 0,0 0 3 16,0 0 0-16,0 0 10 0,0 0-7 0,0 0 1 15,0 0-5-15,0 0-9 0,0 0-8 0,0 0 0 16,0 0-9-16,0 0-9 0,0 0-3 0,0 0-22 16,0 0-21-16,0 0-43 0,0 0-69 0,0 0-91 15,0 0-90-15,0 0-73 0,0 0-159 16,0 0-104-16,0 0 122 0</inkml:trace>
</inkml:ink>
</file>

<file path=ppt/ink/ink27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7:57.239"/>
    </inkml:context>
    <inkml:brush xml:id="br0">
      <inkml:brushProperty name="width" value="0.05833" units="cm"/>
      <inkml:brushProperty name="height" value="0.05833" units="cm"/>
      <inkml:brushProperty name="fitToCurve" value="1"/>
    </inkml:brush>
  </inkml:definitions>
  <inkml:trace contextRef="#ctx0" brushRef="#br0">203 7947 2858 0,'-5'0'35'0,"2"0"23"0,-1 7-2 16,-1-7-4-16,4 0-36 0,-2 0-30 15,1 9 4-15,-1-6 9 0,2 2 17 0,-1 0 19 16,-1 0 9-16,3 1 12 0,0 1-2 0,0-1-12 15,0-2-6-15,-1 4-28 0,1-2-8 0,0-1 0 16,0-2 0-16,0 2 12 0,0 0-9 0,0 0 9 16,10-1-4-16,-2-1-6 0,2-2 13 0,3-1-14 15,2 0 2-15,1 0 4 0,7 0-8 0,3-17 8 16,6 3 1-16,3-3-7 0,6 1-2 0,-2-4-11 16,8 1 0-16,1-1 1 0,0-1 0 0,2 1-3 15,2 1-18-15,-4-3-23 0,1 1-37 16,-2 1-28-16,-3 1-12 0,-6-1 4 0,-4 5 30 0,-7 3 39 15,-4 2 38-15,-7 4 44 0,-5 2 31 16,-5 0 5-16,-6 4-6 0,0 0-23 16,0 0-38-16,-15 0-25 0,-3 0-23 0,-5 11-3 0,-4 2 16 15,-5-3 30-15,-5 3 80 0,-2 4 15 0,-2-2-1 16,-3 5-13-16,1-1-52 0,-1-2-12 0,2 1-7 16,1 0 3-16,1 0-1 0,-1 0 0 0,3 0 4 15,-1-2-4-15,5 1 1 0,1-2 4 0,4 0-1 16,5-2 5-16,5-2-11 0,3-4 4 0,7 1 4 15,4-6-4-15,5-2 12 0,0 0-9 16,0 0-9-16,20-14 3 0,0-2-9 0,4 2-1 0,6-3 11 16,2-1-3-16,5-1 0 0,1-3 10 15,3 2-13-15,6-1 1 0,0-3 0 0,1-2-5 16,1 0 6-16,1 0 1 0,-1 1-9 0,-2 1-25 16,-2 3-18-16,-4 2-18 0,-9 5 15 0,-4 3 25 15,-9 5 48-15,-5 6 25 0,-8 0 2 0,-6 0-2 16,0 0-28-16,-15 17-9 0,-5-1-2 0,-6 7 1 15,-7 2 1-15,-7 1 7 0,-2 5 6 0,-8 1-1 16,-5 3-4-16,-1-3-4 0,-3 2-3 0,1-1 24 16,2-2 18-16,3-2 11 0,2-3 11 0,6-6-22 15,10-3-11-15,5-2-18 0,8-6-5 16,9-9-8-16,13 0-7 0,0 0 8 0,12 0-12 16,5-20-1-16,11-1 5 0,6-2-9 0,7 0 6 15,4-2 8-15,2-3 3 0,5 1 15 0,4 0-11 16,0-2-5-16,1 2-1 0,-1-2-8 0,-2 4-18 15,1 1-17-15,-5 2-25 0,-6 5-8 0,-4 0 21 16,-8 6 13-16,-5 2 24 0,-7 3 4 0,-4 3 7 16,-6-1 3-16,-4 3-6 0,-6 1-13 0,0 0-31 15,0 0-48-15,0 0-81 0,-16 0-64 0,0 12-138 16,-4-3-166-16,-1 1 36 0,-2-2 82 0</inkml:trace>
  <inkml:trace contextRef="#ctx0" brushRef="#br0" timeOffset="403.08">362 7617 3312 0,'0'-3'34'0,"8"0"3"16,-8-1 5-16,0 1-3 0,0 1-33 0,0-2-10 15,0 4 0-15,0-2 8 0,0 2 0 0,0 0 27 16,0 0-4-16,0 0-7 0,0 0-10 16,0 0-22-16,0 0-2 0,0 12-4 0,-17 2 8 15,2 1-2-15,-3 2 3 0,-2 5 22 0,-1 2 11 16,-2 0 17-16,0 3 29 0,1 1-7 0,-1 3 2 16,2-5 11-16,2-2-32 0,3-1-4 0,5-4-11 15,-1-1-22-15,3-5-11 0,3-2 8 0,3-3-5 16,1-1-6-16,1-1 11 0,1-4-15 0,0 0 4 15,0-2 14-15,0 0-9 0,0 0 12 0,0 0-6 16,10 0-2-16,-10 0 3 0,11 0-6 0,1 0 4 16,-1 0-3-16,-1 0 9 0,4 0-2 0,1 0 15 15,0 0-2-15,3 0-7 0,2 8 0 0,3-8-5 16,0 9-8-16,1-1 8 0,0-8-10 16,1 7 2-16,4-7 8 0,-2 0-19 0,3 0 11 15,-4 5-5-15,1-5-19 0,1 0 4 0,-4 0-8 16,0 0-31-16,-2 0 0 0,-3 0-27 0,-3 0-56 15,-3 0-67-15,-2 0-100 0,-1 0-96 16,-2 0-210-16,-3 0-131 0,-1 0 117 0</inkml:trace>
  <inkml:trace contextRef="#ctx0" brushRef="#br0" timeOffset="861.13">154 7752 79 0,'-9'5'5'0,"-1"2"3"15,4 0-5-15,-2-1-11 0,2-1-17 0,0-3-3 16</inkml:trace>
  <inkml:trace contextRef="#ctx0" brushRef="#br0" timeOffset="-38246.53">-1348 8091 2120 0,'3'-5'39'0,"-1"5"28"0,-2-2 21 0,0 2 19 15,0-4-25-15,0 3-19 0,0-1-5 0,0 2 0 16,0-3 6-16,0 2 13 0,0-1 3 16,0 0-8-16,0 2 1 0,0 0-17 0,0 0-5 0,0 0-9 15,0 0-17-15,0 0 0 0,0 0-15 16,0 0-6-16,0 0-3 0,0 0-11 0,0 0 10 15,0 8 7-15,0-8 2 0,0 0 13 0,0 7 1 16,0-3-2-16,0 1 3 0,0-1-7 0,0 0 2 16,0 5-4-16,0-2-9 0,0 3 1 0,0 1-12 15,0-2 1-15,0 5 13 0,-8 3 2 0,1 3 8 16,1 5 7-16,-3 3 16 0,1 2 0 0,-1 6-4 16,1-1 0-16,-4 1-24 0,5-1 6 0,-3-2 4 15,4-2-3-15,3-6 10 0,2-3-6 16,-1-3-5-16,1-6 9 0,1 2-11 0,0-4 2 15,0-3 7-15,0 2-7 0,0-2 5 0,0-4 5 16,0 2-12-16,0 0-1 0,0-3-6 0,0 0-7 16,0-2 6-16,0 2-7 0,0-2 0 0,0-1 5 15,0 0-6-15,0 0 0 0,7 0 3 0,-1 0-7 16,4 0 4-16,-3 0 11 0,5 0-3 0,-1 0-7 16,3 0 6-16,2 0-18 0,1 0-1 0,3 0 14 15,2 0-7-15,1 0 4 0,0 0 1 0,4 0-7 16,2 0 3-16,2 0 8 0,2-11-2 0,0-1 5 15,5 3-3-15,2-2-6 0,2 0 5 16,2 0-10-16,-1-3 4 0,4 3 4 0,-4 1-7 16,-1-1 0-16,-2 0 3 0,-7 2-5 0,-4 1 9 15,-6 2-1-15,-7 1-8 0,-2 3 4 0,-6 1 5 16,-2-1-1-16,-3 2 6 0,-3 0 0 0,0 0-14 16,0 0 3-16,0 0-5 0,0 0-10 0,0 0-8 15,0 0-26-15,0 0-38 0,0 0-75 0,0 0-137 16,0 0-134-16,0 0-168 0,0 0-237 0,0 0 153 15</inkml:trace>
  <inkml:trace contextRef="#ctx0" brushRef="#br0" timeOffset="-1010.91">-158 8469 1853 0,'-11'-9'23'15,"-1"1"6"-15,4 1-1 0,2 0 14 0,-2 1-9 16,-1-3 15-16,2 1 20 0,-2 1 7 0,1-2-5 16,-4 3-38-16,4-2-48 0,-4-1 11 0,2 0-4 15,-3-4 12-15,0 2 62 0,-4-2-28 0,3-3 7 16,-4 0 8-16,0-1-28 0,1-1-9 16,-3-2-8-16,2 0-2 0,-2 0-6 0,-1 0 8 15,1-4-4-15,-2 3 0 0,3 0-1 0,0 1 1 16,1 0 8-16,-5 2-19 0,3-1 16 0,0 2 24 15,-3 0-11-15,2 2-41 0,-2 1-37 0,-5 2 0 16,2 0 13-16,0-2 73 0,2 5 39 0,-1 1-4 16,0 4-5-16,2-3-17 0,3 3-18 0,-3 1-28 15,3 1-9-15,1 2-4 0,-1 0 0 0,0 0 4 16,4 0 9-16,-4 0 1 0,-3 0 5 0,5 0 13 16,-2 0 6-16,0 0-4 0,1 9-53 0,-1-9-36 15,-1 7-11-15,-1-7 21 0,0 0 45 0,2 6 20 16,-3 0 4-16,0 0-11 0,2 1 2 0,-2 2 1 15,0 2 2-15,1 2 2 0,-1 5 0 16,-1 0-2-16,-2 2 1 0,0 2-8 0,-1 1 18 16,-2-4 21-16,4 1 12 0,1-2 23 0,0-1-1 15,1-2-14-15,3-2-15 0,4-2-23 0,2 0-15 16,2 0-7-16,1-2 2 0,0 3 3 0,2-1 1 16,-1 5-1-16,-2 1 1 0,6 4 8 0,-5 1 7 15,5 3 17-15,-2 3 4 0,8 3-2 0,0-1-8 16,0 5-7-16,11-1-10 0,3 3-2 15,2 2 2-15,2 0-7 0,5 2 2 0,-2 0 2 0,5 0 1 16,2 2-2-16,-3-1-4 0,4 0-1 16,-3 3-3-16,-2-2 9 0,4-1-1 0,-7-2-7 15,0-4 2-15,-2-1-3 0,-1-3-2 0,-3-4 2 16,-1-5 1-16,-2-5-3 0,-5-5 3 0,1-2 1 16,1-2-6-16,-1-5 5 0,-2 2 2 0,0-4 7 15,1 3-1-15,2-3 1 0,2 2 6 0,1-2-3 16,2 1 26-16,3-3 2 0,2 0 2 0,7 0-4 15,2 0-17-15,0-16-5 0,9 5-11 0,2-1 3 16,1-2-7-16,7-1-4 0,-2 1 12 0,7-2-6 16,0-1-1-16,-4 0 8 0,5 0-9 0,-2 1 0 15,0-3-5-15,-1 0-9 0,-1 3-3 16,-3-4-4-16,-2 2-3 0,0-2-13 0,-6 0 0 16,-2-1 7-16,0 1 10 0,-4 1 22 0,-1-3 5 15,-4 0-3-15,-1 0 1 0,-2-3-4 0,-1 2 1 16,-2 1 5-16,-1-2 5 0,-3 2-5 0,-1 0 6 15,-2 4-3-15,-3-2 0 0,-5 3 1 0,3-1-7 16,-8 1-7-16,-1-4-9 0,0-1 3 0,0-2 1 16,0-2 10-16,-13 0 3 0,-1-2 3 0,0 1 3 15,1 0 0-15,-2 1-12 0,-2 3 4 0,3 1 3 16,-1 4-1-16,-2-1-3 0,1 2 3 0,-3 4-14 16,1 1-35-16,1 1-90 0,1 1-96 0,-1 0-70 15,2 3-46-15,0 0-81 0,2 3-82 0,1 0 76 16</inkml:trace>
  <inkml:trace contextRef="#ctx0" brushRef="#br0" timeOffset="-39140.82">-1390 8289 2092 0,'3'5'35'0,"0"-1"20"0,0 3 20 16,-3-4 9-16,0 2-37 0,0 2 12 15,0-1-11-15,0 3 7 0,0 1 6 0,0-1-21 16,0 4 23-16,-12 0 14 0,12 2 20 0,-6-2 4 16,6 1-21-16,-8-3-23 15,8-1-20-15,-6-1-16 16,6-5-19-16,0 0-3 0,0 0-3 0,0-4 4 0,0 0 3 0,0 0-1 0,0 0-4 0,0 0 1 16,0 0 9-16,0-12-9 0,15 5-1 0,-4-2-5 15,3-1-19-15,-2 1 14 0,1-2 3 0,4 0 1 16,0-4 7-16,3 0-4 0,-1-4 1 15,6-3 3-15,0-4 5 0,7-3-10 0,-1-5 2 0,5-2-17 16,1-2-14-16,-1 0-12 0,3-1-13 16,-2 3-16-16,2 0 8 0,-1 5 0 0,-1 3-11 15,-2 2 1-15,-3 6-16 0,-5 5 13 0,-4 1 11 16,-3 2 31-16,-2 6 21 0,-8 2 4 0,-2 4 6 16,-5 0 8-16,-3 0 0 0,0 0-12 0,0 0-1 15,-9 15-12-15,-5-2-79 0,-2 4 15 0,-7 2 1 16,-3 5 1-16,-4 6 93 0,-7 5 8 0,-2 2 37 15,-5 3 35-15,-2 2 10 0,3-1 3 0,-2-3-17 16,1-2 3-16,1-4-8 0,7-2-5 0,-1-4-10 16,4-3-22-16,3-1 6 0,1-3 6 15,6-3 4-15,3-3 4 0,4-1-12 0,-1-3 1 16,6-2-15-16,2-3-21 0,3 0-3 0,3-4-17 0,3 0 4 16,0 0 3-16,0 0-4 0,18-13 3 15,-1 0 7-15,3-2 3 0,4-5 2 0,5-5-4 16,4-3-7-16,7-7 3 0,4-4-3 0,4-2-5 15,4-6-17-15,0 1-54 0,4-1-4 0,0 1-25 16,-1 1-22-16,-2 2 50 0,0 4 3 0,-7 4 26 16,-1 5 49-16,-4 2-1 0,-6 4-9 0,-8 6 1 15,-1 4-15-15,-8 5 4 0,-5 9 14 0,-13 0 5 16,0 0 17-16,0 15-14 0,-17 2 13 0,-3 3 15 16,-3 4-17-16,-1 0 32 0,-8 3-21 0,-4 4-50 15,-1 1 29-15,-5 4-19 0,-2 3 18 0,-5 3 45 16,1 2 6-16,0 1-2 0,0-1-2 15,1 0 6-15,6-3-10 0,0-4-4 0,4-5-8 16,4-1-19-16,7-6-13 0,5-3-2 0,3-7 3 16,4 1-1-16,6-8-4 0,2-1 4 0,6-7-4 15,0 0 9-15,0 0-2 0,20 0 3 0,3-18 2 16,1-6 1-16,8-6-6 0,4-6-2 0,13-9-5 16,4-6-15-16,8-7-18 0,4-2 5 0,5-3-70 15,5 1 14-15,-1 0 25 0,0 2-2 0,-2 6 68 16,-5 4-22-16,-7 5-16 0,-4 9-26 15,-8 4-20-15,-12 12 15 0,-9 3 13 0,-7 17 29 16,-20 0 30-16,0 0-4 0,0 21 5 0,-18 6-5 16,-8 4 83-16,-7 6-35 0,-7 3 29 0,-5 5 35 15,-6 1-72-15,-3 2 69 0,-4 2-25 0,-3-4-26 16,2 1-13-16,1-1-1 0,2-2 17 0,3-6 18 16,3-2 10-16,7-7-5 0,7-4-21 0,9-6-27 15,7-8-19-15,8-4-19 0,12-7-4 0,0 0 2 16,10-15 2-16,10-1-9 0,4-7 0 0,11-3-6 15,5-7 0-15,5 1 7 0,7-5 0 0,3-4 20 16,2 2-5-16,1-4-8 0,1 1-2 0,1 0-27 16,-1 1-13-16,-5 1-23 0,-2 4-33 15,-6 4-37-15,-7 4-7 0,-4 1 10 0,-8 9 26 0,-7 6 52 16,-6 4 26-16,-7 1 13 0,0 7 2 16,-7 0-38-16,0 0-55 0,0 0-79 0,-11 15-149 15,-3-3-238-15,-2 3 42 0,-3-1 84 0</inkml:trace>
  <inkml:trace contextRef="#ctx0" brushRef="#br0" timeOffset="-34522.46">-1074 9296 2084 0,'-6'0'19'16,"0"0"19"-16,1 0 8 0,-3 12 12 0,4-12-17 16,-2 0-10-16,1 8-2 0,-1-8-4 0,3 4 7 15,0-4-5-15,0 0-4 0,3 0-1 0,-1 0-14 16,1 0-5-16,0 0-1 0,0 0-1 0,0 0 0 16,0 0 2-16,0 0-2 0,0 0-3 0,0 0 3 15,0 0-1-15,0 0 3 0,0 0 3 16,0 0 7-16,0 0 11 0,0 0 8 0,0 0 0 0,0 0 8 15,0 0-6-15,0 0-5 0,0 0 4 16,0 0-14-16,0 0 2 0,0 0-8 0,0 0-6 16,0 0 12-16,0 0-6 0,0 0 3 0,0 0 0 15,0 0-5-15,0 0 3 0,0 0 0 0,0 0-6 16,0 0 1-16,0 0-4 0,0 0 4 0,0 0-1 16,0 0-5-16,0 0-3 0,0 0 0 0,0 0 1 15,0 0-1-15,0 0 3 0,0 0 0 0,0 0 2 16,0 0-2-16,0 0 8 0,0 0-2 0,0 0 0 15,0 0 6-15,0 0-2 0,0 0-4 0,0 0 4 16,0 0-5-16,0 0-4 0,0 0 8 0,0 0-9 16,0 0 6-16,0 0-1 0,0 0-4 0,0 0 12 15,0 0-11-15,0 0 2 0,0 0 0 0,0 0-5 16,0 0 11-16,0 0-6 0,0 0 0 0,0 0-3 16,0 0-2-16,0 0 6 0,0 0 2 15,0 0 1-15,0 0 2 0,0 0-8 0,0 0 5 16,0 0-5-16,0 0-6 0,0 0 10 0,0 0-10 15,0 0-4-15,0 0 6 0,0 0-2 0,0 0 3 16,0 0 1-16,0 0 4 0,0 0-2 0,0 0-4 16,0 0 3-16,0 0-11 0,0 0 4 0,0 0-12 15,0 0-14-15,0 0-19 0,0 0-23 0,0 0-16 16,0 0-8-16,0 0-24 0,0 0-67 0,0 0-88 16,0 0-146-16,0-15-204 0,-13 1 73 0,7 3 119 15</inkml:trace>
</inkml:ink>
</file>

<file path=ppt/ink/ink27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6:57.028"/>
    </inkml:context>
    <inkml:brush xml:id="br0">
      <inkml:brushProperty name="width" value="0.05833" units="cm"/>
      <inkml:brushProperty name="height" value="0.05833" units="cm"/>
      <inkml:brushProperty name="fitToCurve" value="1"/>
    </inkml:brush>
  </inkml:definitions>
  <inkml:trace contextRef="#ctx0" brushRef="#br0">-8367 9493 2384 0,'-3'0'47'16,"0"0"41"-16,-3 0 32 0,1 0 23 0,2 0-22 15,0 0-18-15,-1 0-14 0,2 0-6 0,1 0-11 16,-1 0-16-16,2 0-18 0,0 0-18 0,0 0-13 15,0 0-9-15,0 0-2 0,0 0-2 0,0 0 1 16,0 0-2-16,0 0 1 0,0 0 2 0,0 0-1 16,0 0 7-16,9 0 14 0,-1 0 12 15,1 0 12-15,3 0 0 0,5-10-4 0,7-1-8 16,8-1-12-16,7-5 1 0,10-4-4 0,9-2-13 16,7-4 6-16,9-5 0 0,5 0-6 0,6-3 5 15,2 0 1-15,1-2-7 0,0 3 8 0,-4-1-3 16,-4 3-3-16,-5 4 0 0,-9 2-2 0,-5 4 2 15,-9 3 5-15,-8 3 0 0,-11 5 1 0,-7 1 6 16,-8 4 2-16,-7 2 4 0,-11 3-13 0,0 0-4 16,0 1-14-16,-18 0 1 0,-5 0 10 0,-7 12-1 15,-7 3 2-15,-7 0-2 0,-6 4 3 0,-6 2-7 16,-5 1 4-16,-3 0 5 0,-1 2-12 0,-3 0 8 16,2-1 3-16,-2 3-10 0,0-2 8 0,1-1-1 15,0 0-7-15,3 3 4 0,2-2 5 0,3-1 0 16,4-1 4-16,5-4-2 0,7-2-4 15,5-3-1-15,7 1 2 0,5-4 3 0,9-6-1 16,3 1-3-16,7-2 0 0,2-2-5 0,2-1-7 16,3 0 4-16,0 0 0 0,0 0 8 0,14 0 9 15,3 0 0-15,5-12-3 0,7-2-3 0,8 0-2 16,8-1 4-16,11-5-3 0,7-4 6 0,6-3 5 16,6 2-5-16,1-5 3 0,1 4-9 0,-1-2-5 15,-1 2 6-15,-9 1-5 0,-3 3 2 0,-12 2 9 16,-5 5-11-16,-11 2 5 0,-8 2 6 15,-7 4-14-15,-6 3 11 0,-14 4-6 0,0 0-5 16,0 0 1-16,-17 0-1 0,-7 15 8 0,-7-1 0 16,-4 3 4-16,-9 1-6 0,-6 0-1 0,-6 2-1 15,-3-1-6-15,-4 2 3 0,0 1 6 0,-3 0-7 16,3-3 5-16,-1 5-4 0,3-2-3 0,0 0 2 16,4 1 4-16,2-2 5 0,5-1-2 0,3-5 2 15,4 2 2-15,8-3 1 0,6-4-5 0,7-1 3 16,5-2-13-16,6-5-4 0,5 2 3 0,2-4-5 15,4 0 13-15,0 0 6 0,0 0 0 0,18 0 1 16,5-10-7-16,6 1 7 0,7-5 1 0,11 0 0 16,12-5 4-16,10-2-5 0,10-4 2 0,7-5 8 15,7 3-4-15,2-3-2 0,1 0-6 16,-2 0-9-16,-6 3 1 0,-6 0 0 0,-9 7 9 16,-10 2 1-16,-10 0 2 0,-11 7 0 0,-10 0-2 15,-11 6 3-15,-8 4-10 0,-13 1-2 0,0 0 2 16,-17 0-5-16,-9 11 18 0,-9 3-4 0,-10 2-2 15,-9 0-2-15,-8 1-9 0,-6 2 0 0,-7-1-1 16,1 2 2-16,-4-1-1 0,3 1 3 0,0-3 1 16,2 3 1-16,5-3 6 0,4 0 8 0,6-1 14 15,5-1 14-15,11-5 3 0,5-1-15 0,8-2-12 16,8-3-18-16,7-1-9 0,5-3 4 0,9 0 0 16,0 0 2-16,0 0 0 0,0 0-1 15,11 0 8-15,6 0-2 0,4-11 4 0,3-1 5 0,8-2-11 16,9-2 9-16,9 1-2 0,6-6-6 15,7 1-42-15,4-1-88 0,-2 1-106 0,5 3-100 16,-6 1-62-16,-7-1-59 0,-5 8-184 0,-7-1 18 16,-7 3 108-16</inkml:trace>
  <inkml:trace contextRef="#ctx0" brushRef="#br0" timeOffset="886.51">-7395 8827 2144 0,'-14'-7'39'0,"1"-1"52"0,-3 1 38 15,1 1 36-15,0 1-3 0,0-3-13 0,-2 6-10 16,-1 0-3-16,1-2-10 0,-1 4-27 0,1-1-7 15,-2 1-21-15,2 0-5 0,-1 0-3 0,2 0-8 16,4 0-6-16,0 0-22 0,5 0-3 0,-1 0-16 16,2 0-14-16,3 0 4 0,1 0-5 0,2 0 2 15,0 0 8-15,0 0-1 0,0 0-9 16,0 0 6-16,0 0-4 0,0 0-2 0,0 0 8 16,0 0-3-16,0 6 0 0,0-6 2 0,0 0 1 15,0 0-5-15,0 0 0 0,0 0 2 0,0 0 5 16,0 0-4-16,0 0 2 0,0 0 4 0,0 0-7 15,0 0 5-15,0 0 1 0,0 0-7 0,0 0 2 16,9 0-3-16,-9 0 1 0,0 0 3 0,8 0-2 16,-2 0 7-16,0 0-2 0,2 0-4 0,1 0 6 15,1 0-3-15,7 10 8 16,1-10 0-16,7 0-4 0,5 7 2 0,5-7-7 0,4 0 1 0,7 6-2 16,1-6-2-16,6 0 3 0,0 5-1 0,-1-5 2 15,0 4 0-15,-4 0-1 0,-2 0 0 0,-7 1-1 16,-4 0-8-16,-7 1-2 0,-3-3 1 15,-5 3-1-15,-6 2 12 0,-7 0 1 0,-2 2 1 16,-5 2 5-16,0 4-7 0,-15 4 2 0,-5 7 4 16,-3 3-1-16,-4 3 4 0,-5-1-2 0,-1 3-4 15,-2-3-3-15,1-1 1 0,2-2-8 0,5-1-1 16,4-6-1-16,2 0 4 0,4-3 4 0,4-2 2 16,1-4 3-16,2 0-9 0,4-4 4 0,3-3-6 15,0 0-1-15,2 1 3 0,-1-4-3 16,2 1 9-16,0-2 0 0,0 0 3 0,0-1 3 0,0 0-7 15,0 1 3-15,0-2-3 0,0 0 2 16,0 0 3-16,0 0 0 0,0 0-5 0,0 0 4 0,0 0-5 16,0 0-7-16,0 0 11 0,0 0-2 15,0 0-1-15,0 0 9 0,0 0-10 0,0 0 1 16,0 0-1-16,0 0-2 0,0 0 0 0,0 0-6 16,0 0 8-16,0 0-8 0,0 0 5 0,0 0 3 15,0 0-10-15,0 0 9 0,0 0-2 0,0 0 0 16,0 0 5-16,0 0 2 0,0 0-9 0,0 0 9 15,0 0-4-15,0 0-4 0,0 0 8 16,0 0-7-16,0 0 1 0,0 0 4 0,0 0-1 0,0 0 3 16,0 0 12-16,0 0 11 0,0 0 11 0,0 0 13 15,0 0-8-15,0 0-5 0,0 0-4 0,0 0-18 16,0 0-2-16,0 0 3 0,0 0-11 16,0 0-2-16,0 0 3 0,-6 0-7 0,6 0-1 15,0 0 5-15,0 0-8 0,-4 0-5 0,4 0-9 16,0 0-18-16,0 0-32 0,0 0-32 0,0 0-33 15,0 0-50-15,0 0-61 0,0 0-53 0,0 0-58 16,0 0-44-16,0 0 6 0,0 0-174 0,7 0 11 16,2 0 112-1</inkml:trace>
</inkml:ink>
</file>

<file path=ppt/ink/ink27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8:35.167"/>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-887 80 2177 0,'-13'-16'33'15,"1"4"39"-15,3-2 32 0,-5 3 30 0,7 3 10 16,-2 4 8-16,0-1 7 0,1 1 7 0,2 3-14 15,0 0-39-15,1 1-35 0,-1 0-32 0,3 0-29 16,3 0-14-16,-3 0-6 0,3 0-10 0,0 0 8 16,0 0-4-16,0 0 2 0,0 0 4 0,0 0-6 15,0 0 13-15,0 0 1 0,0 6 4 0,9-6 10 16,0 0 4-16,2 7 12 0,3-1-4 0,5-3-15 16,1-2-4-16,3 2-19 0,1-1 1 15,5 0 8-15,6 0-4 0,2 0 8 0,4-2 3 16,1 0-9-16,5 0 0 0,6 1 5 0,5 3-11 15,1-4 6-15,5 2 8 0,4 0-9 0,-1 0 9 16,5 1 2-16,-4-3-12 0,0 2 5 0,-1-2-11 16,-3 0-1-16,0 0 15 0,-4 0-6 0,1 0 0 15,-3 0 1-15,0 0-8 0,-4 0 8 0,1 0 3 16,-2 0 0-16,0 0-4 0,2 0 0 0,-3 0 4 16,-1 0-4-16,-1 0 1 0,0 0-1 0,-1 10 0 15,-3-10-5-15,-4 5 10 0,-1-5-6 0,-1 6-1 16,-1-6 3-16,-3 6-10 0,1-6 9 15,-2 0 8-15,-3 0-8 0,0 0 4 0,0 0 1 16,-4 0-11-16,3 0 9 0,-7 0-1 0,0 0-3 16,-2 0 3-16,-3 0 5 0,0 0-1 0,0 0-4 15,-2 0 2-15,1 0-12 0,2 0 17 0,-3 0-14 16,2-8 3-16,3 8 4 0,-3-9-6 0,3 5 9 16,-1 4-2-16,0-8 1 0,2 3-13 0,0 1-2 15,1 0 5-15,-1 1 9 0,0-1 1 0,-1 0 5 16,1 2-7-16,0-1-8 0,0-1 5 0,1 0 3 15,0 2 3-15,1-1-3 0,-1 1 3 16,0 0-6-16,2 0-7 0,-3-3 7 0,-3 4-6 0,-2-2 5 16,0-1 3-16,-3 2 2 0,0 0 0 15,-2 2-1-15,-1-3 3 0,-3 1-5 0,0 1 6 16,-1-2-10-16,-2 3 2 0,0-2 7 0,-2 2-2 16,1 0 2-16,-2 0 0 0,0-3-5 0,-3 3 1 15,3 0 8-15,-3 0 4 0,1 0 6 0,-1 0 6 16,0-2-2-16,0 2-4 0,0 0-5 0,2 0 3 15,0 0 3-15,-2 0-12 0,0 0 8 0,0 0-8 16,1 0-8-16,1 0 3 0,-1 0-5 0,1 0 2 16,-2 0 5-16,0 0-2 0,3 0 3 0,-3 0-5 15,1 0-2-15,2 0 4 0,-1 0-16 0,1 0 13 16,1 0-6-16,-1 0 18 0,0-8-6 16,2 8 0-16,1 0 1 0,-1-5-15 0,1-1 2 15,1 6 1-15,1-6 1 0,1 1 8 0,0 3 12 16,2-4-18-16,-1 1 3 0,2 1-8 0,2 2-2 15,0-3 13-15,-1 1-10 0,4 2 10 0,-3-1-2 16,1 2-4-16,-1-1 10 0,-1-3-4 0,-2 3 2 16,0 2-5-16,-2-2-1 0,-3 0-2 0,1 2-11 15,-2 0 6-15,-2 0 10 0,2 0-1 0,-2 0 9 16,-2 0-5-16,2 0-14 0,-1 0 7 0,1 0-1 16,-2 0-4-16,-1 0 11 0,3 0 7 0,-3 0 4 15,0 0 12-15,0 0 11 0,0 0-8 0,0 0 8 16,0 0 11-16,0 0 5 0,0 0 11 15,0 0 10-15,0 0 2 0,0 0-3 0,0 0-3 16,0 0 5-16,0 0-9 0,0 0-12 0,0 0-6 16,0 0-32-16,0 0-13 0,0 0-5 0,0 0-4 15,0 0-5-15,0 0-12 0,0 0 0 0,0 0-5 16,0 0 5-16,0 0 8 0,0 0 4 0,0 0 5 16,0 11 3-16,0-3 5 0,0 2 0 0,0 2-9 15,0 4 13-15,0 0-2 0,0 4-11 0,0 3 4 16,0-1-12-16,0 0 7 0,0 4 8 0,0-2-1 15,0 3 8-15,0-1-12 0,0 4 4 0,0-1 3 16,6 1-3-16,-1 3-6 0,-2 0 0 16,1 0 8-16,-2-1-11 0,3 0 11 0,-2 1 0 15,1 0-3-15,1-3-2 0,-2 0-5 0,0-3 0 16,0 0-20-16,-2-2 27 0,2-6 5 0,0-2-8 16,-1-2 15-16,-2-3-19 0,1-4 0 0,-1 0 15 15,0-1 2-15,0-3-1 0,0 0 9 0,0 1-9 16,0-3-5-16,0 2-3 0,0-3-7 0,0 0-2 15,0 2 8-15,0-2 3 0,0 0 1 0,0-1 5 16,0 0-4-16,0 0-4 0,0 0 4 0,0 0-5 16,0 0 1-16,0 0 3 0,0 0 1 0,0 0-2 15,0 0 10-15,0 0 0 0,0 0-4 0,0 0-9 16,0 0-8-16,0 0 4 0,0 0-5 0,0 0 13 16,0 0 0-16,0 0-4 0,0 0 3 15,0 0-11-15,0 0 4 0,0 0 0 0,0 0 4 16,0 0 0-16,0 0 4 0,0 0 0 0,0 0-8 15,0 0 4-15,0 0-13 0,0 0-3 0,0 0 12 16,0 0 8-16,0 0-8 0,0 0 11 0,0 0-15 16,0 0 3-16,0 0 1 0,0 0-7 0,0 0 10 15,0 11-6-15,0-3 12 0,0 2-5 0,0 0-2 16,0 0-1-16,0 1 3 0,0 0 4 0,0 0 9 16,0 0 12-16,8 1-23 0,-8-3 3 0,6 0-8 15,-6 2-10-15,0-5 22 0,0 2-9 0,0-2 4 16,0-1-4-16,5-2 4 0,-5-1 9 0,0-1-3 15,0 0-1-15,0 1 0 0,0-1 4 16,0-1-5-16,0 0 5 0,0 0-13 0,0 0 10 16,0 0 22-16,0 0 8 0,0 0 13 0,0 0-12 15,0 0-7-15,0 0-24 0,0 0 5 0,-9 0-15 16,1 0 0-16,-3 0 0 0,1 0-11 0,-4 0 7 16,-6 0-7-16,-2 10 16 0,-4-1 0 0,-6-3 4 15,-3 2 18-15,-6 0-32 0,-5 0 5 0,-2-1-9 16,-8 1-13-16,-2-1 17 0,-6 0 5 0,-4 1 9 15,-5-2-14-15,-3 0 10 0,-3 2-19 16,3-4 14-16,-2 4 11 0,1-3 0 0,3-4 8 0,2 5-13 16,4-4 0-16,1-1-12 0,0 3 6 15,2-3-6-15,-3 1-5 0,-2-1 17 0,-2-1 4 0,1 0 2 16,-2 0-6-16,-3 0-12 0,2 0-5 16,1 0 0-16,-2 0 11 0,6-10 6 0,-3 10-1 15,5-8 1-15,-1 8 0 0,1-9 61 0,-1 1-5 16,4 1 6-16,3 1-5 0,-2 1-43 0,3 0 8 15,4-1 18-15,3 0 25 0,1 0-14 0,5-1-1 16,0 3-18-16,2-1-13 0,8 0 12 0,1 0 9 16,2-1 4-16,2 1-11 0,4 1-13 0,3 1-18 15,2 1-4-15,4 0-4 16,-1-2-6-16,6 4 6 0,1-3-7 0,0 3-2 0,3 0 7 16,-1 0-11-16,-1 0 5 0,6 0 6 0,-5 0-4 15,5 0-1-15,-1 0 7 0,-2 0-4 0,4 0 0 16,-1 0 2-16,0 0 5 0,1 9-16 0,1-9-24 15,1 0-25-15,-5 0-96 0,5 5-82 0,0-5-70 16,-1 6-39-16,-3-6 5 0,7 4-20 0,-3 3-64 16,0-3-52-16,3 1-58 0,0 3-273 0,0 0 125 15,0 1 124-15</inkml:trace>
</inkml:ink>
</file>

<file path=ppt/ink/ink28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8:38.504"/>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544 0 2065 0,'-21'12'12'16,"-2"-4"-6"-16,2 1 8 0,0-1 0 0,2-2 10 15,0-1 37-15,0-1 21 0,3 2 21 0,-1-4 4 16,3 4-19-16,4-6-10 0,-2 3-16 0,2 1-19 15,3-3-14-15,-4 4-13 0,-1-2-7 0,3-1-7 16,-5 2 2-16,-2 1-6 0,-4-1 2 0,-1 2 2 16,-2 1-2-16,-2-1 5 0,1 0 18 0,1 2 10 15,-1-4 15-15,3 1 20 0,3-2-3 0,2 3 3 16,3-6-2-16,4 0-20 0,1 3-8 16,2-3-3-16,4 0-15 0,1 0 7 0,1 0-12 15,0 0-3-15,0 0 5 0,0 0-13 0,0 0 4 16,0 0-9-16,14 0 5 0,-2 0 15 0,1 0-2 15,1 0 10-15,3 0 1 0,4 0-1 0,3 0 16 16,7 0 4-16,1 0-3 0,10 0-1 0,4 0-17 16,5 0 3-16,7 0-13 0,4 0-3 0,8 0 4 15,3 0-2-15,6 0 4 0,3 0 7 0,2 0 4 16,4 0-3-16,4 0 1 0,1 0-11 0,1 0-13 16,0 10-1-16,2-10-3 0,0 7 0 0,1-7 5 15,-3 0-2-15,0 7-12 0,-1-7 8 0,-2 0-1 16,-3 0 4-16,2 0 14 0,-4 0-7 0,-2 0 3 15,-1 0-7-15,-2 0-5 0,-7-10 3 16,-2 10 3-16,-7 0-5 0,-3-7 13 0,-4 7-4 16,-7-7 0-16,-3 7 27 0,-7-4-21 0,0 4 1 15,-8-5-10-15,0 2-13 0,-2 0 16 0,-7 1 3 16,2-1 15-16,-5 0-7 0,-1 2 10 0,-5-4-11 16,-1 4-6-16,-4-3 3 0,-1 3-11 0,-1-1 3 15,-2 1-3-15,-1 1-7 0,-1 0 8 0,1 0 1 16,-1 0-3-16,4 0-1 0,-2 0-6 0,2 0 1 15,1 0 2-15,-2 0 5 0,4 0 2 16,0 0-2-16,-1 0 5 0,2 0 12 0,-1 0 21 0,-2 0 19 16,2 0 32-16,-2 0 37 0,-3 0 48 15,-2 0 59-15,3 0 35 0,-6 0 7 0,1 0-26 16,-1 0-34-16,-1 0-40 0,0 0-24 0,0 0-25 16,0 0-32-16,0 0-29 0,0 0-24 0,0 0-26 15,0 0-6-15,0 0-10 0,0-6-20 0,0 6-49 16,0-6-142-16,-9 0-310 0,1 0-193 0,2-3-186 15,-3-2-165-15,-1 0-151 0,-6-4 209 0</inkml:trace>
</inkml:ink>
</file>

<file path=ppt/ink/ink28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8:37.067"/>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419 1496 2858 0,'-28'11'24'0,"2"-2"13"0,1-2 23 16,3-1 37-16,6-1 2 0,1 0 19 0,5-3-3 16,0-2-14-16,4 2-14 0,1-2-6 0,4 1-10 15,-1 0-7-15,2 3-1 0,0-4-7 0,0 0-11 16,0 0-8-16,0 0-4 0,14 0-11 0,2 0 23 15,3 0-2-15,2 0-7 0,12 0-8 0,5 0-15 16,9 0-6-16,10 0-4 0,6 0-2 16,7 0-10-16,6-13 4 0,2 4 4 0,2 9 6 15,-2-11-1-15,-1 2-5 0,-3 9 0 0,-5-8-3 16,-4 8 4-16,-6-6 1 0,-6 6 4 0,-4-5-4 16,-5 1-3-16,-4 4 8 0,-5 0-11 0,-7 0-2 15,-3 0 16-15,-4 0 4 0,-6 0 30 0,-4 0 22 16,-4 0 29-16,-4 0 9 0,0 0 11 0,-3 0 24 15,0 0-22-15,0 0 4 0,0 0-26 0,0 0-49 16,0 0-27-16,0 0-47 0,0 0-70 0,-10 0-64 16,-1 0-66-16,-1-8-25 0,-2 8 22 0,-4-9 4 15,-2 2-41-15,-2 0-62 0,-7 1-53 0,-3 0-83 16,-3 0-285-16,-2 0 65 0,-4-1 96 16</inkml:trace>
</inkml:ink>
</file>

<file path=ppt/ink/ink28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8:36.316"/>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-215 1259 2498 0,'0'-5'44'0,"0"-1"44"0,0 3 55 16,0-2 47-16,0 1 15 0,0 2 9 0,0-2-25 16,-10 1-17-16,10-2-51 0,-11 4-30 0,2-3-4 15,1 1-11-15,2 1 12 0,0 0-4 16,0 0-20-16,2 1-25 0,-1 1-19 0,0 0-32 15,2 0-6-15,2 0 7 0,-1 0 7 0,1 16 36 16,-1 1 28-16,-1 10 20 0,3 6 31 0,-1 8 1 16,1 9-16-16,0 11-7 0,0 5-27 0,0 8-12 15,0 2-6-15,10 2-21 0,-10-3-6 0,13 1-7 16,-6-4 5-16,1-3 32 0,-1-4 24 0,-7-3 5 16,8-4-15-16,-2-2-12 0,0-2-37 0,-4-4-26 15,-2-4 21-15,3-5-18 0,-3-6 18 0,3-5 23 16,-3-4-49-16,0-5 25 0,0-5 5 15,0-4-2-15,0-3 47 0,0-3-7 0,0-1-27 16,0-5 1-16,0 0-5 0,0 0-1 0,0 0 13 16,0 0-70-16,0 0-122 0,0-11-134 0,0 0-107 15,0-2-11-15,0-4-11 0,0-5-38 16,0-4-67-16,0-6-275 0,0-3-36 0,0-3 160 16</inkml:trace>
  <inkml:trace contextRef="#ctx0" brushRef="#br0" timeOffset="404.28">-113 1541 3696 0,'-20'0'-7'0,"1"0"0"0,-1 0 45 15,0 0 24-15,3 0 33 0,1 0 32 0,2 0-13 16,0 0 28-16,2 0 8 0,6-9-12 0,0 9-18 15,3 0-52-15,3 0-30 0,0 0-29 0,0 0-19 16,0 0-4-16,0 0-4 0,0 0 5 0,0 0 14 16,11 0-1-16,2 0 1 0,4 0 5 0,6 0-22 15,4-11 12-15,7 11 5 0,5-10-1 0,8 10 14 16,2-12-4-16,2 1-4 0,7 1-5 0,3-1 5 16,3 3-5-16,5-4-8 0,6 1 4 15,2 0-4-15,5 0-2 0,2-1-4 0,4 1-9 16,-3 1-32-16,-1 3-19 0,-2-2 5 0,-7 3 6 15,-2 1 27-15,-9 1 24 0,-6 2 4 0,-8 2 2 16,-4-1 0-16,-10 1-18 0,-3 0-2 0,-7 0 4 16,-6 0 2-16,-6 0 16 0,-4 0 4 0,-5-1-3 15,-5 1-25-15,0 0-32 0,0 0-34 0,0 0-53 16,-14 0-38-16,0 0-45 0,-4 0-51 0,-1 0-13 16,-9 0-14-16,-1 0 0 0,-6 0-30 0,-3 0-161 15,-1 0-54-15,-4 0 73 0</inkml:trace>
  <inkml:trace contextRef="#ctx0" brushRef="#br0" timeOffset="173342.84">-294 1439 2258 0,'-13'-13'19'16,"2"0"22"-16,0 1 42 0,2 1 35 0,3 4 13 16,-1 0 16-16,1 1-8 0,-1-1-17 0,4 4-24 15,3 0-39-15,0 1-38 0,0 0-20 0,0 2-7 16,0 0-4-16,0 0 11 0,0 0 4 0,14 0 4 15,1 10 6-15,7-10-5 0,2 13 3 0,8-4-4 16,4 1 2-16,7 0-2 0,10 0-4 0,5-2 0 16,5 1-2-1,9-2 3-15,5-1-3 0,7-2 0 0,2-4 6 0,7 0-3 0,3 0 1 0,1 0 9 16,-1 0-19-16,1-11-2 0,-6 11 0 0,-3-12-9 16,-6 3 14-16,-5 9 4 0,-7-7-2 15,-7 7-3-15,-4 0 2 0,-8-5 8 0,-4 5-10 16,-4 0 4-16,-5 0-4 0,-8 0-11 0,-4 0 22 15,-5 0-13-15,-2 0 6 0,-7 0-3 0,-5 0-12 16,2 0 9-16,-5 0-3 0,-3 0 7 0,2 0 0 16,-3 0 3-16,2 0 3 0,-1 0-5 0,1 0 0 15,-1 0-5-15,2 0-1 0,-1 0-4 0,1 0 3 16,1 0 8-16,-1 0-4 0,3 0 7 16,0 0-7-16,1 0 0 0,-1 0 1 0,1 0-3 0,1 0 9 15,1 0-7-15,0 0 5 0,0 0-2 0,0 0-4 16,0 0 5-16,2 0-7 0,1 0 11 0,0 0 3 15,2 0-5-15,1 0-4 0,0 0-12 16,1 0 6-16,0 0 1 0,-1 0 0 0,-2 0 9 16,-3 0-17-16,-1 0 9 0,-3 0 4 0,0 0-2 15,-1 0 8-15,-3 0-8 0,1 0 19 0,-2 0 33 16,-1 0 34-16,0 0 25 0,0 0 6 0,0 0-18 16,0 0-22-16,0 0-11 0,0 0-18 0,0 0-14 15,0 0-4-15,0 0-20 0,0 0 5 0,0 0-8 16,0 0-6-16,0 0-6 0,0 0-10 0,0 0 11 15,0 0-2-15,0 11 16 0,0 2-8 0,0 5-2 16,0 6-4-16,0 5 3 0,0 6 9 16,9 3-5-16,-1 3 1 0,2 6-6 0,0 0 9 0,2 2-6 15,0 3 4-15,2 1 2 0,-1 0-13 16,1 2 11-16,-2-1-4 0,2 0 0 0,-4-4-6 16,1 0 8-16,1-3 1 0,-3-3-6 0,0-6 17 15,0-1-16-15,-3-3 1 0,2-4 5 0,-3 0-8 16,-2-6-1-16,0-1 11 0,-3-4 5 0,0-4 21 15,0 0 40-15,0-5 1 0,0-3 6 0,-11-5-5 16,-1 2-28-16,-3-3-9 0,-5-1-9 0,-4 0-5 16,-7 0-17-16,-8 0 5 0,-8 0-8 0,-8 0-6 15,-9-11 11-15,-10 11 3 0,-7 0-2 0,-10 0 3 16,-7 0-2-16,-7 0-24 0,-6 0 16 0,-1 0-2 16,-4 0 1-16,4 0 28 0,1 0 14 15,5 0 16-15,4 0 9 0,8 10 13 0,6-10 50 16,6 9 20-16,7-3 78 0,5-6 7 0,5 7-32 15,6-5-8-15,4-2-78 0,5 0-24 0,7 4-26 16,7-4-21-16,3 0-5 0,7 0-20 0,8 0-14 16,2 0-14-16,6 0-6 0,2 0 1 15,2 0 3-15,3 0-2 0,3 0-3 0,0 0 4 0,0 0-5 16,0 0-5-16,0 0 7 0,0 0-12 0,0 0-5 16,0 0-1-16,0 0-7 0,0 0 3 15,8 0-3-15,-8 0 2 0,0 0-7 0,0 0-17 0,0 0-31 16,0 0-46-16,0 0-72 0,0 0-62 15,0 0-39-15,0 0-7 0,0 0 39 0,0 0 39 0,0 0 18 16,0 0-36-16,12 0-79 0,-3 0-85 16,3 0-112-16,-3 0-273 0,6 0 125 0</inkml:trace>
</inkml:ink>
</file>

<file path=ppt/ink/ink28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0:35.825"/>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475 114 1843 0,'-10'0'26'0,"-3"0"27"0,3 0 13 15,-4 0 32-15,-1 0 7 0,3-11-14 0,-2 11 9 0,0-10 10 16,1 10-25-16,2-5 3 0,-4 5 2 15,4-6-13-15,-1 6 12 0,2 0-5 0,-1 0-27 16,5 0-37-16,-3 0-28 0,7 0-11 0,-1 0-12 16,3 0 11-16,0 0 5 0,0 0 6 0,0 0 12 15,0 0-3-15,11 0 5 0,-2 9-6 0,2-3 5 16,5-6 0-16,1 8-3 0,3-2 4 0,2-3 1 16,7-3-2-16,5 0 3 0,-1 0-9 0,7 0 1 15,5 0 5-15,-1 0-6 0,6 0 8 0,2-9-3 16,-2 9-4-16,0-12 5 0,-1 2-4 0,-4 10 8 15,-1-8-6-15,-4 8 4 0,-4-7-2 16,-4 1-3-16,-7 1 9 0,-3 1-2 0,-3 0 8 0,-6 2 3 16,-5 0 5-16,-1-2 40 0,-7 1 9 15,0 2-7-15,0-2-12 0,0 0-45 0,-15-2-21 16,-2-1 4-16,-7 0-1 0,-5 2 2 0,-10-2 6 16,-7 2 0-16,-7 4 1 0,-5 0-3 0,-2 0-4 15,-6 0 4-15,4 0-1 0,0 10-1 0,1-1 7 16,2-9-5-16,3 13-1 0,3-2 9 0,1-2 11 15,2-1 21-15,3 2 15 0,1-4 3 0,7 1-5 16,2-2-10-16,8 0 9 0,5-4 1 0,4-1 2 16,5 0-8-16,4 3-18 0,2-3-8 15,5 0-17-15,4 0-3 0,0 0-13 0,0 0 5 0,0 0 3 16,0 0-7-16,0 0 11 0,0 0 1 16,7 0-8-16,7 0 19 0,-2 0-8 0,5 0 1 15,3 0 7-15,7 10-12 0,-1-10 6 0,10 0-2 16,-1 0 4-16,6 0 0 0,2 0 1 0,4 0-9 15,-2 0-1-15,7-10 2 0,-5-2-1 0,-4 1 8 16,1 1-2-16,-8 0 3 0,-7 3 3 0,-6 1 6 16,-7 6 0-16,-3-7 19 0,-6 7 0 0,-7-5-3 15,0 2 6-15,0 0-30 0,-13-1 3 0,-6 2-9 16,-2-1-10-16,-6 0 4 0,-8 2-3 0,-2 1-2 16,-5 0 18-16,-4 0-11 0,-4 0-4 15,6 11 4-15,-1 0-11 0,5 2 11 0,1-4 7 0,5 2 0 16,5-2-3-16,5-1 1 0,4-8-12 15,7 6 3-15,3-6-2 0,4 5-4 0,3-5 5 16,3 0-3-16,0 4 5 0,0-4 4 0,0 4 5 16,17 0 4-16,-2-2-7 0,5 2 5 0,3-4-3 15,1 3-2-15,9-3 3 0,4 0 5 0,4 0-6 16,6 0-5-16,2-13 5 0,1 3-6 0,-3-1-4 16,0 1 15-16,-5 0-6 0,-4 3-2 0,-7 7 15 15,-4-8-9-15,-10 1 5 0,-5 7 5 0,-3 0 21 16,-9 0 4-16,0 0 10 0,0 0-19 0,0 0-27 15,-17 0-8-15,1 0-10 0,-6 0 19 0,0 0-11 16,-9 0-3-16,1 0 2 0,-7 9-9 0,-1 2 17 16,-3 1 6-16,-1 0-7 0,5 0 2 15,1 4-8-15,4-3-2 0,5 2 3 0,4-2-3 16,3-2-1-16,7-1 2 0,5 1-9 16,2-2 5-16,0-2 3 0,6 0 1 0,0-1 5 0,0-1 2 15,17 0-2-15,2 0 3 0,1 0 2 0,9-3-5 16,6-1 5-16,4-1 4 0,5 0-6 0,6 0 5 15,4-12-1-15,2 0-6 0,3 0 0 16,0-2-1-16,-6 2-2 0,-1 1 7 0,-11 1 4 0,-1 2 2 16,-10 2 6-16,-10 6 11 0,-7-8 8 15,-13 8 1-15,0-5-6 0,0 0-24 0,-15 4-8 0,-8-1-2 16,-9-1 4-16,-6 3 0 0,-7 0-3 16,-5 0-4-16,-5 0 12 0,2 0-2 0,-3 0 3 15,7 14 0-15,2-3-16 0,8-2 4 0,2 1-6 16,11-1 3-16,7-1 4 0,2-2-6 0,9 0 5 15,8 0-2-15,0 4-1 0,0-4 11 0,0 1 7 16,14 0-4-16,3 2 5 0,7-1-13 0,-1-2 7 16,6-2 4-16,4 0-11 0,3-4 13 0,4 0-25 15,9 0-43-15,1 0-61 0,0-11-96 0,3-2-94 16,-4 1-82-16,-1 1-75 0,-1-3-246 0,-4 5 12 16,-4-2 123-16</inkml:trace>
</inkml:ink>
</file>

<file path=ppt/ink/ink28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0:36.713"/>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563 172 2226 0,'-29'0'25'15,"-1"0"40"-15,-2 0 43 0,-2 9 40 0,-1-9 25 16,-1 8 22-16,-2-8 3 0,5 6-14 0,-2-6-16 16,0 0-35-16,0 0-12 0,1 0-7 15,2 0-17-15,5 0-17 0,3 0-18 0,3 0-8 0,2 0-23 16,6 0-2-16,2 0-23 0,3 0-16 16,5 0 17-16,3 0-18 0,0 0 16 0,0 0 3 15,20 0-22-15,6 0 17 0,10 0-3 0,12 0 0 16,12-10 10-16,16-1-15 0,14 1 3 0,10 0 5 15,8-1 0-15,7 1 6 0,1-1-8 0,-1 4-6 16,-2-2-1-16,-4 3 9 0,-4 0 3 0,-8 1-1 16,-9 1-10-16,-6 2-4 0,-11 0-2 0,-10 2-1 15,-11 0 17-15,-10-3 0 0,-13 3-2 0,-12 0 4 16,-15-2-13-16,0 1 8 0,0-1 4 0,-24 0-6 16,-8-1 3-16,-7 0-3 0,-9 2-8 15,-6-1 3-15,-9-1 3 0,-5 3-1 0,-6 0 5 16,-4 0-4-16,-4 0 9 0,-1 0 7 0,-1 0 7 15,-2 0 16-15,2 13 4 0,2-3-13 0,5-10 11 16,5 10 0-16,10-3-13 0,10-7 5 0,10 7-18 16,10-7-28-16,9 0 8 0,10 6-6 0,13-6-5 15,0 0 18-15,0 6-2 0,0-4 8 0,22 0 4 16,9 0-3-16,4-2-3 0,10 0-13 0,8 0 13 16,7 0-7-16,6 0 3 0,7 0 1 0,3-15 6 15,0 1-4-15,-1 2-3 0,-6 1 6 0,-5-2-9 16,-6 5 9-16,-9-1 2 0,-10 3 3 0,-10 6-3 15,-9-7-2-15,-10 1 1 0,-10 6-2 16,0-4-5-16,-20 1 6 0,-7 3-6 0,-6 0-6 16,-10 0 3-16,-5 0 5 0,-9 0 1 0,-5 11 8 15,-5 1 3-15,-3 2-4 0,2-2 7 0,3 4-6 16,1-3-4-16,9-1 0 0,10 0-18 0,7-6-3 16,10 0-2-16,12 1-2 0,16-7 10 0,0 0 15 15,0 0 7-15,13 0 3 0,10 0 0 0,8 0-11 16,10 0-2-16,6-11-3 0,4 1 10 0,10-2-2 15,0 0 5-15,0-2-2 0,-2 1 16 0,-8-1 33 16,-3 1 14-16,-11 2 64 0,-6 2 29 0,-8 3 17 16,-7 1-6-16,-5 0-63 0,-6 5-54 15,-5 0-44-15,0 0-18 0,0 0-69 0,0 0-130 0,0 0-127 16,0 0-90-16,0 0-46 0,0 0-54 16,-13 0-29-16,4 0-56 0,-1 0-272 0,1 15 172 15,-4-3 151-15</inkml:trace>
</inkml:ink>
</file>

<file path=ppt/ink/ink28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8:52.043"/>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1129 310 2111 0,'0'-7'9'16,"0"3"12"-16,0-2 17 0,0 2 21 0,0-1 8 16,0-2 7-16,0 1 0 0,-12 1 9 0,12-3 13 15,-10-1 3-15,4 2 10 0,6-3 0 0,-8 2-5 16,-1-1 5-16,1-2-9 0,2 0-10 0,0 2 15 15,-2-2-15-15,-1 1 6 0,0 1-7 0,-1-1-22 16,-1-1-11-16,-1 2-22 0,1 0 0 0,-2-1-15 16,-1 1 2-16,2 0-1 0,-5-2-5 15,0 1-6-15,1 1-6 0,-3 1 5 0,1-1-19 16,-2 2 4-16,1-1 10 0,-4 2-16 0,0 1 13 16,0-1 10-16,2 6-19 0,1-5 22 0,2 3-6 15,1 1-4-15,1 1 4 0,-1 0-1 0,3 0-2 16,-2 0-10-16,-3 0 3 0,-2 16-14 0,-2-6 7 15,1 4 4-15,-1 0 11 0,-5-2 1 0,6 3-5 16,-1-2 5-16,-1 2-8 0,1 0 3 16,0 2 6-16,0-2-15 0,4 5 1 0,-4-1 3 15,0 5-3-15,3-1 5 0,-1 4 4 0,-2-1-5 16,3 1-1-16,1-1 9 0,-1 3-12 0,0 1 5 16,0-4 2-16,4 2-7 0,-2-2 8 0,2-1 0 15,4-1-5-15,2-1 7 0,-1-3-1 0,3 2-4 16,1-2-1-16,2 0 2 0,1 1-10 0,-1 1 1 15,5 1 12-15,-3 1 5 0,0 2-3 0,3 0 0 16,0 2-14-16,0 2 2 0,0-2 5 0,0 4 5 16,11-3-1-16,-2 2 2 0,3-3-1 0,0 2 3 15,3-4 0-15,5 2-5 0,3-3 11 0,-2 4-13 16,8-5 5-16,0-1-7 0,4 1 6 16,4 1 1-16,2-3 4 0,-2 2 2 0,5-4 3 15,-2-3-6-15,2 0-9 0,-1-2 12 0,-1-2-25 16,2-2 20-16,-2 0 4 0,-1-2 7 0,2-3 15 15,-3-2-7-15,0-4 13 0,3 0 6 0,0 0 6 16,1 0 8-16,1-14 14 0,1-2-21 0,5-3 4 16,-4-4 24-16,2-4 7 0,2-1 47 0,-2-4 65 15,2-1 47-15,-5-4 48 0,-2-4 19 0,-2-1-36 16,-4-5-31-16,-3 2-42 0,-7-7-48 0,-3 1-30 16,-6-3-37-16,-7-2-34 0,-4 1-15 0,-6-3-13 15,0 0-12-15,0 0-11 0,-16-1-1 0,-4 4 1 16,3 2 0-16,-2 4 0 0,-1 3-13 0,-3 4-31 15,3 4-52-15,-2 4-56 0,2 7-75 16,3 2-111-16,-3 3-165 0,4 7-60 0,2 0-50 16,0 6-77-16,-2 5 59 0,0 4-155 0,0 0-109 15,-1 13 218-15</inkml:trace>
</inkml:ink>
</file>

<file path=ppt/ink/ink28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1:27.275"/>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-223-2384 1931 0,'-2'0'30'15,"2"0"32"-15,-3-10 24 0,3 10 26 0,0-9-5 0,0 9-17 16,-1-4-5-16,1 4-6 0,0-5-13 16,0 0-6-16,0 0-6 0,0 3-1 0,0-5-14 15,0 3-6-15,0-5-2 0,11 1-8 0,-1-2 5 16,-2 0 7-16,2-4-8 0,1 2-13 0,0 1-4 15,1 0-15-15,1-2-2 0,0 4 4 0,0 1 1 16,-1 2 0-16,1 0-3 0,-3 3 0 0,1 1 5 16,1 2 2-16,-3 0 5 0,0 0-1 0,0 0 4 15,2 16 1-15,-2-4 0 0,-1 1 3 0,-1 4-12 16,-2 0 3-16,-1 3-3 0,-1 2 5 0,-3 0 5 16,0 2-13-16,0-1 10 0,0 1-11 0,0-3-3 15,0-1 7-15,-12-2-13 0,12-5-4 16,0-3-7-16,0-1 0 0,0-5 2 0,0 1 4 15,0-5 16-15,0 0 5 0,0 0 2 0,12 0 1 16,4-16-8-16,0 3-3 0,4 1-2 0,3-4-5 16,0 1 7-16,1 2 2 0,-1 2 3 0,-1 1 6 15,-2 1 0-15,-3 5-5 0,0-3-1 0,-7 7-4 16,-1 0 1-16,-1 0 5 0,-2 0-1 0,0 0 9 16,-1 0-2-16,-2 11 4 0,-2-1 10 0,-1 3-12 15,0 0 0-15,0 1-3 0,0 5-6 0,0 0 7 16,-15 1-2-16,3 2 1 0,1 0-24 0,-2-4-47 15,2 2-44-15,-3-1-62 0,1-2-47 0,-1-3-42 16,0-3-97-16,1 0-230 0,2-5 26 16,0-6 87-16</inkml:trace>
  <inkml:trace contextRef="#ctx0" brushRef="#br0" timeOffset="-1183.13">-58-2367 2038 0,'0'4'10'0,"0"-4"19"0,0 0 14 0,0 0 13 16,0 0 10-16,0 0 6 0,-10 0 2 0,10 0-2 16,-9 0 2-16,9 0-24 0,-8 0-11 0,8 0-3 15,0 0-18-15,-6 0 3 0,6 0-3 0,0 0-9 16,-4 0-7-16,4 0-5 0,0 0-1 0,0 0 5 15,0 0-4-15,0 0 6 0,0 0-4 0,0 0 1 16,0 0 1-16,0 0-5 0,0 0 3 0,0 0-6 16,0 0 5-16,0 0-3 0,0 0 2 0,0 0 0 15,0 0 3-15,0 0 9 0,0 0-14 0,0 0-19 16,0 0-27-16,0 0-42 0,0 0-23 0,0 0-27 16,0 0-56-16,0 0-86 0,0 0-231 0,0-12 10 15,10 12 80-15</inkml:trace>
  <inkml:trace contextRef="#ctx0" brushRef="#br0" timeOffset="380.67">463-2683 2523 0,'2'-9'37'0,"-2"-2"35"0,0 3 44 16,0 1 54-16,0 2 13 0,0 2 2 0,-11-2-12 15,11 3-32-15,-9 1-36 0,9 1-21 0,-7 0-28 16,7 0-17-16,-10 0-12 0,10 0-18 16,-6 0-5-16,6 9-9 0,-4 0-4 0,-1-1 1 15,2 2 17-15,0 0-13 0,3 5 4 0,0 1 0 16,0 1-14-16,0 2 37 0,0 0-22 15,0 1 4-15,0 2-15 0,12-3-11 0,-3-1 10 0,2-1 4 16,0-2 10-16,1-2-6 0,-1-3 11 0,-2-1-16 16,0-2 4-16,0-3 6 0,0 0-8 0,-1-4 8 15,-2 0 2-15,3 0-3 0,-5 0 22 16,5 0 2-16,-3-16 2 0,4-2-16 16,-1-2-5-16,1-1 7 0,1-3-1 0,-2-2 16 0,0 2-9 15,-1-2 5-15,-2 1-12 0,-5 2 4 0,-1 0-4 0,0 4-21 16,0-1-6-16,0 3-25 0,-13 0-24 15,-1 1-16-15,0 5-36 0,-1 2-60 0,2 3-64 16,-1 1-80-16,0 5-50 0,1 0-57 0,0 0-211 16,3 0 20-16,1 0 101 0</inkml:trace>
  <inkml:trace contextRef="#ctx0" brushRef="#br0" timeOffset="729.93">881-3002 2810 0,'3'-8'37'0,"-3"1"43"0,0 4 48 16,0 3 33-16,0 0-11 0,0 0-23 0,0 0-48 15,-11 0-28-15,11 0-23 0,-10 10-15 0,1 3-6 16,1 0-3-16,-3 5 4 0,2 2 3 0,-1 2 0 16,-1 5-6-16,4 1-3 0,-1 2-5 0,2-2 7 15,1 1-1-15,5 0-3 0,0-2 0 0,0 1-8 16,0-5 1-16,0 1 7 0,14-2-7 0,-2-2 3 15,2-2 6-15,-1-5-9 0,4 0 11 0,-2-7 6 16,2-6 22-16,-2 0 19 0,3 0 21 0,-1-21 20 16,3-3-19-16,-2-4 1 0,5-4-17 15,-3-7-3-15,1-1 13 0,-3-2 6 0,-1 1 4 16,-2 0 11-16,-4 1-13 0,-2 2-33 0,-5 3-19 16,-4 1-35-16,0 3-34 0,0 1-7 0,-15 3-34 15,0 5-24-15,-2 2-20 0,-1 3-42 0,-2 6-35 16,-2 11-69-16,-3 0-56 0,-2 0-67 0,-2 14-57 15,0 5-197-15,-3 7-5 0,0 3 124 0</inkml:trace>
</inkml:ink>
</file>

<file path=ppt/ink/ink28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8:59.545"/>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11 411 2753 0,'0'-17'34'0,"0"-3"18"16,0 3 25-16,0 3 18 0,0 5-31 15,0 0-10-15,-9 4-28 0,9 0-21 0,0 2-17 16,0 3-15-16,0 0 4 0,0 0-5 0,0 0 24 16,0 0 5-16,0 13 1 0,0-4 6 0,12 3-13 15,0 4 0-15,2-3-5 0,2 2 5 0,0 3 7 16,2 1-2-16,2 2 6 0,-1 0-5 0,1-3-7 16,0 4 11-16,-2-4-5 0,0 4 5 0,-1-4 0 15,-2 1-1-15,-1-4 4 0,-2-1-11 0,-3-1 9 16,0-4-6-16,-1-2 0 0,-2-1 14 0,0-3 32 15,-2-2 46-15,-2-1 48 0,1 0 14 0,-1 0-23 16,-2-17-38-16,0 1-32 0,0-6-11 16,0-2 4-16,0 0-3 0,0-1-12 0,0-6-3 15,0 3-9-15,0 0-5 0,0 0 7 0,0 2-10 16,0 0 1-16,0 1 0 0,0 3-4 0,0 4-4 16,0 2-9-16,0 2 4 0,0 5-12 0,0 3-9 15,0 3-5-15,0 2-32 0,0 0-1 0,0 1 27 16,0 0-3-16,0 0 25 0,15 0 3 0,1 16-11 15,3-6 3-15,2 3 0 0,3 2 2 0,1-3 1 16,2 4 1-16,0 1 8 0,2 2-8 0,-3-6-3 16,-3 4 26-16,-1-2-14 0,-2-2 16 15,-2 0-16-15,-4-5-14 0,-3-4 10 0,-2 3 36 16,-3-5 77-16,-2-2 62 0,-4 0 78 0,0 0 44 16,0-13-24-16,0-1-40 0,0-5-49 0,0-2-70 15,0-4-36-15,0-8-20 0,0 1-24 0,0-4-28 16,-9 2 14-16,9 0-16 0,-7 3-9 0,7 1 8 15,-8 6-13-15,8 3 0 0,0 4-50 0,0 4-102 16,0 0-159-16,0 4-110 0,0 5-52 0,0 2-62 16,0-3 2-16,0 1-34 0,0-4-296 0,14 2 105 15,-2 0 154-15</inkml:trace>
  <inkml:trace contextRef="#ctx0" brushRef="#br0" timeOffset="515.04">2028-897 2396 0,'0'-10'35'0,"0"2"36"15,0 0 32-15,-12 3 29 0,12 2-9 0,-11 1 4 16,2 1-11-16,9 1-6 0,-9 0-30 0,9 0-42 16,-9 0-26-16,2 0-22 0,1 0-4 15,2 14 3-15,-1 0 8 0,-1 3-1 0,-1-1 7 16,-1 5 4-16,0 2 14 0,2 2-8 0,-1 8 15 16,1-1-5-16,0 4-13 0,1 0 8 0,1-2-23 15,2 3 4-15,-1-3-3 0,1-1 5 0,2-3 5 16,0 0-9-16,0-6 11 0,0 0-1 0,14-2 0 15,-2-3 6-15,-1-2-20 0,0 0 7 0,1-4 7 16,0-1-4-16,1-2-2 0,1-1-39 0,1-5-27 16,1 0-46-16,3-4-37 0,1 0-45 0,1 0-41 15,2-16-29-15,3-1-53 0,0-3-88 16,-1-4-166-16,3-2 77 0</inkml:trace>
  <inkml:trace contextRef="#ctx0" brushRef="#br0" timeOffset="897.25">1914-463 2878 0,'-9'6'2'15,"1"-2"-7"-15,2-4-7 0,3 4-6 0,3-4 1 16,0 0 7-16,0 0 22 0,0 0 16 0,17 0 6 15,-1 0-2-15,4-15-10 0,4 0-6 0,7 0-12 16,1-5 2-16,3 0-5 0,1-1-11 0,0 1 13 16,2-3 4-16,-3 0-32 0,-1 3-23 15,-2-2-65-15,-3 0-76 0,-2 3-56 0,-4 1-106 16,-2 1-266-16,-1 3 57 0,-4 0 87 0</inkml:trace>
</inkml:ink>
</file>

<file path=ppt/ink/ink28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9:02.940"/>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37 1701 2637 0,'-6'0'50'0,"-2"-9"50"0,4 9 53 0,1 0 37 0,0 0-23 16,0 0-24-16,0 0-24 0,1 0-14 15,-1 0-13-15,2 0-12 0,-1 0-24 0,2 0-11 16,0 0-7-16,0 0-24 0,0 0-7 0,0 0-20 16,0 0-5-16,0 0 1 0,11 0 12 0,2 0 7 15,6-15-3-15,8-2 12 0,11-12-12 0,12-4-4 16,14-11 1-16,15-11 4 0,15-10-8 15,15-10 3-15,19-7-1 0,13-10-5 0,11-2 12 0,11-6-5 16,2 1 6-16,4 5-14 0,1 0-14 16,-5 4-28-16,-4 6-21 0,-9 6-36 0,-9 8-40 15,-8 1-46-15,-13 6-83 0,-12 3-67 0,-11 6-114 16,-14 4-261-16,-15 6 101 0,-14 2 112 0</inkml:trace>
</inkml:ink>
</file>

<file path=ppt/ink/ink28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9:06.095"/>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587 48 2880 0,'6'-6'50'0,"-6"-4"33"16,0 3 35-16,0 1 20 0,0 1-27 0,-14 1 10 15,4 3-46-15,-1-3 3 0,-1 2-18 0,-2 0-54 16,-1 2 2-16,-2 0-21 0,-1 0-7 0,0 0 18 16,-6 0 11-16,-2 0-3 0,-1 15-2 0,-4-2-10 15,1 2-6-15,-1-3 3 0,1 2 8 16,4 1 6-16,2-3 22 0,4 0 3 0,7-5 1 15,0 1-1-15,4-3-12 0,3-5-3 0,3 0-5 16,2 0 2-16,1 0-2 0,0 0 3 0,0 0-6 16,0 0 0-16,0 0 7 0,0 0-17 0,0 0 9 15,0 0 3-15,0 0-9 0,0 0 10 0,0 0-3 16,0 0 10-16,0 0-7 0,0 0 10 0,0 0-1 16,0 0-12-16,0 0 7 0,0 0-9 0,0 0 0 15,0 0-7-15,0 0-5 0,0 0 4 0,0 0-2 16,0 0 7-16,0 0 6 0,0 0-2 0,0 0 1 15,0 0-7-15,0 0 3 0,0 0-6 0,0 0 2 16,0 0 6-16,0 0-9 0,0 0 3 16,0 0 8-16,0 0-17 0,0 0 14 0,0 0 0 15,0 0-4-15,0 0 8 0,0 0-10 0,0 0 5 16,0 0-12-16,0 0 15 0,0 0-6 0,0 0 0 16,0 0 5-16,0 0-10 0,0 0 6 0,0 0 0 15,0 0 2-15,0 0-4 0,0 0 1 0,0 0-5 16,0 0 10-16,0 0-4 0,0 0 1 0,0 0 1 15,0 0-9-15,0 0 8 0,0 0 1 0,0 0-1 16,0 0-1-16,0 0 7 0,0 0-5 0,0 0 0 16,0 0-2-16,0 0 4 0,0 0-4 0,0 0 9 15,0 0-1-15,0 0-6 0,0 0 3 0,0 0-8 16,0 0 7-16,0 0-2 0,0 0-1 0,0 0 7 16,0 0-11-16,0 0-4 0,0 0 12 15,0 0 2-15,0 0 9 0,0 0 6 0,0 0 4 16,0 0-7-16,0 0 19 0,0 0 2 0,0 0 27 15,0 0 17-15,0 0 8 0,0 0 26 0,0 0-13 16,0 0 24-16,0 0 14 0,0 0-7 0,0 0 0 16,0 0-18-16,0-5-19 0,0 5 2 0,0 0-24 15,0 0-7-15,0 0-19 0,0 0-26 0,0 0-1 16,0 0-18-16,0 0 2 0,0 0-6 0,0 0-3 16,0-3 7-16,0 3-9 0,0 0-10 0,0 0 0 15,0 0 0-15,0 0 3 0,0 0 13 0,9 0-1 16,-9 0 3-16,0 0-7 0,0 0-11 0,0 0 15 15,0 0-24-15,0 0 24 0,0 0 8 16,0 0-16-16,0 0 16 0,0 0-22 0,0 0 6 16,0 0-1-16,0 0 15 0,0 0-7 15,0 0-8-15,0 0 8 0,0 0-11 0,0 0 6 0,0 0 8 16,0 0-8-16,0 0-3 0,0 0 10 0,0 0-15 16,0 0 9-16,0 0 4 0,0 0-7 0,0 0 9 15,0 0 7-15,0 0-14 0,0 0 8 0,0 0-5 16,0 0-16-16,0 0 24 0,0 0-9 0,0 0 1 15,0 0 6-15,0 0-13 0,0 0 4 0,0 0-2 16,0 0 7-16,0 0-2 0,0 0 2 16,0 0 9-16,0 0-8 0,0 0 1 0,0 0-6 15,0 0-2-15,0 0-2 0,0 0 4 0,0 0 6 16,0 0-16-16,0 0 10 0,0 0 3 0,0 0-6 16,0 0 13-16,0 0-11 0,0 0 3 0,0 0-4 15,0 0 0-15,0 0 8 0,0 0-5 16,0 0 1-16,0 0 12 0,0 0-22 0,0 0 7 0,0 0 0 15,0 0-7-15,0 0 9 0,0 0 1 0,0 0-2 16,0 0-29-16,0 0-22 0,0 0-35 0,0 0-41 16,0 0 13-16,0 0-8 0,0 0 5 0,0 0 16 15,0 0-5-15,0 0 23 0,0 0 18 0,0 0 25 16,0 0 12-16,0 0 6 0,0 0 6 0,0 0 9 16,0 0 9-16,0 0 9 0,0 0-1 15,0 0-12-15,0 0-5 0,0 0 4 0,0 0 11 16,0 0-6-16,0 0 1 0,0 0-6 0,0 0-1 15,0 0 14-15,0 0-9 0,0 0-2 0,0 0-2 16,0 0-7-16,0 0 21 0,0 0-9 0,0 0 5 16,0 0-5-16,0 0 0 0,0 0-1 0,0 0-3 15,0 0 21-15,0 0-16 0,0 0 22 0,0 0-17 16,0 0-11-16,0 0 5 0,0 0-9 0,0 0 8 16,0 0 11-16,0 0-7 0,0 0-7 0,0 0 8 15,-9 8-21-15,9-8 8 0,-9 9 10 0,-1-3-21 16,4 0 16-16,-1 1 6 0,2-1-5 0,-1-2 12 15,0 1 0-15,3-2-14 0,0 0 10 16,1-2 8-16,-1 1-17 0,3-2 5 0,0 0 7 16,0 0-21-16,0 0 16 0,0 0-12 0,0 0-9 15,0 0 14-15,0 0-1 0,0 0 22 0,0 0-14 16,0 0-4-16,0 0-2 0,0 0-14 0,0 0-3 16,0 0 16-16,0 0 15 0,0 0-2 0,0 0 6 15,0 0-7-15,0 0-29 0,0 0 19 0,0 0-6 16,0 0 0-16,0 0 20 0,0 0-15 0,0 0 14 15,0 0-11-15,0 0 0 0,0 0-5 0,0 0-11 16,0 0 20-16,0 0-8 0,0 0 17 16,0 0-9-16,0 0 1 0,0 0 4 0,0 0-8 15,0 0 17-15,0 0 5 0,0 0-8 0,0 0 0 16,0 0 13-16,0 0-17 0,0 0 4 0,0 0 10 16,0 0-20-16,0 0 5 0,0 0-5 0,0 0-15 15,0 0 1-15,0 0-6 0,0 0-12 0,0 0 17 16,0 0 1-16,0 0-4 0,0 0 17 0,0 0-14 15,0 0 10-15,0 0-8 0,0 0 7 0,0 0-8 16,0 0-4-16,0 0 8 0,0 0 1 0,0 0 5 16,0 0 8-16,0 0 0 0,0 0-9 0,0 0-2 15,0 0-12-15,0 0 17 0,0 0-13 0,0 0 20 16,10 0-6-16,-10 0 5 0,0 0 0 16,10 0-4-16,-2 0 17 0,1 0-35 0,-2-9 26 15,0 9-4-15,-1-8-10 0,0 8 25 0,-2-3-19 16,-1 3 1-16,0-6-17 0,0 6 21 0,-3 0-4 15,0 0 14-15,0 0 23 0,0 0-28 0,0 0 15 16,0 0-20-16,0 0-9 0,0 0 14 0,0 0-15 16,0 0 10-16,0 0 0 0,-7 0-20 0,7 0 10 15,-9 0-15-15,0 0 5 0,-1 0 5 0,3 0 0 16,-4 12 10-16,-2-4-15 0,0 0 1 0,1 0 19 16,0-1-19-16,1-1 24 0,2 1-11 0,-1 0-22 15,2-1 23-15,1-2-5 0,0-1 10 0,4-2 15 16,-1-1-10-16,2 0-10 0,1 0-10 15,-1 0 0-15,2 0-5 0,0 0 1 0,0 0 18 16,0 0-9-16,0 0-5 0,0 0 4 0,0 0-13 16,0 0 9-16,0 0 14 0,0 0-4 0,0 0 3 15,0 0-22-15,0 0 5 0,0 0-1 0,0 0 10 16,0 0 5-16,0 0-5 0,0 0-10 0,0 0-4 16,0 0 24-16,0 0-10 0,0 0 9 0,0 0-18 15,0 0-1-15,0 0 10 0,0 0-22 0,0 0 31 16,0 0-18-16,0 0 4 0,0 0 27 0,0 0-32 15,0 0 20-15,0 0-14 0,0 0 4 0,0 0 4 16,0 0-9-16,0 0-5 0,0 0 0 16,0 0 5-16,0 0-9 0,0 0 13 0,0 0-13 15,0 0 0-15,0 0-5 0,0 0-10 0,0 0 10 16,0 0-8-16,0 0 18 0,11 11 9 0,-11-2 6 16,9 1 12-16,0 2-17 0,-1 3-4 0,2 2 0 15,3 2 4-15,0 5 4 0,1-1-3 0,0 1-6 16,2 3-3-16,-1-2 3 0,2 1 12 0,0 1-8 15,0 0 3-15,-1 1 1 0,1 0-13 0,3-1 7 16,-2 4-3-16,2 2 3 0,1 0-2 0,0 2 11 16,2 1-2-16,-3 7 0 0,2 0 13 0,0 1-14 15,-3 2-10-15,3 1 9 0,-4 0-9 0,0 5 3 16,2-3 19-16,-2-3-13 0,-1 4-3 16,3-3 0-16,-2-1-6 0,0 2 4 0,2-2 0 15,-2-2 12-15,0-1-7 0,0-1-20 0,1-5 14 16,-1 1-1-16,2 1 5 0,-5-2 16 0,5 0-17 15,-1-2-1-15,0 0-5 0,-1 2 5 0,0-1 8 16,2-2-13-16,-2 0 8 0,2 2 0 0,-2-1-4 16,0 2 8-16,2 0 0 0,0 4-14 15,-1 1 12-15,1 1-14 16,1-3 12-16,-1 4 13 0,1-4-11 0,2 4 6 0,-2-5-10 0,1 2-10 0,1-2 5 16,-2-1 8-16,0 1-9 0,2 1 4 0,-2 0 4 15,0 0-4-15,1-1 17 0,-3-1 5 0,3-1 14 16,0 1 9-16,0 1 0 0,-1-1 1 15,-1-2-15-15,1 1-5 0,0 0-19 0,-1 0 0 16,0-1 16-16,1 4 15 0,2 1 52 0,-2-1 23 16,3 2-25-16,-1 3-12 0,0 0-30 0,-2 1-47 15,2 1 36-15,0 0 2 0,-2 1-29 0,0 3 29 16,2 0-32-16,-2 1-2 0,4 2 7 0,-3 0 7 16,1 2-13-16,0 0 22 0,-2 0 9 0,0-3-20 15,1 1 38-15,-1-1-22 0,0 0 10 0,-1 0 6 16,1-1-4-16,0 0 5 0,1 0-16 0,-3 0 10 15,3-1-19-15,-3-3-17 0,0 3 0 0,2-3-8 16,-3 0 6-16,-1-4 4 0,1-3 11 0,-1-2-11 16,-4-5-1-16,3 0 1 0,-3-6-11 15,1-2 13-15,-3-1-13 0,-1-5-3 0,1 0 10 16,-2 0-1-16,-1-5 1 0,-1-2 9 0,-1-2 6 16,0-3-6-16,-1 0-8 0,-2-2-7 0,0-1-7 15,2-2 9-15,-2-2 10 0,-2 2 1 0,2-3-2 16,-1 0-8-16,1 0 2 0,0 0 7 0,0 0-1 15,0 0-3-15,-2 0 0 0,2 0-4 0,-1 0 10 16,1 0 2-16,-2 0 7 0,2 0-8 0,0 0 12 16,1 0 6-16,0 0 12 0,4 0 10 0,1 0-17 15,3-17-13-15,5 0-11 0,4-1-8 0,3-6 0 16,5-4-42-16,3-1-107 0,1-7-178 0,2-1-172 16,-1 2-44-16,-2-1-2 0,-4 6-13 15,-5 0-85-15,-5 6-370 0,-8 5 102 0</inkml:trace>
</inkml:ink>
</file>

<file path=ppt/ink/ink29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9:08.176"/>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-6 187 2422 0,'0'-6'36'0,"0"6"41"0,0-6 32 16,0 6 46-16,0 0 5 0,0 0 0 0,0 0-18 15,0 0-58-15,0 0-27 0,0 0-49 0,0 0-12 16,0 0 9-16,0 0-25 0,0 0 25 0,11-12 3 16,1 1 3-16,1-1 1 0,6-1-16 0,0-3 0 15,3 1 10-15,3 0 8 0,1-1 4 0,0 2-14 16,-2 1-1-16,2 2 3 0,-8 2 5 0,1 1 32 15,-4 4 14-15,-4 1 17 0,-2 0 7 0,-3 3-16 16,-3 0-22-16,0 0-18 0,-2 0-15 16,-1 0-4-16,0 0-4 0,0 0-3 0,0 0-9 15,0 10 13-15,0-10 3 0,0 12 16 0,0 1 12 16,9 5-18-16,-9-1 8 0,14 5-7 0,-2 2-1 16,-1 2 13-16,-2 4-16 0,3 2-1 0,0 4-6 15,0-2-18-15,-1 2 13 0,0 1 2 0,1-3 9 16,-2 6 2-16,4-2 2 0,1 1-12 0,0 2-10 15,4 2 12-15,0 1-6 0,4 3 1 0,0-4 13 16,1 5-12-16,1-4 2 0,-3 3 8 0,3-2-2 16,1 0-1-16,-2 1 1 0,0-2-2 0,2-1-7 15,-2-1 4-15,2 2 2 0,-2-4 12 0,1 4 14 16,0-1-2-16,0-2-7 0,1-2-19 16,-4 4-8-16,3-1 11 0,-1 1 38 0,0-2 11 15,-2-4-7-15,0 2 5 0,0-1-46 0,-1-1 2 16,0 1-4-16,0-1-9 0,1 0 27 0,-3-2 17 15,1 2 1-15,0-2 0 0,0 0-17 0,-2-2-22 16,2 0-6-16,-1 2 4 0,1-3 0 0,-2 2 4 16,2-1-1-16,-2-1 0 0,2 3 23 0,0-3-32 15,-1 1 17-15,0-1-4 0,0-1-33 0,1 0 33 16,0 0-8-16,-2-1-1 0,2-1 12 0,0 0 1 16,-2-1-15-16,-1-2 4 0,-1 2 7 0,1-1-20 15,0-1 26-15,-2-1-6 0,2-1 0 0,-2 3 30 16,0-2-15-16,3 1 35 0,0 2 32 15,1-1 10-15,-1 0 17 0,0 1-12 0,0-4-49 16,-3 3 0-16,2 0-17 0,0 0-7 0,-2-1-6 0,-1-1-21 16,-1 0 2-16,1 1 12 0,0-1-1 15,-1 1 6-15,1-3 0 0,-3 1-36 0,1-4 20 16,0 0-15-16,0 0 17 0,0 0 8 0,-1-3-17 16,0 5 8-16,1-7-13 0,-3 2 1 15,1 2 1-15,0-2 2 0,-1-1 3 0,1 1 0 0,1 3 0 16,0-2 0-16,1 1-1 0,0 0 1 0,0 2 4 15,2-1 4-15,-1 2-3 0,-2-2-19 0,3 1 15 16,-2 1-8-16,1-2-3 0,0 2 14 16,-1-4 2-16,1 2-8 0,0-1 6 0,-3 0 2 15,4 1-14-15,-3-5-5 0,-1 4 8 0,1-4 2 16,-2 3-5-16,0-3 23 0,2 3-12 0,-4 0-6 16,2-2 4-16,0 3-8 0,-1-4 2 0,0 3-3 15,-1-4 5-15,1 1 4 0,-1-1 0 0,-2-2 6 16,1 2-12-16,-1-3 2 0,1-1-10 0,0 1 13 15,-2 0-6-15,2 0 5 0,-1-1-5 0,0 0 2 16,-1 0 6-16,2 1-13 0,-1 1 14 0,1 1-9 16,-3-1 11-16,0 0-6 0,1-3 5 0,-1 4 2 15,2-4-7-15,-2 0 7 0,0-3-5 0,0-2-2 16,-3 0 6-16,3-4-9 0,-1 3-5 0,-1-3 5 16,1 5-6-16,-1 0 5 0,1 0 9 15,-2-1-10-15,1 2 8 0,1 0-10 0,-1 0 7 0,1 0-3 16,-1 0-1-16,1 1 11 0,-2-4-12 15,1 0 5-15,-1 2 0 0,2 0-2 0,-1 1-4 16,-1-5 7-16,2 4-2 0,-2 0-4 0,0-4 3 16,1 4-2-16,1-2-4 0,-1 2 9 0,1 1-1 15,0 3-8-15,1 0 4 0,0 4-8 0,-2 0 13 16,2 3 9-16,2 0-13 0,-1-1 11 0,-1-1-13 16,-1 0 2-16,1 0 2 0,0-3 3 0,0-1 11 15,-3 0-7-15,3-2 10 0,-3-2-8 0,0-2-10 16,0-1 19-16,0 1 16 0,0-4 22 0,0 0 15 15,0 0-13-15,0 0-21 0,0 0-27 16,0 0-12-16,0 0-2 0,0 0-3 0,0 0 6 16,0 0-3-16,0 0-1 0,0 0 6 0,0 0-8 15,0 0 4-15,0 0-6 0,0 0 1 0,0 0-1 16,0 0 6-16,0 0-2 0,0 0 5 0,0 0-3 16,0 0-3-16,0 0 9 0,0 0-15 0,0 0 3 15,0 8-2-15,0-8 1 0,0 9 9 0,0-3 3 16,6 1-4-16,-6 0-4 0,5 1 4 0,-5 1 2 15,4-3-2-15,1 1 1 0,-5-1-10 0,4-1 10 16,-4 0 14-16,3-2-6 0,-1 2 8 16,-1-2-7-16,1-2-10 0,-2-1 7 0,1 0 2 0,-1 0 1 15,0 0 2-15,0 0-9 0,0 0-1 16,0 0-12-16,0 0 5 0,0 0 10 0,0 0 3 16,0 0-3-16,0 0-8 0,0 0-1 0,0 0 2 15,0 0 15-15,0 0-8 0,0 0-3 0,0 0-7 16,0 0-6-16,0 0 4 0,0 0 6 0,0 0 4 15,0 0-1-15,0 0 8 0,0 0-11 0,0 0 3 16,0 0-4-16,0 0-3 0,0 0 2 0,0 0-2 16,0 0 4-16,0 0 0 0,0 0 8 0,0 0-4 15,0 0 2-15,0 0-2 0,0 0 2 0,0 0 8 16,0 0 5-16,0 0 4 0,0 0-1 0,0 0 11 16,0 0 28-16,0 0 20 0,0 0 17 15,0 0-10-15,-9 0-40 0,0 0-27 0,2 0-26 16,-4 0-15-16,0 0-8 0,-4 7-4 0,0-1-16 15,-5 0-24-15,0 3-45 0,-1-1-32 0,1-1-55 16,1 2-101-16,0-3-68 0,0 1-51 0,1 1 23 16,-1 1 87-16,0 0 50 0,0-2-57 0,0 1-142 15,-1-2-318-15,0-3-133 0,0-3 149 0</inkml:trace>
</inkml:ink>
</file>

<file path=ppt/ink/ink29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9:44.663"/>
    </inkml:context>
    <inkml:brush xml:id="br0">
      <inkml:brushProperty name="width" value="0.05833" units="cm"/>
      <inkml:brushProperty name="height" value="0.05833" units="cm"/>
      <inkml:brushProperty name="color" value="#3165BB"/>
      <inkml:brushProperty name="fitToCurve" value="1"/>
    </inkml:brush>
    <inkml:brush xml:id="br1">
      <inkml:brushProperty name="width" value="0.05833" units="cm"/>
      <inkml:brushProperty name="height" value="0.05833" units="cm"/>
      <inkml:brushProperty name="color" value="#ED1C24"/>
      <inkml:brushProperty name="fitToCurve" value="1"/>
    </inkml:brush>
  </inkml:definitions>
  <inkml:trace contextRef="#ctx0" brushRef="#br0">-489 2883 5090 0,'-11'27'32'16,"-5"-6"26"-16,0-1-7 0,1-5-6 0,0-5-90 15,7 1-90-15,-1-6-81 0,9-5-62 0,0 0-16 16,0 0-94-16,0 0-93 0,0-11-128 0,0-3-334 16,9-2 136-16,2 0 181 0</inkml:trace>
  <inkml:trace contextRef="#ctx0" brushRef="#br0" timeOffset="186.26">-319 3270 5018 0,'0'19'98'0,"-14"-4"67"0,4-4 58 0,10-2 54 16,0-2-66-16,-8-3-24 0,8 0-41 0,0-3-44 15,0-1-35-15,0 0-47 0,0 0-34 0,0 0-59 16,0 0-90-16,0 0-153 0,0 0-156 0,0 0-62 16,0 0-4-16,0-9-24 0,0 9-21 0,0-7-109 15,0 7-237-15,0 0 180 0,0 0 192 0</inkml:trace>
  <inkml:trace contextRef="#ctx0" brushRef="#br0" timeOffset="-184.11">-975 1862 4176 0,'0'23'6'0,"0"-5"-8"0,0-1-19 16,0-7-21-16,-11 2-59 0,11-6-90 0,0 1-124 15,0-7-137-15,0 0-234 0,0 0-165 0,0 0 142 16</inkml:trace>
  <inkml:trace contextRef="#ctx0" brushRef="#br0" timeOffset="-356.95">-1118 625 4013 0,'0'19'23'0,"0"-4"-12"0,0-6 2 0,0 1-5 16,-9-4-16-16,9-1 31 0,0-4-19 16,0 1 2-16,0-2-39 0,0 0-96 0,0 0-141 15,0 0-181-15,0 0-254 0,0 0-203 0,0-9 158 16</inkml:trace>
  <inkml:trace contextRef="#ctx0" brushRef="#br0" timeOffset="-932.53">-2053-542 2024 0,'10'0'12'0,"-2"0"20"0,-2 0 33 0,-1 0 26 16,-1 16 5-16,-4-3 3 0,0 1-18 0,0 4-18 16,0 1-20-16,0 7-16 0,0 3-17 0,-14-1-2 15,-1 2-1-15,2 4 4 0,-4 3 5 0,-1-2-8 16,-2-1 5-16,0-2-5 0,-1-4 1 0,0 1 6 16,1-5-5-16,0-7 18 0,-1-5 26 0,3-5 50 15,-1-2 36-15,6-5 35 0,-2 0-14 16,1-13-41-16,3-3-35 0,2-2-34 0,2-2 2 15,2-2-4-15,5-1 8 0,0 0-13 0,0-1-15 16,0 1-10-16,12 1-7 0,0 3-5 0,2 4-9 16,1 0 5-16,2 1-5 0,4 4 4 0,-1 0-1 15,4 4-5-15,0 2 1 0,1 0 4 0,2 4-1 16,0 0 6-16,1 0 0 0,-2 0-12 0,-1 14 6 16,0-4-16-16,1 0-21 0,-4 2-36 0,-2-2-74 15,0 1-101-15,-3 0-127 0,-4 2-191 0,-4-2-272 16,-3 1 116-16</inkml:trace>
  <inkml:trace contextRef="#ctx0" brushRef="#br0" timeOffset="-537.71">-1772-232 3707 0,'0'0'31'0,"0"0"40"16,0 0 18-16,-14 0 15 0,2 0-28 0,3 0-11 15,9 0 1-15,-6 7-11 0,6-7-4 0,0 0-14 16,0 6-24-16,0-6-9 0,0 0 0 0,0 0-4 16,0 0 0-16,0 0 2 0,0 0 7 15,0 0-9-15,0 0 7 0,0 0-1 0,0 0-10 16,0 0-6-16,0-12 1 0,0 12 9 0,0-6-1 16,0 6 4-16,0-6-9 0,0 6-4 0,6-7-1 15,-6 3 1-15,4 4-2 0,-1 0 1 0,0 0 10 16,0 0-5-16,2 0 5 0,0 0-12 0,2 0-6 15,2 11 12-15,3-3-3 0,4 3 11 0,-1 1 5 16,4 2-11-16,0 1 13 0,-1 5-10 0,0 0 6 16,-3 2-3-16,1 3-6 0,-4-2 16 0,0 0-15 15,-3-1 15-15,-3 0-12 0,2-4-6 0,-1-2 17 16,-1-4-22-16,0-2 10 0,-1-4 4 16,-1 0-18-16,1-6 12 0,-2 0 6 0,2 0-9 15,1 0 4-15,1 0-18 0,2-18-47 0,4 0-68 16,2-5-105-16,4-3-124 0,1-4-89 0,3-2-122 15,0-2-244-15,0 3 146 0</inkml:trace>
  <inkml:trace contextRef="#ctx0" brushRef="#br0" timeOffset="-1548.83">-2158-1292 3193 0,'8'-6'14'0,"-1"6"11"15,-1-6-7-15,-3 6 7 0,2 0-24 0,-2 0-8 16,-2 0 10-16,2 0-6 0,2 12 13 0,-1-3 2 16,3 2 1-16,2-2-8 0,0 3-14 0,3 2-44 15,2 0-74-15,-1-1-64 0,2 5-91 16,-1 1-95-16,0 1-247 0,-4 1-10 0,0 3 101 15</inkml:trace>
  <inkml:trace contextRef="#ctx0" brushRef="#br0" timeOffset="-1718.18">-2444-1473 2901 0,'2'-19'31'0,"-2"3"28"0,0 4 4 0,0 5 0 16,0 3-39-16,0 1-36 0,0 3-13 0,0 0 1 15,0 0 3-15,0 0 17 0,0 14 66 0,0-2 7 16,0 5 1-16,0 2-6 0,0 4-55 0,11 3-10 15,-4 6 2-15,-7 2 3 0,6 3 0 16,-6-3 3-16,0 3 2 0,0-2-3 0,0 1-5 16,0 0 0-16,-16-2 8 0,2-6 11 0,0 0 28 15,0-4 46-15,1-1 28 0,-1-7 23 0,2-4-2 16,0-5-35-16,0-2-17 0,3-5-29 0,-1 0-8 16,1 0 11-16,0-18-13 0,0 2 14 0,2-4-2 15,2 2-33-15,2-1-12 0,0 0-12 0,3-1-12 16,0 3 5-16,0 0-9 0,0 1-8 0,14-1 6 15,-1 2-3-15,4 2 10 0,1-2-2 16,5 2 23-16,1-1-16 0,5 2-9 0,2 1-9 16,-1-2-62-16,0 9-8 0,1-3-8 0,-3 6-14 15,-2 1-13-15,-1 0-42 0,-3 0-84 0,-2 0-98 0,-3 10-97 16,-4-10-222-16,0 15-107 0,-4-4 128 16</inkml:trace>
  <inkml:trace contextRef="#ctx0" brushRef="#br0" timeOffset="-31627.39">720 1535 2904 0,'-9'0'21'0,"3"0"30"0,0 0 23 0,1 0 26 16,0 0 9-16,2 0-8 0,-1 0-2 0,1 0 6 15,0 0-18-15,3 0-14 0,-2 0-26 0,2 0-38 16,0 0-11-16,0 0-5 0,0 0-10 0,0 0 16 15,0 0-9-15,11 0-3 0,0 0 22 0,2 0-12 16,4-9 14-16,1-2 0 0,5-3-14 0,1-1 3 16,2-2 0-16,1 1-3 0,1-1 10 15,-2-1-2-15,-2 1-13 0,-3 2 1 0,0 2-1 16,-4 0 3-16,-2 5 11 0,-4-1-8 0,0 3 14 16,-4 3 1-16,-2 3 7 0,-4 0 17 0,2 0-1 15,-3 0 13-15,0 0-2 0,0 0-14 0,0 0-16 16,0 0-7-16,0 0-7 0,0 0-3 0,0 0 6 15,0 0-31-15,0 0-31 0,0 0-52 0,0 0-96 16,0 0-101-16,0 0-78 0,0 0-58 0,0 0-117 16,0 0-115-16,0 0 103 0,0 0 117 0</inkml:trace>
  <inkml:trace contextRef="#ctx0" brushRef="#br0" timeOffset="-31366.97">952 1930 3145 0,'-9'17'18'15,"9"-3"6"-15,-6-2 11 0,6-2 7 0,0-2-13 16,-5-1 3-16,5-3-6 0,0-4 1 0,0 1-1 16,0-1 9-16,0 0 26 0,0 0 6 0,14 0 11 15,0-14-19-15,1 0-32 0,3 0-14 16,2-1-10-16,3-3 2 0,3 0 0 0,-2-1-1 15,0 2-8-15,2-1 1 0,-3 4-6 0,-2 0-11 0,-1 4-16 16,-5 1-56-16,-3 1-52 0,-1 4-69 16,-5-1-76-16,-6 5-85 0,0 0-330 0,0 0-3 15,0 14 96-15</inkml:trace>
  <inkml:trace contextRef="#ctx0" brushRef="#br0" timeOffset="7283">1148 1719 2473 0,'0'0'18'0,"0"0"23"0,-6-11 10 16,6 11 23-16,0-15 10 0,0 2 12 0,0 0 23 15,0-3-5-15,0-1-14 0,17-2-30 0,2-3-28 16,0-3-10-16,3-5-4 0,6-4-3 15,-1 0 12-15,4 0-22 0,-1 2-1 0,3-1-10 0,-2 2-7 16,2 2 13-16,-3 2-11 0,-2 4-1 16,-1 3-1-16,-3 3-2 0,-4 2 1 0,-2 4-20 15,-2 1-34-15,-6 4-22 0,-1 0-40 0,-3 4-46 16,-1 2-65-16,-5 0-95 0,0 0-298 0,0 18-39 16,-12 1 93-16</inkml:trace>
  <inkml:trace contextRef="#ctx0" brushRef="#br0" timeOffset="-32122.22">419 924 2512 0,'0'3'47'0,"0"2"50"0,0-2 52 15,0 0 56-15,0 0 4 0,0 0-5 0,0 0-4 0,0-3-36 16,-9 5-32-16,9-4-29 0,0-1-33 16,-8 3-4-16,8 0-17 0,-4-2-11 0,4 0-16 15,-3 1-3-15,3-1 7 0,0 0 6 0,-5 0 2 16,5 0-12-16,0-1-10 0,0 0-11 0,0 0 1 16,0 0-4-16,0 0-8 0,0 0-3 0,0 0-1 15,0 0-6-15,0 0 15 0,0 0 11 0,11-9-6 16,0-2 13-16,-1 5-7 0,4-2-4 0,3-4 6 15,1-1-3-15,3 0 5 0,2-2-15 0,0 0 2 16,1 1-2-16,-1-1-4 0,-4 1 13 16,-2 3 7-16,-2 1-7 0,-3 5-1 0,-1 0-1 15,-5 2-8-15,-1 0 4 0,-4 1 6 0,1 2-4 0,-1 0 7 16,-1 0-8-16,0 0 0 0,0 0-3 16,0 0-6-16,0 0 1 0,0 0 14 0,0 0-6 15,0 0 0-15,0 0 20 0,0 0-27 0,0 0 6 16,0 0-5-16,0 0-23 0,0 0-18 0,0 0-15 15,0 0-18-15,0 0-13 0,0 0-15 0,0 0-25 16,0 0-36-16,0 0-59 0,0 0-63 0,0 0-54 16,0 8-46-16,-12-1-145 0,3 1-110 0,9 2 96 15</inkml:trace>
  <inkml:trace contextRef="#ctx0" brushRef="#br1" timeOffset="162022.72">38 237 2447 0,'0'0'39'16,"0"0"27"-16,0 0 37 0,0-13 16 0,-6 13-11 15,6 0-16-15,-5 0-23 0,5 0-6 0,0 0-17 16,0 0-12-16,0 0-17 0,0 0-11 0,0 0-20 15,0 0-4-15,0 0 3 0,0 0-8 0,0 0 10 16,0 0 11-16,0 0-8 0,0 0 13 0,12-17 1 16,1 17-14-16,0-17 20 0,1 3-20 0,3 1 7 15,-1-2 5-15,3 3-15 0,-1-4 22 0,2 1-5 16,-2 1-7-16,-2 0 6 0,1-1-2 0,0-1-10 16,-2 5 16-16,-1-2-11 0,-2 2 2 0,-1 3 6 15,-1 0-7-15,-2-1 3 0,-2 4-9 0,-2 5-4 16,1-3 1-16,-2 3-16 0,-3 0-5 15,0 0-14-15,0 0-19 0,0 0-10 0,0 0-26 16,0 0-39-16,0 0-40 0,0 0-32 0,0 0-40 16,0 19-30-16,0-7-137 0,0-12-37 0,0 22 78 15</inkml:trace>
  <inkml:trace contextRef="#ctx0" brushRef="#br1" timeOffset="162383.43">334 880 1689 0,'0'0'42'16,"0"0"39"-16,0 0 26 0,0 0 23 0,0 0-19 15,0 0-15-15,0 0-12 0,0 0-7 0,0 0-10 16,0 0-11-16,0-7-9 0,0 7-12 16,0 0-15-16,0-8-10 0,0 8-2 0,0-6-6 15,0 1-2-15,0 4-2 0,8-4-1 0,-2 0 6 16,1-1-3-16,2 2 3 0,2-3-5 0,0 0-6 15,-1 0 1-15,3-2-16 0,0 2-19 0,-2-1-17 16,2-1-25-16,-2 2-20 0,1 0-16 0,-3 2-17 16,0 3-28-16,-1 2-36 0,-2-5-103 0,-1 5-117 15,-1 0 14-15,-4 0 69 0</inkml:trace>
  <inkml:trace contextRef="#ctx0" brushRef="#br0" timeOffset="-32731.66">35 206 2483 0,'-5'6'27'0,"-1"1"31"0,2-2 49 0,-1 0 39 0,1-2 12 16,1-1 7-16,0 1-23 0,1-2-19 0,1-1-2 15,-1 0-50-15,2 0-13 0,0 0-25 0,0 0-39 16,0 0 2-16,0 0-2 0,0 0-2 16,0 0 0-16,0 0 17 0,12 0-15 0,0 0 11 15,0-12-7-15,4 3 2 0,0-5 8 0,6 1-6 16,-3-4-3-16,6 0 4 0,0-1-8 0,0 2 10 16,1-1-1-16,-4-1-1 0,3 3 2 0,-6-1-15 15,1 4 14-15,-5 0-8 0,-1 2 8 0,-3 2-4 16,-2 1 9-16,-5 3 1 0,-1 1 0 0,0 3 18 15,-3 0-10-15,0 0-7 0,0 0-10 0,0 0 0 16,0 0-4-16,0 0 1 0,0 0-11 16,0 0-37-16,0 0-62 0,0 0-76 0,0 0-78 15,0 0-76-15,0 0-42 0,0 0-95 0,0 0-178 16,0 0 102-16</inkml:trace>
  <inkml:trace contextRef="#ctx0" brushRef="#br0" timeOffset="-33327.36">-343-462 1902 0,'-5'8'27'0,"-1"-1"26"15,2 0 41-15,1 1 40 0,-2-1 4 0,0-2 10 16,1 0 4-16,-2 0-12 0,1-2 8 0,-1 1-8 16,0-2-34-16,3 1-8 0,0-2-35 0,0-1-22 15,3 2-3-15,0 1-9 0,0-1-8 0,0-2-8 16,0 0-5-16,0 0-6 0,9 0 18 0,-9 0 9 16,14-13-1-16,-2 4-3 0,3-4-21 0,2-2-4 15,4 0 0-15,2-5 2 0,4-1-2 0,2 0-2 16,-2 1 2-16,1-2 2 0,-1 3 4 15,-3-2-4-15,-1 5-4 0,-3 3 0 0,-2 3 0 16,-3-1 4-16,-1 4 2 0,-5 2-4 0,-1 1 6 16,-4 0-2-16,-1 2 0 0,-1 1 3 0,-2 1 3 15,0 0-10-15,0 0 16 0,0 0-23 0,0 0-42 16,0 0-55-16,0 0-108 0,0 0-71 0,0 0-68 16,0 0-25-16,0 0-90 0,0 0-155 0,0 0 103 15</inkml:trace>
  <inkml:trace contextRef="#ctx0" brushRef="#br0" timeOffset="6655.72">-305-434 2289 0,'0'-3'42'0,"0"0"27"0,0 1 43 0,0 1 25 15,0 0-12-15,0-1-14 0,0 1-33 0,0-3-36 16,0 3-23-16,0-4-6 0,0-4-7 16,0-2 5-16,13-4-9 0,4-1-36 0,1-4-22 15,5-2-28-15,3 0-42 0,4-5-19 0,1 2-58 16,1 0-56-16,2 2-170 0,0 0-159 0,-2 3 79 16</inkml:trace>
  <inkml:trace contextRef="#ctx0" brushRef="#br1" timeOffset="161440.18">-263-606 2248 0,'-6'0'34'0,"3"0"22"0,0 0 25 0,0 0 32 16,-1 0-19-16,4 0 11 0,-4 0-1 0,3 0-20 15,-1 0 16-15,2 0-14 0,0 0-12 16,-1 0 4-16,1 0-25 0,0 0-18 0,0 0-13 16,0 0-20-16,0 0-11 0,0 0-9 0,0 0-8 15,0 0 2-15,0 0 2 0,0 0 8 0,0 0 6 16,11 0 6-16,-2-12-1 0,1 12-2 0,2-17 1 15,2 5 2-15,1-5-2 0,2 3 1 0,3-3 6 16,1-2-8-16,-1 4 6 0,-1-5 2 0,1 4-8 16,-2-1-3-16,-1 5-4 0,-2-2-10 0,-3 3 3 15,-1 3-13-15,-3 2-2 0,-4 3-5 0,1 3-10 16,-2 0 5-16,-2 0-26 0,1 0-8 0,-2 0-12 16,0 0-27-16,0 0-5 0,0 0-51 0,0 0-36 15,0 0-60-15,0 13-200 0,0 0-28 0,0 3 62 16</inkml:trace>
  <inkml:trace contextRef="#ctx0" brushRef="#br0" timeOffset="-33859.61">-765-1139 2422 0,'-5'0'32'0,"0"0"32"0,1 0 39 16,-1 0 30-16,1 10-1 0,-1-10 14 0,1 10-16 16,-2-3-9-16,1-7-19 0,0 7-45 15,4-1-23-15,-2-6-6 0,3 0-4 0,-2 0 4 16,2 2 3-16,0-2-5 0,0 0-11 0,0 0-10 15,0 0-14-15,0 0-6 0,0 0 2 0,0 0 5 16,0 0 18-16,11 0-1 0,0 0 2 0,2-13-2 16,6 0-7-16,3-2 2 0,6-3 2 0,2-3 6 15,3 0-6-15,4-3-3 0,1 0 3 0,1-2-2 16,-4 1 2-16,0 5-4 0,-6 1-7 0,-5 3-1 16,-4 3 5-16,-5 3-1 0,-4 1 6 0,-3 6 13 15,-5-1 2-15,-2 2 12 0,1-1 10 0,-2 3-5 16,0 0-10-16,0 0-7 0,0 0-9 15,0 0-11-15,0 0 1 0,0 0 11 0,0 0-35 0,0 0-17 16,0 0-36-16,0 0-58 0,0 0-44 0,0 0-48 16,0 0-31-16,0 0 9 0,0 0 12 15,0 0-39-15,0 0-207 0,0 0-108 0,0 14 58 16</inkml:trace>
  <inkml:trace contextRef="#ctx0" brushRef="#br0" timeOffset="6316.67">-706-983 2320 0,'-11'9'31'16,"2"-9"31"-16,-2 0 33 0,2 9 18 0,2-9-22 15,-1 5-26-15,2-5-24 0,6 0-6 0,-6 0-15 16,6 0-2-16,0 0-18 0,0 0-10 0,0-18 4 16,12-3 2-16,5-3 4 0,4-5 0 15,5-3 2-15,6-5-2 0,6-2 2 0,3-1 1 16,3 1-8-16,-5 2-5 0,2 3-8 0,-3 3-13 16,-1 7-21-16,-7 2-36 0,-3 3-34 0,-7 6-48 15,0 3-42-15,-3 1-41 0,-4 8-174 0,-4-4-91 16,-3 5 67-16</inkml:trace>
  <inkml:trace contextRef="#ctx0" brushRef="#br1" timeOffset="160911.57">-693-1195 2083 0,'0'0'26'16,"0"0"30"-16,0 0 38 0,0 0 36 0,-9 0-2 15,9 0-1-15,-6 0-9 0,6 0-9 0,-7 0 4 16,7 0-12-16,-5 0-4 0,5 0-12 0,0 0-2 15,0 0 10-15,-3 0-27 0,3 0-11 0,0 0-19 16,0 0-10-16,0 0-1 0,0 0 5 0,0 0-5 16,0 0-23-16,-3 0-2 0,3 0-8 0,0 0-12 15,0 0 9-15,0 0 3 0,0 0-9 0,0 0 1 16,0 0 7-16,0 0 3 0,11 0 1 16,1-12 21-16,0-2-11 0,2 2 1 0,2-4 1 15,1 0-1-15,3 2-1 0,0-4-11 0,-2 2 9 16,5 1-9-16,-2-1-3 0,-1 2 12 0,-2 0-1 15,0 4-12-15,-3-1 0 0,-1 2-8 0,-2 5-20 16,-3 0 2-16,-1 4-13 0,-2 0 0 0,-2 0-3 16,-1 0 3-16,0 0-22 0,-3 0-22 0,2 0-25 15,-1 0-46-15,1 0-9 0,-2 0-33 0,0 0-26 16,0 0-30-16,0 0-79 0,0 0-159 16,0 17 27-16,0-2 83 0</inkml:trace>
  <inkml:trace contextRef="#ctx0" brushRef="#br0" timeOffset="-34636.39">-1104-1686 2651 0,'0'0'32'0,"0"0"27"15,0 0 30-15,-14 0 26 0,5 0-7 0,0 0 1 16,9 0-9-16,-8 0-14 0,8 0-30 0,-6 0-30 15,6 0-21-15,0 0-20 0,0 0-2 16,0 0-1-16,0 0 6 0,0 0 5 0,0 0 7 16,12 0 1-16,2-10-6 0,3-1 7 0,4-2-8 15,2-2 10-15,3-2 3 0,1-3-7 0,0 2 3 16,1 0-6-16,-2 4-4 0,-5 0 5 0,-1 3 4 16,-5 3 1-16,-3 1 8 0,-1 1 0 0,-5 2 1 15,-2 4-3-15,-1-3 0 0,-3 3-2 0,2 0 2 16,-2 0-4-16,0 0-1 0,0 0 1 0,0 0-15 15,0 0-21-15,0 0-47 0,0 0-60 0,0 0-57 16,0 0-62-16,0 0-52 0,0 0-111 0,0 0-237 16,0 0 84-16</inkml:trace>
  <inkml:trace contextRef="#ctx0" brushRef="#br0" timeOffset="5881.76">-850-1559 1642 0,'-8'3'4'0,"-1"-3"-2"0,0 0-2 0,-2 0 3 16,2 0-12-16,-3 0 9 0,1 0 3 0,-3 0-4 15,1 0 15-15,-1 0 27 0,-1 0 34 0,1 0 10 16,-2 0 8-16,-1 0-16 0,2-12-10 0,0 3 15 15,2 1 3-15,1 8-2 0,2-11 4 0,-1 4 0 16,2 7 8-16,0-7 7 0,0 3 0 0,3 4-10 16,-2-4-16-16,2 4-5 0,1-2-18 15,1 0-5-15,1 2-10 0,3-2-31 0,0 0-9 0,0 1-10 16,0 1-18-16,0 0 13 0,0-2-1 16,0 2-5-16,0-2 21 0,13 0 1 0,0-4 2 15,0-1 3-15,4-2 0 0,4-2-2 0,3-2-2 16,5-4 0-16,5-1-2 0,-2 2 2 0,1-2 1 15,4-1 3-15,-6 3-7 0,-2 2-9 0,-1 0-27 16,-4 4-42-16,-6 0-49 0,-3 2-50 0,-3 0-36 16,-2 1-34-16,-3 3-66 0,-1 1-217 0,-1-3 10 15,-1 5 74-15</inkml:trace>
  <inkml:trace contextRef="#ctx0" brushRef="#br1" timeOffset="160311.31">-922-1726 2198 0,'0'0'1'0,"0"0"1"0,0 0 15 0,0 0 12 0,0 0 22 15,0 0 24-15,-11 0 14 0,11 0 7 0,-10 0-7 16,1-6-14-16,9 6-4 0,-9 0-14 16,1 0 3-16,2 0 6 0,1 0-17 0,1 0 14 15,-1 0-11-15,2 0-14 0,2 0-7 0,-2 0-22 16,1 0-9-16,1 8 1 0,-1-8 0 0,2 0-1 16,0 0-15-16,0 0 3 0,0 0-14 0,0 0 4 15,0 0 7-15,0 0-16 0,0 0 14 0,0 0 2 16,12 0 0-16,-1 0 9 0,1 0-3 0,2-11-1 15,1 1 7-15,3-1 1 16,0 0-1-16,2 0 6 0,1-1-2 0,-1-1-7 0,3-1 2 0,-3 0 1 16,-1 1-2-16,0 3 8 0,-3-1 3 0,1 1-6 15,-2 3 6-15,-3 1-27 0,-3 1-9 0,1 2-13 16,-4 0-3-16,-2 3 12 0,1 0-14 16,-5 0-7-16,1 0-30 0,-1 0-55 0,0 0-59 15,0 0-94-15,0 0-247 0,0 0-19 0,0 13 79 16</inkml:trace>
  <inkml:trace contextRef="#ctx0" brushRef="#br0" timeOffset="18413.48">149-715 2661 0,'0'0'7'0,"-3"0"2"0,1 0-2 16,2 0-5-16,0 5-10 0,0-5 1 0,0 0 2 15,0 0 2-15,0 0 5 0,0 0 3 0,14-15-8 16,0 0 9-16,1-1-25 0,0-1-20 0,3 0-23 16,0-3-27-16,1 1-1 0,-1 0-10 15,-1 1-2-15,-2 2 4 0,-3 3-3 0,0 3-13 0,-4-1-42 16,-2 4-98-16,-2 0-110 0,-4 0-40 0,0 4 59 16,0-1 117-16</inkml:trace>
  <inkml:trace contextRef="#ctx0" brushRef="#br0" timeOffset="18834.21">513-946 3436 0,'-9'9'-3'0,"9"-1"-2"0,0 1-7 0,0-2-3 15,0-3-5-15,0-4 8 0,0 0 5 16,0 0 8-16,0 0 6 0,0 0 3 0,11 0 2 16,2-13-9-16,1-2 3 0,1 0-30 0,7-4-55 15,-3-1-51-15,4-2-58 0,1-4-40 0,1 1-25 16,-1 1-10-16,-3 0-88 0,-2 1-204 0,-3-2 33 15,-4 4 67-15</inkml:trace>
  <inkml:trace contextRef="#ctx0" brushRef="#br0" timeOffset="18599.43">172-876 1843 0,'-3'0'15'0,"3"8"15"16,0-4 21-16,0 1 32 0,0-3 13 0,0 3 24 15,0-1 8-15,0 2 3 0,10-2-21 0,1 3-28 16,-2-1-25-16,-1 3-31 0,-1 1 17 0,2 2 8 16,0-1-3-16,2 1-6 0,-2-1-15 0,0 2-21 15,2 2-1-15,-1-2 4 0,0 0-9 0,0 0 3 16,-1-2-32-16,0 1-46 0,1-1-65 15,-4-4-70-15,1 1-53 0,-1 0-122 16,0-4-214-16,0 0 57 0,-3 0 85 0</inkml:trace>
  <inkml:trace contextRef="#ctx0" brushRef="#br0" timeOffset="18983.28">670-1237 2475 0,'0'16'24'0,"-6"2"16"0,6 1 11 16,0 3 10-16,0 4 22 0,0-2-15 0,13 3 5 15,-1 2 13-15,2 4-28 0,0-3 2 16,-1 0-14-16,3 3-22 0,0-4-19 0,0 0 5 15,-3-4-7-15,4 4-14 0,0-1-67 0,-2-3-112 16,-3 2-129-16,-1 1-348 0,1 0-45 0,-3 2 105 16</inkml:trace>
  <inkml:trace contextRef="#ctx0" brushRef="#br1" timeOffset="117936.54">1018-618 2665 0,'0'0'54'15,"0"0"23"-15,0 0 13 0,0 0 14 0,-16 0-51 0,4 0-20 16,2 0-2-16,10 0 2 0,-10 0 4 16,10 0-2-16,-9 0-3 0,9 0-13 0,0 0-6 15,-6 0 5-15,6 0-14 0,0 0-1 0,0 0-2 16,0 0-11-16,0 0 8 0,0 0-4 0,0 0 5 15,0 0 1-15,0 0 1 0,0 0-2 0,0 0-7 16,0 0 13-16,0 0-14 0,0 0 6 0,0 0 5 16,0 0-16-16,0 0 22 0,0 0-9 0,0 0-1 15,0 0 7-15,0 0-14 0,0 0 2 0,0 0-6 16,0 0-24-16,0 0-22 0,0 0-21 0,0 0-39 16,0 0-19-16,0 0-11 0,0 0-16 15,0 0-57-15,0 0-204 0,0 0-177 0,0 0 41 0</inkml:trace>
  <inkml:trace contextRef="#ctx0" brushRef="#br0" timeOffset="17600.76">-304-2091 2954 0,'0'0'0'0,"0"0"0"0,0 0-9 16,0 0-1-16,0 0 4 0,0 0-3 0,0 0 6 15,0-11 6-15,11 0 0 0,-2 0 1 0,3-3-19 16,5 0-45-16,-2 1-49 0,3-6-54 0,0 0-37 15,1-1-49-15,0 1-91 0,-2 2-208 0,1 1 37 16,-5-1 88-16</inkml:trace>
  <inkml:trace contextRef="#ctx0" brushRef="#br0" timeOffset="17395.23">-688-2193 2286 0,'-3'0'-2'0,"3"0"4"16,0 0 2-16,0 4 46 0,0 1 35 0,0-2 20 15,0 1 18-15,12 2-24 0,0 1-20 0,-1 4-13 16,0-1-7-16,1 1-7 0,0 2-11 0,2-1 0 15,1 2-21-15,0 1-6 0,-1 0-2 0,1 0-9 16,1-1 7-16,0 2-2 0,2-3 1 0,0 5 1 16,-3-5-10-16,0 1-63 0,1-1-79 0,-1-3-99 15,-2 1-115-15,-2 2-254 0,-2-4-44 0,-1-1 96 16</inkml:trace>
  <inkml:trace contextRef="#ctx0" brushRef="#br0" timeOffset="17203.94">-664-1991 2225 0,'0'0'1'0,"0"0"-1"0,0 0 5 0,0 0-1 16,0 0-9-16,0 0 13 0,0 0 7 0,0 0 5 15,0 0 7-15,12 0-17 0,-1-11-5 0,-2 0-11 16,2 0 4-16,-1 1 10 0,4-2-2 0,0-3 1 16,-1 0-4-16,4 2-14 0,0-2 11 0,0-2-6 15,-1 0-22-15,1 1-13 0,-3 0-68 0,-4 2-40 16,-1 3-73-16,-1-2-207 0,-3 3-50 15,-5 1 53-15</inkml:trace>
  <inkml:trace contextRef="#ctx0" brushRef="#br0" timeOffset="17751.74">-240-2286 2357 0,'-8'14'-2'15,"1"-4"4"-15,2 3 10 0,2 4 12 0,3-2 15 16,0 7 15-16,0-2-5 0,0 2-10 15,12 6-13-15,-1-2-20 0,1 0-20 0,0 1 22 0,2-3 3 16,1 3 4-16,0-2 11 0,4 1-64 0,-1-2-71 16,0 0-92-16,2 0-175 0,-2 1-246 0,0 1 67 15</inkml:trace>
</inkml:ink>
</file>

<file path=ppt/ink/ink29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9:18.349"/>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129 207 2522 0,'-11'6'25'0,"1"0"31"0,-3 0 28 15,0-4 39-15,-1 3 11 0,2-3-4 0,1 0 7 16,2-1 2-16,-1 1-19 0,3 0-6 0,3 0-16 16,-2-1-34-1,3 0-14-15,0 1-15 0,0 0-17 0,3 1-2 0,0-2-13 0,-3 0-7 0,3 0 5 16,0 2-11-16,0-3 15 0,0 0-5 0,0 0-5 15,0 0 9-15,0 0-2 0,0 0 2 0,0 0 6 16,9 0 1-16,0 0 0 0,-1 0 5 16,1 0-4-16,1 0 4 0,1 0-4 15,4 0 7-15,5 0-3 0,0 0-6 0,7 0 12 0,5 0-5 16,4 0 7-16,5-10-9 0,5 10-11 0,7-9 0 16,6 2-2-16,3 0 1 0,8 1 1 0,3 0-2 15,3 0-2-15,3-4 4 0,6 4-6 0,-1 0 3 16,1 1-2-16,0 1-5 0,-2 0 7 15,-1 1-4-15,0 1-5 0,-1 0 18 0,-5-1-9 0,0 2 1 16,0-1 0-16,3 0-12 0,3 0 7 16,4-1-4-16,5 2 9 0,5 0 3 0,4-1-2 0,7-3 1 15,6 1-1-15,3-1 0 0,1-1 2 16,4 1 4-16,-2-3-9 0,2-1 4 0,-1 1-9 16,-1 0 0-16,1-1 6 0,-3 1 0 0,0 1-2 15,-7-2 3-15,-2 4 0 0,-3 0-11 0,-6 2 13 16,-8-1-13-16,-5 1 5 0,-10 3 10 0,-4-1-6 15,-8-2 3-15,-8 2 1 0,-6 1-7 0,-9 0-1 16,-5 0 13-16,-7-3-3 0,-6 3 1 0,-6 0 5 16,-5-2-11-16,-3 2 4 0,-5-1-1 0,-4 0-4 15,0 0-6-15,0-1-25 0,-15 0-37 0,-4 0-54 16,-6-2-70-16,-2 0-71 0,-13 2-37 16,-5-1-16-16,-8 0 9 0,-10 2 31 0,-5-1-26 15,-8 2-12-15,-6 0-182 0,-4 0 27 0,-6 0 102 16</inkml:trace>
</inkml:ink>
</file>

<file path=ppt/ink/ink29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9:19.250"/>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537 286 3498 0,'-72'13'-2'0,"3"-2"11"0,5-2 20 0,5 1 36 15,3-3 37-15,4 0 19 0,8-3-4 16,5 1-39-16,7 0-31 0,8-1-31 0,7-1-16 16,8-3 4-16,9 3 5 0,0-1 6 0,0 0 15 15,20-2 13-15,5 0 7 0,12 0 15 0,10 0 7 16,12 0-1-16,20 0-18 0,20-15-12 0,19-2-20 16,20 0-21-16,16-4 0 0,17-1-2 0,18-1 0 15,8 0 1-15,14-1 3 0,0 1 0 0,1 2-1 16,-4 0 3-16,0 3 0 0,-6 2-3 15,-8 3-8-15,-10 0 5 0,-13 2-2 0,-11 4-4 0,-13 1 11 16,-12 2-3-16,-15 0-1 0,-12 1 8 16,-14 1-7-16,-12 1 3 0,-12 0-2 0,-12 0-4 15,-11 1 18-15,-9 0-6 0,-9 0 19 0,-11 0 31 16,-3 0 27-16,-7 0 30 0,-8 0-10 0,0-2-31 16,0 2-37-16,0-2-21 0,0 1-59 0,0-2-71 15,-11 2-88-15,-2-2-68 0,0-1-22 0,-2-1-50 16,-3 1-58-16,-3 0-73 0,-5-1-74 0,-3 0-256 15,-1 4 124-15,-5-4 138 0</inkml:trace>
</inkml:ink>
</file>

<file path=ppt/ink/ink29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9:18.854"/>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511 376 2838 0,'-62'8'-3'0,"3"-1"4"15,6-2-6-15,3 1 3 0,4-4 19 0,7-2 39 16,2 0 46-16,4 0 45 0,4 0 20 0,6 0-4 0,2 0-16 16,9 0-27-16,-2 0-27 0,5 0-34 15,1 9-13-15,2-9-29 0,3 0-5 0,0 0-7 16,2 0-3-16,-2 6 2 0,3-6-3 0,0 0 15 16,0 5-16-16,0-5 5 0,0 5-2 0,0-2 2 15,0 2 21-15,13-5 11 0,-2 0 17 0,1 3 4 16,2-3-6-16,8 0 10 0,6 0-4 15,7 0-3-15,9 0-6 0,4 0-14 0,16-12-19 0,5 12-1 16,13-14 6-16,4 1-4 0,13-1 7 16,10 2-12-16,0-4-4 0,10 1-2 0,5 0 0 0,6-1 4 15,2-1 1-15,4 2-1 0,4-2-4 16,3 2-5-16,1 2-5 0,0 0 2 0,1 1-6 16,-4 2 3-16,2 1 10 0,-5 0-2 0,-3 1-2 15,-3 2-1-15,0-1-3 0,-1 3-8 0,-5 0 8 16,-1-3 11-16,-9 3-7 0,-2-1 14 0,-6 1-11 15,-5 0-5-15,-8 1 0 0,-6-1-6 0,-8 2 10 16,-7 0-6-16,-10-2 7 0,-9 3-9 0,-10 1 2 16,-10 0 12-16,-9-1-5 0,-8 1 20 0,-9-3-12 15,-4 2-33-15,-5 1-58 0,0-6-68 0,-15 2-24 16,-5-3-14-16,-7 0-5 0,-10-2-10 16,-7-2-50-16,-12 0-44 0,-6 2-6 0,-13 0 1 0,-5 0-8 15,-10 2-51-15,-6-2-189 0,-4 3 8 16,-5 1 94-16</inkml:trace>
</inkml:ink>
</file>

<file path=ppt/ink/ink29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9:26.165"/>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933 3086 2144 0,'-4'0'37'0,"1"0"40"0,0 10 39 0,-1-10 49 16,4 8 10-16,-3-8 12 0,2 0 19 0,-1 8-1 16,-1-8-12-16,3 0-18 0,-1 0-41 15,-2 0-35-15,3 0-22 0,-3 0-15 0,0 0-6 16,0 0 0-16,3-11-5 0,-3-2-5 0,0 3-10 15,-2-7-5-15,2-1-5 0,-3 0-8 0,3-3 3 16,1-7-5-16,-4-4 4 0,3-5-4 16,0-7 3-16,-1-8-5 0,-2-10 6 0,-3-5 0 0,-2-11-5 15,0-6 9-15,-7-5 0 0,1-4 18 0,-5-5-3 16,-6-1-4-16,-1-2-5 0,-1-1-28 0,-6 2 5 16,-1 2 0-16,-5 2-23 0,2 6 23 0,-2 4-6 15,-6 5 13-15,3 6 36 0,2 2-8 0,-1 8 3 16,2 0 5-16,5 4 8 0,1 5 8 15,3 0 7-15,1 1 8 0,7 4-24 0,3-1-14 16,2 0-8-16,5 2-21 0,1 0-11 0,3-1 2 16,5 0 6-16,3 0-21 0,3 1 0 0,0-2 5 15,0 3-13-15,12 3 14 0,-1 0 2 0,0 6-5 16,1 2 11-16,1 5-5 0,-3 5-8 0,3 4-5 16,-4 5 0-16,-1 3 0 0,1 3 5 0,-4 5 4 15,-5 4-9-15,3-1-5 0,-3 3 10 0,0 1-15 16,0 1-6-16,0 0-27 0,0 0-25 0,0 0-15 15,0 0-76-15,0 0-19 0,0 0 9 16,0 8-6-16,0 3 41 0,0-3 5 0,0 5-136 0,0 2-113 16,-8 7-101-16,-1 2-326 0,0 4 62 15,-5 4 144-15</inkml:trace>
</inkml:ink>
</file>

<file path=ppt/ink/ink29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9:25.577"/>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852 351 1981 0,'3'-7'15'0,"-3"1"18"0,0 2 19 0,0 0 20 15,0 1 5-15,0 0-3 0,0-2-1 0,0-1-13 16,0 3-7-16,0 0-5 0,-9-2-2 15,9 0 2-15,-11-1-3 0,11 0 1 0,-7-1-6 0,1-1 7 16,6 0 7-16,-8 0 12 0,2-2-7 16,0 0-19-16,0 0-5 0,1-1 3 0,-1 0 20 15,0-2 7-15,0 3-13 0,-1-6-29 0,-1 3-22 16,-1 0 2-16,0 2-1 0,-2 0 13 0,2-1-6 16,-2 1-1-16,2 0-4 0,-4 2-3 0,4-1 2 15,-2 1 0-15,-3 1 10 0,4 1-2 0,-3 1 3 16,0-4 4-16,1 6 1 0,1 0-11 0,0 0 4 15,-4 1-8-15,5 0-7 0,0 3 5 16,-3-5 2-16,5 5 2 0,-4 0-3 0,3 0-3 0,-2 0-9 16,-2 0 2-16,4 13 0 0,-5-3 4 15,2 1 10-15,-3-2-1 0,-1 2-5 0,0 2 3 16,-1 0-9-16,0 0-8 0,1 0 10 0,-1 0-9 16,0-2 9-16,2 0 5 0,1 0 5 0,2 1 1 15,-2-1-6-15,1 2-3 0,4-4-4 0,-2 1 9 16,2 1 0-16,-2 0 2 0,4-2-3 0,-2-2-1 15,-1 3 1-15,3-2-5 0,-2 0 6 0,1 0-13 16,2 0-2-16,-2 2 16 0,-1-3-5 0,3 0 3 16,-1 3-1-16,-2-3-11 0,4 2-5 0,-4-1 4 15,6 0 3-15,-3 0 2 0,3-1 3 0,-2 4 3 16,2-1 2-16,0-2-1 0,0 5-3 0,-1-4 0 16,1 5-2-16,-1 0 3 0,-2 0 4 15,2-1-5-15,1 1 1 0,-3 0 1 0,0 0 4 16,3 1-6-16,0-2 2 0,-2 0-1 0,2 3-7 15,0-4 3-15,0 1-1 0,0 2 0 0,1-1 8 16,-1 0 5-16,0 2 1 0,3 1-4 0,0-4-6 16,0 4 0-16,0-4 0 0,0 2-6 0,0-4 11 15,0 5-13-15,0-4 0 0,0 1 14 0,0 0-22 16,0 1 18-16,0 0-2 0,0-1-3 0,0 0 9 16,0 2 1-16,0-3-10 0,0 3 3 0,0-1-5 15,0 0 2-15,0 1 13 0,0-2-7 0,0 1 8 16,0 0-2-16,0-2-4 0,0 0-3 0,0 1 4 15,11-1-4-15,-5-1-5 0,-6 3 13 16,9 1 5-16,-1-3 3 0,1 1 0 0,-5-3-5 16,5 2 2-16,-2-1 4 0,0 0 1 0,-1-3-3 15,2 2-4-15,1 0-5 0,-1-2 4 0,-2 3-2 16,3-1 0-16,-2-1 1 0,-1 2-8 0,2-2 10 16,-2 4-19-16,0-5 1 0,3-1 8 0,-4 3-7 15,4-3 16-15,-3 0-9 0,2 0-6 0,-2-1 6 16,1 2-9-16,-1-2-1 0,3 0 12 0,-1 0-8 15,3 0 10-15,-2-1 10 0,4 1-22 16,-3-2 19-16,3-2-11 0,-1 3 2 0,-1-5 21 0,3 7-9 16,-1-7 9-16,-4 0-13 0,5 0 0 15,0 0-8-15,-2 0-4 0,0 0 13 0,2 0-5 16,-1 0-5-16,1-11 15 0,1 11-18 0,-1-8 3 16,3 0 8-16,-4 8-16 0,1-8 8 0,1-1-1 15,-4 0-4-15,2 3 7 0,0 1 5 0,-6-3-6 16,-1 4 3-16,3-1 3 0,-4 1 8 0,1 0 14 15,-1-1 12-15,-1 1-7 0,-2 2-12 0,4-3-1 16,-3 1-11-16,3-2 1 0,-2-5-7 0,2 2 2 16,4-2-11-16,-3-1 2 0,-1-2 11 0,3-1-19 15,-1 0 11-15,3 3-4 0,-5-2-1 0,1 2 20 16,-1 0-6-16,0 0 1 0,2 1-5 0,-3-1-5 16,-1-2 6-16,2 1 3 0,-3-2-1 15,2 0-7-15,-2-2 17 0,0-1-5 0,0 1 8 16,0-1 7-16,0 4-4 0,0-4-1 0,0 1 12 15,-1 0 0-15,-2 1 9 0,3-1-8 0,-3 2-3 16,0-2-3-16,3 1 2 0,-3 1 29 0,3 0 3 16,-3 2 16-16,3-2-23 0,-3 1-20 0,0 0-1 15,0-1-24-15,0-3 6 0,0 6 25 0,0-8 22 16,0 4 64-16,0-2 56 0,0-2-38 0,0 3-13 16,0-3-51-16,0 2-45 0,0 0 45 0,0-1-27 15,-9-1-9-15,1-2-16 0,2 3-37 0,-3-3-2 16,4-4 0-16,-4 4 8 0,2-5 6 0,-3 0 0 15,1 0-6-15,2 1-19 0,-2-2 8 16,0 0 8-16,1 2 4 0,-1 3 16 0,1 1-17 16,2 4-5-16,0 0-4 0,2 8-26 0,-3-1-41 15,4 3-64-15,2 3-135 0,-1 2-85 0,1-2-24 16,1 5-10-16,0 0 14 0,0 0-91 0,0 0-144 16,0 0-361-16,0 0 129 0</inkml:trace>
</inkml:ink>
</file>

<file path=ppt/ink/ink29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9:28.250"/>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79 214 2699 0,'-14'-3'71'0,"1"2"81"0,0-2 71 16,3 3 44-16,1 0-49 0,-2 0-68 0,2 0-68 15,6 0-40-15,-2 0-26 0,5 0-13 0,0 0 7 16,0 0 14-16,11 0 8 0,3 0 2 0,5 0-5 16,7 0-18-16,5 0-3 0,5-14 2 15,7 1-1-15,5 1-5 0,2-2-8 0,3-2-1 16,4 3 4-16,-1-3-5 0,0 0 7 0,-1 1-2 16,-2 1-8-16,-3 0-11 0,-3 0-22 0,-6 5-27 15,-8 0-40-15,-2 3-40 0,-7 1-35 0,-6 2-38 16,-7 1-32-16,-3-1-51 0,-8 3-70 0,0 0-234 15,0 0-45-15,-22 0 111 0</inkml:trace>
  <inkml:trace contextRef="#ctx0" brushRef="#br0" timeOffset="191.51">197 326 2529 0,'-16'15'42'0,"2"-3"29"15,5 0 26-15,0-3 13 0,7-3-30 0,-1-1 3 16,3-3 24-16,0 2 13 0,0-3 43 0,0 1-7 15,14-2-26-15,3 0-13 0,2 0-45 0,6 0-21 16,4 0-28-16,4-16-11 0,6 3-8 0,7-3 22 16,3 0-19-16,4-1-13 0,4-1-19 0,4-4-69 15,0 2-72-15,7-1-105 0,-1 0-108 0,0 1-76 16,-2 1-162-16,4 2-97 0,-7 0 124 0</inkml:trace>
  <inkml:trace contextRef="#ctx0" brushRef="#br0" timeOffset="-500.47">459-154 1614 0,'-11'-11'17'0,"11"-1"16"0,-9-1 17 16,1 1 33-16,2-2 5 0,-3 0 15 0,6 2 9 16,-3-1 10-16,-2 1 20 0,5 4 11 0,-3 1 10 15,2 2-22-15,-2 4-38 0,3 1-46 0,0 0-39 16,-2 0-8-16,-1 11 24 0,0-1 19 0,-2 8 33 15,-1 4 11-15,0 3-24 0,-2 5 2 0,1 7-19 16,1 3-6-16,-5 3-10 0,5 2-6 16,-2 6-9-16,1-3-16 0,1 2 5 0,-4 1-13 15,3-3 4-15,-1 0-4 0,2 0 6 0,3-2 1 16,-2-5-2-16,2-5 0 0,2-1-3 0,-2-5 8 16,3-2-12-16,3-8 7 0,0-5-10 0,0 0-15 15,0-5-22-15,0-2-44 0,0-3-44 0,0-5-53 16,12 0-63-16,-5 0-60 0,2 0-71 0,2-19-211 15,0 2-50-15,1-6 98 0</inkml:trace>
  <inkml:trace contextRef="#ctx0" brushRef="#br0" timeOffset="-884.42">158-19 2099 0,'6'-2'18'0,"-3"-3"11"0,-1 1-8 0,-2 1-3 15,0 1-19-15,3 2-16 0,-3 0 10 16,0 0 11-16,0 0 4 0,6 13 13 0,-2-2-1 16,2-1 1-16,0 3-6 0,3 1-4 0,-1 0 1 15,3 4-1-15,-2-3 6 0,1 4-8 0,-3-2 8 16,2 2 10-16,-3-2 6 0,-2-2 21 0,-1 0-5 16,0-2-6-16,-3 0-1 0,0-3-6 0,0-2 14 15,0-2 12-15,0-2 14 0,0 0 10 0,0-2 1 16,-12-2-10-16,2 0-20 0,10 0-22 0,-8 0-13 15,-1 0-9-15,3-11 3 0,-3 1 2 16,4-2-11-16,-4 1-5 0,6-3-1 0,1 1-4 0,-1-5 0 16,3 1 3-16,0 0-5 0,0-2-1 15,0-1-1-15,14 1-1 0,0-2 0 0,2 1 8 16,0 0-7-16,0 1 2 0,1 2 7 0,0-1-5 16,-1 3 10-16,1 2-1 0,0 2-11 0,-3 3 5 15,-2-1-9-15,1 5 0 16,1 1 5-16,-5 3 5 0,3 0 8 0,-4 0 2 0,1 0 4 0,-3 12-10 15,2 0 10-15,-2 2 5 0,1 0-7 0,-1-1 9 16,0 3 4-16,-1-1-6 0,-2 0 8 0,0 2-5 16,0-3-7-16,0 1-6 0,-3-1 0 0,0-1-3 15,0-1-6-15,0-2 5 0,0-1-1 0,0-1-1 16,0-3-3-16,0 0 3 0,0-2-1 16,0 0 3-16,0-1-6 0,0 0-4 0,0-2-19 15,0 1-50-15,0-1-62 0,0 0-78 0,0 0-68 16,0 0-43-16,0 0-90 0,0 0-227 0,0 0 86 15</inkml:trace>
  <inkml:trace contextRef="#ctx0" brushRef="#br0" timeOffset="-239.87">566-251 3027 0,'0'-13'41'0,"0"7"27"0,0 1 8 15,0 5 4-15,0 0-41 0,0 0-19 0,0 0 12 16,0 0 15-16,-7 15 33 0,7 0-7 0,-9 3-15 16,9 6-19-16,-5 2-35 0,5 5-1 0,-7 4 15 15,4 7 8-15,3 1 8 0,-3 4 8 0,-1 1-24 16,1 2-1-16,0 1-5 0,-1 2-14 0,-2-1 12 16,1-3-12-16,-1-1 2 0,-3-5 15 0,1-4-15 15,-1-4-16-15,3-5-28 0,-1-7-33 0,4-6-36 16,0-6-14-16,1-3-65 0,1-5-97 0,-1-3-56 15,-1 0-118-15,-3 0-221 0,3-15 75 16,-6-3 99-16</inkml:trace>
  <inkml:trace contextRef="#ctx0" brushRef="#br0" timeOffset="628.91">1906 84 2623 0,'0'-9'56'0,"0"1"47"0,0-1 45 0,0 3 48 15,0 0-22-15,0-1-13 0,0 0-18 0,-11 2-30 16,2 1-29-16,0 0-27 0,0 2-17 0,-2 0-19 16,1 2-3-16,-1 0 1 0,-3 0-16 15,1 0 1-15,-1 0-8 0,0 11-3 0,1 2 4 0,-4 0 3 16,2 1 4-16,0 2 0 0,1 1-4 16,0 3-2-16,4-1-3 0,1 1 17 0,1 1-13 15,5 1-1-15,0-3 5 0,3 2-22 0,0-1 14 16,0-2 11-16,0 1-4 0,14-2 11 0,-4-2-18 15,-1-4-4-15,2 2 2 0,-2-1-4 0,3-4 21 16,0-4-6-16,2 1 1 0,0-5 10 0,1 0 23 16,0 0 7-16,3-16 15 0,-3 3-12 0,2-1-16 15,1-5 16-15,-1-1-6 0,0-2 13 0,0 0-6 16,-4-1-14-16,-2 0-5 0,1-2-21 0,-1 3 1 16,-4-1-1-16,-2 1-21 0,-5 2-36 15,0-2-47-15,0 3-48 0,0 1-32 0,0 4-22 16,-12 0-52-16,1 1-68 0,2 4-89 0,9 0-113 15,-8 2-229-15,8 1 87 0,0 3 135 0</inkml:trace>
  <inkml:trace contextRef="#ctx0" brushRef="#br0" timeOffset="1107.59">2079 121 2684 0,'-21'25'30'0,"1"-2"25"0,6-6 41 16,2-2 38-16,3-5 14 0,5-2 22 0,4-3 18 15,0-5-12-15,0 0-22 0,16 0-46 0,4 0-51 16,7-13-29-16,7 3-6 0,8-5-15 16,4-1-11-16,6 0-14 0,4-1-46 0,1-1-47 15,3-1-113-15,2 1-140 0,-1 2-145 0,-1 0-354 16,3 0 78-16,-4 1 157 0</inkml:trace>
  <inkml:trace contextRef="#ctx0" brushRef="#br0" timeOffset="943.45">2138 214 2027 0,'16'13'39'0,"-3"-2"42"0,1-2 53 0,-4 0 41 16,3 1 7-16,-4-4 6 0,-3 1-8 0,-2 2 7 15,1-3-12-15,-2-1-5 0,-2-1-29 0,3-2-1 16,-4 0-14-16,0 0-14 0,0-2 15 16,0 0 0-16,0 0 32 0,0 0 59 0,0 0 73 15,0 0 21-15,0 0 5 0,0 0-62 0,0 0-84 16,0-9-54-16,0-2-58 0,0 1-31 0,-10-3-13 16,10-5-12-16,-9-1-11 0,2-4 9 0,1-3-7 15,-3-3-7-15,1-5 10 0,-1-1-2 0,1-1 4 16,1-1 2-16,-2 0-1 0,4 2-3 0,0 3-6 15,1 2 1-15,1 6-9 0,0 0-21 0,3 4-44 16,0 5-84-16,0 1-113 0,0 3-76 0,0 1-40 16,0 3 34-16,10-2 82 0,0 4 31 15,0-1-1-15,4-1-69 0,-1 2-71 0,4 0-42 16,1 4-55-16,2 1-203 0,-2 0 100 0,-1 0 108 16</inkml:trace>
  <inkml:trace contextRef="#ctx0" brushRef="#br0" timeOffset="3168.06">4840-488 3393 0,'0'-11'65'0,"0"1"44"0,0 0 20 16,0 4 17-16,-9 4-56 0,9-1-37 0,-9 3-27 15,9 0-24-15,0 0-11 0,0 0-7 0,0 14 2 16,0-1 7-16,0 4-2 0,0 2 4 0,0 5 10 15,12 5 4-15,-1 3-4 0,-1 2 1 0,4 5-5 16,-2-2-1-16,0 3 1 0,0-2 6 0,1-1-5 16,-3-3 2-16,1-2-1 0,-2-1-5 15,-1-5 3-15,-1-4 2 0,-1-2-2 0,-1-1-1 0,-2-9 6 16,0 1-4-16,-3 0 9 0,3-5 3 16,-3-3-6-16,0-3 3 0,0 2 11 0,0-2 13 15,0 0 2-15,0 0-12 0,0 0-11 0,-11-11-24 16,2-1-2-16,-2 0 8 0,-2 0-3 0,-4-1 9 15,0 2-7-15,-2-2 1 0,-4 0 2 0,3 2-5 16,-1 2 3-16,1 2-2 0,-1 1-3 0,4 6-3 16,0 0 5-16,1 0 3 0,2 0-8 0,0 0 7 15,2 9 2-15,0 1-7 0,3 2 17 0,3-1-10 16,-2 1-5-16,5-1 5 0,3 0 2 0,0 0 10 16,0-1-9-16,0 1 8 0,12 0-7 15,-2-2-3-15,-1 0 2 0,1-3-10 0,2 3 7 16,1-5 6-16,-1 1 7 0,4-1 7 0,1-4-19 15,3 0 8-15,0 0 4 0,5 0-21 0,1-13-23 16,0 0-42-16,1 1-71 0,-1-2-93 0,2-3-78 16,-3 0-90-16,1-2-91 0,-1 4-236 0,-4-4 69 15,-1 2 123-15</inkml:trace>
  <inkml:trace contextRef="#ctx0" brushRef="#br0" timeOffset="3507.44">5281-201 2665 0,'3'-8'50'0,"-3"-1"60"0,0 1 57 0,0 2 51 0,0 1-14 16,0 0-41-16,0 1-40 0,-14 2-47 16,3 1-29-16,2 1-25 0,-1 0-19 0,-1 0-4 15,-1 12-6-15,0 3 2 0,-2-2 2 0,-1 4 5 16,1 3 0-16,0 4 3 0,1 1-1 0,-1 1 0 16,3 2-5-16,1 0-2 0,2 3 6 0,1-2-7 15,1-1 2-15,-1 2-6 0,4-2-15 0,-1-3-15 16,4-1 3-16,-3-4 15 0,3-5 5 15,0-2 20-15,0-7 4 0,0-6-4 0,0 0 13 0,0 0-8 16,10 0-4-16,1-14 7 0,0-4-2 16,2-1 5-16,3-3 5 0,0-6-7 0,2 2 2 15,1-4 4-15,-1-1 5 0,-1 3-5 0,-1 0 0 16,0 4-13-16,-3 1-3 0,1 4-2 0,0 2-18 16,-4 5 15-16,1 1-14 0,-1 5 7 0,3 6 6 15,-3 0-9-15,1 0-8 0,1 0-37 0,2 0-58 16,-2 11-62-16,0-2-56 0,2 0-21 0,-1 3-38 15,1-2-32-15,0 1-113 0,-1-2-230 0,1 0 97 16</inkml:trace>
  <inkml:trace contextRef="#ctx0" brushRef="#br0" timeOffset="3899.95">5663-272 2867 0,'6'-35'67'0,"-4"1"55"15,-2 1 56-15,0 1 49 0,0 4-23 0,0 3-19 16,-11 3-9-16,11 4-9 0,-10 4-35 15,10 4-25-15,0 3-57 0,0 4-59 0,-8 1-17 16,8 2-4-16,0 0 5 0,0 0 14 0,0 16 10 16,0 1-8-16,0 6 8 0,0 1 1 0,0 5 3 15,0 4 2-15,0 4-8 0,0 0 8 0,11 2-10 16,-2 0 10-16,1 0-2 0,-2-4 7 0,1-1 0 16,-1 0-20-16,1-1-20 0,-2-4-39 0,1-1-8 15,-2-3-15-15,0-4-9 0,-1 1-4 0,1-7-29 16,-3 0-35-16,1-4-33 0,-2-6-38 0,-2-1-61 15,0-2-46-15,0-2-32 0,0 0-45 16,-15 0-58-16,-1 0 58 0,0-15 82 0,-1 2 126 16,-3 2 213-16,1-2 309 0,-1 1 117 0,0-1 74 15,0 1 24-15,2 0-164 0,0 2 1 0,0 0-20 16,2 2-41-16,4-1-75 0,3 0-82 0,5 3-63 16,1-1-38-16,3 1-19 0,0-1-20 0,12 0-2 15,1-3 3-15,7 0-5 0,1-2 2 0,8-3-2 16,6 2-21-16,3-2-30 0,5 0-38 0,1 0-32 15,3 0-52-15,4 2-56 0,1-3-57 16,0 4-56-16,-4 1-42 0,2 2-219 0,-2 0 29 0,-7 2 93 16</inkml:trace>
  <inkml:trace contextRef="#ctx0" brushRef="#br0" timeOffset="4195.26">6060-18 2320 0,'-14'12'33'0,"3"-6"23"0,5-1 24 0,2-2 14 15,4-3-23-15,0 0-3 0,0 0-5 0,15 0-6 16,-1-14 5-16,2 2-5 0,4-4-5 0,4-1 12 16,1 0 9-16,2-1 23 0,-1-2 2 0,1 1 16 15,-3-1-1-15,-1-1-10 0,-3 3 3 0,-5 1-2 16,-1-1 6-16,-5 2 4 0,-5 3 10 0,2 1-7 16,-6 0-12-16,0 4-23 0,0 1-34 15,0 2-33-15,0 2-30 0,-15 2-11 0,0 1-6 16,-2 0 5-16,-1 0 17 0,-2 16-4 0,-2 1 10 15,-3 2 0-15,0-1-10 0,3 6 14 0,3-3-21 16,0 3-13-16,4-3-26 0,6 3-31 0,1-4-2 16,4 1 5-16,4-2-10 0,0-1-7 0,0-2-27 15,12-2-58-15,3 0-64 0,2-6-78 0,4-2-37 16,5-2-44-16,1-4-222 0,2 0 48 0,3 0 85 16</inkml:trace>
  <inkml:trace contextRef="#ctx0" brushRef="#br0" timeOffset="2131.73">3630-47 1859 0,'0'-8'19'0,"0"-1"15"0,-11 4 36 15,11 0 30-15,-8 0 8 0,8 1 16 0,-10 1-6 16,4 0 0-16,0 0 1 0,6 3-14 0,-6-2-12 15,1 2-12-15,-1 0-23 0,3 0-10 0,-2 0-26 16,2 0-22-16,0 0-6 0,0 0-13 0,0 0 8 16,2 9 6-16,-2-3 7 0,1 4 7 15,1 0 0-15,1 2-1 0,0-1 2 0,0 5-2 16,0-2-2-16,0 3 5 0,0 1-10 0,10 0 4 16,1 0-2-16,-2 0 6 0,-1 0-6 0,1 1 7 15,0-2 3-15,0-1-14 0,0-2 11 0,2 0-11 16,1-1 3-16,-2-4 13 0,4 0 6 0,0 0 26 15,3-4 22-15,1-1 16 0,0-4-2 0,2 0-15 16,1 0 4-16,0 0-10 0,0-11 8 0,-1-1 1 16,-2 0-11-16,1 0-23 15,-4 0-10-15,0 0-6 0,-3-1-16 0,0-1 19 0,-3 0-5 0,-2-2-1 16,-3 2-3-16,1-2-11 0,-5-1-8 0,0-1-15 16,0 3-11-16,0-1-24 0,0 0 2 0,-13 1-19 15,3-1-18-15,10 3-16 0,-12 2-59 16,4 1-42-16,8 2-48 0,-9 2-52 0,9 1-37 15,-6 0-72-15,6 3-176 0,0 2 45 0,0-1 99 16</inkml:trace>
  <inkml:trace contextRef="#ctx0" brushRef="#br0" timeOffset="2651.36">4166-47 2420 0,'0'0'39'0,"0"0"47"0,0 0 41 0,0-8 34 15,0 8-30-15,0 0-46 0,0 0-56 0,0 0-43 16,0 0-10-16,0 0 1 0,0 0 30 0,0 0 26 16,0 13 3-16,0 2 1 0,0 2 3 0,10 3-8 15,1 1 7-15,1 3 9 0,-1 3-5 0,-1-2-3 16,1 3-1-16,0 0-11 0,-2-2-11 0,0-3 7 15,-5 0-4-15,3-4 4 0,-4 0-2 16,0-3-9-16,-2-3-1 0,1-2 0 0,-2-2 7 0,0 0 16 16,0-3 20-16,0-2 29 0,0-3 20 15,0 2 20-15,0-1 24 0,0-2 26 0,0 0-2 16,0 0-36-16,0 0-48 0,0-16-65 0,0 1-24 16,-11-1-8-16,2-4-1 0,0-2 12 0,0-2-8 15,-2-3-3-15,0-4-8 0,1 1 6 0,-1-5 5 16,-1 1 6-16,3-3-5 0,0 0-16 0,3 2 9 15,1 1-10-15,2 1 9 0,3 3 6 0,0-1-20 16,0 3 13-16,20 5 4 0,-2 2-7 0,3 3 12 16,2 1-4-16,1 1 0 0,2 4-2 0,2 5 2 15,-4 1 2-15,-1 1-12 0,1 5 1 0,-1 0-3 16,-2 0-10-16,-1 0 16 0,-4 13-1 0,0 1 7 16,-4-2 5-16,-2-1-4 0,-2 3 5 15,-3-1-9-15,-5 2 16 0,0 1 2 0,0 1 0 16,-19 4-13-16,1-1-36 0,-5 3-34 0,-2 0-33 15,-4-1-25-15,-5-1-18 0,1-1-47 0,-2-2-84 16,2-4-72-16,-2 0-90 0,3-4-244 0,1-1-5 16,4-5 118-16</inkml:trace>
  <inkml:trace contextRef="#ctx0" brushRef="#br0" timeOffset="4445.22">6561-188 2858 0,'0'-14'65'0,"0"0"60"0,0 1 49 16,-12 3 36-16,-1 1-29 0,1 3-38 16,-1 1-32-16,-3 1-14 0,1 1-22 0,2 3-14 15,0 0-20-15,1 0-29 0,3 0-15 0,0 0-17 16,1 0 8-16,4 11 7 0,-1-11 3 0,5 11 1 16,0 2-5-16,0-1 5 0,0 5 2 0,0 0 2 15,14 1 3-15,-2 1-5 0,3 0-5 0,1 3 8 16,0-3-5-16,1 1-1 0,0 1-2 0,1-1 5 15,-1-2-5-15,-4 1 4 0,-1-2 0 16,-1-2 5-16,-5 2 15 0,0-2-6 0,-3 0 11 0,-3-3-6 16,0 0-7-16,0 1-2 0,0 0-2 15,0 2-4-15,-10-2-30 0,-1 3-51 0,-1 1-113 0,-3-2-199 16,-1-1-198-16,-3-1-385 0,-4-1 106 16</inkml:trace>
  <inkml:trace contextRef="#ctx0" brushRef="#br0" timeOffset="5627.28">7510-462 2032 0,'-26'29'34'0,"0"-1"29"0,4-1 18 0,2-4 11 16,5 0-27-16,1-9-12 0,5 1 0 16,1-4 40-16,8-2 30 0,0 0 25 0,0-2 17 0,0 0-17 15,18-2-21-15,5 0-26 0,5-1-38 0,2-2-25 16,8-2-21-16,3 0-11 0,8 0 0 0,2 0-4 15,2 0 5-15,-1-11 5 0,-2 0-4 16,-3 11 8-16,-7-10 43 0,-7 2 30 0,-7 8 61 16,-6-7 16-16,-10 7 11 0,-2 0 5 0,-8 0-28 15,0 0 9-15,0 0-63 0,0 0-42 0,0 0-29 16,-9 0-41-16,-3 8-1 0,1 1 14 0,-4 2-1 16,-3-1-8-16,-1 4 8 15,1-1-27-15,-2 4-5 0,4-2 16 0,0 2-4 0,3 0 8 0,2 1-8 16,5-1-35-16,3 1-13 0,3 0-9 0,0 0 16 15,0-1 20-15,0 1 16 0,15 0 23 0,0-6-10 16,2 4 23-16,0-6-1 0,4-1 8 0,-1-3 18 16,1-4 14-16,-1-2 74 0,0 0 74 0,1 0 67 15,-3 0 40-15,-3-14-21 0,2 1-72 0,-3-3-67 16,-4 2-60-16,-1-3-48 0,0 0-20 16,-2 0-13-16,-4-4-31 0,-2 1-45 0,-1-4-86 15,0 1-139-15,0 0-79 0,0-2-43 0,0 2 17 16,-14 0 59-16,14 4-43 0,-12 1-76 0,12 4-99 15,-10 0-275-15,10 4 78 0,0 1 164 0</inkml:trace>
  <inkml:trace contextRef="#ctx0" brushRef="#br0" timeOffset="5251.68">7703 98 2016 0,'0'8'46'0,"0"-1"40"0,0 0 45 0,0-1 47 15,0 0 4-15,0-3 9 0,0 1 1 0,0-1-11 16,0-2-6-16,0-1-17 0,0 3-12 0,0-2-18 16,0-1-12-16,0 0-5 0,0 0 15 15,0 0 49-15,0 0 39 0,0 0 58 0,0 0-4 16,0 0-51-16,0-14-52 0,0 1-59 0,0-2-54 15,0-2-6-15,-9-4-18 0,1-6-34 0,1-3 5 16,-1-7-12-16,2-5-3 0,-3-5 1 0,0-3 9 16,0-3-5-16,-1-2 1 0,3-2 8 0,-1 3-3 15,1 0-1-15,1 5-6 0,1 2-4 0,0 7-53 16,2 6-80-16,3 5-67 0,0 5-75 0,0 4-8 16,0 2 42-16,0 3 17 0,0 3 19 0,13 2-20 15,-3 0-38-15,2 1-31 0,-1 3-7 0,1 3 29 16,-1 3 32-16,1 0 23 0,-1 0-47 15,-7 14-146-15,-4 2-32 0,0 4 65 0</inkml:trace>
  <inkml:trace contextRef="#ctx0" brushRef="#br0" timeOffset="5951.49">8227-272 3164 0,'6'6'24'16,"-2"1"9"-16,1-3 6 0,-2 1 32 0,2-3 8 15,-4 0 19-15,2 3 16 0,0-1-15 0,3 0-27 16,0-1-30-16,3 1-16 0,4 4-19 15,0 1-5-15,2 2 9 0,4 2-6 0,-1 1 1 0,2 3 0 16,-2 1-6-16,0-1-3 0,0 3 6 16,-3 2-2-16,-1 0-1 0,-3-1 7 0,-2 1-9 15,-3 0 9-15,-1-1 0 0,-4 1-4 0,-1-2 10 16,0-1-7-16,0-4 4 0,-11-1 9 0,11-2 10 16,-16-6 19-16,4 2 23 0,-2-8 12 0,2 0 9 15,1 0 2-15,0 0-21 0,4-17-9 0,1-2-21 16,6-3-22-16,0-3 4 0,0-5 11 0,0-4-9 15,0 0 4-15,20-5-11 0,-1 0-24 0,4 3 12 16,0-1 0-16,3 2 8 0,-2 6-13 0,-3 2 0 16,2 7-23-16,-3 1-4 0,-2 3 15 15,0 6-32-15,-3 2-58 0,2-2-49 0,-2 6-76 16,0 0-81-16,-1 2-97 0,3 2-133 0,-3-4-327 16,2 4 20-16,-1 0 170 0</inkml:trace>
  <inkml:trace contextRef="#ctx0" brushRef="#br0" timeOffset="7619.96">10947-687 2128 0,'0'-27'7'16,"0"4"6"-16,0 3 13 0,-11 4 4 0,11 4-8 16,-9 2-11-16,9 3-15 0,0 7-11 0,-9 0 5 15,9 0 4-15,-9 0 2 0,3 13 8 0,0 1-10 16,0 0 9-16,0 3-6 0,1 3-2 0,-1 0 10 15,3-3-11-15,0 2 2 0,1 1 5 0,-1-3-2 16,3 0 5-16,0-3 5 0,0-3 4 0,0-2 9 16,0-2 12-16,0-3 9 0,0-3-3 0,0-1-22 15,0 0-37-15,0 0-17 0,0-17 0 0,0 1 9 16,0-1 19 0,0 1 14-16,0-3 10 0,0 2 26 0,0 0 43 15,0 2 44-15,0 2 42 0,0 1 39 0,0 2 10 0,0 2-20 0,0 1-32 16,0 7-79-16,0 0-52 0,0 0-35 0,0 0-35 15,0 0 23-15,0 0 3 0,0 15 19 0,0 2 3 16,0 3 4-16,0 6 0 0,0 3-9 0,0 7 15 16,0 0-12-16,11 5 6 0,0 3-8 0,-2 1-2 15,1-4 12-15,1 1-9 0,0-1 0 0,-1-5-1 16,-1-1-12-16,2 0 6 0,-2-6 7 0,-1-1-3 16,-2-5-7-16,0-2-14 0,-3-3-16 0,0-4-14 15,-2-5-21-15,-1-2-47 0,0-1-28 0,0-6-2 16,-18 0 22-16,-2 0 59 0,-1 0 40 0,-2 0 23 15,-6-15 30-15,2 0 28 0,0 1 36 16,3-3 23-16,1 0-2 0,3-2-9 0,5 0-39 16,4 0-18-16,11-1-33 0,0 0-25 0,0-1-1 15,21-1-7-15,4-2 4 0,10 5 8 0,3-3 0 16,7 0-17-16,4 1 22 0,5-1-1 0,1 3 1 16,-2 2 8-16,-1 3-14 0,-3 0 3 0,-5 3-7 15,-6 2 9-15,-7 1 23 0,-5 3 22 0,-6 2 40 16,-6 1 28-16,-7 2 10 0,-2 0 0 0,-5 0-7 15,0 0-29-15,0 0-14 0,0 0-15 0,0 0-21 16,-11 11 3-16,1 0-5 0,-1 0-4 0,-3 2-12 16,-1-1-17-16,0 4-15 0,-2-1-4 15,0 7 11-15,1-3-4 0,2 3 11 0,0 2-3 16,5-1-9-16,2 2 20 0,2 0-23 0,1 1 7 16,4-2-4-16,0 0-16 0,0-5 16 0,0 2-12 15,13-4 9-15,2-1 8 0,-1-5 13 0,0-1-1 16,-1-2 13-16,1-5 21 0,0-3 36 0,-1 0 40 15,1 0 18-15,0-12-7 0,1-3-36 0,0-2-7 16,-1-1-8-16,0-4 3 0,-1 1 3 0,1-3 14 16,-2 0-9-16,-1 2-14 0,-4-1-27 0,1 1-50 15,-1 8-21-15,-2 0-11 0,0 5-7 0,-1 3-8 16,-2 3 0-16,1 3 9 0,1 0 13 0,2 0-2 16,3 0-30-16,2 15-83 0,6-3-98 0,2 1-71 15,7 2-44-15,5 0 10 0,2 2-31 16,2-2-83-16,0 0-106 0,3 1-350 0,-2-4 106 15,-2 0 171-15</inkml:trace>
  <inkml:trace contextRef="#ctx0" brushRef="#br0" timeOffset="8087.22">11875-434 3387 0,'0'-8'-4'0,"0"5"-15"15,0 3-7-15,7 0 2 0,-7 0 30 0,0 15 51 16,8 2 25-16,-8 2 12 0,0 2-9 16,7 7-36-16,0 4-7 0,-1 5 3 0,-2 0-1 15,1 3 3-15,-2 0-10 0,3 0-7 0,-2 0-22 16,-1-3 3-16,-1-1-3 0,-2-3-2 16,0-5 6-16,0-2 0 0,0-5 6 0,0-2 16 0,0-5 16 15,0-3 42-15,0-4 54 0,0-3 82 0,0-4 90 16,0 0 15-16,0 0-63 0,0 0-129 0,0-18-134 15,0 1-99-15,0-4-2 0,-12-3 9 16,1-6 15-16,11-7-14 0,-13-4-3 0,3-3 18 0,1-4-1 16,3-1 53-16,-1-1 3 0,7 0 0 15,0 2 0-15,0 1-8 0,0 4 11 0,0 3-12 16,0 4 4-16,10 6 8 0,2 2-20 0,2 4 22 16,3 2-5-16,-1 5 5 0,4 2 8 0,3 4-7 15,1 2 0-15,2 3-1 0,0 1 6 0,1 5-25 16,-1 0 5-16,-2 0-8 0,-2 11-17 0,-4 2 21 15,-3-1 2-15,-4 2 1 0,-2 1 13 0,-5 4 6 16,-1 0 11-16,-3 4 1 0,0 1 6 0,0 1-5 16,0 3 2-16,-13 1 3 0,-2-1-7 0,-2 0 10 15,-6 0-14-15,-1-2-33 0,-4-1-20 0,-5-2-60 16,-2-1-59-16,-1-3-65 0,-1-4-119 0,-1-2-98 16,2-4-91-16,1-5-267 0,4-4 70 15,1 0 149-15</inkml:trace>
  <inkml:trace contextRef="#ctx0" brushRef="#br0" timeOffset="8423.99">12494-625 3805 0,'8'-8'29'16,"-2"1"31"-16,-3 4 25 0,-3 3 33 0,0 0-3 15,0 0-13-15,0 0-18 0,0 0-42 0,-14 0-32 16,14 0 0-16,-12 12-12 0,2-1-1 0,-3 3-1 15,3 2-13-15,-2 1 5 0,0 3 14 16,-1 1 1-16,1 4-7 0,2 3 6 0,4-2-1 16,-2 1-8-16,3 2 8 0,5-1-12 0,0 0-21 15,0-2 1-15,0-3 0 0,9 0 11 0,2-4 20 16,0-5 13-16,1 0 0 0,-3-7-4 0,3-1 19 16,-1-6 36-16,1 0 28 0,-1 0 33 0,-1 0 45 15,2-13-15-15,2-1-18 0,-2 0-30 0,0-3-64 16,0-2-23-16,1-2-19 0,-3-4-14 0,-1-3-41 15,-3-1-43-15,0-3-57 0,-6 0-17 0,0-1 6 16,0-1-20-16,0 1 6 0,0 3-40 16,-12 4-76-16,2 1-62 0,-1 4-55 0,-1 6-28 15,-2 2-73-15,1 3-165 0,-1 5 108 0</inkml:trace>
  <inkml:trace contextRef="#ctx0" brushRef="#br0" timeOffset="6825.42">9887-631 3075 0,'0'-19'60'16,"7"1"51"-16,-7 6 51 0,5 4 43 0,-5 4-55 16,0 4-52-16,0 0-52 0,0 0-44 0,0 0-21 15,0 0 10-15,0 13-4 0,0 4 12 0,0 3 15 16,0 6-27-16,0 4 23 0,0 6-13 0,0 6-2 15,11-1 19-15,-2 5-15 0,3-1 2 0,-2 0 1 16,1-1 3-16,0-3 5 0,-1-2-10 16,-1-4 11-16,1-3-8 0,-3-6-6 0,-1-4 16 15,-3-3-5-15,0-5-1 0,0-6 8 0,-3-2-1 16,0-3 28-16,0-3 10 0,0 0 7 0,0 0-2 16,0 0-38-16,-12-13-12 0,0 0-25 0,-3-1 9 15,-3-1 6-15,-2 0 4 0,-3-2 5 0,-3 2-15 16,0 0 6-16,1 2-5 0,-1 4 7 0,0 1-1 15,3 3-4-15,2 5 3 0,0 0-8 0,4 0 10 16,2 0-5-16,3 12-12 0,1-2 19 0,2 5-7 16,1 0 3-16,4 3 11 0,1 0-13 15,3 3-2-15,0 0 7 0,0 1 1 0,0-1-5 16,0-1 0-16,13-1 6 0,1-3-4 0,0 1 4 16,2-3 13-16,1-1-13 0,3-2 8 0,4-4 9 15,2-2-9-15,3-1-12 0,1-4-3 0,4 0-28 16,2 0-33-16,2-13-38 0,0-5-65 0,0 3-73 15,0-3-58-15,-3-1-36 0,1-3-8 0,-1-2 44 16,-3 1 43-16,0-1 65 0,-2 3 64 0,-2-3 52 16,-2 4 71-16,-4 1 71 0,0 2 69 0,-7 0 72 15,-2 4 54-15,-2-1 36 0,-3 0 5 0,-4 3-8 16,-1 2-31-16,-3 0-52 0,0 1-48 0,0 1-48 16,0 1-36-16,-13 3-27 0,0 0-13 0,3 2-19 15,-2 1-14-15,0 0-7 0,-2 0-8 16,-1 0 3-16,-4 15-2 0,3 2 0 0,-1-1 2 15,-1 1 2-15,-2 3 1 0,3-2 7 0,2 2-2 16,2 2-2-16,0 0-1 0,4-3-2 0,2 2 6 16,1-3-1-16,1-1-4 0,3 1 5 0,1-3-13 15,1-3 9-15,0-2 10 0,0-2-8 0,0-3 8 16,0-1-2-16,0-3 0 0,11-1 16 0,-11 0 23 16,10 0 17-16,-1 0 25 0,0-10-8 0,4-2-11 15,0 0-15-15,2-2-29 0,1-2-5 0,2 0-17 16,3-1 1-16,-1-2-12 0,1 1-11 15,-1 4 20-15,1-2-9 0,0 4-1 0,1-1 9 0,-4 3-14 16,2 5 2-16,-1 0 12 0,1 5-13 0,1 0-29 16,1 0-37-16,-1 0-23 0,0 0-21 15,0 14-11-15,4-3-23 0,-2-2-79 0,-2 1-65 16,-1-2-77-16,-2-2-66 0,0 1-222 0,-1-7-20 16,-4 4 115-16</inkml:trace>
  <inkml:trace contextRef="#ctx0" brushRef="#br0" timeOffset="8853.39">12833-947 2925 0,'11'-21'-7'0,"-11"5"-5"16,7 4 1-16,-7 3-2 0,6 3 3 0,-6-1 8 16,0 4-15-16,6 2-22 0,2 1-55 0,-2 0-80 15,5 0-87-15,1 0-222 0,1 11-137 0,1-1 77 16</inkml:trace>
  <inkml:trace contextRef="#ctx0" brushRef="#br0" timeOffset="8710.22">12900-609 3424 0,'10'-8'57'0,"-2"2"44"15,-3 2 21-15,-2 2 1 0,-2 2-49 0,-1 0-37 16,0 0-18-16,0 0 2 0,0 0-12 0,0 12-3 0,0-1 4 15,0 0-3-15,0 3-1 0,0-1 3 16,0 5-6-16,0 2 5 0,0 3 8 0,0 3-10 16,11 0-3-16,-11 1 4 0,10-1-5 0,-2 0 2 15,0 1 2-15,-8-6-13 0,6 1-32 0,0-3-46 16,-2-4-64-16,-1-2-86 0,-3-2-77 0,0-4-61 16,0-3-69-16,0-4-338 0,0 0 111 0</inkml:trace>
  <inkml:trace contextRef="#ctx0" brushRef="#br0" timeOffset="9180.06">13211-683 2639 0,'6'9'-3'0,"2"-1"13"0,-4 2 32 16,-1-4 31-16,0 4 12 0,0 2 17 16,1-1-4-16,-1-1-8 0,-3 0-1 0,3 2-28 15,0 0-11-15,-3 1-14 0,1 3 2 0,-1 1 3 16,0 1-15-16,0-2-4 0,0 2-6 0,0 3-3 15,-10-1 4-15,-1-5-4 0,11 2 1 0,-11-6 4 16,2 1 18-16,9-6 27 0,-7 0 35 0,7-6 23 16,-5 0-6-16,5 0-20 0,0 0-36 0,0 0-27 15,0-16-17-15,0 0 7 0,0 1 11 0,0-5 12 16,0-1 0-16,9-2-8 0,0 2-13 0,2-1-18 16,-1 0-1-16,3 5-14 0,-1 0-4 15,1 4 2-15,1 2-2 0,1 3 0 0,-1 2 7 16,3 4 2-16,-2 2 3 0,0 0 2 15,0 0 2-15,0 0-9 0,1 12-8 0,-3-1-20 0,-1 2-17 16,-1 0-22-16,1-1-21 0,-4 0-16 0,-1-1-33 16,-1-1-49-16,1-2-73 0,-1 1-81 0,0-1-60 15,0-3-21-15,-2-5-247 0,2 0 72 0,-1 0 106 16</inkml:trace>
  <inkml:trace contextRef="#ctx0" brushRef="#br0" timeOffset="9403.6">13687-841 3255 0,'13'-34'84'0,"-4"0"59"0,0 6 45 15,-4 2 35-15,0 8-31 0,-2 2-4 0,-3 2-15 16,0 4-34-16,0 7-57 0,0 3-73 16,0 0-42-16,0 0-1 0,0 0-1 0,0 0 13 15,0 14 18-15,0 3 12 0,0 3-10 0,0 6 5 16,0 6 1-16,0 2-12 0,0 7 20 0,7 1 3 16,-7 4-17-16,0 2 12 0,9 1-13 0,-9-3 4 15,5 1 21-15,1 0-15 0,-3-3-5 0,1-3-40 16,4-4-57-16,-2-4-30 0,2-5-30 0,-2-4-7 15,3-7 1-15,-3-4-13 0,2-4-30 0,-1-6-93 16,-1-3-92-16,0 0-129 0,2-12-241 16,-4-4 106-16,-2-3 135 0</inkml:trace>
  <inkml:trace contextRef="#ctx0" brushRef="#br0" timeOffset="9513.42">13747-579 2709 0,'-10'-20'41'0,"1"2"51"0,2 2 23 0,7 2 9 15,0 2-41-15,0 2-59 0,0 1-26 0,0 5-6 16,0-3-13-16,13 4-6 0,3 0-47 0,4 2-80 15,4 1-91-15,7-1-126 0,5-1-303 0,7-2 35 16,4 0 102-16</inkml:trace>
  <inkml:trace contextRef="#ctx0" brushRef="#br0" timeOffset="9943.84">14807-360 3427 0,'0'5'78'0,"0"-1"52"15,0-4 47-15,0 0 45 0,0 0-10 0,0 0 22 16,0 0 17-16,0 0 14 0,0 0-45 0,0 0-55 16,0 0-71-16,0-11-53 0,0 0-31 0,0 0-24 15,11 0 4-15,0-3-15 0,-1-2 17 0,4-1-2 16,0 0 7-16,-1-1 0 0,2 1-15 0,1-1 19 16,-3 2-25-16,-1 2 16 0,2 2 0 0,-5 3-27 15,2 1 16-15,-5 3-17 0,1 2 3 0,1 3 0 16,1 0-5-16,0 0 36 0,2 12-28 15,1 1 10-15,2 2 5 0,-1 5-23 0,3 3 33 16,-3 5-5-16,1 4 10 0,-6 3 4 0,1 0-18 0,-3 3 19 16,-6 1-10-16,0 1 5 0,0-1 18 15,0 0-13-15,-15 2 9 0,1-2-9 0,-3-2 0 16,0-2 9-16,1-2 1 0,-4-4 4 0,-1-3 0 16,1-2 4-16,5-7 8 0,-2-4 0 0,3 0 27 15,-1-6-20-15,5-3-12 0,-4-4 8 0,3 0-33 16,2 0 27-16,0-13-10 0,0 0 36 15,4-2 13-15,-1-3-18 0,3-2 14 0,3-2-60 0,0-1-21 16,0 0 5-16,0-1-20 0,19 0 12 16,-3 0 2-16,4 2-6 0,1 1-47 0,5 0-144 15,-3-1-102-15,6 2-79 0,0 1-59 0,-1 1-38 16,4-1-81-16,-1 0-330 0,-1 1 32 0,-1-1 184 16</inkml:trace>
  <inkml:trace contextRef="#ctx0" brushRef="#br0" timeOffset="10085.56">15281-963 4666 0,'-14'-16'-4'15,"1"0"-8"-15,4 1-2 0,9 2 14 0,0 3 0 16,0 3-3-16,0 2-92 0,0 0-122 0,0 3-224 16,0-1-263-16,0 1-353 0,0 1 108 15</inkml:trace>
</inkml:ink>
</file>

<file path=ppt/ink/ink29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9:58.689"/>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2063 487 1510 0,'9'-6'7'0,"-9"6"9"0,0-4 9 15,0-3 17-15,0 3 12 0,0-4 15 0,0 0 16 16,0-1-4-16,-9-2-12 0,9-3-12 0,-12 1-15 16,3 0-2-16,-2-2 3 0,3 0 15 0,-2 2 16 15,-2-4-8-15,1 1-6 0,2 2-24 0,-5-1-18 16,2-1-11-16,-2 1-4 0,-1 1 3 15,-3 0-13-15,1-1 12 0,-2 4-4 0,-6-3-1 0,-4 0 0 16,-2 1-5-16,-6 2 1 0,-4-2-1 16,-5-1 7-16,-2 0 2 0,-4 1-1 0,1 0 0 0,2 2 5 15,2-3-2-15,0 4 4 0,6 0 0 16,3 1-1-16,1 0-5 0,1 0 0 0,1 8-6 16,-1-4-7-16,2 3 3 0,-2 2-2 0,2 0 8 15,-2 0 1-15,-1 0-5 0,-1 0 6 0,2 14-9 16,0-4 5-16,-4-1 4 0,4 1-2 0,2-1 0 15,-2 0 2-15,2-1 3 0,2 1-11 0,2 2 3 16,4-3 0-16,-1 1-5 0,4 0 9 0,0-1-5 16,4 1-3-16,-1 2 5 0,0-2 0 0,3 1 9 15,-2 2 1-15,-4 2 0 0,3-1 3 0,-1 3-6 16,-2 1-2-16,0 4-1 0,1-2-4 16,2 2 1-16,-3 2 4 0,2 1-1 0,1 1 2 15,2-3 0-15,1 2-5 0,0-1 1 0,4 3 0 16,1 1-2-16,-2-2 1 0,3 2 4 0,-1 1 1 15,2-1 4-15,-4 3 0 0,5-2-4 0,-2-1-6 16,2-2 3-16,-2 3 3 0,2-3-4 0,2-2 9 16,4 3-5-16,-3 1 4 0,6-4 8 0,-3 2-3 15,3 0 7-15,0-1 5 0,0 2-4 0,0-2 9 16,9 4 1-16,1-4-3 0,-1 0 8 0,2 1 0 16,3 1 8-16,1-2 7 0,2 0-8 0,2 2-1 15,1-3 1-15,4 1-3 0,5-5 2 0,2 2-4 16,5-3-14-16,0-1-12 0,5 0 1 0,0-1-7 15,2-4-3-15,3 1 2 0,-2-2-4 0,1 1 3 16,-2-2-1-16,1 3-4 0,-2-4 2 16,1 0-1-16,-1-1 3 0,-2 0 3 0,-2-1 10 15,-3-1 21-15,1-1 4 0,1-3 20 0,-1-2-1 16,0 0-5-16,1 0 14 0,-1 0-7 0,4 0 1 16,2-14-2-16,5-1-3 0,-1-1-7 0,1-2 2 15,-1-3-3-15,5-2-9 0,-1-4 4 0,-2-3-14 16,-3-2-4-16,2-5-9 0,-1-4-6 15,-4-3 3-15,-2-3-5 0,-4-4-2 0,-4 0-2 0,-5-2-15 16,-2-1 11-16,-7 0-16 0,-4 1-4 16,-8 2-6-16,-2 1-43 0,-4 4-28 0,0 1-74 15,0 4-76-15,-21 4-73 0,-2 4-71 0,-3 5-43 16,-6 2-138-16,-5 5-94 0,-9 4 116 0</inkml:trace>
</inkml:ink>
</file>

<file path=ppt/ink/ink29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9:59.709"/>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221 86 895 0,'-11'-12'111'16,"1"3"38"-16,-1-1 49 0,-1 1 35 0,-2 2-87 15,0 0-7-15,1 1-24 0,-2 1-18 16,1 0 2-16,-1 1-10 0,1 1-10 0,2 0 2 16,-2 1-4-16,5-1-1 0,-2 2 4 0,4 0-5 15,1 1-9-15,0 0-8 0,1 0-8 0,2 0-3 16,0 0-3-16,0 0 3 0,0 0 2 0,3 0-2 15,-2 0 2-15,2 0-8 0,0 0-6 0,0 0-10 16,0 0-12-16,0 0-9 0,0 0-9 0,0 0-5 16,0 7 2-16,0-7 0 0,0 0 6 0,0 0 9 15,0 0 5-15,11 0 13 0,-2 0 3 0,0 0 4 16,0 0 3-16,2 0 4 0,3 0 1 16,4 0 2-16,0 9-10 0,5-9-8 0,1 0-4 0,4 0-1 15,7 0 4-15,3 0 4 0,4 0-5 16,10 0-11-16,7 0 0 0,6 0-10 0,8 0-1 15,8 11 6-15,7-11 0 0,4 9-1 0,6 2 2 16,6-5-2-16,4 0-10 0,6 2 5 0,6-2-10 16,5 2 10-16,4-2 2 0,4 0 2 0,6 1 3 15,0-1 1-15,7 1-8 0,-2 0-1 0,5-4 8 16,1 3-14-16,1 0 9 0,-1 0-2 0,-1-1-2 16,-5-3 2-16,-1 0 10 0,0 0-5 0,-5 0 2 15,-3-2-1-15,-3 0-13 0,-3 0 4 0,-1 0 1 16,1 0-6-16,-7 0 9 0,-2 0 1 0,-8 0-6 15,-4 0 10-15,-8 0-7 0,-12 0 9 16,-9 0-4-16,-12 0-10 0,-11 0 3 0,-10 10-5 16,-7-10 6-16,-12 0 7 0,-10 0-1 0,-5 7 1 15,-4-7 1-15,-2 0-1 0,-6 0 3 0,0 0 1 16,0 0 9-16,0 0 1 0,0 5 7 0,0-5 5 16,0 0-11-16,0 0 2 0,0 0-13 0,-9 0-11 15,9 0 6-15,-5 0-3 0,5 0 5 0,-6 0-1 16,6 0-2-16,-3 0-11 0,3 0 2 0,-6 0 6 15,6 0-1-15,0 0 11 0,0 0-3 0,0 0-2 16,0 0-4-16,0 0 1 0,0 0 3 0,0 0-6 16,0 0 2-16,0 0-3 0,0 0-3 15,0 0 5-15,0 0-8 0,0 0-27 0,0 0-50 16,0 0-98-16,0 0-106 0,0 0-84 0,0 0-61 16,0 0-54-16,0 0-99 0,0 0-1 0,0-8 112 15</inkml:trace>
</inkml:ink>
</file>

<file path=ppt/ink/ink30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0:14.583"/>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1154 1060 2689 0,'-13'9'20'15,"-5"-9"34"-15,-2 10 45 0,0-10 27 0,3 9 15 16,-2-3-8-16,2-1-24 0,5 0-26 0,1-3-40 15,5-2-25-15,-2 3-22 0,8 0 17 0,0-3 28 16,0 0-1-16,25 0 1 0,-1 0-4 0,6-14-15 16,7 2-8-16,5-2 3 0,9 0-15 0,5-3-12 15,0 0 10-15,3-1-3 0,-6 2 8 0,-1-1 1 16,-10 4 20-16,-7 3 30 0,-9 2 4 16,-9 5 7-16,-17 3-19 0,0 0-40 0,-11 0-6 15,-15 11-9-15,-7 6-3 0,-14 1 13 0,-11 5-4 16,-9 5 13-16,-1 5-14 0,-6-2 6 0,1 3 8 15,6-3-13-15,6-2 13 0,11-3-9 0,9-5-7 16,11-4 4-16,7-5-5 0,9-3-4 0,14-4 9 16,0-5 1-16,0 0 19 0,15 0 5 0,7-14-16 15,10-2 5-15,7 1-6 0,8-5-9 0,9 0-18 16,4-5-71-16,5 3-99 0,-3-3-160 0,-3 5-168 16,-4 3-334-16,-9 4 13 0,-5 5 166 15</inkml:trace>
  <inkml:trace contextRef="#ctx0" brushRef="#br0" timeOffset="-543">2181 943 2127 0,'-11'5'23'0,"1"-5"38"0,-2 0 50 16,0 4 37-16,4 1 16 0,-1-3-1 0,0 1-16 15,1 2-10-15,2-1-16 0,0-2-24 0,1 3-18 16,-1-3-24-16,3 3-17 0,2-3-3 0,-2 1-16 16,0-2 3-16,3 2-1 0,-2-2-1 0,1 1-9 15,-1 3 2-15,2-2 0 0,0-1-20 0,0 3 18 16,0-4 9-16,0 3 3 0,0-3 31 0,0 3-1 16,0-1-2-16,0-3 7 0,0 3-3 0,12 1 7 15,-3 0-3-15,2 1 0 0,3-1-10 16,2 0-10-16,4 0-5 0,6 3-11 0,9-5 2 15,9 1-9-15,6-3 0 0,12 0-3 0,11 0-6 16,9 0 8-16,9 0-10 0,7-12 2 0,8 4 6 16,0-3-14-16,2 2 5 0,1-1-9 0,-2-1-3 15,-6-2 7-15,0 6 14 0,-9-3-4 0,-4 3-19 16,-4 0 14-16,-8 4-31 0,-9-2 10 0,-8 5 2 16,-9 0-11-16,-7 0 18 0,-12 0-3 0,-8 0 36 15,-6 0-25-15,-6 0 1 0,-11 0 6 16,0 0-30-16,0 0 18 0,-25 0 7 0,-4 0-6 15,-4 0 1-15,-8 0 10 0,-8 7-6 0,-5-7-5 0,-10 8 10 16,-3-4-4-16,-4 3-8 0,-2-3 5 16,-3 2-1-16,-2 1 4 0,-2 2 0 0,-2-1-3 15,-2 4 10-15,-1-2-15 0,-1 5 11 0,-2-4 18 16,1 1-15-16,4-1 29 0,-1 0 11 0,7 1 31 16,2-4 85-16,11 1 76 0,7-6 35 0,7 2-1 15,12-2-81-15,7-3-85 0,7 1-59 0,7-1-62 16,10 2 7-16,1-2-27 0,6 0 9 0,0 0 16 15,0 0-9-15,22 0 26 0,6 0-2 0,5 0-5 16,10 0 12-16,10-12 0 0,12-1-2 16,9-2-1-16,10-3-3 0,7-1-8 0,3-6 1 0,5 2 7 15,1-4-2-15,-4 1-1 0,-3-1 2 16,-7 6-8-16,-7-1-3 0,-9 3 13 0,-11 4 3 16,-15 4 82-16,-7 2 54 0,-10 3 2 0,-12 1-2 15,-15 1-78-15,0 0-58 0,0 1-22 0,-13 0 2 16,-6-2-5-16,-5 1 7 0,-3 1 6 0,-2 0-13 15,-3 0-25-15,0 3-135 0,0 0-220 0,2 0-101 16,-2 0-51-16,0 0 53 0,-1 15 90 0,-1 0-53 16,-4-4-72-16,-1 4-277 0,-2 2-2 0,-3-4 166 15</inkml:trace>
</inkml:ink>
</file>

<file path=ppt/ink/ink30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0:09.155"/>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12 408 2578 0,'-4'-12'-1'0,"1"-1"-3"0,1 2-7 16,-1-4 1-16,3 6 7 0,0 0 2 0,0-1 18 15,14 4 7-15,3-3-5 0,2 1 0 0,4-2-7 16,5 0-2-16,0 0 5 0,7 0 5 0,-1-1-2 15,2 2-6-15,-1-1-2 0,2 6-3 16,-3 2-8-16,-2 2-1 0,-1 0 0 0,-5 12-2 16,-4 1 4-16,-2-1 26 0,-5 5 15 0,-4 5 13 15,-3 3 7-15,-4 0-15 0,-4 4-11 0,0 3-10 0,0 5 3 16,-18-1 0-16,1 0 3 0,0-2-3 16,-2-6-7-16,0 0 1 0,3-5-7 0,-1-5 19 15,3-2 10-15,2-6 15 0,2-4 23 0,4-1-14 16,1-5-14-16,0 0-19 0,5-14-35 0,0-5-6 15,0-3 2-15,0-6-15 0,0-6 4 0,0-7 16 16,0-5-1-16,0-5 19 0,14-3 11 16,0 0 5-16,-2-3 12 0,2 4 8 0,-2 5 1 0,1 2 4 15,-2 8 6-15,-2 7-4 0,-1 7 3 0,-4 7-12 16,1 6-17-16,-5 5-4 0,0 6-19 0,0 0-12 16,0 0-12-16,0 0-2 0,0 0 7 0,0 12-6 15,0 2 12-15,0 0-3 0,0 6 3 16,0 0 2-16,0 8 6 0,0 0-25 0,0 4-14 15,0-2-28-15,0-1-42 0,13 1-23 0,3-1-66 16,0-3-63-16,1-4-69 0,3-4-74 0,1-3-141 16,2-6-175-16,0-9 103 0</inkml:trace>
  <inkml:trace contextRef="#ctx0" brushRef="#br0" timeOffset="801.66">529 1180 4213 0,'-37'42'54'0,"5"-9"35"0,5-7-8 0,3-3-2 16,9-9-59-16,2-4-38 0,6-5 29 15,7-5 74-15,0 0 84 0,17-16 30 0,5-6 29 16,12-9-61-16,13-5-74 0,12-10-47 0,16-8-30 16,11-5-22-16,16-5 15 0,9-3 13 0,6-2-32 15,4 3 22-15,4 2-21 0,-2 3 14 0,-6 2 19 16,-2 4-2-16,-13 5-22 0,-7 6-7 0,-9 4-18 15,-14 7 5-15,-12 5 31 0,-12 8 13 0,-13 5 51 16,-9 4-8-16,-8 3 10 0,-9 5-11 16,-9 3-24-16,0 0-13 0,0 0-18 0,0 0 1 0,0 0-44 15,0 0-74-15,-9 0-186 0,9 0-150 16,-13 8-43-16,-1-8-24 0,0 8 1 0,1-8-28 16,-4 6-246-16,-3-1-93 0,-3 2 186 0</inkml:trace>
  <inkml:trace contextRef="#ctx0" brushRef="#br0" timeOffset="1774.37">460 536 3263 0,'5'0'43'0,"-2"0"34"0,-3 0 20 16,0 0 14-16,0 0-30 0,0 0-11 0,0 10 3 0,0-10 6 15,0 7 6-15,0-7 3 0,0 7-15 16,0-7-11-16,0 0-6 0,-8 4-10 0,8-4 3 16,0 0-15-16,0 0-12 0,0 0-8 0,0 0-14 15,0 0 2-15,0 0 5 0,0 0-9 0,0 0 4 16,0 0 9-16,0 0-16 0,0 0 10 0,0 0-7 15,0 0 0-15,0 0 17 0,0 0 0 0,0 0-10 16,0 0-10-16,0 0-2 0,0 0-5 0,0 0 15 16,0 0 6-16,0 0-5 0,0 0-1 0,0 0-7 15,0 0 14-15,0 0-14 0,0 0 5 0,0 0-5 16,0 0-20-16,0 0 14 0,0 0 0 0,0 0 15 16,0 0-2-16,0 0-16 0,0 0-6 0,0 0-35 15,0 0 10-15,0 0 2 0,0 0-13 16,0 0 32-16,0 0-9 0,0 0 13 0,0 0 10 15,0 0 1-15,0 0-7 0,0 0 14 0,0 0 6 16,0 0-9-16,0 0 12 0,0 0-8 0,0 0-4 16,0 0 11-16,0 0 2 0,0 0-8 0,0 0 1 15,0 0-1-15,0 0-2 0,0 0 1 0,0 0-2 16,0 0-6-16,0 0 7 0,0 0-3 0,0 0 7 16,0 0-5-16,0 0 6 0,0 0-2 0,0 0-2 15,0 0 7-15,0 0-7 0,0 0 6 0,0 0-3 16,0 0-6-16,0 0-3 0,0 0-3 0,0 0 11 15,0 0 3-15,0 0 4 0,0 0 4 0,0 0-11 16,0 0-10-16,0 0 3 0,0 0-2 16,0 0 4-16,0 0 12 0,0 0-1 0,0 0-5 15,0 0 6-15,0 0-4 0,0 0-8 0,0 0 14 16,0 0-21-16,0 0 16 0,0 0-2 0,0 0-4 16,0 0 11-16,0 0-8 0,0 0 4 0,0 0-3 15,0 0 8-15,0 0-9 0,0 0 5 0,0 0-9 16,0 0-7-16,0 0 13 0,0 0-12 0,0 0 5 15,0 0-4-15,0 0 1 0,0 0 4 0,0 0-6 16,0 0-6-16,0 0-13 0,0 0-60 16,0 0-52-16,0 0-103 0,0 0-145 0,0 0-80 15,0 0-46-15,0 0-205 0,0 0 78 0,0 0 144 16</inkml:trace>
  <inkml:trace contextRef="#ctx0" brushRef="#br0" timeOffset="502.38">825-186 3282 0,'-11'-11'56'0,"1"3"30"16,1 2 28-16,9 6 12 0,-10 0-50 16,3 0-25-16,7 0-20 0,-5 0-17 0,5 0-27 15,0 0 5-15,0 0-9 0,0 9 7 0,0-9 16 16,0 11-5-16,0 1 3 0,12-1 3 0,1 2-1 16,0 1-7-16,1 1 5 0,0 1-5 15,4-2 8-15,-1 1-5 0,-2-1 0 0,1-6-14 0,0-1 14 16,-4 0 21-16,-2-3 10 0,1-2 26 15,-3-2 6-15,1 0 12 0,-3 0-17 0,3-16-10 0,0-1-24 16,3 2-25-16,3-6 1 0,1-2 5 16,-1-1-3-16,1-3-3 0,1 1 9 0,1 1-11 15,1 3 0-15,-4 2-4 0,0 2-12 0,0 4 5 16,0 6 12-16,1 2-1 0,0 6 3 0,2 0 4 16,1 0-10-16,-1 0 10 0,3 17 2 0,0 3-6 15,2 2 0-15,-3 1-2 0,1 2-1 0,-1 6 0 16,-3 1 4-16,-2 1-5 0,-3 4-9 0,-6-1 8 15,-6 1 0-15,0 1 23 0,0 3-4 0,0 0-2 16,-20 0 1-16,-2 0-19 0,-3-3 4 0,-2-1-6 16,-2 0 4-16,0-6 22 0,0-6 27 0,4-3 42 15,3-4 43-15,6-7 9 0,2-8 35 0,6-3-39 16,2 0-56-16,2 0-30 0,4-14-70 0,0-9-1 16,0-4-3-16,12-5-6 0,0-5-6 15,5-4 1-15,2-3-8 0,6-1-27 0,2 0-26 16,2-1-52-16,0 3-17 0,1 6 1 0,-1 5 4 15,-5 3 9-15,1 6-30 0,-4 4-48 0,-3 5-18 16,-4 6-20-16,-2 8-37 0,-4 0-53 0,-5 0-212 16,-3 11-100-16,0 3 102 0</inkml:trace>
  <inkml:trace contextRef="#ctx0" brushRef="#br0" timeOffset="2336.43">2916-723 2429 0,'-6'-5'22'0,"-1"3"24"0,-7-3 28 15,3 5 33-15,-1 0 8 0,-3 0 6 0,0 0-2 16,-2 12-13-16,2-1 10 0,-2 3-16 0,0 4-7 16,-2 3-12-16,2 4-22 0,-3 6-9 15,0 3-15-15,1 5-5 0,-1 2-11 0,3 3-8 16,5 3-4-16,1-1-7 0,4 2-5 0,7-1 5 16,0-4-3-16,0 2 5 0,0-5 5 0,18-3-8 15,2-4 2-15,0-1 1 0,5-7 2 0,-2-4 7 16,5-6 7-16,0-6 19 0,3-9 4 0,1 0 16 15,1-13 5-15,4-5 0 0,-1-7-4 0,-3-6-2 16,4-1 9-16,-2-5 8 0,-2-2 37 0,-5-4 25 16,0 2-8-16,-8-1-15 0,-3-1-42 15,-7-2-38-15,0 4 27 0,-10-3-59 0,0 2-6 16,0 3 1-16,-20 1-52 0,3 2 28 0,-3 4-63 16,1 2-55-16,-4 6-32 0,-1 3-33 0,1 5 9 15,-3 4-28-15,3 0-72 0,-1 6-58 0,0 6-49 16,2 0-57-16,3 0-211 0,0 0 60 0,4 13 105 15</inkml:trace>
  <inkml:trace contextRef="#ctx0" brushRef="#br0" timeOffset="2611.14">2899-726 3259 0,'0'-15'77'16,"0"-1"56"-16,0 2 32 0,0 0 45 0,-10 5-39 15,10 3 12-15,-11 0-42 0,11 4-41 0,-7 2-52 16,7 0-78-16,0 0 13 0,0 12-13 0,0-1 48 16,0 7 51-16,0 5 16 0,0 8 27 0,0 5-45 15,9 7-43-15,3 9-13 0,2 5-7 16,2 2 18-16,1 3 7 0,3-2-18 0,-1 0 0 0,1-3-13 16,0-1-5-16,0-3 18 0,-1-2-8 0,1-5 19 15,-3-4-4-15,0-1-37 0,-4-4-67 0,1-7-76 16,1-2-51-16,-4-4-29 0,-2-6 3 0,0-3-38 15,2-7-48-15,-7-1-35 0,5-7-88 16,-3 0-257-16,0 0 9 0,2-20 96 0</inkml:trace>
  <inkml:trace contextRef="#ctx0" brushRef="#br0" timeOffset="2859.84">3542-801 3719 0,'0'-22'46'0,"0"6"43"0,0 3 25 16,0 5 30-16,0 8-20 0,-12 0-19 0,12 0 3 16,-11 0-3-16,2 13 21 0,0 4 16 15,1 3-5-15,-2 3-18 0,1 10-47 0,-5 3-35 0,5 3-37 16,-5 5 4-16,5 2-10 0,1-2-4 16,5 0 26-16,3-2-6 0,0 2-4 0,0-7-57 15,0 0-60-15,17-3-91 0,0-5-41 0,-1-2 33 16,3-4 23-16,-1-6 50 0,3-3 12 0,7-6-21 15,-3-8-72-15,6 0-102 0,2 0-104 0,-2-19-183 16,3-2-180-16,0-4 133 0</inkml:trace>
  <inkml:trace contextRef="#ctx0" brushRef="#br0" timeOffset="3303.5">3850-692 3098 0,'0'-13'24'16,"0"1"11"-16,0 0 18 0,0 0 42 0,0 0 1 15,0 4 12-15,0 1-7 0,0-1-34 0,0 2-23 16,9-2-15-16,2 0-12 0,-2 2 3 0,2 2-2 16,1 2-3-16,5-1 4 0,-1 3-13 0,4 0 5 15,0 0-14-15,-1 12 3 0,3-1-2 0,-3 1-1 16,0 3 13-16,-1 2-12 0,-3 3 5 0,-1-1 1 16,-2 3-6-16,-1 3 12 0,-5 0-5 0,-6 3-4 15,0 0 12-15,0 0-11 0,0 1 3 0,-17 0 1 16,-1-3-11-16,1 0 6 0,-3-3 8 0,4-3-5 15,-4-2-6-15,0-4 13 0,3-2-13 0,1-6 4 16,2-2 2-16,2-4-9 0,1 0-3 16,1 0 1-16,4-15-1 0,-1-4 1 0,4-3 8 15,3-1-5-15,0-5 7 0,0-3-13 0,0-3 7 16,14-3 1-16,1-2 9 0,2 2 21 0,3 1-16 16,-4 3 19-16,4 2-10 0,0 3-10 0,-3 6 19 15,2 3-17-15,-2 7-9 0,-3 3 9 0,1 2-12 16,-1 5-1-16,-5 2 11 0,1 0-14 0,4 0 3 15,-5 13 1-15,2 2-3 0,-2 3 9 0,1-3-4 16,0 6-5-16,0-1 0 0,-1-1 1 0,2 3-3 16,-3 0 17-16,1-1-10 0,0-3-8 0,-2 0-10 15,2-1-23-15,-2-6-19 0,0-2-54 0,-1 0-47 16,-3-2-59-16,5-7-39 0,-5 0-34 16,-3 0-94-16,0 0-284 0,0-13-32 0,0 0 88 15</inkml:trace>
  <inkml:trace contextRef="#ctx0" brushRef="#br0" timeOffset="3480.11">4216-1073 3047 0,'0'-28'20'0,"0"5"44"16,14 6 43-16,3 6 29 0,-2 11 4 0,5 0-19 15,-1 0-29-15,6 0-23 0,0 12 5 0,6 4-5 16,4 4-7-16,4 3 12 0,2 6-15 16,2 3-3-16,-1 0 8 0,5 3-31 0,-4 1-10 15,-1 3-7-15,-2 0-13 0,-1 0 14 0,-8 0-4 16,-2 3-4-16,-8-2 7 0,-6 3-37 0,-4 1-69 15,-11 3-98-15,0 1-202 0,-17 1-199 0,-10 1-412 16,-5 0 93-16</inkml:trace>
</inkml:ink>
</file>

<file path=ppt/ink/ink30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0:17.735"/>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173 282 2308 0,'-17'0'11'0,"-1"0"2"0,2 0 6 16,2 0-1-16,3 0-5 0,-4 0-4 0,1 0-6 16,4 0-2-16,-1 0 0 0,2 0 2 0,0 0-13 15,1 0-2-15,2 0-10 0,2 0-10 0,-1 0 17 16,2 0 3-16,2 0 8 0,1 0 2 0,0 0-2 16,0 0 20-16,-3 0-2 0,3 0 12 0,0 0 8 15,0 0-7-15,0 0 15 0,0 0 0 0,0 0 5 16,0 0 0-16,0 0 2 0,0 0 17 0,0 0-13 15,0 0-1-15,0 0-1 0,0 0-9 0,0 0-2 16,0 0 14-16,0 0 1 0,0 0 9 16,12 0 10-16,-2 0-17 0,1 0-7 0,1 0-5 15,5 0-11-15,-1 0-7 0,6 0-2 0,2 0-19 16,3 0 0-16,5 0 3 0,3 0-14 0,5 0 2 16,4 0 11-16,3-17 1 0,0 17-7 0,3 0 6 15,2-14-17-15,1 14 5 0,0-17 7 0,2 5 4 16,-1 1-6-16,1 0 1 0,-2 1-6 0,3-1-14 15,-4 0 10-15,0 1-2 0,-1 3 4 0,-1-2 3 16,0 2 2-16,-5-1-8 0,-1 4 5 16,-8-1 4-16,-3 1-5 0,-1 0 15 0,-6 0-6 15,-5-1 0-15,-5 4-3 0,-3-4 16 0,-5 5 42 16,1-2 18-16,-6 2 21 0,-3-5-15 0,0 5-51 16,0-4-18-16,0-3-5 0,-18 1-17 0,3-2 42 15,-4-2-2-15,1 2-3 0,-5-1 2 0,-2 0-25 16,-1 1 13-16,-5 4 3 0,-2-4 11 0,-4 5 0 15,-2-2-14-15,-2 5-7 0,0 0-13 0,-5 0 6 16,1 0-2-16,-2 0 7 0,0 0 20 0,1 0-12 16,-2 0 17-16,4 0 11 0,-2 0-6 0,3 0 17 15,5 16-8-15,7-16-13 0,-1 0-15 0,7 12-1 16,6-12-24-16,2 0 0 0,6 11-13 0,5-11-42 16,-1 7 4-16,4-7-12 0,3 0-4 15,0 0 36-15,0 0 0 0,0 7 2 0,12-7 21 0,3 4-3 16,-1 0 18-16,5-4 0 0,7 5-7 15,0-5 0-15,4 4-8 0,2-4-2 0,0 0 19 16,3 0-7-16,-2 0-5 0,-4 0 14 0,-1 0-13 16,-4 0 10-16,-3-16 28 0,-4 16 26 0,-8 0 37 15,-1 0 50-15,-8 0 38 0,0 0 17 0,0 0-7 16,0 0-26-16,-16 0-50 0,4 0-74 0,0 0-36 16,-5 0-70-16,-2 0-60 0,-1 0-69 0,0 0-52 15,0 0-21-15,-5 0-52 0,-1 0-139 0,2 0-184 16,-5 0-348-16,-2 0 105 0</inkml:trace>
</inkml:ink>
</file>

<file path=ppt/ink/ink30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0:47.414"/>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13 130 1634 0,'0'-7'16'0,"0"1"26"0,0 2 12 0,0-2 27 16,0 1 14-16,0 1 3 0,0-3 13 0,0 5 6 15,0-3-4-15,0 2 6 0,0 0-9 0,-8 1-24 16,8 1-26-16,0 1-38 0,-6 0-19 15,6 0-11-15,0 0-3 0,0 0-1 0,0 0-2 16,0 0-2-16,0 0 0 0,0 0 3 0,0 0 2 16,0 12 4-16,0-12-1 0,0 11 3 0,0-2 1 15,6 1 1-15,2 3 38 0,1 1 22 0,2 2 16 16,-5 2-2-16,3 4-34 0,-2 0-21 0,4 1-12 16,-5 0 1-16,3-1-3 0,-1-1-3 0,1-1-5 15,0-3 6-15,-4 0 0 0,1-2 2 0,0-5 7 16,-2-2-9-16,-1 1 6 0,0-5 3 0,-3 0-5 15,3-2 5-15,-3-1 16 0,0 2 35 0,0-3 28 16,0 0 27-16,0 0 5 0,0 0-15 16,0 0-12-16,0 0-14 0,0 0-16 0,0 0-4 15,0 0-3-15,0 0-9 0,0 0-5 0,0 0-3 16,0 0-20-16,0 0 0 0,0 0-10 0,0 0-23 16,0 0 5-16,0 0-4 0,0 0 7 0,0 0 14 15,0 0-3-15,0 0-9 0,0 0-2 0,0 0-5 16,0 0-1-16,0 0 20 0,0 0-2 0,0 0 4 15,0 0 1-15,0 0-11 0,8 0 0 0,1 0-2 16,2 0 2-16,4 0-1 0,2 0-2 0,-1-12 0 16,7 12 3-16,-2-11 3 0,1 5 1 15,-1 6-3-15,-1-8 5 0,-2 2-6 0,-1 6 0 16,1-6 4-16,0 2-6 0,2 0 9 0,-2-1-4 16,5 2-9-16,-1-2 3 0,1 1 2 0,6-1-3 15,-2 1 12-15,4-3-7 0,2 4-8 0,-1-3 10 16,5 2-8-16,-4 0 3 0,5 0 8 0,-2 1-13 15,4 0 6-15,-5 2 6 0,1 0-7 0,-1 1 8 16,-1 0-4-16,-1 0-12 0,-3 0 6 0,-1 0 4 16,-3 0-1-16,-3 0 1 0,-3 9-4 0,-2-9-1 15,-3 9 3-15,-1-9 1 0,-1 8 3 0,1-8-3 16,-5 7 5-16,5-3-4 0,-1-4 5 0,3 5 2 16,0-3-10-16,4 0 7 0,-3 1-1 15,6-3-10-15,1 2 9 0,2 1 0 0,0-2-8 16,4 3 12-16,2-3-10 0,-2 1 2 0,5 1-3 15,-3-1 3-15,0 1 3 0,-5 3-3 0,-1-1 6 16,0-2-15-16,-6 3-4 0,-4-2 20 0,-2 2-6 16,1-4-1-16,-3 3 2 0,0-3-10 0,1 0 7 15,-1 2 8-15,0-3 4 0,2 2-15 0,2 0-2 16,-1 2 5-16,4-2 2 0,-1 2 2 0,-1-1-1 16,4 0-4-16,-3 1 1 0,3 1 0 0,-2-1 7 15,0-1-8-15,4 0 5 0,-2 1-1 0,1-2-6 16,0 2 5-16,0-1-4 0,0-1 16 0,-2-1-5 15,3 1 2-15,0-2-1 0,0-1-12 0,2 2 9 16,3-2-4-16,-1 0 2 0,3 0-4 0,2 3 6 16,0-1 2-16,2-1-7 0,-2-1 1 15,1 0-5-15,0 0 0 0,1 0 7 0,-2 2-2 16,0 1 3-16,-2-3 0 0,0 1 0 0,-2-1-1 16,-1 1-7-16,-1-1 9 0,0 3-14 0,-4-2 6 15,-2 0 6-15,1 0-12 0,-2 0 6 0,-3 1 7 16,-1-2-4-16,-1 0 3 0,-2 0 7 0,0 2-12 15,-2 0 3-15,-1-2 4 0,0 4-5 0,-3-3 3 16,3-1-2-16,-4 2 2 0,2-1-4 0,-2-1 0 16,-1 0-2-16,2 0 1 0,-1 0 1 15,-1 0 4-15,1 0 2 0,1 0-1 0,-1 0-5 0,1 0 1 16,0 0-3-16,-2 0-1 0,2 0 6 16,0 0 1-16,1 0 1 0,-1 0-3 0,1 0 2 15,2 0 0-15,0 0 2 0,1 0-6 0,0 0 5 16,-1 0-6-16,3 0-4 0,-2 0 12 0,0 0-5 15,2 0 4-15,-1 0-5 0,0 0-1 0,1 0-3 16,0 0 1-16,0 0 9 0,0 0-5 0,0 0 5 16,1 0-5-16,-1 0-2 0,0 0-2 0,1 0-1 15,0 0 5-15,0 0-1 0,1 0 9 0,-2 0-3 16,0 0-4-16,0 0 0 0,-1 0-1 0,1 0 1 16,-1 0 0-16,-2 0-2 0,0 0-3 0,0 0 0 15,0 0 1-15,-3 0 7 0,2 0-4 0,-2 0 0 16,-1 0 1-16,1 0-5 0,-2 0 4 15,2 0 2-15,-1 0-1 0,-1 0-11 0,1 0 6 16,-2 0 6-16,3 0-9 0,0 0 18 0,0 0-17 16,0 0 6-16,0 0-1 0,2 0 2 0,0 0 9 15,2 0-14-15,-2 0 10 0,-1 0-12 0,2 0 7 16,1 0 4-16,-1 0-8 0,0 0 9 0,0 0-7 16,-1 0 0-16,-1 0 1 0,1 0-1 0,1 0 2 15,1 0-1-15,1 0 0 0,1 0 3 0,2 0-9 16,0 0 2-16,-2 0 4 0,0 0-1 15,0 0-2-15,-1 0 2 0,-4 0 1 0,2 0-7 0,-3 0 12 16,2 0-6-16,-3 0-3 0,1 0 6 16,-2 0-4-16,-1 0 1 0,2 0 3 0,-4 0-3 15,2 0 1-15,-1 0 3 0,-1 0-7 0,1 0 6 16,-2 0 2-16,1 0-5 0,-1 0 4 0,0 0-3 16,0 0-6-16,2 0 7 0,-1 0 3 0,1 0-8 15,-2 0 5-15,5 0 2 0,1 0-5 0,3 0 4 16,1 0 4-16,2 0-16 0,2 0 6 0,0 0 3 15,0 0-8-15,-1 0 12 0,1 0-2 0,-5 0-3 16,0 0 9-16,0 0-9 0,-3 0-1 16,0 0 4-16,-1 0-8 0,-2 0 9 0,1 0 3 15,0 0-2-15,-4 0 1 0,3 0-1 0,-2 0-7 16,1 0-3-16,-2 0 4 0,0 0 0 0,0 0 8 16,3 0-1-16,-3 0 7 0,0 0-4 0,0 0-2 15,0 0 1-15,0 0 13 0,0 0 38 0,0 0 33 16,0 0 32-16,0-10 35 0,0 10 8 15,0 0 41-15,0-7 28 0,0 7-9 0,0-6-1 0,0 6-40 16,0-6-47-16,0 6-25 0,0-7-39 0,0 3-17 16,0-1-8-16,0 4-9 0,0-2 6 0,0-1-7 15,0 2 24-15,0 0 14 0,0-1 29 0,0-1 26 16,0 0 7-16,0-1 11 0,0 1-26 0,0-5-45 16,0-2-45-16,0-5-28 0,0-2-10 15,0-2 2-15,0-3 10 0,0-4-8 0,0-1-11 16,0-4 5-16,0 2-2 0,0 0-2 0,0 1 6 15,0 3-26-15,0 1-41 0,0 2-78 0,0 3-141 16,0 0-215-16,0 5-114 0,0 0-33 0,6 4-24 16,1 4 51-16,1-1-81 0,1 2-245 0,-1 1 167 15</inkml:trace>
</inkml:ink>
</file>

<file path=ppt/ink/ink30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0:56.105"/>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0 11 2296 0,'0'0'17'0,"0"0"15"15,8-11 15-15,-8 11 11 0,0 0-13 0,0 0-11 16,0 0-21-16,0 0-6 0,0 0-1 0,0 0-17 16,0 0 8-16,0 0-11 0,0 0-2 0,0 0 10 15,0 0-6-15,0 0 1 0,0 0 3 0,0 9 8 16,0 2 11-16,12 6 18 0,-1 3-5 0,-1 1-4 16,5 11-8-16,-1-2-2 0,-2 5 43 15,5 2 2-15,3 2 8 0,-2 4-9 0,0 0-26 16,2 0 15-16,0 3 47 0,-4-1 0 0,4 3-8 15,0 0-8-15,-3 1-37 0,-4 0 0 0,4 1 5 16,-3 0-1-16,-2 2-24 0,-2 0 7 0,3 1-7 16,-3 2-1-16,-1 0 0 0,2 0-12 0,0 0 2 15,1 0-17-15,1 0 16 0,1 0-5 0,1-2 4 16,-1 0-5-16,0-1-3 0,2-1 7 0,-1-1-9 16,2-2 9-16,-3 0-5 0,2-2 2 0,-2-2 9 15,0 0 4-15,4 0 11 0,-4-1 10 0,-1 0 17 16,4-1 0-16,-2 0-3 0,-1 4-9 0,6 1-24 15,-4-2 1-15,4 3-9 0,-3 0 1 0,3-2 2 16,2 0-4-16,-2 2 2 0,3 1-1 0,-2-1 1 16,2 0-7-16,3-1 7 0,0 3-4 15,-2-2-3-15,5 1 8 0,-2 3-4 0,2-3-2 16,1-2 1-16,-1 4 8 0,-2-3-8 0,2-1 5 16,2 1-2-16,-5 2-6 0,1-1 7 0,-1-2 9 15,0 4 5-15,1-1-3 0,2 1 1 0,-5 0-13 16,2 0-12-16,3 0 12 0,-2-1-2 15,-1-3 7-15,1 1 10 0,-1-4-23 0,0 2-3 0,1-4 1 16,-4 1-2-16,3 0 12 0,-2 0-1 0,2-3-1 16,-3-2-10-16,2 1 9 0,-3-2 2 15,4 0-6-15,-4-3 1 0,3 2-8 0,-3-3 5 16,1-2 2-16,0-1 0 0,3 0 2 0,-2 0-5 16,-1-1 3-16,0-3 2 0,2 1-1 0,0-3 1 15,-2 0-9-15,-1 2 9 0,-2-3 6 0,3 0-3 16,-6 0 3-16,2 1-7 0,-2-3-12 0,0 3 10 15,-1-4 1-15,1 1 4 0,0-1-1 0,-2 1-6 16,-1-1 3-16,-1 0-1 0,1 0 9 0,-2 0-6 16,2 2 5-16,-2-2 4 0,2 3 4 0,-4-1 21 15,2-4-9-15,-4 1-11 0,3-1-7 0,-2 0-16 16,-3-1-7-16,1-2 15 0,0-3 6 0,-1-1 3 16,-3 0 6-16,1 1-21 0,2-2-7 0,-3 2 11 15,2 0 1-15,-1 1 18 0,-2 1 8 16,4-1-12-16,-6 0 6 0,6 2 10 0,-3 0-5 15,0-2 13-15,-1 0 5 0,4 0-12 0,-3 2 0 16,1-2-11-16,-1 0-12 0,3 2-6 0,-3 0-8 16,1-2 10-16,0 2-5 0,-1-2 1 0,0 1 11 15,0-2-14-15,0 1 1 0,-3 0 9 0,5-2-8 16,-1 0 5-16,1 0 10 0,-2-1-19 0,0 1 5 16,0-2-5-16,2 1 0 0,1-1 8 0,-3-2-2 15,0 1-1-15,1-2-1 0,-1 0 2 0,0-1-2 16,0-2 5-16,0 1-10 0,0 0 16 0,0-1-4 15,-1-2 1-15,0 4 9 0,-1-3-23 16,-1-2 11-16,0 0-4 0,0 1 0 0,3-1 7 16,-3 0 0-16,0 0 0 0,0 0 3 0,0 0 1 15,0 0-5-15,0 0 4 0,0 0-9 0,0 0 12 16,0 0 0-16,0 0-10 0,0-8-44 0,0 8-63 16,0-9-51-16,0 1-63 0,0 0-72 0,0-2-86 15,0-2-81-15,0 1-76 0,0 0-203 0,0-4 60 16,-14 3 134-16</inkml:trace>
  <inkml:trace contextRef="#ctx0" brushRef="#br0" timeOffset="383.54">2406 5121 2968 0,'-15'-6'40'15,"-2"0"74"-15,3-1 64 0,1 1 52 0,-1 3-12 16,-1-1-49-16,1 0-38 0,5 0-28 0,-2 2-16 16,5 1-10-16,2 1-41 0,1 0-29 0,3 0-16 15,0 0-18-15,0 0 18 0,0 0 4 16,0 0 7-16,0 11 4 0,0 0-5 0,10 2 7 0,2 1 12 16,2 0-8-16,0 5 7 0,-1-1-8 0,7 2-7 15,0 4-1-15,0-3 5 0,3 3-5 16,-1-5-9-16,1 3 3 0,0-3-3 0,-2-1 20 15,2-4 72-15,-3 0 96 0,-4-6 107 0,1 1 116 16,-2-4 20-16,-4-5-11 0,3 0-64 0,-5 0-94 16,1-14-67-16,-1-1-69 0,-1-6-43 0,-2-2-32 15,2-6-25-15,-2-4-5 0,-3-1-3 0,0-1 0 16,3-2-2-16,-3 3-5 0,0-1-11 0,-2 5-16 16,2 3-47-16,-3 4-69 0,4 4-120 0,-1 3-193 15,1 3-185-15,2 2-44 0,0 6 6 0,6 2 9 16,1 0 4-16,2 3-349 0,1 0 120 0</inkml:trace>
</inkml:ink>
</file>

<file path=ppt/ink/ink30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0:06.052"/>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717 439 1511 0,'0'0'19'0,"0"0"28"0,2 0 12 0,-2 0 10 16,1 0-16-16,-1 0-16 0,3 0-6 15,-3 0 1-15,0 0 16 0,0 0-3 0,0 0 14 16,0 0 4-16,0 0 3 0,0 0 0 0,0 0-5 15,0 0 4-15,0 0-16 0,0 0 2 0,0 0-5 16,0 0-19-16,0 0 6 0,0 0-7 0,0 0 0 16,0 0 16-16,0 0-9 0,0 0 7 0,0 0 4 15,0 0-5-15,0 0 14 0,0 0-5 0,0 0-1 16,0 0-6-16,0 0-5 0,0 0-7 0,0 11-7 16,0-11-3-16,0 0-9 0,0 0 9 0,0 0-15 15,0 0 3-15,0 0-2 0,0 0-8 0,0 0 9 16,0 0-5-16,0 0 2 0,0 0-1 0,0 0 4 15,0 0-2-15,0 0 1 0,0 0 5 0,0 0-10 16,0 0 11-16,0 0 3 0,0 0-16 16,0 0 15-16,0 0-2 0,0 0 3 0,0 0 3 15,0 0-12-15,0 0 8 0,0 0-20 0,0 0 33 16,0 0-7-16,0 0 5 0,0 0-2 0,0 0-14 16,0 0 13-16,0 0-12 0,0 0 13 0,0 0 1 15,0 0-3-15,0 0 15 0,0 14 8 0,0-14-5 16,0 0 2-16,0 0 3 0,0 0-10 0,0 0-5 15,0 0-9-15,0 0-14 0,0 0 4 0,0 0-8 16,0 0 6-16,0 0-21 0,0 0 7 16,0 0 10-16,0 0-6 0,0 0 15 0,0 0-10 15,0 0-4-15,0 0 4 0,0 0 3 0,0 0 0 16,0 0-5-16,0 0 0 0,0 0-5 0,0 0-5 16,0 0 16-16,0 0 2 0,0 0-3 0,0 0 5 15,0 0-13-15,0 0-7 0,0 0 2 0,0 0-3 16,0 0 11-16,0 0 6 0,0 0-10 0,0 0-21 15,0 0-26-15,0 0-44 0,0 0-27 0,0 0-13 16,0 0-16-16,0 0 6 0,0 0 5 0,0 0 8 16,0 0-1-16,0 0-21 0,0 0-31 0,0 0-82 15,0 0-264-15,0 0-14 0,0 0 66 0</inkml:trace>
</inkml:ink>
</file>

<file path=ppt/ink/ink30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0:08.023"/>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1078 1090 1331 0,'0'0'42'16,"0"0"26"-16,0 0 32 0,0 0 1 0,0 0-39 16,0 0-17-16,0 0-26 0,0 0 14 0,0 0-1 15,0 0 5-15,0 0 2 0,0 0 10 16,0 0 9-16,0 0 8 0,0 0 4 0,0 0-8 15,0 0-2-15,0 0-7 0,0 0-1 0,0 0-14 16,0 0 4-16,0 0-15 0,0 0-8 0,0 0 6 16,0 0-19-16,0 0 0 0,0 0-3 0,0 0-6 15,0 0 5-15,0 0-6 0,0 0-1 0,0 0 2 16,0 0-3-16,0 0 16 0,0 0-2 0,8 0 1 16,3 0 10-16,1 0-15 0,2 0 4 0,5 0 3 15,1 0-9-15,3 0 0 0,6 0 9 0,1 0-18 16,0 0 4-16,10 0 1 0,-1 0-6 0,8 14 11 15,-1-14 0-15,7 0 9 0,0 0-13 0,2 0 1 16,1 0 6-16,2 0-7 0,-2 0-1 16,3 0 9-16,1 0-10 0,-1-17 12 0,0-1-3 15,0 1-9-15,0-2-4 0,-2-1-2 0,0 1 21 16,-3-1-17-16,-4 3 10 0,-2 0 1 0,-4 2-19 16,-4 1 20-16,-4 1-1 0,-5 2-8 0,-7 1 15 15,-3-1 8-15,-4 5 25 0,-2 6 35 0,-6 0 28 16,-1 0 29-16,-2 0 11 0,-3 0-30 0,-2 0 8 15,2 0-27-15,-3 0-23 0,0 0 3 0,0 0-41 16,0 0 0-16,0 0-11 0,0 0 3 0,0 0-4 16,0 0 19-16,0 0-27 0,0 0 0 15,0 0-3-15,0 0-28 0,0 0 22 0,0 0-14 16,0 0 4-16,-7 0 0 0,7 0 13 0,0 0-29 16,0 0 20-16,0 0-2 0,0 0-17 0,-6 0 35 15,6 0-17-15,0 0 5 0,0 0 4 0,0 0-12 16,0 0-2-16,0 10-4 0,0-10 0 0,0 0 2 15,0 0-36-15,0 0-52 0,0 0-107 0,0 0-110 16,-14 0-116-16,3 0-142 0,-2 0-226 0,-2 0 119 16</inkml:trace>
</inkml:ink>
</file>

<file path=ppt/ink/ink30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8:50.442"/>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2433 997 2097 0,'0'-2'23'0,"0"2"37"15,0 0 27-15,0 0 30 0,0 0 10 0,-9 0 6 0,9 0 15 16,-8 0 7-16,8 0-5 0,-6 0-7 0,2 0-19 16,-2 0-19-16,1 0-16 0,1 9-26 0,-4-9-5 15,2 0-13-15,1 4 1 0,-1-4-4 0,-1 0-16 16,1 0 4-16,-3 0-8 0,4 0 2 16,-3 0 7-16,1 0-8 0,5 0-4 0,-2 0-4 15,2 0 1-15,-1 0 2 0,2 0-1 0,-1 0 0 16,-1 0-16-16,0 0 16 0,2 0 1 0,-1 0 0 15,1 0 6-15,-1 0-14 0,-1 0 0 0,0 0 1 16,-2 0 6-16,5 0 2 0,0 0-9 0,-1 0 2 16,-1 0-3-16,2 0-3 0,-1 0 5 0,-1 0 4 15,1 0 3-15,-1 0-13 0,-1 0 1 0,3 0-4 16,-1 0-6-16,1 0 11 0,0 0 1 0,0 0-17 16,0 0 7-16,0 10-11 0,0-10 1 0,0 0 5 15,0 0 1-15,0 10 3 0,0-10-10 0,0 0 6 16,0 7 7-16,13-1 1 0,3 0 11 15,3 0-7-15,3 0-5 0,11-4 6 0,6 2-1 0,9 2 6 16,6-5-9-16,7-1-3 0,6 0-2 16,4 0 6-16,4 0 0 0,2 0 5 0,0 0-2 15,-2 0 5-15,-1-12-17 0,-4 12-2 0,-1-11-3 16,-4 1 0-16,-1 3 17 0,-4 0 2 0,-2 0-5 16,-2 2-3-16,-6-1-2 0,-4 4-13 0,-5 2 11 15,-5 0 4-15,-5 0 0 0,-7-5 12 0,-7 2-5 16,-4 3 3-16,-2 0 6 0,-5 0-6 0,-6 0 0 15,0 0-14-15,0 0-4 0,-17 0 0 0,-4 0 8 16,-5 0 0-16,-9 0 13 0,-4 0-10 16,-8 0-10-16,-6 0 7 0,-7 0-21 0,-3 0 30 15,-3 0-4-15,-3 15-9 0,-6-2 4 0,-1 1-13 16,0 0-7-16,-1 2 28 0,-1-3 1 0,1-1 3 16,2 1 26-16,9-2-27 0,3-3 3 0,9 1 1 15,7 0-10-15,6-2 12 0,9-3-3 0,7 0-11 16,7 2-6-16,5-2-3 0,2-3-7 0,6-1-5 15,5 0 7-15,0 0-4 0,0 0 13 0,0 0 8 16,16 0-2-16,3 0 5 0,7 0-2 0,4 0-1 16,10 0-8-16,7 0 7 0,5-11-3 0,5 4-6 15,4-1 15-15,6-1-22 0,-3-1 7 16,0 0 12-16,-5 2-18 0,-5 2 19 0,-3-1-6 0,-6 3-6 16,-7-3 7-16,-8 3-9 0,-5 4 6 15,-4 0-3-15,-9 0 17 0,-3 0 16 0,-1 0 14 16,-5 0 38-16,-2 0 0 0,1 0 8 0,-2 0 7 15,0 0-17-15,0 0 19 0,0 0-17 0,0 0-31 16,0 0-3-16,0 0-54 0,0 0-1 0,-11 0-31 16,11 0-83-16,0 0-61 0,-7 0-59 0,7 0-18 15,0 0-20-15,0 0-52 0,0 0-94 0,0 0-94 16,0 0-165-16,0 0-97 0,0-10 146 0</inkml:trace>
</inkml:ink>
</file>

<file path=ppt/ink/ink30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1:16.743"/>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438 134 1853 0,'-15'-10'11'0,"-1"1"10"0,2 1 25 16,-3 0 10-16,-3-1 7 0,4 3 12 0,1-1-3 15,1 1 16-15,3-1 17 0,2 3 9 0,2-3 4 16,-3 3-11-16,4-1-22 0,2 2-14 0,-5-2-17 16,-2 1 0-16,2 2 0 0,-5-3 0 0,2 2 3 15,-2 2 0-15,4-3 7 0,-7 2 8 16,5 0-1-16,-5 0-10 0,4 1-9 0,-1-1-15 16,-1 1-6-16,1 0 0 0,0 0 0 0,2 0 7 15,2-1 3-15,-1 1 8 0,2 1-3 0,1 0-3 16,-1-1-3-16,6 1-12 0,-3 0-14 0,5 0-2 15,-2 0-6-15,3 0-5 0,0 0 4 0,0 0-13 16,0 0-2-16,0 0 5 0,0 0 5 0,0 0 0 16,10 0 7-16,2 0-8 0,2 7-1 0,9-7 3 15,7 9-8-15,10-1 8 0,13-2 1 0,9 0 0 16,17 0 0-16,17-3 3 0,13 1 2 0,17 0 2 16,15-4 3-16,17 0-18 0,14 3 5 0,7-1-4 15,9-1-3-15,4 1 12 0,-1 1-12 16,3 2-4-16,-2-2 14 0,-5 2-1 0,-4-1 4 15,-3-1 5-15,-4 0-7 0,-2 0-3 0,-5-3 2 16,-3 4-2-16,-10-4-1 0,-7 1 1 0,-13 3-3 16,-12 0-3-16,-14-3 0 0,-15 2 2 0,-16 0 1 15,-17 1 25-15,-17-3 21 0,-13 2 21 0,-11-3 12 16,-10 0-18-16,-11 0-23 0,0 0-31 0,0 0-9 16,-14 0-1-16,1 0-11 0,-4-9-2 0,-3 9-36 15,2-10-52-15,-5 10-57 0,1-9-99 0,-3 9-96 16,2 0-87-16,2-8-141 0,5 8-191 0,2-5 127 15</inkml:trace>
  <inkml:trace contextRef="#ctx0" brushRef="#br0" timeOffset="-23177.88">50-2237 1796 0,'0'6'16'0,"6"-6"5"16,-6 0-4-16,4 0-2 0,-4 0-9 0,3 0-5 15,0 4 1-15,-3-4-3 0,0 6 1 0,0-3 27 16,0 2 26-16,0 1 21 0,0 4 20 0,0 0-2 16,0 4 4-16,0 5-14 0,-10 4-11 0,1 4-14 15,-2 4-20-15,-1 6-5 0,1 1 4 0,-5 8 26 16,0 1 16-16,0 7 15 0,-1 3-16 0,-3 3-41 16,0 5-16-16,1 4-10 0,-4 4 31 0,2 4 18 15,-2-1 3-15,-3 3-6 0,-1-3-35 16,1 1-15-16,3-4-6 0,-3-3 15 0,5-5 5 15,1-4 12-15,1-3 3 0,5-6-9 0,2 0 3 16,3-3 2-16,1 2-1 0,2-1 3 0,1-2 9 16,-1 1 11-16,3 2 15 0,0-1-3 0,3-1-21 15,-4 1-24-15,1-2-21 0,3-3 1 0,0 3 0 16,0-2 1-16,0-2-1 0,0-4-1 0,0 0 3 16,0-1-6-16,0-2 4 0,10-2-3 0,2-2 13 15,4-1 31-15,2-3 9 0,2-2 28 0,2 0 6 16,9-5-27-16,-1 2-2 0,4-6-29 0,5-1-16 15,4-3 7-15,-1-1-12 0,4-4 3 0,-2-1-2 16,1 1-10-16,2-4 5 0,-4-2 2 16,-1-2-5-16,-5 4-16 0,-4-3-34 0,-1 0-42 15,-5 0-61-15,-4 1-86 0,-3-1-106 0,0 1-103 16,-4-2-162-16,1 3-185 0,-3-3 142 0</inkml:trace>
</inkml:ink>
</file>

<file path=ppt/ink/ink30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9:01.336"/>
    </inkml:context>
    <inkml:brush xml:id="br0">
      <inkml:brushProperty name="width" value="0.05833" units="cm"/>
      <inkml:brushProperty name="height" value="0.05833" units="cm"/>
      <inkml:brushProperty name="color" value="#3165BB"/>
      <inkml:brushProperty name="fitToCurve" value="1"/>
    </inkml:brush>
    <inkml:brush xml:id="br1">
      <inkml:brushProperty name="width" value="0.05833" units="cm"/>
      <inkml:brushProperty name="height" value="0.05833" units="cm"/>
      <inkml:brushProperty name="color" value="#ED1C24"/>
      <inkml:brushProperty name="fitToCurve" value="1"/>
    </inkml:brush>
  </inkml:definitions>
  <inkml:trace contextRef="#ctx0" brushRef="#br0">2878-1195 2910 0,'-3'-8'68'0,"-3"2"51"0,0-4 27 16,1 7 12-16,2 0-69 0,2 1-50 0,-2 1-33 16,1 1-19-16,2 0-10 0,0 0-2 0,0 0 10 15,0 9 11-15,0 2 22 0,14 2 0 0,0 3 6 16,1 1 4-16,3 2-16 0,0 6-2 0,4 0-9 15,-1 1-6-15,0 0 13 0,-1 2-5 16,0 2-5-16,-4-3 6 0,1-4-4 0,-2 1 4 0,0-1 4 16,-3-3-4-16,-2-3-4 0,-1-3 8 15,-3-2 7-15,1-4-4 0,-4 2-11 0,-1-4-2 16,-1-3-48-16,1-2-46 0,-2-1-54 0,0 0-115 16,0 0-148-16,0 0-303 0,0-15-34 0,-11-7 112 15</inkml:trace>
  <inkml:trace contextRef="#ctx0" brushRef="#br0" timeOffset="628.26">2951-1225 2255 0,'-17'-12'33'0,"2"-1"47"16,3-1 35-16,1 0 28 0,2-2 3 0,5 1-38 16,1-2-14-16,3 0-8 0,0-1-20 0,0-1 8 15,12 1-7-15,3-1-4 0,2-1-16 0,4 3-10 16,3-2-16-16,5 1-11 0,1-1-10 15,7-1 9-15,-1 1-8 0,2 2-2 0,0 0 14 16,0 2-21-16,-1 1 8 0,-2 5 5 0,-6 1-7 16,-2 6 11-16,-4 2 0 0,-5 0-3 0,-4 0 10 15,-5 0 15-15,-3 18 13 0,-6 0-9 0,0 4-2 16,0 6-17-16,-20 4-22 0,-3 5 21 0,-4 4 11 16,-4 4 7-16,-3 3 5 0,-3-2-11 0,-2-3 2 15,1-4 3-15,4-2 18 0,2-6 9 0,5-4-36 16,4-5-3-16,8-6-21 0,3-5-9 0,3-2 15 15,6-4-4-15,3-3-2 0,0-2 9 0,0 0 4 16,12 0 10-16,3 0 6 0,5 0-8 16,3-15-3-16,2 2-5 0,7-1-1 0,3-3-6 0,5 0-9 15,-1 0 4-15,4-3 0 0,-1-1-6 16,1 1-36-16,-4-1-39 0,1 0-74 0,-4 1-94 16,-4 0-87-16,-3 1-100 0,-5 3-140 0,-6 2-201 15,-5-2 126-15</inkml:trace>
  <inkml:trace contextRef="#ctx0" brushRef="#br0" timeOffset="300.17">3071-1503 3216 0,'0'-8'48'0,"0"2"26"16,0 2 0-16,0 2-3 0,0 2-54 0,0 0-20 15,0 0 19-15,0 0 37 0,0 13 30 0,0 2-1 16,0-2-22-16,0 6-30 0,12 1-23 0,0 3-2 15,0 4 3-15,2 0-3 0,1 4-2 0,2-1-3 16,-2 1 5-16,3-3 0 0,-1 2 2 0,1-4 5 16,-1 1-12-16,0-4-1 0,-4 0 9 0,3-1-4 15,-3-3 5-15,-1-1 0 0,1-4-13 0,-3 2 2 16,-2-5 0-16,-1-2 6 0,-2-1-5 16,0-4 15-16,-2 3-6 0,0-5-5 0,-2-2 4 15,-1 0-14-15,0 0 3 0,0 0-23 0,0 0-55 0,0 0-94 16,0-10-113-16,-14-1-76 0,1-1-44 15,-4-1 2-15,-3-1-125 0,-2 0-49 0,-6-1 89 16,-1-2 96-16</inkml:trace>
  <inkml:trace contextRef="#ctx0" brushRef="#br0" timeOffset="1119.25">3158-2330 3513 0,'-10'-21'37'0,"-2"2"47"0,2 2 29 15,-1 6 20-15,2 2-28 0,1 3-45 0,2 2-28 16,2 1-28-16,1 3-16 0,3 0 4 0,0 0-5 16,0 11 8-16,0 0-4 0,13 1 14 0,4 5-7 15,1 3-5-15,4 7 16 0,3 3-18 0,3 5 3 16,-1 3 11-16,3-1-2 0,-2-1-6 16,1 1 15-16,-5-2-22 0,0-3 13 0,-3-1 3 0,-4-8-8 15,-2-1 20-15,-2-7 5 0,-4 1-21 0,-2-4 13 16,-2-3-1-16,-4-3-19 0,2-2 82 0,-3-1 26 15,0-2 46-15,0-1 58 0,0 0-60 16,0 0-33-16,-9 0-50 0,0-11-85 0,-5-1 5 16,-1 0 0-16,-1 2-9 0,-4 10 19 0,-1-10 1 15,-2 1-15-15,0 9 4 0,0 0 7 0,2 0-10 16,1 0 6-16,0 0-9 0,1 13-1 0,2 6 1 16,0-1 1-16,4 1 21 0,2 4-3 0,0-1-5 15,4 0-1-15,4 0-3 0,3-1-5 0,0-3 0 16,0-1 14-16,0-1 0 0,12 0-2 0,2-4 12 15,-1-2-8-15,4-2-5 0,0-1 18 0,2-4 2 16,3-3 0-16,2 0 2 0,2 0-7 16,1-18 1-16,2 0 2 0,1-3-5 0,1-3 8 15,-1-1-48-15,0-6-66 0,-2 1-53 0,-2-2-75 16,-2-1-45-16,-4 1-66 0,-2 4-88 0,-3 1-92 16,-3 5-264-16,-6 6 34 0,-1 6 142 0</inkml:trace>
  <inkml:trace contextRef="#ctx0" brushRef="#br1" timeOffset="145180.14">3353-2144 1470 0,'0'0'34'0,"0"0"3"0,0 0 2 0,0 0-9 15,-7 0-75-15,1 0-50 0,0 0-72 0,0 0-152 16,0 0-38-16,-2 0 48 0</inkml:trace>
</inkml:ink>
</file>

<file path=ppt/ink/ink3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1:28.455"/>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37 988 3739 0,'-12'33'16'0,"3"-8"-10"16,-1-5 6-16,4-5-4 0,6-6-28 0,0-5 18 16,0 0 9-16,0-4 20 0,0 0 26 0,0 0 7 15,16 0-3-15,6-22-12 0,10-1-9 0,9-9-21 16,14-8-14-16,10-9-4 0,13-10-5 0,8-5 14 16,8-4-3-16,7-1 3 0,0-2-4 0,1 1-1 15,0 3 5-15,-2 4-6 0,-4 4 0 0,-4 5-11 16,-5 3 6-16,-6 4 8 0,-7 7-3 0,-7 6 3 15,-10 5-4-15,-6 5-3 0,-10 4 7 0,-13 8 8 16,-5-1-1-16,-6 6 17 0,-5 3 20 16,-6 2 21-16,-6 0 31 0,0 1 12 0,0 1 0 15,0 0-12-15,0 0-33 0,0 0-23 0,-12 0-8 16,1 0-25-16,2 0-12 0,9 0 15 0,-9 0-17 16,0 0 4-16,3 0 11 0,0 0-19 0,1 0 4 15,-1 0 4-15,3 0 0 0,-1 5-9 0,2-5-5 16,-1 0 6-16,3 0 7 0,0 7-7 0,0-7 0 15,0 0-17-15,0 0-5 0,0 0 5 0,0 0-13 16,0 0-3-16,0 0-15 0,0 0-6 0,0 0-9 16,0 0-1-16,0 0 0 0,0 0-11 15,0 0-8-15,0 0-25 0,0 0-46 0,0 0-80 0,0 0-81 16,0 0-54-16,0 0 14 0,0 0 11 16,0 0-205-16,0 11-6 0,0-2 47 0</inkml:trace>
</inkml:ink>
</file>

<file path=ppt/ink/ink3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1:41.762"/>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26 584 2066 0,'0'3'13'0,"0"0"5"16,0 0 11-16,-9-1 8 0,9 0 5 0,-9 0 7 16,9-1 7-16,-9-1 6 0,9 4-8 0,0-4-10 15,0 0-2-15,0 0-15 0,0 0-4 16,0 0 6-16,0 0-11 0,0 0 5 0,0 0-9 15,0 0-10-15,0 0 2 0,0 0-6 0,0 0-4 16,0 0 4-16,0 0-5 0,0 0 2 0,0 0 4 16,0 0-7-16,0-13 8 0,13 1-6 0,4-4 4 15,3-2 7-15,1-3-2 0,5-5-10 0,1-3 10 16,7-3 7-16,-1-2-23 0,2-3 17 0,0 1-9 16,0-3-11-16,-2 5 10 0,-1 1 6 0,-1 5 5 15,-6 2-3-15,-3 3 8 0,-4 6 2 0,-4 5 49 16,-5 4 38-16,-2 0-1 0,-7 4-6 15,0 4-63-15,0 0-37 0,0 0-1 0,-18 0 2 16,-5 0 3-16,2 16-7 0,-5 0-6 0,-4 4-2 16,-2 5 8-16,0 0 10 0,-1 6-3 0,-1 5 7 15,2 0-4-15,2-1 5 0,3-3-3 0,2-4-15 16,6-2 0-16,5-7-16 0,0-4 13 0,7-3 0 16,4-4 0-16,3-5 15 0,0 1-8 0,0-4 17 15,12 0-3-15,3 0 3 0,2-16 0 0,5-3-10 16,6-2 1-16,4-7-2 0,4-5 4 0,2-4 7 15,3-3-4-15,0-2-2 0,-1 2 3 0,-3-2-14 16,-2 6 22-16,-4 3 23 0,-8 6 41 0,-5 6 66 16,-5 4 18-16,-2 4 2 0,-5 4-27 0,-3 4-55 15,-3 2-40-15,0 0-23 0,0 3-16 16,-12 0-10-16,1 0 2 0,-2 0-4 0,-1 0-4 0,-3 14 14 16,-2 0-4-16,0 1-8 0,1-1 10 15,-2 2-13-15,2-2 13 0,-2 1-4 0,7-2-32 16,-1-3-31-16,7-2-31 0,0 1-10 0,4-4 27 15,3-2 22-15,0 2 22 0,0-4 16 0,0 2 2 16,13-3 10-16,-3 0 11 0,-1 0 2 0,2 0-6 16,-3 0 7-16,1 0 1 0,0 0-1 0,0-11 7 15,0 11 2-15,-1-9-9 0,1 9 1 0,-2 0 1 16,-1-8-10-16,0 8 3 0,1-6 2 0,-3 1-12 16,1 1 6-16,-1-1-2 0,-1 1-1 0,-1-1 15 15,1 1-3-15,-2-1-4 0,2 2 4 16,-3-2-3-16,2 3 3 0,-2-2 0 0,0 1-6 15,0 1-5-15,0 1 4 0,0 1-2 0,0-2 10 16,0 2-3-16,0 0 1 0,0-1-7 0,0 1 3 16,0-2 3-16,0-1-11 0,0 2 17 0,0 1-15 15,0-3 7-15,0 2 3 0,0 1-10 0,0 0 8 16,0 0-7-16,0 0 8 0,0 0-3 0,0 0-1 16,0 0 6-16,0 0-10 0,0 0 3 0,0 0 2 15,0 0-6-15,0 0 5 0,0 0-1 0,0 0 10 16,0 0-3-16,0 0-4 0,0 0 6 0,0 0-11 15,0 0 10-15,0 0-1 0,0 0 0 0,0 0 1 16,0 0-5-16,0 0 6 0,0 0-12 0,0 0 6 16,0 0 0-16,0 0 2 0,0 0 6 15,0 0-6-15,0 0-3 0,0 0 0 16,0 0 2-16,0 0-6 0,0 0 1 0,0 0 0 0,0 0 0 16,0 0 8-16,0 0 0 0,0 0 4 0,0 0-5 15,0 0-4-15,0 0-25 0,0 0 23 0,0 0 5 16,0 0 2-16,0 0 24 0,0 0-20 0,0 0-12 15,0 0 1-15,0 0 0 0,0 0-1 0,0 0 4 16,0 0 8-16,0 0-9 0,0 0 1 0,0 0 4 16,0 0-11-16,0 0 18 0,0 0-7 15,0 0 3-15,0 0 1 0,0 0 8 0,0 0-19 0,0 0 3 16,0 0-1-16,0 0-11 0,0 0 22 16,0 0-7-16,0 0-2 0,0 0-9 0,0 0-1 15,0 0-7-15,0 0 17 0,0 0 3 0,0 0-4 16,0 0 12-16,0 0-16 0,0 0 0 0,0 0 2 15,0 0-1-15,0 0 2 0,0 0 2 0,0 0-4 16,0 0 1-16,0 0 2 0,0 0 1 0,0 0-5 16,0 0 9-16,0 0-5 0,0 0-5 0,0 0 13 15,0 0-13-15,0 0 6 0,0 0 4 16,0 0-10-16,0 0 8 0,0 0-19 0,0 0 15 16,0 0 3-16,0 0-3 0,0 0 9 0,0 0-8 15,0 0-3-15,0 0 7 0,0 0 0 0,0 0-4 16,0 0 3-16,0 0 1 0,0 0-3 0,0 0 3 15,0 0-6-15,0 0-4 0,0 0 7 0,0 0-6 16,0 0 9-16,0 0 3 0,0 0-6 0,0 0-1 16,0 0-5-16,0 0-1 0,0 0-2 0,0 0 10 15,0 0 6-15,0 0-12 0,0 0 12 0,0 0-11 16,0 0-1-16,0 0 6 0,0 11 0 0,0-11-2 16,0 0-3-16,0 0-3 0,0 0 4 0,0 0 9 15,0 0-6-15,0 0 5 0,0 0-2 0,0 0-7 16,0 0 2-16,0 0 1 0,0 0-3 0,0 0 2 15,0 0 0-15,0 0-6 0,0 0 8 0,0 0-1 16,0 0 1-16,0 0 8 0,0 0-14 0,0 0 9 16,0 0 3-16,0 0-10 0,0 0 7 15,0 0-2-15,0 0-8 0,0 0 9 0,0 0 2 16,0 0-7-16,0 0 8 0,0 0-6 0,0 0-5 16,0 0 3-16,0 0 0 0,0 0 7 0,0 0-2 15,0 0-7-15,0 0 1 0,0 0-1 0,0 0 3 16,0 0 8-16,0 0 1 0,0 0-10 0,0 0 4 15,0 0-4-15,0 0-6 0,0 0 11 0,0 0-2 16,0 0 3-16,0 0 14 0,0 0-15 0,0 0 0 16,0 0 1-16,0 0-21 0,0 0 16 0,0 0 5 15,0 0-4-15,0 0 5 0,0 0-6 16,0 0-14-16,0 0 13 0,0 0 5 0,0 0-1 16,0 0 8-16,0 0-7 0,0 0-1 0,0 0-3 15,0 0 2-15,0 0-7 0,0 0 24 0,0 0-12 16,0 0-10-16,0 0 8 0,0 0-27 0,0 0 19 15,0 0 8-15,0 0-6 0,0 0 7 0,0 0 1 16,0 0-9-16,0 0 7 0,0 0-8 0,0 0 1 16,0 0 8-16,0 0-1 0,0 0-6 0,0 0-2 15,0 0 4-15,0 0-6 0,0 0 11 0,0 0-2 16,0 0-3-16,0 0 4 0,0 0-10 0,0 0 25 16,0 0-17-16,0 0-5 0,0 0 9 0,0 0-22 15,0 0 31-15,0 0-13 0,0 0-1 0,0 0-5 16,0 0-13-16,0 0 9 0,0 0 3 15,0 0 6-15,0 0-1 0,0 0 4 0,0 0 11 16,0 0-10-16,0 0 0 0,0 0-8 0,0 0-9 16,0 0 9-16,0 0-6 0,0 0 9 0,0 0-1 15,0 0 1-15,0 0 3 0,0 0-2 0,0 0 8 16,0 0-13-16,0 0 4 0,0 0 4 0,0 0-14 16,0 0 9-16,0 0-2 0,0 0 2 0,0 0 2 15,0 0 0-15,0 0-2 0,0 0-7 0,0 0-3 16,0 0-4-16,0 0-18 0,0 0-31 0,0 0-52 15,0 0-79-15,0 0-102 0,0 0-340 0,0 0-63 16,0 0 83-16</inkml:trace>
</inkml:ink>
</file>

<file path=ppt/ink/ink3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0:54.365"/>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1599 5802 2791 0,'-9'0'-5'15,"3"0"-8"-15,2 0-4 0,-1 0-11 0,2 8 2 16,3-8 8-16,0 8 5 0,0-3 7 0,0 2 2 16,0 2 80-16,9 2-4 0,3 1-3 15,-1 4-6-15,0 5-86 0,2 4 15 0,4 8 264 16,3 7 16-16,1 9 10 0,2 9-6 0,0 7-273 16,1 8-3-16,-3 5 54 0,-1 8-14 0,-2 0 11 15,-3-1-8-15,-4-1-50 0,-4-1 21 0,-7-1 25 16,0 0-1-16,0-4-15 0,0-3-7 0,-12-4-22 15,0-3-1-15,3-3 9 0,0-10-15 0,9-8 7 16,-12-2 59-16,1-7 9 0,-2-1 30 0,-3-2-20 16,-2-1-44-16,-3-4-7 0,1 0-25 0,-3 0 14 15,-1-1-9-15,3-7-4 0,1-7 9 0,3-3-16 16,4-2-66-16,-6 0-22 0,3-2-28 0,-4-1-22 16,0-1 43-16,0 0 3 0,-1-1-13 15,3-1-16-15,3-3-70 0,1 3-107 0,5-4-68 0,1 0-18 16,8 0 1-16,0-19-255 0,0 2 108 15</inkml:trace>
</inkml:ink>
</file>

<file path=ppt/ink/ink3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0:44.277"/>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304 231 2338 0,'-11'-10'49'15,"-1"1"37"-15,-1 0 63 0,-4-1 34 0,0 3 1 16,-1-1 10-16,0 1-35 0,1 2-11 0,5-1-9 16,-5 2-29-16,6 2-8 0,5 1-33 0,-4-3-35 15,5 4-14-15,4-2-23 0,1 1-7 0,0 1 9 16,0 0-15-16,0 0 12 0,9 0 12 0,3 0-12 16,5 0 6-16,5-2-6 0,7 1 12 0,8-5-9 15,5-1 3-15,8-2-5 0,5-2-6 0,6-1 12 16,1-2-1-16,3 0 0 0,-1-3 4 0,-2 4-10 15,-8 2 0-15,-3 1 7 0,-7 3-5 0,-10 2 7 16,-9 1 7-16,-5 1 5 0,-9 2 11 16,-11 1 2-16,0 0-14 0,0 0-3 0,-21 0-18 15,-5 0 5-15,-11 13-5 0,-5 4 0 0,-11-2 10 16,-7 2-13-16,-11 3 20 0,0 1-8 0,-4 7-3 16,-2-2 0-16,8 0-15 0,0 0 21 0,9-3 0 15,7-2 6-15,8 0 14 0,5-6-14 0,10 0 6 16,9-6-11-16,5-3-11 0,7 0-8 0,9-3-1 15,0-3 10-15,0 0 2 0,0 0 13 0,20 0-13 16,6-13-4-16,7 0 7 0,8-4-10 16,11-3 12-16,12-3 8 0,7-1-21 0,9-2 14 0,6-2-5 15,-1 0-13-15,-2 3 24 0,-4 4-18 16,-8 4 9-16,-10 2 4 0,-12 2 12 0,-13 3 37 16,-11 5 39-16,-9 5 18 0,-16 0-24 0,0 0-22 15,0 0-51-15,-18 0-14 0,-8 10-3 0,-7 4-8 16,-10 0 5-16,-2 0-39 0,-5 3-20 0,-4 1-43 15,3-2-37-15,4 1-48 0,4 0-100 0,2-2-76 16,12-1-55-16,4 3-28 0,8-1-189 0,6 2-31 16,11-4 93-16</inkml:trace>
</inkml:ink>
</file>

<file path=ppt/ink/ink3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1:53.554"/>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9 858 2065 0,'-5'0'47'16,"5"0"46"-16,-4 0 41 0,4 0 26 0,0 0-19 16,0-13-3-16,0 2-6 0,11-4 7 0,5-2-1 15,1-8-17-15,6-1-15 0,4-6-16 0,5-4-24 16,4-4-26-16,7-5-15 0,4-3-18 0,0 0 1 16,5-2 10-16,-4-2-9 0,2 0 6 0,-3-1 5 15,-1 2-9-15,-6 4 17 0,-7 5-10 0,-3 3-6 16,-4 7-2-16,-3 4-14 0,-3 8 8 0,-7 5-6 15,-5 2-3-15,0 7-1 0,-1 3-12 0,-7 3-16 16,0 0-55-16,0 0-71 0,0 0-72 16,0 0-17-16,0 0 23 0,0 7 14 0,0 4-18 15,-14 6-98-15,5 3-298 0,0 5 58 0,-1 10 98 16</inkml:trace>
  <inkml:trace contextRef="#ctx0" brushRef="#br0" timeOffset="70004.58">460 1005 1512 0,'0'0'30'16,"0"0"40"-16,0 0 14 0,0 9 11 0,0-9-22 15,-11 0-29-15,11 0 0 0,-6 0 5 0,6 0 2 16,-10 0-2-16,4 0 3 0,0 0 7 0,-2 0 16 16,2 0 17-16,0 0 5 0,0 0 0 0,1 0 3 15,-1 0-16-15,3-9-18 0,3 2-28 0,0-3-31 16,0 1-13-16,12-4-3 0,5-2 6 0,7-5 0 16,8-6 5-16,8-2-5 15,10-5-1-15,9-1 2 0,3 0 0 0,8-5 0 0,3 2 2 16,3 2-1-16,0 0 2 0,-2 5-3 0,-2 2 2 15,-4 1-1-15,-6 4-2 0,-3 3 6 0,-8 1 0 16,-6 4 1-16,-5 1 0 0,-10 2 1 0,-3 1-23 16,-5 4-36-16,-6 1-53 0,-5 3-72 0,-3 1-64 15,1-1-2-15,-6 3-25 0,0 0-149 0,0 0-33 16,-3 0 41-16</inkml:trace>
  <inkml:trace contextRef="#ctx0" brushRef="#br0" timeOffset="71232.73">1473 607 1624 0,'0'-11'-3'0,"0"11"6"0,0-11-2 0,0 3 2 16,0 8 2-16,0-6-9 0,0-1-7 0,0 0-16 15,0 7-31-15,0-7-45 0,0 1-74 0,0 2-120 16,-8 0-54-16,8-1 49 0</inkml:trace>
  <inkml:trace contextRef="#ctx0" brushRef="#br0" timeOffset="75194.69">-1347 723 1002 0,'0'-10'27'0,"0"1"19"0,0 2 20 0,0 1 14 0,0 0-21 15,0 3-5-15,7-4-12 0,-7 4 7 0,0 0 13 16,6-1 9-16,-1 0 23 0,-5 1 6 16,5-1 2-16,-1-2-3 0,-1-1-18 0,0 1-10 15,2 0-2-15,-1-1 0 0,-1 0 9 0,2-3 3 16,1 1 5-16,2 1-3 0,-4 1-3 0,1-2-10 16,-1 2-10-16,2-1-11 0,-3 2-18 0,2 3-7 15,-4 0-14-15,2 2-14 0,-1 1-3 0,-2 0-12 16,0 0-2-16,0 0-1 0,0 0 3 0,0 0 5 15,0 0 6-15,0 9 5 0,0 2-1 0,11-4-1 16,1 4 1-16,1-1 2 0,1 2 1 16,3 2 2-16,0 0 2 0,1 2-5 0,0-1 7 0,0 0-4 15,0-2 1-15,1 0-1 0,-4-2 2 16,0-3 0-16,-1-1 1 0,-2 0 6 0,0-4 14 16,-3 0 59-16,2-3 49 0,1 0 33 0,-1 0 5 15,1 0-49-15,3 0-43 0,3-15-29 0,0-2-21 16,1 0-11-16,0-3-7 0,3 0-6 0,-3-4 0 15,1 3 3-15,-2-1-4 0,-1 0-2 0,-2 1-1 16,-1 4 0-16,-2 0 2 0,-1 2 5 0,-2 2-5 16,-2 2-1-16,-1 0-1 0,-3 3-6 0,2 3-13 15,-4 0-12-15,4 1-17 0,-5 2-17 0,0 1-3 16,0 1 4-16,0 0 8 0,0 0 16 0,0 0 8 16,0 0-4-16,0 0-8 0,0 0-22 0,0 0-36 15,0 0-41-15,0 0-35 0,0 0-20 0,-6 0 5 16,6 0 21-16,-9 0 26 0,4 0 27 15,-2 0 29-15,2 0 25 0,1 0 21 0,1 0 21 16,-2 0 15-16,2 0 3 0,0 0 9 0,1 0-1 16,-1 0 1-16,3 0 30 0,-1 0 17 0,1 0 29 15,-3 0 18-15,1 0-1 0,2 0-3 0,-3 0-2 16,2 0-2-16,1 0-5 0,-3 0-9 0,3 0-10 16,-3 0-22-16,1 0-20 0,1 0-15 0,-1 0-17 15,2 0-6-15,0 0-8 0,0 0-2 0,-3 0-3 16,3 0 6-16,0 0 7 0,0 11 2 15,0-5 5-15,0 2 1 0,0 0 0 16,0-1 1-16,0 3 1 0,0 4-1 0,0-2 1 0,0-1 1 0,0 3 0 16,9-2 3-16,-9-3 2 0,9 5 0 15,-3-4 6-15,2-2 7 0,0 1 14 0,-2-2 36 16,3 0 26-16,1-1 22 0,4-2 19 0,0 3-8 16,4-7-20-16,6 0-12 0,-1 0-24 0,4 0-27 15,5 0-4-15,2-11-15 0,-1 0-13 0,0 0 0 16,-1 0-1-16,2-2-3 0,-7 5 4 0,2-5 4 15,-6 4 1-15,-4 1 9 0,-2 1 5 0,-6 2-3 16,-2 0-2-16,-1 0-5 0,-5 5-5 0,0-1-4 16,-3-3-1-16,0 4-1 0,0 0-1 0,0 0-4 15,0 0 4-15,0 0-7 0,0 0 6 0,0 0-1 16,0 0-2-16,0 0 2 0,0 0-11 16,0 0 10-16,0 0-3 0,-8 0-1 0,8 0 5 15,0 0-7-15,0 0-1 0,0 0 1 0,0 0-1 16,0 0 5-16,0 0-2 0,0 0 4 0,0 0-4 15,0 0 1-15,0 0 1 0,0 0-6 0,0 0 2 16,0 0-1-16,0 0 1 0,0 0 6 0,0 0-3 16,0 0-1-16,0 0-2 0,0 0-1 0,0 0 2 15,0 0 0-15,0 0 2 0,0 0-1 0,0 0 4 16,0 0-3-16,0 0-4 0,0 0 1 0,0 0-1 16,0 0 4-16,0 0 3 0,0 0-4 0,0 0-4 15,0 0 5-15,0 0-1 0,0 0 1 16,0 0 6-16,0 0-6 0,0 0 5 0,0 0-6 15,0 0-1-15,0 0-3 0,0 0 0 0,0 0 6 16,0 0-4-16,0 0 5 0,0 0 0 16,0 0-4-16,0 0 3 0,0 0 1 0,0 0-4 0,0 0 5 15,0 0-4-15,0 0 3 0,0 0 1 0,0 0-4 16,0 0-2-16,0 0 2 0,0 0 2 0,0 0 0 16,0 0 9-16,0 0-6 0,0 0-3 0,0 0 0 15,0 0-4-15,0 0 0 0,0 0 3 0,0 0-1 16,0 0 4-16,0 0 0 0,0 0 0 0,0 0 1 15,0 0-3-15,0 0-6 0,0 0 2 16,0 0 1-16,0 0 2 0,0 0 1 0,0 0 0 0,0 0 1 16,0 0-2-16,0 0 3 0,0 0-6 15,0 0 0-15,0 0 2 0,0 0 0 0,0 0 11 16,0 0-7-16,0 0-1 0,0 0 0 0,0 0-7 16,0 0 10-16,0 0-4 0,0 0-1 0,0 0-1 15,0 0-2-15,0 0 1 0,0 0 2 0,0 0 3 16,0 0-5-16,0 0 3 0,0 0-1 0,0 0-3 15,0 0 3-15,0 0 6 0,0 0-5 0,0 0 2 16,0 0 2-16,0 0-11 0,0 0 8 0,0 0 4 16,0 0-5-16,0 0 5 0,0 0 0 0,0 0-7 15,0 0 0-15,0 0 3 0,0 0 0 0,0 0 2 16,0 0 1-16,0 0-4 0,0 0-2 16,0 0 1-16,0 0 4 0,0 0-3 0,0 0-2 15,0 0 2-15,0 0-3 0,0 0 2 0,0 0 0 16,0 0-1-16,0 0 2 0,0 0 3 0,0 0-5 15,0 0 2-15,0 0-5 0,0 0 3 0,0 0 1 16,0 0-1-16,0 0 1 0,0 0-1 0,0 0 2 16,0 0 0-16,0 0 1 0,0 0-3 0,0 0 2 15,0 0 2-15,0 0-6 0,0 0 6 0,0 0-2 16,0 0-1-16,0 0 0 0,0 0 1 0,0 0-1 16,0 0-4-16,0 0 8 0,0 0-6 0,0 0-1 15,0 0 6-15,0 0-7 0,0 0 4 16,0 0 5-16,0 0-5 0,0 0 1 0,0 0-2 15,-9 0 0-15,9 0-2 0,0 0 2 0,0-7-1 16,0 7 0-16,-9-5 5 0,9 5-3 0,0 0 4 16,0 0-4-16,0-6-5 0,-8 6 6 0,8-4-1 15,0 4 0-15,-4-2 1 0,1-1 2 0,0 3-5 16,3-1 6-16,0-1-3 0,0 0-6 0,0 2 7 16,0 0-18-16,0 0-21 0,0 0-26 0,0 0-49 15,0 0-42-15,0-1-41 0,0 1-40 0,0 0-30 16,0 0-27-16,0 0-64 0,0 0-150 15,0 0-24-15,0 0 83 0</inkml:trace>
  <inkml:trace contextRef="#ctx0" brushRef="#br0" timeOffset="70813">2573 1079 1937 0,'3'-8'32'0,"-3"8"38"0,0-7 38 0,0 1 35 16,0 0 13-16,0 0 11 0,0-4-3 0,0 0 7 16,0-2-1-16,9-3-23 0,-9-2-14 15,4-1-43-15,-4-2-40 0,9-6-21 0,-9 3-13 16,6-2-7-16,-3-3 9 0,2 2-8 0,-2-2-5 15,3-2 6-15,-6 2-12 0,6 0 3 0,-1-2 1 16,-2 5 32-16,0 0 8 0,0 1-2 0,0 3 0 16,-3 1-30-16,4 5-7 0,-4 2-2 0,0 4-2 15,0 0-3-15,0 1 1 0,0 4 1 0,0 0 6 16,0-1-5-16,0 4-4 0,0 1-4 0,0-4 2 16,0 4 1-16,0 0 5 0,0 0 2 0,0 0-8 15,0 0 1-15,0 0-4 0,0 0 4 0,0 0 1 16,0 0 1-16,0 0 0 0,0 0-3 15,0 0-3-15,0 0 4 0,0 0 5 0,0 0-1 0,0 0 7 16,0 0-3-16,0 0-6 0,0 0 9 16,0 0-8-16,0 0 9 0,0 0 1 0,0 0-8 15,0 0 7-15,0 0-6 0,0 0 6 0,0 0 4 16,0 0 0-16,0 0-3 0,0 0-3 0,0 0-2 16,0 0-4-16,0 0 7 0,-10 0-6 0,10 0 2 15,-6-8-3-15,-5 2-5 0,5-2 5 0,0 8-5 16,1-11 10-16,-1 5 0 0,-3-2-5 0,5 4 3 15,1-5-6-15,-3 5-2 0,3 1-2 16,0-1 1-16,1 0-2 0,-1 2 6 0,3-2 4 0,-3 3 9 16,3-1-9-16,0 2-2 0,0-1 0 0,0 1-12 15,0-2 7-15,0 2 3 0,0 0-1 16,0 0 4-16,0 0 2 0,0 0-8 0,0 0-5 16,0 0-30-16,0 0-50 0,0 0-67 0,0 0-75 15,0 0-43-15,0 0-6 0,0 0 2 0,0 0-1 16,0 0-3-16,8 9-135 0,-8-1-80 0,0 2 82 15</inkml:trace>
  <inkml:trace contextRef="#ctx0" brushRef="#br0" timeOffset="1015.59">2067 842 2305 0,'-6'3'50'0,"0"-3"37"0,4 0 24 16,-1 0 46-16,3-11-16 0,0-2 4 0,14-4-6 15,-1-7-6-15,10-5 0 0,6-3-31 0,5-5 16 16,5-4-33-16,4-4-38 0,4-3-13 0,3-1-28 16,-2-3-8-16,5 3 3 0,1-1 5 0,-3-3-10 15,-1 2 9-15,0 1 5 0,-4 3 0 16,-3 3 15-16,-7 2 3 0,-3 7-2 0,-4 5 1 0,-7 5-11 15,-4 6-10-15,-5 5 1 0,-5 2-4 0,-2 3 0 16,-3 6-5-16,-3-2-5 0,0 5-10 16,0 0-32-16,0 0-50 0,0 0-49 0,0 0-26 15,0 11-19-15,0 0-31 0,-14 4-39 0,-1 2-53 16,-1 5-60-16,-1 1-159 0,-3 8-38 0,-3 1 88 16</inkml:trace>
  <inkml:trace contextRef="#ctx0" brushRef="#br0" timeOffset="-5593.14">-542 1561 1572 0,'-5'0'20'0,"-1"0"10"0,2 0 18 0,-3 0 18 15,4 0-9-15,-1 0 10 0,1-7-3 0,-2 7 1 16,1 0 4-16,-1-7-5 0,2 7 2 0,2-4-1 16,-2 4 0-16,3 0 3 0,-2 0-2 0,1 0-10 15,-1 0-10-15,2 0-19 0,0 0-16 0,0 0-11 16,-2 0-6-16,2 0 3 0,0 0-2 0,0 0 2 16,0 0 0-16,0 0-3 0,0 0 1 0,0 0 0 15,0 7-2-15,0-7 2 0,0 0 4 16,0 0-1-16,0 6 2 0,8-6-1 0,0 2 0 0,-1 1 4 15,1 0-2-15,2 0-3 0,4 1 2 16,3-2 1-16,1 0 5 0,6 0 0 0,1-2-3 16,4 2 1-16,4-2-6 0,3 0 8 0,4 0-3 15,5 0 2-15,4 0 2 0,3 0-7 0,4 0 2 16,2 0-2-16,2-11-2 0,3 11 4 0,-1-8 0 16,-3 8-4-16,-3-7 7 0,0 7-3 15,-7-6 0-15,1 6 1 0,-7 0-4 0,-4 0 2 0,-2 0 0 16,-4 0 2-16,-4 0-3 0,-2 0 0 0,-7 0 0 15,-3 0 1-15,-4 0 2 0,0 0 2 0,-3 0 6 16,-7 0 10-16,0 0 19 0,-3 0 14 16,0 0-1-16,0 0-14 0,0 0-11 0,0 0-20 15,-16 0-8-15,0 0 5 0,0 0-5 0,-6 0-2 16,0 0 3-16,-1 0-1 0,-9 0 0 0,-2 0-1 16,-2 0 3-16,0 0 1 0,-7 0-1 0,-1 0 5 15,2 0-7-15,-7 0 0 0,2 0 1 0,-3 0-1 16,1 0 4-16,2 0 0 0,1 0-4 0,1 0 2 15,-1 0 0-15,5 0 1 0,-1 0 13 0,2 0 17 16,4 0 25-16,2 0 36 0,3 0 31 0,3 0 9 16,2 0-13-16,5 0-25 0,3 0-37 15,4 0-20-15,4 0-7 0,1 0-12 0,1 0 4 0,3 0-9 16,4 0 1-16,-2 0-5 0,-2 0-5 16,4 0-1-16,1 0-9 0,0 0 5 0,0 0-10 15,0 0 3-15,0 0 1 0,0 0-6 0,0 0 10 16,0 0-2-16,0 0-7 0,0 0 5 0,0 0-1 15,0 0 1-15,0 0 6 0,0 0-7 0,0 0 3 16,9 0 5-16,-3 0 0 0,2 0 5 0,-1 6-2 16,5-3-7-16,0-1 2 0,4 1-1 0,5 0 4 15,6-3-2-15,4 3 1 0,5-3 1 0,7 0 0 16,7 0 6-16,7 0-6 0,4 0 0 0,4-13 0 16,4 13-7-16,1-14 6 0,-1 14-2 15,-2-9-6-15,-3-1 12 0,-3 10-2 16,-10-7 0-16,0 1 1 0,-9 6-8 0,-2-5-1 0,-4-1 4 15,-6 6 3-15,-7-4-3 0,-2 2 5 0,-2 2-2 16,-6 0-5-16,-4-2 5 0,-1-2 0 0,-5 4 0 16,-3 0 0-16,0 0 1 0,0 0-1 0,0 0-1 15,0 0 0-15,0 0-22 0,0 0-39 16,0 0-59-16,0 0-103 0,0 0-82 16,0 0-14-16,0 0 5 0,0 8 1 0,0-1-124 0,0-1-142 0,9 0 57 15</inkml:trace>
  <inkml:trace contextRef="#ctx0" brushRef="#br0" timeOffset="-662.43">-52 1610 1158 0,'-6'-5'14'0,"3"4"19"15,-1-2 40-15,-3 1 18 0,1 0-1 0,0-3-2 16,2 3-13-16,-4-3-4 0,1 5-2 0,2-6 0 16,-3 6-16-16,4-2 0 0,1-2 6 0,1 2-2 15,-1 2 5-15,-1-3 5 0,2 2-8 0,1 1-8 16,1 0-8-16,0 0-11 0,0 0-6 0,0 0 2 15,0 0-9-15,0 0-7 0,0 0 3 0,0 0-6 16,0 0 3-16,0 0-1 0,0 0-6 16,0 0-3-16,0 0 0 0,0 0 0 0,0 0 4 15,0 0 9-15,0 0 10 0,0 0 6 0,12 0 8 16,0 0-3-16,2 0-3 0,2 0-9 0,4 0-10 16,6 0-3-16,1 0-8 0,5 0 2 0,2 0 1 15,-1 0-3-15,2 0-2 0,-2-11 0 0,-4 11 4 16,-1-7 0-16,-6 7 4 0,-2-6 6 0,-6 6 4 15,-5 0 4-15,-3-5 5 0,-2 5-4 0,-4 0-14 16,0 0-4-16,0-4-14 0,-16 4 1 0,1 0 2 16,-4 0 3-16,-3 0 0 0,-4 0-1 15,-2 0 3-15,0 0-6 0,-4 0 6 0,3 9-2 0,1-9-1 16,4 0 0-16,4 6-1 0,1-6 1 16,5 0-2-16,5 7 4 0,0-7-3 0,4 0-1 15,5 0-1-15,-3 0-1 0,3 0 0 0,0 0 1 16,0 0 4-16,0 0 2 0,0 0 0 0,12 0 2 15,2 0 3-15,-5 0-2 0,8 0 0 0,0 0 4 16,2 0-5-16,3 0-4 0,-1 0 2 0,0-9-2 16,-1 2 7-16,-3 7 7 0,-2-4 7 0,-2-1 14 15,-7 5 9-15,2 0 0 0,-5-4-7 0,-3 4-12 16,3 0-12-16,-3 0-4 0,0 0-4 16,0 0 0-16,0 0-5 0,0 0 0 0,0 0 2 15,0 0-6-15,-12 0 3 0,4 0-2 0,8 0-2 16,-9 0 2-16,2 0-21 0,1 0-47 0,-2 0-58 15,3 0-73-15,2 0-65 0,2 0-90 0,-5 0-212 16,6 0 17-16,-3 0 87 0</inkml:trace>
  <inkml:trace contextRef="#ctx0" brushRef="#br0" timeOffset="-3749.15">32 1554 1809 0,'-17'0'33'0,"0"0"46"0,4 0 26 15,-1 0 26-15,-1 0-3 0,3 0-21 16,1 0 6-16,2 0-4 0,1 0-9 0,4 0-21 16,1 0-30-16,0 0-24 0,3 0-23 0,0 0-8 15,0 0-1-15,0 6 0 0,0-6 29 0,10 0 35 16,2 0 24-16,8 0 13 0,3 0-19 0,6 0-31 15,7 0-21-15,11 0-14 0,4 0-5 0,8 0 0 16,6 0 2-16,2 0 2 0,3-10-13 0,1 10-39 16,-1-10-69-16,1 10-75 0,-4 0-65 0,-2 0-43 15,2 0-31-15,-4 0-173 0,-6 0-56 0,1 0 79 16</inkml:trace>
  <inkml:trace contextRef="#ctx0" brushRef="#br0" timeOffset="-2221.44">228 1497 1059 0,'-9'0'24'0,"-1"0"6"0,3 0 9 0,1 0-1 16,1 0-10-16,-1 0-9 0,0 0 9 0,3 0 13 15,-2-8 8-15,2 8 18 0,-1 0 5 0,2 0 12 16,-1 0 2-16,0 0 8 0,3 0-4 0,-3 0-11 15,0 0-3-15,0 0-5 0,2 0 1 0,1 0 0 16,-3 0-2-16,3 0 3 0,-3 0-7 0,0 0 7 16,-2 0-1-16,0 0-11 0,2 0 11 0,-1 0-5 15,-1 0-6-15,2 0-9 0,-1 0-31 16,1 0-21-16,3 0-16 0,0 0-9 0,0 0 6 16,0 0 6-16,0 0 1 0,15 0 7 0,-1 0 12 15,8 0-2-15,4 0 6 0,11 0-1 0,4 6-5 16,10-6-3-16,5 8 3 0,8-5 0 0,5 1-4 15,-1-4 6-15,2 0-7 0,-5 0 0 0,-4 0 4 16,-2 0-4-16,-12 0 0 0,-3 0 1 0,-7 0-4 16,-7 0 5-16,-7 0 4 0,-4 0 1 0,-2 0 2 15,-6 0-1-15,-5 0-4 0,0 0-29 0,-3 0-42 16,2 0-66-16,-2 0-65 0,0 0-58 0,-3-7-71 16,4 7-205-16,2-6 4 0,0 2 81 0</inkml:trace>
  <inkml:trace contextRef="#ctx0" brushRef="#br0" timeOffset="76448.89">-368 1495 1206 0,'-15'-4'14'0,"3"2"19"0,-5-2 25 16,2-1 30-16,1 0 3 0,1 1-3 0,-1-2-10 15,0 1-11-15,2-1 2 0,2 1-6 0,-2 1 9 16,1-3-9-16,-3 6-2 0,4-4 6 0,0 1-3 16,0 0 14-16,2 1 8 0,-1 2-2 0,3-4-5 15,2 1-21-15,-1 2-24 0,0 2-12 0,4-3-22 16,-2 3-7-16,1 0 0 0,2 0-6 0,0 0 8 15,0 0-2-15,0 0 0 0,0 0-2 16,0 0-3-16,0 0 5 0,0 0-1 0,0 0 7 16,0 0 0-16,0 7 2 0,12-7 6 0,2 7-6 15,1-7 4-15,7 4-3 0,5-1-3 0,6 0 4 16,10-1 0-16,-1-2-2 0,8 0 3 0,4 0-7 16,2 0 6-16,6 0 2 0,-3 0-4 0,1 0 3 15,-4-11-3-15,-3 11 0 0,-6-10 0 0,-1 10 0 16,-10-7-5-16,-4 7 2 0,-8 0 2 15,-1 0 0-15,-8 0 4 0,-3-6 2 0,-3 6-1 0,-2 0 5 16,-4 0 15-16,-3 0 2 0,0 0 1 16,0 0-9-16,0 0-15 0,0 0-7 0,-14 0-1 15,-1 0 1-15,-2 0-2 0,-9 0 5 0,-1 0-8 16,-7 0 4-16,-4 0 1 0,-3 0-6 0,-4 0 12 16,1 0-6-16,-2 0 5 0,4 0 0 0,-1 0-5 15,5 0 2-15,3 0-3 0,5 0 2 0,3 0 3 16,5 0-1-16,9 0 1 0,1 0-6 0,4 0-8 15,2 0-4-15,3 0 1 0,1 0 2 0,2 0 12 16,0 0 3-16,0 0 3 0,19 0-4 0,0 0 1 16,6 0 2-16,5 0-1 0,6 0 4 0,4 0-6 15,5 0 1-15,6 0-4 0,-1 0 1 0,1 0 0 16,-1 0 0-16,-2 0 0 0,-3-9 2 16,-5 9 3-16,-7-9-2 0,-4 2 6 0,-6 7 5 15,-7-5 12-15,-2 5 4 0,-8 0-3 0,-6 0-18 16,0 0-65-16,0 0-71 0,0 0-77 0,-20 0-87 15,-1 0-188-15,0 15-69 0,-5-5 75 0</inkml:trace>
  <inkml:trace contextRef="#ctx0" brushRef="#br0" timeOffset="-4261.41">1520 1653 1818 0,'0'-4'23'0,"0"-1"23"15,0 1 32-15,0 2 27 0,0 0 10 0,0-2 15 16,0 4-2-16,0-6 5 0,-11 3 3 0,2 1 1 16,9-1 0-16,-10 1-4 0,2 0-6 0,2 0-25 15,3 0-23-15,-3 2-11 0,1 0-22 0,2 0-9 16,3 0-3-16,-3 0-18 0,0 0-4 0,0 0-10 16,3 0-6-16,0 0 3 0,0 0-4 0,0 0 3 15,0 0 2-15,0 0-5 0,0 0 3 16,0 0 3-16,0 0-3 0,0 0 0 0,0 0 0 0,0 0 0 15,0 0 5-15,0 0-1 0,0 0-5 0,0 0 1 16,0 0-3-16,0 0 5 0,0 0 5 0,0 0-5 16,12 0 6-16,2 0-4 0,6 0-3 15,0 0 7-15,2 0-2 0,9 0-4 0,5 0 4 16,1 0-2-16,2 0-3 0,4 0 4 0,-1 0 2 16,-1 0-6-16,5 0 6 0,-4 0-5 0,1 0-3 15,-2 0 6-15,1 0-6 0,4 0 6 0,-4 0-3 16,2-6 2-16,2 6-6 0,-7-3 7 0,5 1 2 15,-4 0-9-15,-1 2 6 0,-4 0-5 0,-1 0 0 16,-7 0 6-16,-4 0-2 0,-3 0-1 0,-4 0-4 16,-3 0 6-16,-3 0-6 0,-4 0 7 0,-1 0 1 15,-2 0-2-15,0 0 9 0,-3 0-9 16,0 0 5-16,0 0-3 0,0 0-9 0,0 0 6 0,0 0-1 16,-14 0-2-16,5 0 7 0,1 0-5 15,-1 0 4-15,-4 0-8 0,-4 0 4 0,-3 0 0 16,-6 0-10-16,-4 0 13 0,-3 0-7 0,-4 0 9 15,-2 0-6-15,-4 0 2 0,-2 0-1 0,-2 0-1 16,1 0 8-16,-1 0-9 0,-2 7-2 0,2-7 0 16,-1 8-1-16,-2-8 5 0,4 8 6 0,-1-8 1 15,1 6-6-15,4-6 2 0,2 6-3 0,1-6 4 16,5 4 11-16,1-4 12 0,4 0 13 0,5 0 2 16,4 0 6-16,0 0-8 0,5 0-10 0,5 0-10 15,-1 2 0-15,2-2-9 0,3 0 3 0,1 2-7 16,2-2-6-16,0 0-4 0,0 0 0 15,3 0-2-15,0 0 5 0,0 0 2 0,0 0-5 16,0 0 6-16,0 0-7 0,0 0-2 0,0 0-2 16,0 0 0-16,0 0 2 0,0 0 3 0,9 0 3 15,-1 0 0-15,1 0-1 0,1 0 3 0,4 0 2 16,1 0-5-16,8 0 7 0,1 9-5 0,5-9 0 16,5 0-1-16,2 0 1 0,1 0-6 0,2 0 9 15,4 0 0-15,-4 0-10 0,4 0 14 0,1 0-13 16,-2 0 4-16,1 0 7 0,1 0-10 0,-2-9 8 15,-2 9-2-15,-4-4-2 0,-2 4 4 16,1 0-10-16,-5 0 5 0,-4 0-2 0,-2 0-5 0,-1 0 6 16,-6 0 4-16,-2 0-6 0,-8 0 3 15,2 0 4-15,-9 0-7 0,0 0 4 0,0 0 6 16,0 0-9-16,0 0 6 0,-16 0-3 0,1 0-8 16,-5 0 8-16,3 0-6 0,-7 0 6 0,-5 0 7 15,-1 0-9-15,-5 0-1 0,-2 0 5 0,1 0-5 16,-1 6 8-16,1-6 0 0,-1 0-8 0,10 0 6 15,1 7-5-15,6-7 3 0,7 0-3 0,1 0-2 16,4 0 2-16,2 0-1 0,3 0 1 16,3 0-2-16,0 0-2 0,0 0 1 0,0 0 2 0,0 0 5 15,0 0-4-15,14 0 3 0,-2 0 1 16,1 0-1-16,4 0 2 0,0 0-4 0,6 0 1 16,-1 0-1-16,6 0 1 0,1 0-2 0,-2 0 4 15,2 0-1-15,-6-9-4 0,-1 9 4 0,-2-8-1 16,-3 8 0-16,-7-6 5 0,0 6-2 0,-6-5-3 15,2 5-18-15,-3-3-15 0,0 3-35 0,-3 0-42 16,0 0-53-16,0 0-74 0,0 0-61 0,0 0-51 16,0 0-34-16,0 0-51 0,-13 0-158 0,3 0 69 15,-3 0 102-15</inkml:trace>
  <inkml:trace contextRef="#ctx0" brushRef="#br0" timeOffset="-3117.03">1962 1726 1182 0,'-27'-6'2'0,"1"0"27"0,-1 0 11 0,1 3 36 0,-3-1 22 16,2 0 6-16,1 1 27 0,-2-1-3 16,0 0 13-16,5 1-2 0,0-1-15 0,3-1-2 15,2 1-13-15,3 3-4 0,4-4-1 16,-2 2-12-16,6 3-8 0,1-1-19 0,0-1-28 0,5 2-20 15,1 0-17-15,0 0-13 0,0 0 2 0,0 0-1 16,0 0 2-16,0 0 8 0,13 0 0 0,7 0 4 16,3 0 1-16,4 0-1 0,5 0 0 0,8 0 1 15,4 0-1-15,1 0-2 0,-1 0 1 0,5 0-2 16,-7 0 1-16,1 0 2 0,-7-8-2 16,-2 8 3-16,-10-6-1 0,-1 6 1 0,-6 0 4 0,-5 0 2 15,-6 0 3-15,-2 0-3 0,-1 0 4 16,-3-6-5-16,0 6-4 0,0 0 1 0,-10 0-7 15,-5 0-4-15,-2-2 4 0,0 2 0 0,-3 0-2 16,-4 0 6-16,-2 0-4 0,1 0 1 0,2 0 4 16,1 0-9-16,4 0-32 0,5 0-56 0,-1 0-80 15,3 0-90-15,5 0-72 0,3 0-147 0,0 0-84 16,3 0 99-16</inkml:trace>
  <inkml:trace contextRef="#ctx0" brushRef="#br0" timeOffset="78009.07">1704 1618 1784 0,'-6'-2'6'0,"-2"0"6"0,2 0 9 16,3 0-8-16,0 0-6 0,0 1-7 15,3-1-13-15,0 2 6 0,0-1 5 0,0 1-5 16,12 0 7-16,-1-3 0 0,5 1-5 0,4-1 10 15,3-1-1-15,3-3 0 0,4 4 1 0,4-2-9 16,1 1 0-16,3 2 4 0,-1-2-3 0,0 1 5 16,-4-3-1-16,-5 4-2 0,-3-1 17 0,-2 1 38 15,-6 1 29-15,-6 0 2 0,-5-1-18 0,-6 2-38 16,0 0-29-16,0-2-3 0,-23 2 2 0,0 0-5 16,-1 0 3-16,-5 0-1 0,-1 0-1 0,-7 0 5 15,4 0-6-15,-4 0 2 0,5 11 0 0,-1-11-1 16,3 11 5-16,1-1-1 0,6-5-5 15,3 3 0-15,4-2-7 0,5-1 0 0,2-1 5 16,6 1-1-16,3-1 11 0,0 2 0 0,0-3 6 16,16 3 2-16,3-3-7 0,0 3 4 0,6-4-5 15,4 2 1-15,4-4-2 0,3 0 0 0,4 0-1 16,-4 0 3-16,4 0 0 0,-4 0 0 16,-2-12 4-16,-5 12 15 0,-7-9 36 0,-5 9 36 0,-3-9 30 15,-5 9 0-15,-5-9-18 0,-4 5-26 0,0 4-20 16,0-5-22-16,0-1-13 0,0 1-13 0,0-1-14 15,-10 2 3-15,-2 0-3 0,1 0-4 16,-3 1 1-16,2-3 0 0,-2 4 2 0,4 0 0 0,-2 1-2 16,1 1 4-16,2 0-2 0,-2 0 3 15,5 0 0-15,-1 0-2 0,1 0-4 0,3 0 3 16,0 0-1-16,-1 0 2 0,3 0 4 0,1 0-5 16,0 0 4-16,0 0-2 0,0 0 0 0,0 0 6 15,0 0-5-15,0 0 4 0,0 0-2 0,0 0 0 16,0 0 2-16,0 0-4 0,0 0 1 0,0 0 3 15,0 0-3-15,0 0 4 0,0 0-2 0,0 0-5 16,0 0 4-16,0 0-2 0,0 0 2 0,0 0 1 16,0 0 3-16,0 0-3 0,0 0 5 0,0 0-3 15,0 0-2-15,0 0 1 0,0 0-1 0,0 0 2 16,0 0-1-16,0 0-1 0,0 0-1 0,0-8 1 16,0 8-3-16,0-6-4 0,-9 3 5 15,9 3 0-15,-6-5 3 0,6 1-1 0,-5 0-6 16,-1 0 1-16,0 0-3 0,3 1 7 0,-2 1 1 15,-1-2-5-15,0 1 6 0,0 0-8 0,2 0 4 16,-2 1-1-16,3 0-3 0,-5 0 6 0,5 2-2 16,0 0 0-16,3-2-1 0,-3-2-1 0,3 4-1 15,-3 0-1-15,3 0 4 0,0 0-3 0,0 0 1 16,0 0 2-16,0 0-1 0,0 0-2 0,0 0 3 16,0 0 0-16,0 0 0 0,0 0 3 0,0 0-2 15,0 0-1-15,0 0 0 0,0 0 0 0,0 0-3 16,0 0 2-16,0 0 1 0,0 0 0 15,0 0-2-15,0 0 4 0,0 0-4 0,0 0 2 0,0 0 5 16,0 0-4-16,0 0-1 0,0 0-1 16,0 0-1-16,0 0 1 0,0 0 2 0,0 0 2 15,0 0-4-15,0 0 1 0,0 0 0 0,0 0 0 16,0 0 1-16,0 0 1 0,0 0 1 0,0 0-1 16,0 0-2-16,0 0 0 0,0 0-3 0,0 0-2 15,0 0 3-15,0 0-1 0,0 0 2 0,0 0 1 16,0 0-2-16,0 0 4 0,0 0 1 0,0 0 0 15,0 0-1-15,0 0-1 0,0 0-4 16,0 0 1-16,0 0 6 0,0 0-4 0,0 0 4 16,0 0 1-16,0 0-3 0,0 0-2 0,0 0-2 15,0 0 2-15,0 0 2 0,0 0 0 0,0 0-1 16,0 0-3-16,0 0 1 0,0 0 6 0,0 0-2 16,0 0 0-16,0 0 0 0,0 0-4 15,0 0 3-15,0 0-2 0,0 0-5 0,0 0 3 0,0 0-4 16,0 0 4-16,0 0 4 0,0 0 1 0,0 0 0 15,0 0-5-15,0 0 4 0,0 0-5 0,0 0 3 16,0 0 0-16,0 0-3 0,0 0-1 0,0 0 3 16,0 0 4-16,0 0-6 0,0 0-7 0,0 0-12 15,0 0-14-15,0 0 0 0,0 0-1 16,0 0 8-16,0 0-4 0,0 0-6 0,0 0-5 16,0 0-14-16,0 0 11 0,0 0 15 0,0 0 11 15,0 0 14-15,0 0 2 0,0 0-3 0,9 6 1 16,-9-6 7-16,11 0-2 0,-11 0 2 0,9 6 1 15,-2-6-4-15,-7 3 5 0,6-3 2 0,-6 0-3 16,3 0 4-16,-3 0-16 0,0 0-19 0,0 0-31 16,0 0-23-16,6 0-26 0,-6 0-19 0,0 0-19 15,0 0-40-15,5 0-37 0,-5 0-82 0,0 0-78 16,3 0 53-16,-3 0 75 0</inkml:trace>
  <inkml:trace contextRef="#ctx0" brushRef="#br0" timeOffset="-1757.31">1985 1726 1691 0,'-17'0'30'16,"3"-2"22"-16,-1 2 29 0,2 0 24 0,2 0-6 15,-3 0 2-15,2 0-2 0,2 0 0 0,0 0-9 16,0 0 7-16,1 0-3 0,1 0-1 0,-1 0 1 15,0 0-30-15,4 0-17 0,-1 0-21 0,3 0-23 16,-1 0-1-16,4 0-11 0,0 0-5 0,0 0 8 16,0 0 2-16,10 0 7 0,4 0 2 15,0 0 0-15,5 0-3 0,7 0-1 16,0 0 2-16,7 0 2 0,4 0 1 0,-1 0-1 0,4 0-4 16,-4 0-1-16,1 0-2 0,-5 0 0 0,-2 0 2 15,-7 0-3-15,-4 0 8 0,1 0 2 0,-6 0 1 16,-5 0 1-16,-1-9-4 0,-2 9 5 0,-3-1-1 15,0 1 6-15,-2 0-5 0,-1 0-10 0,0 0-18 16,0 0-47-16,0 0-52 0,0 0-65 0,0 0-50 16,-13 0-11-16,2 0-27 0,-1 0-68 0,-2 0-144 15,0 0 28-15,-2 0 81 0</inkml:trace>
</inkml:ink>
</file>

<file path=ppt/ink/ink3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2:42.705"/>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-11-2087 2331 0,'6'-13'42'0,"-2"5"50"0,-4 3 30 0,5 0 31 15,-5 2-30-15,0 3-46 0,0 0-31 0,0 0-39 16,0 0-16-16,0 0 7 0,0 0 9 0,0 10 12 16,0-10 1-16,0 11-3 0,0 2-10 0,0-2 4 15,0 1 2-15,0 2-7 0,0-3 7 0,0 2-11 16,11-2 4-16,-11-3 0 0,10 3-8 0,-4-5 23 16,-6-1 31-16,9-3 35 0,-9-2 16 15,5 0-12-15,0 0-20 0,-1 0-13 0,2-13 3 16,2-1 12-16,1 0-3 0,0-1-9 0,3-2-10 15,0-2-7-15,2 1-7 0,1-2 0 0,2 3-11 16,-3 1-12-16,1 2 2 0,-2 1-17 0,1 3 0 16,-2 3 2-16,-1 3-10 0,-2 4 11 0,-1 0 0 15,-2 0-9-15,-2 0-33 0,1 0-48 0,-1 12-70 16,-1 2-110-16,0-2-96 0,0 1-109 0,-3 2-297 16,0 4 26-16,0-3 132 0</inkml:trace>
  <inkml:trace contextRef="#ctx0" brushRef="#br0" timeOffset="-297.97">-63-2087 2116 0,'3'-9'22'0,"-3"9"17"0,0-8 14 0,0 1 16 0,0 7-8 15,-13-6-4-15,-4 3 0 0,0 3-6 0,2 0-11 16,-3 0-5-16,0 0-8 0,-2 0-9 0,0 11-7 15,3-11-3-15,1 12-14 0,2-4 0 0,3 0-1 16,1-1 2-16,2 1 1 0,5-1 5 0,0 2 5 16,3-2 0-16,0 1 11 0,0 1 15 15,15 1 7-15,0-1 6 0,2 2 7 0,1-2-12 16,2 1-3-16,3 1-6 0,-3-1-8 0,1 0-3 16,-1-1-3-16,-2 1-4 0,-3-2-6 0,-1 2-1 15,-1-2-4-15,-4-1 3 0,-1-1 1 0,-3 0-2 16,-2 1-1-16,-3-5 1 0,0 3 0 0,0-4 0 15,0 3 2-15,0-3-44 0,0 1-60 0,-11-2-66 16,-1 3-66-16,1-1-53 0,1-2-97 16,-1 0-189-16,0 0 32 0,2 0 93 0</inkml:trace>
  <inkml:trace contextRef="#ctx0" brushRef="#br0" timeOffset="-6175.31">-1393-1151 895 0,'0'0'101'0,"0"0"49"0,0 0 28 0,0-8 5 16,0 8-93-16,0 0-35 0,0-7-16 0,0 7 2 15,0 0 2-15,0 0-4 0,0 0-9 0,0-5 8 16,0 5-2-16,0 0 8 0,0 0 4 0,0 0-13 16,0 0-2-16,0 0-12 0,0 0 2 15,0 0-6-15,0 0 4 0,0 0 2 0,0 0 2 16,0 0 13-16,0 0 2 0,-11 0 6 0,11-4 7 16,0 2-3-16,0-2 9 0,-7 3-3 0,7-3-3 15,0 4 3-15,0-1-4 0,0-2 3 0,0 2-3 16,0-1 0-16,0 2-6 0,0 0 0 0,0 0-2 15,0 0-8-15,0 0-1 0,0 0 10 0,0 0-3 16,0 0-4-16,0 0-5 0,0 0-10 0,0 0-8 16,-11 0-5-16,11 0 4 0,0 0-16 0,0 0 4 15,0 0 0-15,0 0-11 0,-8 0 6 0,8 0-6 16,0 0 4-16,0 0 6 0,0 0-6 16,0 0 5-16,0 0 0 0,0 0-2 0,0 0 2 15,0 0 2-15,0 0-6 0,0 0 2 0,0 0 0 16,0 0-1-16,0 0 6 0,0 0 0 0,0 0-4 15,0 0-4-15,0 0 3 0,0 0 0 0,0 0 4 16,0 0 2-16,0 0 1 0,0 0-4 0,0 0 0 16,0 0 2-16,0 0-5 0,0 0 2 0,0 0 7 15,0 0-2-15,0 0-2 0,0 0 9 0,0 0-13 16,0 0 2-16,0 0 2 0,0 0-7 0,0 0 6 16,0 0-3-16,0 0-1 0,0 0 2 0,0 0 1 15,0 0 1-15,0 0 5 0,0 0-4 0,0 0-2 16,0 0 3-16,0 0-4 0,0 0 2 15,0 0-2-15,0 0-5 0,0 0 0 0,0 0 4 16,0 0 0-16,0 0 5 0,0 0 1 0,0 0-3 16,0 0-3-16,0 0-4 0,0-12 6 15,0 12-7-15,0 0 6 0,0 0 0 0,0 0-8 0,0 0 8 16,0 0-1-16,0 0-2 0,0 0 2 0,0 0-3 16,0 0 2-16,0 0 9 0,0 0-7 0,0 0-6 15,0 0 3-15,0 0-4 0,0 0 6 0,0 0 7 16,0 0-4-16,0 0-8 0,0 0 2 0,0 0 2 15,0 0 0-15,0 0 6 0,0 0-7 16,0 0 4-16,0 0 0 0,0 0-6 0,0 0 11 0,0 0-8 16,0 0-3-16,0 0 15 0,0 0-15 15,0 0 7-15,0 0-1 0,0 0-11 0,0 0 9 16,0 0-1-16,0 0 5 0,0 0 5 0,0 0-6 16,0 0 4-16,0 0-4 0,0 0-2 0,0 0 4 15,0 0-4-15,0 0-4 0,0 0 4 0,0 0 3 16,0 0-4-16,0 0 2 0,0 0-1 0,0 0-3 15,0 0-1-15,0 0 2 0,0 0 3 0,0 0-4 16,0 0 5-16,0 0-3 0,0 0-6 0,0 0 8 16,0 0-2-16,0 0 1 0,0 0-5 15,0 0 5-15,0 0-3 0,0 0-1 0,0 0 4 0,0 0 0 16,0 0-2-16,0 0 2 0,0 0 13 16,0 0-15-16,0 0-6 0,0 0 11 0,0 0-18 15,0 0 13-15,0 0 1 0,0 0-4 0,0 0 0 16,0 0-2-16,0 0 7 0,0 0-4 0,0 0 0 15,0 0 1-15,0 0 3 0,0 0-3 0,0 0 4 16,0 0-2-16,0 0 0 0,0 0-3 0,0 0 3 16,0 0 9-16,0 0-7 0,0 0 7 0,0 0-5 15,0 0-7-15,0 0 10 0,0 0 8 0,0 0 6 16,0 0 9-16,0 0 0 0,0 0-8 0,0 0 6 16,0 0-5-16,0 0-12 0,0 0-3 0,0 0 0 15,0 0-8-15,0 0 2 0,0 0 8 0,0 0 6 16,0 0-2-16,0 0 14 0,0 0-7 15,0 0-4-15,0 0 5 0,0 0 2 0,0 0 6 16,0 0-15-16,0 0 14 0,0 0-9 0,0 0-11 16,0 0 6-16,0 0-7 0,0 0-2 15,0 0 4-15,0 0-4 0,0 0-5 0,0 0-4 0,0 0 4 16,0 0 3-16,0 0-2 0,0 0 3 0,0 0 8 16,0 0-5-16,0 0 4 0,0 0 14 0,0 0-17 15,0 0 9-15,0 0-2 0,0 0-8 0,0 0 2 16,0 0 7-16,0 0-9 0,0 0-5 0,0 0 5 15,0 0-16-15,0 0 6 0,0 0 4 0,0 0-3 16,0 0 4-16,0 0 3 0,0 0 1 0,0 0-4 16,0 0-3-16,0 0 3 0,0 0 2 15,0 0 11-15,0 0 0 0,0 0 2 0,0 0-12 16,0 0-4-16,0 0 0 0,0 0-4 0,0 0 6 16,0 0-10-16,0 0 4 0,0 0 7 0,0 0-8 15,0-9 4-15,0 9-1 0,0-8-5 0,0 8 3 16,0-9 3-16,0 9-5 0,0-9 4 0,9 1-5 15,4 0 6-15,-1 0 3 0,1-1-6 0,1-1 5 16,1 0 4-16,0 0-1 0,-2 1-1 0,-1 0 0 16,-2 1-9-16,1-3-7 0,0 3 18 15,-2 4-15-15,-3-5 11 0,1 1 8 0,3-1-21 16,0 1 13-16,4-3-7 0,0 2 3 0,4-5 5 16,2 2-1-16,1 1-5 0,2 0-4 0,-1-2 0 15,-2 4 4-15,0-1 0 0,-2 0-4 0,-1 1 10 16,1 0-3-16,0-4 0 0,3 0-1 0,4 2-7 15,-1-4-7-15,5 0 12 0,7-2-2 0,5-3 4 16,2-1 4-16,5-1-13 0,3 0 4 0,3-3-4 16,4-1-2-16,1-1 6 0,3 2 6 0,1-1-4 15,1 2 4-15,1-1-3 0,0 0 1 0,3 2 2 16,1-1 3-16,-2 4-5 0,-1 0-10 0,-3 1 9 16,-4 2-1-16,-1 2 6 0,-7 2 5 0,-4 0-3 15,-4 2 2-15,-7 2-13 0,-4 3 9 0,-4-2-6 16,-6 3 2-16,-3 1 10 0,-4 0-3 15,-5 1-6-15,0 1 3 0,-4 1-4 0,-2 0 0 16,-2-2 4-16,1 2-7 0,-2 0 5 0,2-3-6 16,2 4 5-16,-4-2 1 0,2 0 4 0,2-1-3 15,0 2-2-15,-2-1 7 0,0 1-11 0,1-3 3 16,1 2 1-16,-1 0-7 0,4 0 12 0,-4-1 1 16,6 1-3-16,0-2 0 0,1 1-5 0,2 0 3 15,3-2-3-15,-1 1 4 0,0-1 1 0,3 0-5 16,0 0 10-16,1 0-5 0,-3 0-6 0,3-1 5 15,-3 0-6-15,1 1-7 0,0 2 17 0,-1-4-6 16,3 3 1-16,-3-1 6 0,3 1-14 16,-6-1 6-16,2 2-3 0,-1-2 7 0,-2 3 6 0,-1 0-11 15,-2 0 10-15,-4 2-16 0,1-2-1 16,0-1 17-16,-3 3-11 0,0-1 14 0,-2 0 0 16,2 1-15-16,-3 0 12 0,2 0-11 0,-2 0 5 15,0 0 4-15,0 0-13 0,0 0 14 0,0 0-17 16,0 0 8-16,0 0 8 0,0 0-3 0,0 0 3 15,0 0 2-15,0 0-5 0,0 0 1 0,0 0-3 16,0 0-4-16,0 0 2 0,0 0-2 0,0 0 4 16,0 0 4-16,0 0-8 0,-8 0 0 0,8 0 11 15,0 0-7-15,0 0 6 0,0 0-3 16,0 0-2-16,0 0 1 16,0 0 0-16,0 0 0 0,0 0-4 0,0 0-3 0,0 0 0 0,0 0 6 0,0 0 3 15,0 0-1-15,0 0 0 0,0 0-1 16,0 0-2-16,0 0 6 0,-7 0-4 0,7 0-7 15,0 0-6-15,0 0 7 0,0 0 2 0,0 0 3 16,0 0 5-16,0 0-4 0,0 0-3 0,0 0 6 16,0 0 0-16,0 0-7 0,0 0 4 0,0 0 1 15,0 0-7-15,0 0 12 0,0 0-4 0,0 0-1 16,0 0 5-16,0 0-1 0,0 0 0 0,0 0-3 16,0 0 1-16,0 0-4 0,0 0 1 0,0 0-6 15,0 0 6-15,0 0-4 0,0 0 3 0,0 0 16 16,0 0-11-16,0 0 0 0,0 0 0 15,0 0-13-15,0 0-2 0,0 0 5 0,0 0-6 16,0 0 14-16,0 0-3 0,0 0-1 0,0 0 6 16,0 0-13-16,0 0 12 0,0 0-2 0,0 0 6 15,0 0-3-15,0 0 3 0,0 0-13 0,0 0-9 16,0 0 19-16,0 0-20 0,0 0 18 0,0 0 0 16,0 0-13-16,0 0 8 0,0 0-5 0,0 0 6 15,0 0-2-15,0 0 5 0,0 0-2 0,0 0-1 16,0 0 0-16,0 0-2 0,0 0 6 15,0 0 0-15,0 0 0 0,0 0-7 0,0 0 7 0,0 0-4 16,0 0-7-16,0 0 13 0,0 0-9 0,0 0 3 16,0 0 4-16,0 0 0 0,0 0-8 15,0 0-1-15,0 0 14 0,0 0-15 0,0 0 5 16,0 0 3-16,0 0-9 0,0 0 5 0,0 0 14 16,0 0-14-16,0 0-2 0,0 0 7 0,0 0-17 15,0 0 14-15,0 0-1 0,0 0 0 0,0 0 3 16,0 0-6-16,0 0 3 0,0 0 7 0,0 0-4 15,0 0 4-15,0 0 0 0,-11 0-7 0,11 0-4 16,0 0 7-16,0 0-3 0,0 0 0 0,0 0 5 16,-9 0-7-16,9 0 1 0,0 0-8 15,-8 0 5-15,8 0 7 0,-6 0-5 0,3 0 12 0,-1 0-10 16,2 0-7-16,-1 0 20 0,0 0-26 16,2 0 13-16,1 0-1 0,-2 0-32 0,2 0 2 15,0 0-13-15,0 0-17 0,-1 0-7 0,-1 0-7 16,2 0-19-16,-2 0-11 0,1 0-10 0,-1 0-18 15,-1 0-18-15,2 0-21 0,-1 0-19 0,-1 0-11 16,2 0-33-16,-4 7-90 0,1-7-208 0,-1 6 33 16,1-6 76-16</inkml:trace>
  <inkml:trace contextRef="#ctx0" brushRef="#br0" timeOffset="-2868.75">1720-1761 2270 0,'0'-9'31'0,"0"-1"27"0,0 1 20 16,0 5 24-16,0-2-22 0,0 3-14 0,0-2-26 15,0 3-24-15,0-1-11 0,0 2-25 0,0 0-19 16,0 1-21-16,0 0-44 0,0 0-39 16,0 0-52-16,0 0-97 0,0 0-220 0,11 0-16 15,-11 0 77-15</inkml:trace>
  <inkml:trace contextRef="#ctx0" brushRef="#br0" timeOffset="-10575.7">-2292-419 2748 0,'-11'6'40'0,"-1"-1"39"15,0 0 30-15,-3-1 31 0,2 1-18 0,1-1-26 16,2 1-20-16,-1-2-31 0,3 1-20 0,2 0-9 15,5-2-7-15,-1 1 19 0,2 0 21 0,0-2 15 16,14 3 12-16,6-1-7 0,6-1-24 0,13-1-22 16,8 0-14-16,11-1-9 0,10 0-2 0,10 0-1 15,5-11 2-15,8 11-7 0,3-14-3 0,2 3 5 16,0-1-1-16,-4 6 2 0,0 6 7 16,-4-11-4-16,-3 5-10 0,-6 6-27 0,-9-6-36 15,-10 6-37-15,-7 0 2 0,-10 0 27 0,-13 0 35 16,-11 0 33-16,-19 0 11 0,0 0-2 0,-20 0 5 15,-14 12 2-15,-7 1 1 0,-9 0-3 0,-9 2 19 16,-5 0 21-16,-3 1 19 0,-1-1 16 0,-2 0-26 16,5 2 6-16,1-1 2 0,6 1 12 0,7-5 5 15,8 0-24-15,7 0-25 0,7-2-33 0,8-2-17 16,7-2-9-16,8 1 1 0,6-5 8 0,0 2 18 16,12-1 7-16,5 1-34 15,7-2-43-15,7 0-83 0,10 0-79 0,6-2-92 0,12 0 11 16,6 0 49-16,10 0-85 0,8 0-71 0,7-13-105 15,4 0 27-15,6 2 169 0</inkml:trace>
  <inkml:trace contextRef="#ctx0" brushRef="#br0" timeOffset="1061.7">-1941-546 1961 0,'-17'0'21'0,"-1"6"28"0,-2-6 25 0,-1 8 28 16,-1-3 18-16,1-2 6 0,1 0 10 0,-1-1 1 15,4 1-22-15,2 0-36 0,5-3-34 0,2 1-30 16,2 1-19-16,1-1-1 0,5 1 1 0,0 0 8 15,0-2 16-15,0 1 9 0,14 0 0 0,3 1-4 16,6 0-14-16,2-1-9 0,10-1 4 16,3 0-7-16,8 0 1 0,1 0 6 0,1 0-9 15,4 0-1-15,0-9 1 0,-2 9-14 0,0-9 14 16,-1 9 5-16,-4-9-5 0,-2 9 3 0,-4-7-16 16,-1 7-13-16,-6-5-21 0,-5 5-23 0,-4 0-7 15,-5 0 13-15,-6 0 17 0,-5 0 32 0,-7 0-5 16,0 0-35-16,-19 0 12 0,0 11 2 15,-9-1-20-15,-5 1 6 0,-5 0 0 0,-5-1-4 0,-4 2 38 16,2 1 39-16,-5-1 5 0,-1-1 17 0,3 0 3 16,2 2 2-16,1-3 8 0,4-1-10 15,3 2 12-15,3-2-3 0,4-2-10 0,6 1-7 16,2-2-20-16,8-1-14 0,1-1 0 0,6 1-3 16,8-4 9-16,0 2-5 0,0-1 5 0,0 0 2 15,19-2-3-15,2 2 8 0,2-2-10 0,3 0 3 16,4 0-2-16,5 0-2 0,4 0 2 0,2-13 0 15,3 0 4-15,3 5 21 0,1 8-5 0,-1-11-1 16,3 2-6-16,0 1-21 0,-2-1 3 0,0 2-5 16,-4 1 6-16,-3-1 4 0,-5 1-1 0,-6 1 1 15,-5 2-5-15,-9 0-3 0,-3 2-11 0,-13 1-28 16,0 0-34-16,0 0-43 0,-20 0-6 0,-8 0 23 16,-3 12 35-16,-7 1 41 0,-6-4 15 0,-4 1 8 15,-2 3 0-15,2 1 2 0,-1-5 0 0,2 3 6 16,2 1 25-16,-1-1 18 0,3-1 30 0,5 1 15 15,4 1-27-15,2-2-15 0,6-1-34 16,5-2-25-16,4 1 2 0,6-2 0 0,7-4 7 16,4 2 7-16,0-2-1 0,12-2 4 0,3-1 0 15,5 0-1-15,6 0-2 0,2 0-2 0,6 0 2 16,5-11 0-16,2 0 15 0,3 11 9 0,2-12 19 16,3 0-3-16,-2 1-8 0,0 2-13 0,-2-1-22 15,-1 1 6-15,-4 1-2 0,-5 0 0 0,-6 4 3 16,-7-2-9-16,-6 3-6 0,-6 3-12 0,-5 0-49 15,-5 0-67-15,0 0-78 0,0 0-122 0,0 0-239 16,-12 0 20-16,-1 11 79 0</inkml:trace>
  <inkml:trace contextRef="#ctx0" brushRef="#br0" timeOffset="-12129.86">-2115-191 1906 0,'0'-3'24'0,"0"-2"15"0,0 2 23 0,0 0 24 0,0 0 0 15,-9 1 12-15,9-1 3 0,-13 1 0 0,2-2 6 16,0 2 12-16,2-1 6 0,0 1 12 0,2 0 3 16,1-1-13-16,-2 1-6 0,2-1-26 0,1 2-24 15,1 1-17-15,-1-1-6 0,2 1-10 0,3 0 14 16,-1 0 3-16,-2 0-2 0,1 0 7 15,-1 0-5-15,2 0-16 0,-1 0-7 0,-1 7 2 16,0-7-14-16,1 0 13 0,-1 6-1 0,2-6 0 16,-2 0 5-16,0 5-4 0,1-5 9 0,-1 0-2 15,0 0 4-15,2 0 7 0,-2 0-4 0,1 0 1 16,1 0-8-16,-2 0-12 0,3 0-1 0,-4 0 4 16,3 0-10-16,-2 0-12 0,1 0-6 0,-1 0-16 15,-1 0 7-15,1 0 6 0,-3 0 0 0,1 0 4 16,1 0-8-16,-1 0 0 0,-1 0-7 0,-2 0-4 15,1 0-9-15,-1 0 4 0,1 0 0 0,1 0-2 16,-2-6 6-16,2 6 0 0,1 0 2 16,1-5 4-16,-1 5 10 0,-1 0-6 0,6-5-3 15,-3 5 14-15,0 0-15 0,3 0 9 0,-1 0 4 16,-1 0-8-16,0 0 8 0,2 0-3 0,0 0 2 16,0 0 1-16,0 0-7 0,0 0 3 0,0 0-6 15,0 0-3-15,0 0 5 0,0 0-10 0,0 0-4 16,0 0 3-16,0 0 3 0,0 0 5 0,0 0 7 15,11 0 0-15,1 0 2 0,3 0 8 0,5 0-9 16,4 0 4-16,8 0-2 0,9 0-8 0,5 9-5 16,4-9-4-16,5 0 3 0,2 0 1 0,4 0 13 15,-2 0 8-15,1 0-8 0,-3 0 0 16,-2 0-3-16,-2 0-24 0,-3 0-20 0,-3 0 2 0,-6 0-3 16,-3 0 17-16,-3 0 25 0,-4 0-2 15,-4 0 9-15,-3 0 3 0,-2 0-8 0,-4-6 5 16,-2 6-5-16,-2-6-2 0,-3 6-2 0,-2-4 1 15,-3 4 1-15,-3 0 5 0,-3 0 12 0,0 0-7 16,0 0-6-16,0 0-6 0,0 0 1 0,0 0 0 16,-14 0-11-16,1 0 5 0,-4 0 3 0,-3 0 2 15,-4 0 20-15,-8 0-35 0,-4 0-4 0,-7 0 6 16,-4 0-5-16,-3 0 43 0,-5 0 13 0,1 0-12 16,-4 10 0-16,0-10-17 0,2 0-7 0,-2 0 0 15,-3 7-1-15,2-7 12 0,-3 0-12 0,-2 0 7 16,0 0 14-16,1 5-9 0,2-5 15 0,2 0 5 15,4 0 14-15,6 0 18 0,4 0 16 16,8 0 34-16,4 0-14 0,7 0-10 0,3 0-31 16,10 0-46-16,2 0-12 0,6 0-11 0,2 0-5 15,3 0 1-15,0 0 11 0,0 0-3 0,16 0 18 16,3 0 7-16,7 0-6 0,5 0-7 0,11 0 1 16,8 0 5-16,11 0-5 0,9 0-2 0,6 0-9 15,3 0-9-15,1 0 2 0,2 0 25 0,0 0-2 16,0 0-3-16,-4 6-5 0,-1-1-25 0,-1-5-31 15,0 5-15-15,1-5 3 0,2 5 12 0,-1-5 37 16,-1 2 25-16,-4 2-23 0,-4-1 11 0,-4 1-2 16,-9 0-20-16,-7 0 18 0,-10-1-12 15,-5 2-12-15,-10 0 16 0,-4-2 16 0,-10-2 2 16,-2 1 13-16,-8-1-3 0,0-1-8 0,0 0 1 16,-12 0-2-16,-2 0-7 0,-3 0-1 0,-7 0 7 15,-5 0-5-15,-4 0 10 0,-5 0-5 0,-6-8-13 16,-3 8 9-16,-6-9 20 0,-1 9-8 0,-2-7 7 15,-3 7 7-15,1 0-19 0,-3 0 38 0,1 0 1 16,4 0-4-16,1 0 18 0,6 0-24 0,7 0 5 16,7 10-18-16,7-10-23 0,9 8-11 0,5-8-10 15,8 0 14-15,6 6-5 0,0-6 21 16,11 6 9-16,10 2-18 0,6-3 16 0,10 1-11 0,8 2-10 16,10-2 22-16,9 0-12 0,4 0-11 15,6-4-4-15,1 1-3 0,-2-3 15 0,-2 0 2 16,-3 0 4-16,-4 0 0 0,-6 0-15 0,-8 0 12 15,-6 0 14-15,-7 0-8 0,-7 0 14 0,-9 0 16 16,-6 0 25-16,-7 0 21 0,-8 0 14 0,0 0-25 16,0 0-46-16,-14 0-17 0,-1 0-44 0,-3 0-28 15,-2 0-59-15,-1 0-55 0,-5 0-50 0,-1 0-120 16,-1 0-100-16,1-11-133 0,1 11-347 0,7 0 130 16,5 0 170-16</inkml:trace>
  <inkml:trace contextRef="#ctx0" brushRef="#br0" timeOffset="2226.37">-2374-246 1793 0,'-17'7'18'0,"0"-4"16"15,1 2 27-15,2 0 26 0,3-3 19 0,-2 2 18 16,1-3 14-16,2 0-6 0,3-1-25 0,2 3-15 15,-1-3-33-15,3 0-20 0,0 0-7 16,3 0-13-16,0 0 4 0,0 0 17 0,0 0 10 16,0 0 15-16,0 0-4 0,9 0-9 0,-9 0 0 15,11 0 0-15,-2 0 2 0,0 0 12 0,-1 0-7 16,1 0-3-16,1 0-10 0,3 0 4 0,-1 0-6 16,1 0-8-16,1 0 10 0,6 0-5 0,0 0-3 15,4 0 11-15,3 0-9 0,4 0-16 0,5 0-1 16,3 0-19-16,6 0-3 0,0 0-4 0,2 0-9 15,-1 0 6-15,1 0 4 0,-2 0 3 0,1 0 5 16,-4 0-5-16,-1 0-3 0,2 0-5 0,1 6 3 16,0-6 9-16,5 7-11 0,-2-3 6 0,0 0 0 15,0-1-2-15,1 1 22 0,3-2 0 16,0 2-4-16,-4 0 4 0,0 0-19 0,-1-2-1 16,-4 3-1-16,-4-2-8 0,-7 1 9 0,-5 0 5 15,-7-2 19-15,-5-2 9 0,-5 3-2 0,-4-3 8 16,-2 2-16-16,-3-2-4 0,0 0 2 0,0 0-3 15,0 0-1-15,0 0-5 0,0 0-4 0,0 0 1 16,0 0-9-16,0 0-2 0,0 0 5 0,0 0-26 16,0 0-25-16,0 0-44 0,0 0-80 0,0 0-136 15,-6 0-146-15,6 0-218 0,0 0-207 0,0 0 152 16</inkml:trace>
  <inkml:trace contextRef="#ctx0" brushRef="#br0" timeOffset="17240">-2034-334 1312 0,'-18'-9'30'0,"-4"9"18"0,0-8 24 16,-3 8 18-16,1-7-14 0,-2 7 3 0,-4-7-15 15,0 7 5-15,-1-1 2 0,-2 1 2 0,2-6 24 0,1 4 7 16,0-1 11-16,2 1 9 0,4-1-7 15,4 1-20-15,4 0-27 0,5-2-31 0,3 4-32 16,4 0-11-16,-1 0-4 0,5 0-1 0,0 0-3 16,0 0-2-16,0 0 0 0,0 0 3 0,0 0 6 15,0 0 7-15,14 10 1 0,3-2 2 0,5 1 3 16,10-1-2-16,12 0-1 0,14 1 1 0,12-1-5 16,10-1-2-16,8 2 0 0,7-2-1 0,5 2 7 15,2-2 3-15,-1 0 2 16,1-2-1-16,1 1-5 0,2-3-4 15,0 0-2-15,-2-1 4 0,-3-2-1 0,-7 0 2 0,-2 0 2 0,-10 0-10 16,-13 0-5-16,-10 0 3 0,-14 0 3 0,-11 0 2 16,-9 0 8-16,-8 0-6 0,-16 0-15 0,0 0 1 15,0 0-9-15,-25 0-1 0,-7-8 10 0,-9 8-6 16,-7 0 8-16,-13 0 6 0,-9 0-1 0,-9 0-3 16,-7 0 2-16,-4 0-5 0,-6 0 10 15,1 0-1-15,-2 0 2 0,2 0 2 0,1 0-9 0,2 0 7 16,4 0 6-16,1 0 4 0,5 0 5 0,4 0 7 15,7 0-3-15,3 0 0 0,9 0 9 0,8 0-7 16,10 0-11-16,10 0-7 0,8 0-9 16,6 3-2-16,6 2 7 0,11-3 3 0,0 2 2 15,0 0 1-15,20 4 3 0,3-2-2 0,4 2 6 16,8-1 11-16,6 0 5 0,6-1 1 0,6-1-5 16,7-2-9-16,3-2-6 0,4-1 4 0,2 0 4 15,2 0 43-15,0 0 0 0,2 0 2 0,-1 0-14 16,-6-10-39-16,-5 10 2 0,-8 0-1 0,-7-10 15 15,-10 10-2-15,-10-7-10 0,-9 7-9 0,-17-6-10 16,0 6-11-16,-14-4 5 0,-7-1 2 16,-8 4 4-16,-6 1-12 0,-4-3-17 15,-7 3-15-15,-1 0-46 0,0 0-42 0,0 0-47 0,3 0-67 16,3 14-66-16,4 1-9 0,6-2-214 0,5 4 85 16</inkml:trace>
  <inkml:trace contextRef="#ctx0" brushRef="#br0" timeOffset="18489.94">-1559-390 2271 0,'-7'-9'7'15,"2"5"-5"-15,2-5-12 0,0 2-26 16,0 3-32-16,3 0-7 0,0 0 9 0,0 4 22 16,0 0 18-16,12 0-8 0,2 0-32 0,1 0-81 15,5 11-152-15,4-11-161 0,3 12 34 0</inkml:trace>
</inkml:ink>
</file>

<file path=ppt/ink/ink3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2:38.827"/>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800-1055 1750 0,'-3'0'41'0,"1"0"22"15,2 0 28-15,0 0 25 0,0 0-15 0,0 0 5 16,0-11-4-16,0 11 16 0,0-10-5 0,0 2-8 16,9 8-4-16,-9-11-25 0,9 0-7 0,-1 3-2 15,-2-1-5-15,-6 1-20 0,8-1-12 0,-2 3-1 16,1-4 11-16,1 2 25 0,1-5-46 0,3-6-10 15,3-5-14-15,8-6-16 0,2-7 50 16,2-2-5-16,2-6-8 0,6-6-11 0,-2 3-7 0,-1-1 11 16,-2 1 3-16,-1 6 4 0,-4-1 6 15,-3 4 4-15,0 4 8 0,-3 2 6 0,0 6 5 0,-3 1-1 16,1 6-6-16,-3 1-1 0,-1 3 2 16,2 3-4-16,-4 2-4 0,0 3 4 0,-4 4-8 15,-1-2-8-15,-1 1 2 0,-2 3-19 0,-2 1 3 16,-1 1 7-16,0 0-21 0,0 0 8 0,0 0-5 15,0 0-10-15,0 0 23 0,0 0 1 0,0 0-2 16,0 0-2-16,0 0-6 0,0 0-7 0,0 0 7 16,0 0 2-16,0 0-8 0,0 0 15 0,0 0-11 15,0 0 7-15,0 0 1 0,0 0-6 0,0 0 11 16,0 0-13-16,0 0 0 0,0 0 5 0,0 0-4 16,0 0 5-16,0 0 1 15,0 0-5-15,0 0 4 0,0 0-3 0,0 0 5 0,0 0-3 0,0 0 0 16,0 0-7-16,0 0 6 0,0 0 1 15,0 0-10-15,0 0 15 0,0 0-4 0,0 0-10 0,0 0 15 16,0 0-13-16,0 0-1 0,0 0 13 16,0 0-11-16,0 0 12 0,0 0-9 0,0 0-2 15,0 0 3-15,0 0 0 0,0 0 9 0,0 0-4 16,0 0-6-16,0 0 1 0,0 0-9 0,0 0 6 16,0 0 13-16,0 0-9 0,0 0 7 0,0 0-10 15,0 0-6-15,0 0 6 0,0 0 0 0,0 0 5 16,0 0-1-16,0 0 1 0,0 0-7 15,0 0 8-15,0 0 2 0,0 0-6 0,0 0 12 0,0 0-7 16,0 0-3-16,0 0 4 0,0 0-11 0,0 0 4 16,0 0-1-16,0 0-1 0,0 0 6 15,0 0-6-15,0 0 9 0,0 0-1 0,0 0-8 16,0 0 5-16,0 0-5 0,0 0 3 0,0 0 6 16,0 0-5-16,0 0-6 0,0 0 2 0,0 0 2 15,0 0 5-15,0 0-5 0,0 0 11 0,0 0-10 16,0 0-4-16,0 0 13 0,0 0-11 0,0 0 8 15,0 0-5-15,0 0-4 0,0 0 0 0,0 0-3 16,0 0 9-16,0 0 0 0,0 0-4 0,0 0 5 16,0 0-3-16,0 0 3 0,0 0 2 0,0 0 2 15,0 0-6-15,0 0-6 0,0 0 3 16,0 0-4-16,0 0 6 0,0 0 6 0,0 0-9 16,0 0 5-16,0 0-3 0,0 0-6 0,0 0 6 0,0 0 1 15,0 0 1-15,0 0 5 0,0 0-7 16,0 0-6-16,0 0 5 0,0 0 0 0,0 0 1 15,0 0 5-15,0 0-1 0,0 0-6 0,0 0 7 16,0 0-2-16,0 0-13 0,0 0 8 0,0 0 3 16,0 0-4-16,0 0 7 0,0 0-5 0,0 0-5 15,0 0 4-15,0 0 8 0,0 0-2 0,0 0-1 16,0 0-2-16,0 0-1 0,0 0-4 0,0 0 5 16,0 0 0-16,0 0-1 0,0 0 3 15,0 0-5-15,0 0 2 0,0 0 1 0,0 0 0 16,0 0 4-16,0 0-3 0,0 0-3 0,0 0 8 15,0 0-6-15,0 0 5 0,0 0 0 0,0 0-19 16,0 0 8-16,0 0 5 0,0 0-2 0,0 0 14 16,0 0-4-16,0 0-5 0,0 0-4 0,0 0 5 15,0 0-10-15,0 0 4 0,0 0 8 0,0 0-8 16,0 0 5-16,0 0 0 0,0 0-7 0,0 0 4 16,0 0 7-16,0 0-6 0,0 0 3 0,0 0-4 15,0 0-7-15,-13 0 10 0,13 0-5 0,-15 9 7 16,2-9-6-16,3 0 0 0,1 8 8 0,0-8-12 15,1 0 13-15,8 6-8 0,-6-6 4 16,6 0 4-16,0 0-10 0,0 0 0 16,-6 0-4-16,6 0 5 0,0 0 10 0,0 0-7 0,0 0 7 15,0 0-15-15,0 0-1 0,0 0 8 0,0 0-4 16,0 0 9-16,0 0 4 0,0 0-6 0,0 0-8 16,0 0 7-16,0 0-7 0,0 0 2 0,0 0 4 15,0 0-9-15,0 0 6 0,0 0 2 0,0 0-2 16,0 0 8-16,0 0 1 0,0 0 3 0,0 0-5 15,0 0-9-15,0 0 1 0,0 0-7 0,0 0 5 16,0 0 10-16,0 0 1 0,0 0-6 0,0 0 5 16,0 0-8-16,0 0-2 0,0 0 13 0,0 0-12 15,0 0 5-15,0 0-3 0,0 0-7 0,0 0 11 16,0 0 3-16,0 0-6 0,0 0-3 16,0 0 1-16,0 0-1 0,0 0 0 0,0 0-4 15,0 0-4-15,0 0-8 0,0 0 1 0,0 0 3 16,0 0-1-16,0 0 10 0,0 0-4 0,0 0 4 15,0 0 2-15,0 0-7 0,0 0 11 0,0 0-5 16,0 0 2-16,0 0 1 0,0 0 0 0,0 0 2 16,0 0 1-16,0 0-3 0,0 0 1 0,0 0 5 15,0 0-4-15,0 0 4 0,0 0-4 0,0 0-4 16,0 0 10-16,0 0-10 0,0 0 5 0,0 0 8 16,0 0-9-16,0 0 4 0,0 0-1 0,0 0-5 15,0 0 0-15,0 0-1 0,0 0 4 16,0 0 1-16,0 0-2 0,0 0 2 0,0 0-1 15,0 0-3-15,0 0 5 0,0 0 0 0,0 0-4 16,0 0-3-16,0 0 5 0,0 0-2 0,0 0 0 16,0 0 1-16,0 0-1 0,0 0 4 0,0 0 1 15,0 0-1-15,0 0-4 0,0 0 2 0,0 0 5 16,0 0-4-16,0 0 1 0,0 0-1 0,0 0-7 16,0 0 9-16,0 0 2 0,0 0-5 15,0 0 5-15,0 0-5 0,0 0-4 0,0 0 10 0,0 0-6 16,0 0-1-16,0 0 5 0,0 0-10 0,0 0 3 15,0 0 9-15,0 0-8 0,0 0 5 16,0 0-5-16,0 0-2 0,0 0 2 0,0 0 1 0,0 0 7 16,0 0-5-16,0 0 7 0,0 0-7 15,0 0-6-15,0 0-16 0,0 0-49 0,0 0-57 16,0 0-88-16,0 0-96 0,0 0-94 0,0 0-196 16,0 0-109-16,0 0 114 0</inkml:trace>
  <inkml:trace contextRef="#ctx0" brushRef="#br0" timeOffset="794.38">1582-1683 2229 0,'0'0'54'0,"0"-8"42"0,0 8 36 0,8 0 26 15,-8 0-26-15,0 0-20 0,0 0-22 0,0 0-13 16,0 0-34-16,0 0-27 0,0 0-26 0,0 0-20 15,0 0 7-15,0 0 5 0,0 0 9 0,0 11-1 16,0-1 2-16,0 1-1 0,0 2 3 0,12-1 11 16,-12 0-3-16,9 1 3 0,-9 1 0 0,10 0-3 15,-5-1 5-15,3 2 1 0,-4-3 0 0,-4-1 2 16,6 0-3-16,-1 0-3 0,-2-2 2 0,1-3 0 16,-1 1-1-16,0-1-18 0,-1-1-44 0,1 1-46 15,-1-4-51-15,-2 2-40 0,1-3-25 0,1 1-35 16,-1-2-65-16,1 0-210 0,-1 0 32 15,-1 0 78-15</inkml:trace>
  <inkml:trace contextRef="#ctx0" brushRef="#br0" timeOffset="1357.8">1886-1683 2082 0,'6'0'13'0,"-2"0"-5"0,2 0 1 0,-3 0 2 0,2 0-1 15,-3 0 15-15,1 0 3 0,-2 0 3 0,2 9-4 16,0-1-16-16,0 2 3 0,0 0-11 0,0-1-5 16,0 2 6-16,2 1-14 0,-4 2 5 15,2 0 3-15,0 0 11 0,-1 2 31 0,-1 0 6 16,-1 1-7-16,0-1-9 0,0-1-26 0,0 0-5 15,0-5 7-15,0 3-3 0,0-4 4 0,-10-3 0 16,10-1 3-16,0-1 23 0,-9-2 1 0,3 0 17 16,6-2 4-16,-8 0-15 0,4 0 13 0,4 0 12 15,-7-16 14-15,4 2 22 0,3 1-2 0,0 1 1 16,0-2-3-16,0 4-9 0,0-1-16 0,0 0-23 16,0 2-23-16,10-1-23 0,-1 3 11 0,-9 0-12 15,9 1-9-15,0 4 3 0,-2-2-10 16,0 3 0-16,-1 1 6 0,1 0 2 0,-1 0-1 15,3 0 7-15,0 0-1 0,4 0-2 0,0 10 0 16,2-10-18-16,2 10-24 0,1 1-34 0,-2-4-42 16,0 1-47-16,0-2-47 0,-3 1-56 0,-2-5-83 15,-1 2-230-15,-2-1-19 0,0-2 92 16</inkml:trace>
  <inkml:trace contextRef="#ctx0" brushRef="#br0" timeOffset="1847.21">2220-1568 2378 0,'0'-4'35'16,"0"2"11"-16,1-1 11 0,1 3 4 0,-1 0-30 0,-1 0-4 16,0 0 9-16,2 0 21 0,-2 0 15 0,0 0 3 15,3 14-14-15,0-2-27 0,0-1-16 16,2 6-7-16,-2-2-11 0,1 5 1 0,2-1-2 16,-1 0 0-16,-1 1 3 0,1 1 0 0,-1 0 2 15,-1-2-6-15,1 2 1 0,-1-1 14 0,0-2-5 16,-3-1 12-16,1 0 0 0,1 0-12 0,-2-4 1 15,1-1-2-15,-1-2 0 0,0-4 2 0,0 1 6 16,0-4 9-16,0 0 21 0,0-1 30 0,0-2 21 16,0 0 9-16,0 0-14 0,0 0-31 0,0 0-30 15,0 0-22-15,0-15-9 0,0 2-1 16,-10-2-1-16,10 2 5 0,-8-4-2 0,8 0-2 16,-6-2 0-16,0-2 0 0,6 2 6 0,-2-3-1 15,2 2 3-15,-6-2-3 0,6-1-6 0,0 2-1 16,0 0-2-16,0-2 3 0,0 4 4 0,0-2-3 15,0 3 0-15,0 1 4 0,0-1-4 0,0 6 17 16,0-3-9-16,0 2-9 0,0 4 0 0,8 0-10 16,1 3 2-16,0 1 5 0,2 1 0 0,1 2-1 15,0 0 5-15,3 2-1 0,0 0 0 0,2 0 0 16,0 0-8-16,-1 0 2 0,-2 14 2 0,0-2-2 16,-1-1 10-16,1 0-2 0,-3 0-3 0,-2 1 3 15,-5-1-1-15,1 0 1 0,-2 1 7 16,-3-3 3-16,0 1-4 0,0-1 10 0,0-1-7 15,-18 2 3-15,4-1-2 0,-3-3-4 0,1 1-7 16,-3-1-32-16,0 1-37 0,-3-5-70 0,0 3-52 16,-1-5-43-16,0 0-37 0,0 0-18 0,4 0-70 15,-3 0-217-15,6-12 17 0,2 1 84 0</inkml:trace>
  <inkml:trace contextRef="#ctx0" brushRef="#br0" timeOffset="2146.11">2539-1663 2539 0,'4'0'0'0,"-4"0"2"15,0 0 24-15,0 0 25 0,0 11 28 0,0-4 20 16,0 4-12-16,0-1-9 0,0 0-16 0,0 4-14 16,11 0-10-16,-11 3-14 0,14-3-14 0,-2 1-8 15,0 2 1-15,0-2 0 0,0-2 1 0,2 0 0 16,0-2 4-16,-1-2 3 0,-1-1 34 0,0-2 31 15,2-3 26-15,-2 0 19 0,-1-3-18 0,-2 0-9 16,0 0-23-16,0 0-15 0,0-16-5 0,-1 3-13 16,0-2-21-16,-2 0 0 0,-3-2-17 15,1 0-5-15,-1-1 3 0,-3-2-13 0,2-1-15 16,-2 0-31-16,0 1-44 0,0-1-64 0,0-2-64 16,0 3-50-16,0 2-27 0,0 1-11 0,0-1-18 15,0 5-137-15,0 2-96 0,0 1 82 0</inkml:trace>
  <inkml:trace contextRef="#ctx0" brushRef="#br0" timeOffset="2319.53">2873-1817 2775 0,'0'0'32'0,"0"0"20"0,0 0 12 0,0 10 38 15,0-10 16-15,0 10 23 0,0-3 16 0,0 2-24 16,0 0-35-16,0 2-24 0,0 3-25 0,0 3-10 16,0 0-10-16,0 2-21 0,0 1-3 0,0 2 2 15,0-2-10-15,12 3 9 0,-1 0-3 0,-1 2-11 16,4 0 3-16,-2-3-35 0,2 0-53 15,-1 1-74-15,0-2-99 0,-1-1-74 0,0-1-55 16,-3-3-55-16,0-1-206 0,-3-3 63 0,-3-3 108 16</inkml:trace>
  <inkml:trace contextRef="#ctx0" brushRef="#br0" timeOffset="2451.01">2882-1380 2612 0,'-6'-9'36'0,"6"-4"27"15,0 0 35-15,0-2 34 0,0 2-19 0,18-1-9 0,0-2-30 16,5 1-28-16,4-2-24 0,4 1-17 15,2 1-3-15,4 0-15 0,4-1-38 0,3 2-78 0,1 0-79 16,4 2-81-16,3 1-89 0,-1 1-205 0,2 1-36 16,0 0 91-16</inkml:trace>
  <inkml:trace contextRef="#ctx0" brushRef="#br0" timeOffset="2881.94">3824-1605 2835 0,'0'0'47'0,"-7"0"38"16,7-10 23-16,0 10 41 0,0 0-12 0,0-9-16 16,0 1-5-16,14 8-26 0,0-5-33 0,1 5-4 15,0 0-21-15,2 0-18 0,0 0-5 0,-1 0-20 16,3 0 4-16,-1 10 14 0,-3-1-10 16,-1 3 7-16,-2 0 3 0,-2 3-17 0,0 1 17 15,-3 0-7-15,-4 1-1 0,-1 1 1 0,-2 2-9 16,0 2 10-16,0-2-3 0,0 4 6 0,-16-2-1 15,4 0-6-15,2-1 5 0,-1 0-5 0,2-1 9 16,0-1-1-16,3-3 0 0,6-3-1 0,-9 0-1 16,9-6 8-16,0-2-2 0,0-5 9 0,0 0-11 15,0 0-8-15,0-17-3 0,0 2-3 0,0-6 9 16,13-1-4-16,1-4 1 0,0-4 1 0,1-3-4 16,0-1 8-16,2-2-4 0,-1-2 1 0,3 2 4 15,-4-1 13-15,0 6 26 0,-1 2 15 0,-2 4 13 16,2 5-11-16,-5 4-19 0,0 5-16 0,-2 5-13 15,-1 2-16-15,-1 4 15 0,1 0-1 16,2 0 8-16,-2 14 14 0,1-1-20 0,-1 5-4 16,2-1-5-16,1 3-9 0,-1 0 5 0,-2 3 11 15,0-1-12-15,0-3-29 0,0 4-47 0,0-1-55 16,3-3-66-16,-3 0-93 0,2-1-94 0,-1-1-110 16,1-3-234-16,0-3-33 0,-2-1 141 0</inkml:trace>
</inkml:ink>
</file>

<file path=ppt/ink/ink3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2:44.289"/>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715 48 2552 0,'-25'0'35'0,"1"0"17"0,-2 0 31 0,2 0 46 16,3 0 5-16,1 0 28 0,0 0-7 0,4 0-37 15,5 0-36-15,0 0-48 0,4 0-23 0,4 0-15 16,3 0-3-16,0 0 5 0,10 0 2 0,6 0 5 16,3 0 3-16,6 0-1 0,5 0-11 0,5-9 6 15,3 9-7-15,3-12 2 0,1 3 4 0,-1 9-9 16,-3-8 8-16,-3 1-5 0,-4 3 3 15,-6-1 7-15,-2 1-5 0,-5 4-1 0,-4-2-4 16,-5 2 2-16,-3 0-6 0,-6 0 2 0,0 0-10 16,0 0-8-16,-18 0-3 0,-3 0 1 0,-5 0 15 15,-6 0 4-15,-3 0 7 0,-3 9-2 0,-4-1-3 16,-2 1 0-16,1 1 2 0,2-2 6 0,3-1 2 16,3 2 3-16,6-2-5 0,7-3-3 0,6 0-3 15,4-4-1-15,12 4 10 0,0-4 0 0,0 0 7 16,14 0-1-16,3 0 1 0,7 0-3 0,5 0-6 15,3 0-23-15,4-10-35 0,2-1-36 0,2 0-53 16,-1 0-25-16,-4-2-36 0,-2 1-51 0,-5 1-94 16,-7-1-273-16,-6 2 22 0,-4-2 88 15</inkml:trace>
  <inkml:trace contextRef="#ctx0" brushRef="#br0" timeOffset="-58796.24">454 8 1997 0,'0'0'30'0,"0"0"29"0,0 0 39 0,0 0 29 16,0-11-1-16,0 11 7 0,0-7-2 15,0 7 3-15,0-6-5 0,0 6-22 0,-8 0-28 0,8-5-34 16,0 5-34-16,0 0-17 0,0 0-14 0,0 0 1 15,0 0 7-15,0 0 11 0,0 0 4 16,15 0 4-16,5 0 2 0,6 0-13 0,1-11-3 16,6 11-1-16,2-8 0 0,3 8 5 0,2-10 5 15,-5 10 4-15,0-6 2 0,-3 6-5 16,-4 0 1-16,-5-6-9 0,-1 2 6 0,-6 4 2 0,-2-5 6 16,-3 5 10-16,-5 0 5 0,-2 0 9 0,-4-1-8 15,0 1-8-15,-14 0-11 0,-4 0-12 0,-6 0-7 16,-11 0-2-16,-6 12 2 0,-14 1-1 0,-5 0 12 15,-9 2 6-15,-4 1 13 0,-1-2 17 0,3 1 8 16,5-3-3-16,10-2-16 0,9-3-19 0,12-3-10 16,9 0 1-16,13-3-5 0,13 2 12 15,0-3-2-15,0 0 1 0,21 0 13 0,6 0-9 16,7 0 0-16,7 0 3 0,6 0-13 0,7 0 3 16,7 0 3-16,3 0-4 0,4 0-1 0,1 0 6 15,-3 0-5-15,0 0 1 0,-7 0 12 0,-6 0-13 16,-6-8 8-16,-10 8-2 0,-7 0 4 15,-9-9 11-15,-4 9 33 0,-6 0 28 0,-5 0 16 0,-6 0 18 16,0 0-18-16,0 0-17 0,0 0-14 0,0 0-14 16,0 0-17-16,0 0-14 0,-11 0-12 15,-1 0-2-15,1 0-6 0,-1-11 2 0,0 11-5 0,-2 0 1 16,1 0 2-16,-4 0-3 0,3 0 7 16,1 0-9-16,0 0 8 0,1 0-7 0,3 0 2 15,0 0-1-15,4 0-7 0,-1 0 8 0,3 0 3 16,0 0-7-16,2 0 5 0,1 0-1 0,0 0-14 15,0 0 8-15,0 0 5 0,0 0-4 0,0 0 17 16,0 0-15-16,0 0 1 0,0 0 8 0,0 0-12 16,0 0 11-16,0 0-3 0,0 0 5 0,0 0 3 15,0 0-5-15,0 0-2 0,0 0-7 0,0 0 3 16,0 0 2-16,0 0 7 0,0 0-8 0,0 0 15 16,0 0-6-16,0 0-6 0,0 0 6 0,0 0-18 15,0 0 12-15,0 0-7 0,0 0 2 0,0 0 3 16,0 0 2-16,0 0 12 0,0 0-9 15,0 0 2-15,0 0-7 0,0 0-5 0,0 0 8 16,0 0-1-16,0 0-5 0,0 0 10 0,0 0-9 16,0 0 4-16,0 0 9 0,0 0-17 0,0 0 8 15,0 0-5-15,0 0-2 0,0 0 9 16,0 0 4-16,0 0-4 0,0 0-4 0,0 0 3 0,-6 0-6 16,6 0 5-16,0 0 11 0,0 0-6 0,0 0-6 15,0 0 12-15,0 0-15 0,0 0 2 0,0 0 8 16,0 0-12-16,-6 0 12 0,6 0-6 15,0 0 5-15,0 0-5 0,0 0 10 0,0 0-6 16,0 0-8-16,0 0 2 0,0 0-6 0,0 0 11 0,0 0 7 16,0 0 3-16,0 0-10 0,0 0-8 15,0 0-5-15,0 0 5 0,-3 0-3 0,3 0 6 16,-3 0 3-16,3 0 1 0,0 0-1 0,-2 0 0 16,2 0 0-16,0 0-3 0,0 0 1 0,0 0 6 15,0 0 1-15,0 0-1 0,0 0-6 0,0 0-1 16,0 0-6-16,0 0 6 0,0 0 2 0,0 0-5 15,0 0 16-15,0 0-14 0,0 0 7 0,0 0 0 16,0 0-11-16,0 0 9 0,0 0-4 0,0 0-3 16,0 0 1-16,0 0 0 0,0 0 4 0,0 0 5 15,0 0-2-15,0 0 3 0,0 0-4 0,0 0-6 16,0 0 0-16,0 0-2 0,0 0 6 16,0 0 1-16,0 0 4 0,0 0-2 0,0 0-7 15,0 0 4-15,0 0-2 0,0 0 3 0,0 0 0 16,0 0 3-16,0 0-1 0,0 0-3 0,0 0 2 15,0 0-7-15,0 0 5 0,0 0-1 0,0 0 0 16,0 0-3-16,0 0 3 0,0 0 6 0,0 0-5 16,0 0 4-16,0 0-4 0,0 0-5 0,0 0 2 15,0 0 5-15,0 0-8 0,0 0 4 0,0 0 3 16,0 0-2-16,0 0 4 0,0 0 3 0,0 0-10 16,0 0 6-16,0 0-3 0,0 0-3 0,0 0 11 15,0 0-13-15,0 0 10 0,0 0 1 16,0 0-8-16,0 0 7 0,0 0-10 0,0 0 7 15,0 0-3-15,0 0 3 0,0 0 6 0,0 0-5 16,0 0 2-16,0 0-8 0,0 0 2 0,0 0-4 16,0 0 6-16,0 0 4 0,0 0 2 0,0 0-6 15,0 0 2-15,0 0-10 0,0 0 5 0,0 0 5 16,0 0-15-16,0 0 0 0,0 0-35 0,0 0-28 16,0 0-45-16,0 0-52 0,0 0-43 0,0 0-50 15,0 0-27-15,0 0-10 0,0 0-9 0,0 0-20 16,0 0-121-16,0 0-59 0,0 0 70 0,0 0 100 15</inkml:trace>
  <inkml:trace contextRef="#ctx0" brushRef="#br0" timeOffset="-106092.15">227-3 2047 0,'-16'0'35'0,"-1"0"38"16,-3 0 38-16,-1 0 36 0,0 0 11 0,-2 0 13 15,2 0 11-15,1 0 4 0,2 0-4 0,2 12-28 16,4-12-36-16,3 0-31 0,3 9-39 0,2-9-27 16,0 0-11-16,3 9-19 0,1-9 10 0,0 8 22 15,0-2 13-15,0-1 24 0,12-1-8 0,3 3-7 16,5-3-16-16,7 2-14 0,7-3 2 0,5 2-17 15,5-2-1-15,5 2-1 0,4-3 2 0,2 0 5 16,2 0 0-16,3-1 9 0,2-1-11 16,5 0-2-16,3 0 5 0,3 0-8 0,2 0 2 15,0 0 2-15,1 0 0 0,-2 0-1 0,-1 0-1 16,-1 10 4-16,-6-10-4 0,-3 0-4 0,-6 0 6 16,-8 0-4-16,-4 0 3 0,-8 7 7 0,-10-7-5 15,-4 0 7-15,-8 0 2 0,-6 0-6 0,-1 0 8 16,-8 0-12-16,0 0 7 0,0 0 18 0,0 0 12 15,-18 0 21-15,1 0-14 0,-3-11-68 0,-7 11-27 16,-7-11-17-16,-5 11 21 0,-4-9 88 16,-4 9 27-16,-4 0 18 0,-4 0-92 0,-4 0-40 15,-5 0-19-15,0 0-14 0,-1 0 73 0,-5 0 3 16,-4 0-1-16,-5 0 12 0,0 13 5 0,3-2 2 16,1-3 8-16,7 1-9 0,7-9-4 0,8 9-1 15,6-3-6-15,11 0-4 0,5-1 0 0,10 0-2 16,4-4 0-16,5 1 1 0,6 2-8 0,6-3 7 15,0 2 2-15,0-2-1 0,12 1 9 0,3-1-5 16,7 1 1-16,5 1 5 0,8-2-8 0,7 3-3 16,7-4-1-16,10 0-2 0,4 0 0 0,5 0 9 15,5 0-5-15,1 0 3 0,1 0-3 0,1-10 1 16,-2 10 5-16,-3-9-11 0,-2 9 2 0,-6-11-9 16,-5 11-18-16,-8-8 7 0,-7 8 6 0,-10-7 9 15,-5 7 17-15,-10-6 3 0,-6 6-9 16,-12-4-12-16,0 4 0 0,0-3-2 0,-21 3 1 15,-7 0 5-15,-4 0 1 0,-7 0 4 0,-10 13-1 16,-7-3 0-16,-8 1-10 0,-7 5 0 0,-6-1-4 16,-1 1 20-16,-2 2 20 0,5-4 6 0,7 0 4 15,9-2-18-15,9-2-16 0,10-3-14 0,13-2 1 16,8-2-7-16,9 2-5 0,5-2-11 0,5-2-10 16,0-1-3-16,0 2-2 0,0-2 16 0,12 0 16 15,1 0 7-15,3 0 10 0,6 0 5 0,8 0 2 16,6 0 5-16,11 0-3 0,7-11-4 0,6 2-6 15,6-1 11-15,4 0-5 0,1-2 3 16,-3 2 8-16,-5-2-9 0,-10 2 29 0,-9 1 16 16,-9 1 20-16,-10 1 16 0,-8 1-24 0,-8-1-21 15,-9 5-30-15,0-2-26 0,0 1 8 0,-16-1-5 16,-6 2 5-16,-3-3 3 0,-4 5-9 0,-9 0 9 16,-3 0 0-16,-6 0 4 0,-2 12 0 0,-1 0-9 15,3-3-3-15,0 0-1 0,3 2-1 0,6-2 8 16,6 1 3-16,4-3-7 0,9-7 7 0,4 6-11 15,2 1-9-15,9-5 5 0,-1-2-15 0,4 5 1 16,1-5-5-16,0 2-1 0,0-2 0 0,0 0 8 16,0 0-8-16,12 0-17 0,0 3-14 15,0-3-50-15,2 0-58 0,1 0-63 0,2 0-70 16,1 0-55-16,0 0-68 0,-1 0-249 0,1-15 80 16,-3 0 108-16</inkml:trace>
  <inkml:trace contextRef="#ctx0" brushRef="#br0" timeOffset="-12950.97">106-81 2967 0,'-34'0'19'0,"4"0"19"0,0 0 26 0,2 8 47 16,6-8 28-16,-1 0 8 0,1 0 0 0,4 0-31 15,3 0-30-15,3 0-23 0,3 0-24 0,3 0-18 16,1 0-12-16,5 0-3 0,0 0 1 0,18 0-1 16,5 0-4-16,8 0-8 0,8 0 0 15,13-12 6-15,8 0 1 0,9 1 5 0,8 1-28 16,5-3 1-16,3 4-4 0,0-1-1 0,0 3 21 15,-1-2 5-15,-5 2-4 0,-2-1-3 0,-5 2 8 16,-4 2-18-16,-6 1-3 0,-9 0 4 0,-7 2-8 16,-8 1 16-16,-11 0 11 0,-7 0 18 0,-11 0 9 15,-9 0-12-15,0 0 2 0,0 0-14 0,-21 0-10 16,-5 0 3-16,-6 0-5 0,-4 0-10 0,-5 0 12 16,-6 0-3-16,-6 8 7 0,-5 1-12 0,-3-1-6 15,-3 0-1-15,-4 0 5 0,-2 3 39 0,-1-1 1 16,-1 1 13-16,4 2-15 0,3 0-20 15,5-2 6-15,7-2-5 0,9-1 2 0,8 2-3 16,11-2-6-16,6-2 0 0,8-3 14 0,11-2-2 16,0 2 9-16,23-1-3 0,3-2-21 0,7 0 12 15,7 0-10-15,8 0 4 0,7-12 9 0,6 2-15 16,2-1 9-16,3 11-5 0,2-9-2 0,0-1 1 16,-2 10-3-16,-1-9 5 0,-6 3 0 0,-4 6 2 15,-5 0-2-15,-7-6-2 0,-7 3 7 0,-9 3 5 16,-8 0 0-16,-10 0-6 0,-9 0-6 15,0 0-1-15,0 0-7 0,-17 0 4 0,-3 0 3 0,-7 0 1 16,-3 9 4-16,-8-1 2 0,-5 3-5 0,-6-2 7 16,-4 2-2-16,-1 2-9 0,-3-4 2 15,3 3-9-15,2-3 4 0,8 2-25 0,6-2-53 16,9-3-73-16,9 1-95 0,10-3-57 0,10 0-56 16,0-2-89-16,0-2-263 0,23 0 69 0,1 0 111 15</inkml:trace>
  <inkml:trace contextRef="#ctx0" brushRef="#br0" timeOffset="-42823.84">89 70 1594 0,'0'0'10'16,"0"0"5"-16,0 0 7 0,0 0 8 0,0 0-2 15,0 0 10-15,0 0 11 0,-15 0 10 0,15-9 4 16,0 9 3-16,0-8-5 0,0 8-5 0,-12-9 0 16,12 9-4-16,0-6-11 0,0 0-2 0,-8 1-14 15,8 0-5-15,0 1 3 0,-9-1-9 0,9 1 1 16,0-2-1-16,0 4-1 0,-6-2 4 0,6 0-3 15,0 3 1-15,0-1-2 0,0 2 0 0,0-2 1 16,-9-1-4-16,9 3 3 0,0-1-1 0,-6 1 2 16,6 0-2-16,0 0-4 0,-8 0-6 15,8 0 1-15,0 0 3 0,0 0-1 0,0 0 2 0,0 0-3 16,0 0 1-16,0 0 3 0,0 0-1 16,0 0 7-16,0 0 6 0,0 0 4 0,0 0 7 0,0 0 3 15,0 0-1-15,0 0 0 0,0 0-5 16,0 0-2-16,0 0-1 0,0 0 1 0,0 0 1 15,0 0 0-15,0 0-1 0,0 0-6 0,0 0 1 16,0 0-6-16,0 0-8 0,0 0-1 0,0 0-17 16,0-11-7-16,0 11 0 0,0 0-2 0,0 0 10 15,0 0 7-15,21 0 1 0,1 0-1 0,5 0 4 16,6 0-1 0,2 0 4-16,5 0-3 0,4 0-3 0,0 0 3 0,2 0-1 0,-5 0 1 0,0 0 0 15,-7 0-2-15,-5-9 1 0,-6 9 1 16,-5 0 4-16,-7 0 2 0,-2 0 4 0,-4 0 0 15,-2 0-2-15,-3 0 1 0,0 0-2 0,0 0 0 16,0 0 3-16,0 0-4 0,0 0 0 0,0 0-2 16,0 0 3-16,-11 0-3 0,11-10-5 0,-8 10 2 15,8 0-9-15,-12 0-1 0,12 0 8 0,-7-7-15 16,1 7-23-16,6 0-57 0,-6 0-73 0,6 0-78 16,0 0-80-16,0 0-117 0,0 0-144 0,0 0 77 15,0 0 108-15</inkml:trace>
  <inkml:trace contextRef="#ctx0" brushRef="#br0" timeOffset="-11797.49">753-30 3322 0,'-9'0'18'0,"1"0"-1"0,3 11 0 16,5-11-14-16,0 9-13 0,0-9 17 0,0 11 33 16,0-5 50-16,13-6 25 0,3 7-5 0,7-1-19 15,7 0-30-15,8-3-32 0,5-3-15 0,6 0-17 16,4 0 3-16,4 0-1 0,3 0 6 16,-1 0-6-16,-1-11-22 0,-4 11-14 0,-4-15-19 15,-4 5-16-15,-7 1-24 0,-5-1-57 0,-10 2-115 16,-7 2-137-16,-8-4-236 0,-9 2-151 0,0 0 134 15</inkml:trace>
  <inkml:trace contextRef="#ctx0" brushRef="#br0" timeOffset="16188.04">142 122 1508 0,'-23'-5'12'15,"1"1"26"-15,2-2 27 0,2 1 23 0,1 3 11 16,2-3-2-16,3 0-18 0,4 0-19 0,0 1-23 16,8 1-21-16,0 1-6 0,0 0-5 0,0-2-2 15,0 4 0-15,16-3-7 0,3 3 1 0,7-4 0 16,6 0-3-16,8 0 5 0,5-3 6 0,7 1-1 15,1-1-2-15,3-1-4 0,0 1-12 0,-4 1-5 16,-2 1-9-16,-4 1 0 0,-5 0 7 0,-6 0-19 16,-4 0 11-16,-5 1 4 0,-4 1 6 0,-6-1 27 15,-2 2 1-15,-3-2 4 0,-7-2-2 0,-4 3-11 16,0-2-8-16,0 0-47 0,0 0-75 16,-21 2-176-16,0-2-166 0,-4 1 45 0</inkml:trace>
  <inkml:trace contextRef="#ctx0" brushRef="#br0" timeOffset="-85170.39">865 103 2231 0,'-24'0'34'0,"-2"0"31"15,-3 0 28-15,-3 0 44 0,-4 0 9 0,-5 0 6 16,0 0 13-16,-5 0-16 0,-2 0 2 16,-1 0-15-16,-3 0-27 0,1 0-22 0,2 0-30 0,2 0-7 15,5 0-10-15,5 0-10 0,5 0-12 0,9 0-15 16,7 0-3-16,5 0 1 0,11 0-1 0,0 0 11 16,0 0-5-16,26 0 2 0,6 0 1 0,7 0-11 15,11 0-4-15,11 0 17 0,12 0-5 0,8-12-3 16,5 2 1-16,2 10-13 0,2-14 9 0,-2 6-8 15,-5 2 9-15,-1-3-5 0,-6 1-3 0,-6 1 7 16,-9-1 0-16,-8 3-1 0,-9 0 1 16,-12 2 10-16,-9 0 16 0,-11 3 2 0,-12 0-7 15,0 0-8-15,-21 0-21 0,-7 0 5 0,-8 10 3 16,-8-1 17-16,-8-1-18 0,-12 1 5 0,-7 3 4 16,-9-1-21-16,-10 5 42 0,-6-2 25 0,-2-1 28 15,-3 0 25-15,9-1-5 0,7 2-32 0,13-4-35 16,13-3-24-16,17-2-5 0,14-4-4 0,28 3 2 15,0-3 3-15,0-1 3 0,15 0-5 0,16 0 4 16,8 0 8-16,11-14-21 0,10 2 5 0,5-1-8 16,5 0-2-16,3 0-2 0,0 4-6 0,-5-2 10 15,-7 3 3-15,-11 2 8 0,-6 6 14 16,-11-5 4-16,-8 5 25 0,-9-3 24 0,-7 3 28 16,-9 0 13-16,0 0-9 0,0 0-44 0,0 0-34 15,-16 0-50-15,0 0-28 0,-2 0 10 0,-3 0-15 16,-3 0 20-16,-5 0 19 0,-2 0-3 0,-2 0 15 15,-3 0-10-15,4 0-18 0,-3 0-2 0,6 0-7 16,2 13 4-16,4-2 3 0,6-1 6 0,2 0-5 16,6-1 9-16,1-1 4 0,5-1 8 0,3-7 9 15,0 6 2-15,0 2 0 0,0-6 7 0,0 3-1 16,0-5-4-16,11 0 12 0,-4 0-9 0,3 0 3 16,-4 0 3-16,1 0-9 0,-1 0 6 0,2 0 5 15,-4 0 0-15,2 0-4 0,1 0-5 16,-3 0 0-16,2 0 0 0,-3 0-3 0,0 0 0 15,2 0 1-15,-2-7-1 0,-2 7 4 0,2 0-4 16,-1 0 2-16,-2 0-3 0,0 0 0 0,0 0 3 16,0 0 1-16,0 0-1 0,0 0 0 0,0 0-1 15,0 0-10-15,0 0 7 0,0 0 5 0,0 0-2 16,0 0 7-16,0 0 3 0,0 0-7 0,0 0-2 16,0 0 2-16,0 0-9 0,0 0 2 15,0 0 14-15,0 0-13 0,0 0 8 0,0 0 0 0,0 0-4 16,0 0 12-16,0 0-7 0,0 0-1 0,0 0 3 15,0 0-8-15,0 0 5 0,0 0 4 0,0 0-6 16,0 0 6-16,0 0-11 0,0 0 15 0,0 0 5 16,-9 0-8-16,9 0 13 0,0 0-15 0,0 0-6 15,-9 0 3-15,9 0-15 0,-8 0 6 16,4 0-4-16,-3 0 3 0,4 0 12 0,0 0-6 16,0 0 0-16,2 0-5 0,-2 0-1 0,3 0 2 15,0 0 0-15,0 0 8 0,0 0-2 0,0 0-3 16,0 0-1-16,0 0-1 0,0 0-2 0,0 0 6 15,0 0 0-15,0 0 0 0,0 0-6 0,0 0-3 16,0 0 14-16,0 0-5 0,0 0 3 0,0 0-3 16,0 0-6-16,0 0 11 0,0 0-1 15,0 0-1-15,0 0-2 0,0 0-6 0,0 0 0 16,0 0 9-16,0 0-15 0,0 0-14 0,0 0-13 16,0 0-14-16,0 0 4 0,0 0 17 0,0 0 16 15,0 0 6-15,0 0 12 0,0 0-2 0,0 0-2 16,0 0 4-16,0 0-3 0,0 0-1 0,0 0 6 15,0 0-8-15,0 0 6 0,0 0 1 0,0 0 4 16,0 0 0-16,0 0-7 0,0 0-8 0,0 0 2 16,0 0 4-16,0 0-1 0,0 0 12 0,0 0-17 15,0 0 8-15,0 0 4 0,0 0-2 0,0 0 1 16,0 0 1-16,0 0-2 0,0 0-4 0,0 0 4 16,0 0-8-16,0 0 12 0,0 0-5 0,0 0 2 15,0 0-2-15,0 0-12 0,0 0 10 16,0 0-1-16,0 0 0 0,0 0 3 0,0 0-7 15,0 0 7-15,0 0 0 0,0 0-8 0,0 0 8 16,0 0-9-16,0 0 4 0,0 0 0 0,0 0 0 16,0 0 2-16,0 0 0 0,0 0 6 0,0 0-6 15,0 0 12-15,0 0-9 0,0 0-5 16,0 0 9-16,0 0-14 0,0 0 11 0,0 0 0 0,0 0-11 16,0 0 10-16,0 0-10 0,0 0 10 0,0 0 3 15,0 0-5-15,0 0 5 0,0 0-11 0,0 0 12 16,0 0-3-16,0 0-5 0,0 0 6 0,0 0-4 15,0 0-1-15,0 0 2 0,0 0 0 0,0 0-6 16,0 0 6-16,0 0 2 0,0 0-3 0,0 0 0 16,0 0 2-16,0 0 4 0,0 0 0 15,0 0 2-15,0 0-13 0,0 0 4 0,0 0 1 16,0 0-3-16,0 0 12 0,0 0-13 0,0 0 4 16,0 0-3-16,0 0 0 0,0 0 13 0,0 0-15 15,0 0 6-15,0 0 0 0,0 0-12 0,0 0 20 16,0 0-7-16,0 0-6 0,0 0 8 0,0 0-1 15,0 0 1-15,0 0-5 0,0 0-4 0,0 0 2 16,0 0-4-16,0 0 11 0,0 0-5 16,0 0 7-16,0 0-5 0,0 0-3 15,0 0 6-15,0 0-18 0,0 0 9 0,0 0 7 0,0 0-8 0,0 0 12 16,0 0-1-16,0-12-8 0,0 12 4 16,0 0-4-16,0 0 2 0,0 0 3 0,0 0 0 15,0 0 0-15,0 0-1 0,0 0-2 0,0 0-2 16,0 0 3-16,0 0 8 0,0 0-3 0,0 0 0 15,0 0-5-15,0 0-2 0,0 0-4 0,0 0 4 16,0 0 3-16,0 0-6 0,0 0 11 0,0 0-7 16,0 0 3-16,0 0-1 0,0 0-4 0,0 0 8 15,0 0-8-15,0 0 0 0,0 0-2 0,0 0 3 16,0 0 4-16,0 0 2 0,0 0 5 0,0 0-11 16,0 0 6-16,0 0-8 0,0 0 3 0,0 0 4 15,0 0-5-15,0 0 7 0,0 0-5 0,0 0-1 16,0 0 1-16,0 0 0 0,0 0-6 15,0 0 5-15,0 0-2 0,0 0-1 0,0 0 7 16,0 0-1-16,0 0-6 0,0 0 9 0,0 0-8 16,0 0 1-16,0 0 8 0,0 0-11 0,0 0 6 15,0 0-3-15,0 0 2 0,0 0 4 0,0 0-2 16,0 0-2-16,0 0-1 0,0 0 2 16,0 0 0-16,0 0-2 0,0 0 3 0,0 0 4 0,0 0-6 15,0 0 7-15,0 0-9 0,0 0-1 0,0 0 2 16,0 0-4-16,0 0 4 0,0 0 1 0,0 0-5 15,0 0 9-15,0 0-3 0,0 0-8 0,0 0 10 16,0 0-12-16,0 0 4 0,0 0 5 16,0 0 0-16,0 0 3 0,0 0-8 0,0 0 6 15,0 0 1-15,0 0 2 0,0 0-4 0,0 0 1 16,0 0-4-16,0 0 2 0,0 0 9 0,0 0-4 16,0 0 1-16,0 0-3 0,0 0-2 0,0 0-2 15,0 0 0-15,0 0-1 0,0 0 2 0,0 0 0 16,0 0-2-16,0 0 2 0,0 0 2 0,0 0 0 15,0 0-1-15,0 0-1 0,0 0 1 0,0 0 0 16,0 0-2-16,0 0 7 0,0 0-6 0,0 0-3 16,0 0 9-16,0 0-13 0,0 0 8 0,0 0 5 15,0 0-11-15,0 0 11 0,0 0-16 16,0 0 2-16,0 0 12 0,0 0-4 0,0 0 9 16,0 0-6-16,0 0-4 0,0 0-1 0,0 0 6 15,0 0 1-15,0 0-1 0,0 0 3 0,0 0-10 16,0 0 4-16,0 0 1 0,0 0 4 0,0 0 2 15,0 0-11-15,0 0 7 0,0 0-12 0,0 0 9 16,0 0 9-16,0 0-9 0,0 0 9 0,0 0-10 16,0 0-4-16,0 0-1 0,0 0 2 0,0 0 5 15,0 0 3-15,0 0-10 0,0 0 10 0,0 0-3 16,0 0-1-16,0 0 12 0,0 0-8 0,0 0-9 16,0 0-1-16,0 0-36 0,0 0-37 0,0 0-41 15,0 0-69-15,0 0-74 0,0 0-90 16,0 0-63-16,0 0-126 0,0 0-222 0,0 0 119 15,0 0 113-15</inkml:trace>
  <inkml:trace contextRef="#ctx0" brushRef="#br0" timeOffset="16687.38">258-77 1906 0,'16'6'12'0,"-5"-1"7"0,0-1 13 0,-5 0 20 16,-2-2 12-16,-2 1 27 0,-1-3 20 0,-1 0 12 15,0 0-6-15,0 0-18 0,0 0-32 0,0 0-33 16,0 0-16-16,0 0-16 0,0 0-17 16,0 0-31-16,0 0-53 0,0 0-64 0,0 0-91 15,0 0-107-15,-10-10-228 0,4 1 66 0</inkml:trace>
  <inkml:trace contextRef="#ctx0" brushRef="#br0" timeOffset="1005.7">810 100 2315 0,'14'0'-5'0,"1"1"-1"0,5-1 1 16,3 0 3-16,7 0 4 0,2 0 0 0,5 0-2 15,4-11-1-15,1 11 10 0,-1-10 13 16,-3 10 16-16,-1 0 7 0,-7-10-11 0,-3 10-7 0,-6-6-10 15,-2 1-15-15,-6 1 3 0,1-1-5 0,-3 5-7 16,-5-2-16-16,-2-2-35 0,-4 4-58 0,0 0-99 16,0 0-220-16,0 0-131 0,-16 0 57 15</inkml:trace>
  <inkml:trace contextRef="#ctx0" brushRef="#br0" timeOffset="17464.49">1246 443 2870 0,'0'0'24'0,"0"-12"8"0,0-5 24 0,0 4 26 15,0 1 20-15,0 0 48 0,0-1 15 0,0 4-2 16,-13-2-29-16,13 3-38 0,-16-1-22 0,16 2-7 15,-12-3-16-15,12 3-12 0,-9 0-16 0,9 1-16 16,-9 0 4-16,9 1-10 0,0 1-2 0,-7-1 2 16,7 2-8-16,-5 1 6 0,5 1 2 0,0-1-4 15,0 1 1-15,0 1 0 0,0-1-3 0,0 1-1 16,0 0 5-16,0 0-7 0,0 0 5 16,0 0 1-16,0 0 4 0,0 0-3 0,0 0-1 15,0 0 4-15,0 0-10 0,0 0 11 0,0 0 1 16,0 0-5-16,0 0 3 0,0 0-5 0,0 0-2 15,0 0 3-15,0 0 2 0,0 0 5 0,0 0-5 16,0 0 2-16,0 0-2 0,0 0-2 0,0 0 8 16,0 0-7-16,0 0 3 0,0 0-5 0,0 0 3 15,0 0 3-15,0 0 0 0,0 0-1 0,0 0-2 16,0 0 1-16,0 0-4 0,0 0 6 0,0 0-4 16,0 0 0-16,0 0 3 0,0 0 0 0,0 0 2 15,0 0-3-15,0 0 0 0,0 0-1 0,0 0-3 16,0 0 6-16,0 0-6 0,0 0 1 15,0 0-3-15,0 0 3 0,0 0 5 0,0 0-1 16,0 0 2-16,0 0 1 0,0 0-11 0,0 0 6 16,0 0 0-16,0 0-6 0,0 0 9 0,0 0-4 15,0 0 5-15,0 0-2 0,0 0-5 0,0 0 1 16,0 0 1-16,0 0-5 0,0 0 12 0,0 0-10 16,0 0-21-16,0 0-16 0,0 0-36 0,0 0-26 15,0 0-27-15,0 0-30 0,0 0-36 0,0 0-38 16,0 0-36-16,0 0-36 0,14 0-51 0,-14 0-165 15,18-9-84-15,-6 9 86 0</inkml:trace>
</inkml:ink>
</file>

<file path=ppt/ink/ink3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0:59.453"/>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1201 118 1924 0,'-8'8'37'15,"2"-2"27"-15,-1-1 27 0,2-1 28 0,3-2-11 0,-1 3-3 16,-1-4-3-16,2-1-2 0,-2 0-3 15,2 0-2-15,-1 0-6 0,0 2-10 0,2 1-13 16,-2-2-15-16,1 0-19 0,2-1-12 0,0 0-13 16,0 0-7-16,0 0 2 0,0 0 1 0,0 0-2 15,0 0 7-15,0 0-3 0,0 0 10 0,0 0 18 16,0 0 17-16,0 0 19 0,9 0-5 0,0-8-6 16,0 0-17-16,1-1-5 0,0 0-3 0,1 0-5 15,1-2 1-15,3-1-16 0,2-3 0 0,0-1-7 16,1-2-5-16,-2 1 4 0,3 0-8 0,0-2 8 15,-2-3-3-15,1 3-10 0,-1-5 7 0,3 1-9 16,-2-3 7-16,0 2 7 0,0-3-1 16,2 4 1-16,2-3-8 0,-3 0 2 0,-2 5-4 15,0 1 2-15,-4 1 3 0,4 1 4 0,-3 1-4 16,-4-1-1-16,2 4 11 0,-2 0-8 0,-1 1 7 16,-3 2-2-16,-2 1-9 0,-1-1-2 0,-1 2 1 15,-1 1 2-15,-1-1 2 0,0 1 1 0,0-1 1 16,0 0 2-16,0 0-6 0,0 1 11 0,0-1 9 15,0 0 5-15,-9-1 3 0,9 1-2 0,0 0-11 16,0-2-1-16,0 3 16 0,0-3 0 16,0 2 17-16,0 0 3 0,0-1-7 0,0 2-1 15,9-1-7-15,-9 0-3 0,8 3-7 0,-8-3 9 16,6 1-12-16,-6 3 4 0,5-3 7 0,-1 2-8 16,-4 0 9-16,3-2 1 0,-3 4-5 0,0-3 0 15,0-1 3-15,0 1 8 0,0 1 3 0,0-2-15 16,0 0-2-16,0-1-22 0,0-2-5 0,0 0 15 15,0-1-14-15,0 2 3 0,-10-3-10 0,2-1-10 16,0-2-17-16,1-1-3 0,-1-1 8 0,-1 1 1 16,0-2 26-16,0 1 4 0,0-2-5 0,-2 3 8 15,2 1-7-15,-2 1 6 0,2 2-2 0,2 1-6 16,-2-2 7-16,-1 1-10 0,3 3 6 0,-1-1 2 16,1 1-5-16,1 1 6 0,0 1-8 0,-1 1 0 15,3 0 2-15,-1 3 5 0,2-1 8 16,0 1 0-16,0 2-8 0,2 0 0 0,-1 1-4 15,1-1-3-15,-1 1 10 0,2-1-13 0,-3 1 16 16,3-1-12-16,-1 2 3 0,1-2 6 0,-3 2-10 16,1 0 13-16,-1-2-4 0,1 0-7 0,2 2-22 15,-3 0-28-15,3-3-35 0,-1 1-54 0,1 1-98 16,0 1-126-16,0 0-95 0,0 0-33 0,0 0-200 16,0 0 28-16,0 12 128 0</inkml:trace>
</inkml:ink>
</file>

<file path=ppt/ink/ink3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48:53.913"/>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-2880-2383 2554 0,'-20'0'40'16,"1"0"52"-16,-3-14 27 0,-2 3 45 0,-3 11 1 15,1-12-16-15,-2 2-8 0,1 3 4 0,0-1-10 16,-1-1-22-16,7 1-3 0,-2 0-37 0,2 0-11 16,1 1 7-16,2-2 5 0,1 3 5 0,2 1-2 15,6 2-8-15,-1-2-14 0,3 3-7 0,3 1-10 16,1 1 4-16,0 0 2 0,1 0-4 0,1 0-8 16,1 0-15-16,0 0-15 0,0 0-14 0,0 0-3 15,0 0-5-15,0 0 10 0,0 0-2 0,10 0 5 16,3 0 7-16,3 0 1 0,7 0 6 0,12 0 6 15,9 0-2-15,17-12-2 0,13-1-3 16,14 4-12-16,14-3-5 0,12-3-10 0,7 4-4 16,6 2 1-16,2 0-5 0,-2 1-1 0,-2 2 2 15,-10 1-12-15,-4 5-5 0,-9 0-24 0,-11 0-15 16,-9 0-8-16,-11 0-4 0,-5 0 28 0,-13 0 20 16,-11 0 27-16,-7 0 21 0,-11 0-1 0,-5 0 19 15,-10 0-5-15,-9 0 1 0,0 0 3 0,0 0-21 16,-18 0-7-16,-8 0-5 0,-5 0 5 0,-10 0 7 15,-7 0 11-15,-10 0 2 0,-6 0-7 0,-9 0-2 16,-3 0-7-16,-3 0 2 0,-3 0 2 16,-1 0 13-16,-4 0 10 0,2 0 8 0,0 10 7 15,-1-2 5-15,2-1 13 0,2 1 7 0,3-3 23 16,6 0-5-16,11 0 14 0,4 1-1 0,7-2-22 16,11 1 1-16,10-3-37 0,7 0-21 0,3 0-13 15,10-1-12-15,4 1-3 0,6-2-6 0,0 0 6 16,0 0 3-16,12 0 9 0,4 0 6 0,12 0 10 15,8 0-6-15,13 0 0 0,13 0 3 0,13 0-11 16,11 0 4-16,11 0-5 0,8-16 4 0,3 7-12 16,-2-3 6-16,-3 3-21 0,-5 2-16 0,-10-1-19 15,-12 8-25-15,-13-9 19 0,-12 9 18 0,-13-6 29 16,-13 6 18-16,-12 0 13 0,-13 0-16 16,-14 0 2-16,-12 0-1 0,-10 0-9 0,-11 14 17 15,-10 0-10-15,-9-1 2 0,-9 2 0 0,-5 2-5 16,-7-2 9-16,-1 4 3 0,0-1 1 0,3-1 2 15,3-1 0-15,9-4-8 0,11 0-11 0,12-4-60 16,12 0-57-16,10-3-65 0,12-3-86 0,16-2-65 16,0 0-73-16,0 0-161 0,24 0-209 0,5-11 122 15</inkml:trace>
</inkml:ink>
</file>

<file path=ppt/ink/ink3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0:50.982"/>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1683 5786 1400 0,'3'-6'15'15,"-2"0"34"-15,6 1 22 0,-4 0 27 0,0 1 11 16,0-3-7-16,-2 3 2 0,1 0 2 0,2-1-12 16,-4 1-3-16,3 1-7 0,-3 0-17 0,0 1-5 15,0 1-18-15,0-1-16 0,0 2-10 0,0 0-12 16,0 0-1-16,0 0-8 0,0 0-7 0,0 0 2 15,0 0-2-15,0 0 11 0,0 8 18 0,0 2 3 16,-10 0 4-16,-2 3 8 0,1 2-7 16,-1 5-1-16,-2 5-3 0,-3 3-5 0,4 5-4 0,-7 4 5 15,3 4 29-15,1 6 11 0,-4 7 19 16,0 2-7-16,2 6-35 0,0 1-19 0,2 4-21 16,6 2 3-16,-1 1 4 0,5 0 10 0,6-4 14 15,0 1 29-15,0-1 1 0,0 1-8 0,17-7-9 16,-4 3-38-16,4-5-1 0,-3 1-1 0,1-1 18 15,2-2 42-15,-4 0 26 0,0 0-3 0,-3 0-14 16,-1-2-36-16,-4 3-29 0,1-5-1 0,-3 0-6 16,-3-3 1-16,0 1 4 0,0-2 0 0,0-6 0 15,0-1 2-15,0-5-3 0,0-2-4 0,0-2 1 16,0-4 4-16,0 0-4 0,11-5 5 0,-2-2-1 16,1-2 5-16,2-3-6 0,-4 1 8 15,4-2-3-15,2-3 5 0,0 0 16 0,-2-2 6 0,6 1 16 16,0-3 7-16,2-1-1 0,1 2-16 15,2-5-8-15,0 3-22 0,0-1-8 0,-1-2-5 16,6 0-7-16,-6 1 12 0,4-3-4 0,2 3 6 16,-3-2 12-16,-2 2-20 0,-3-1 14 0,0-4-6 15,-4 2-12-15,-2 1 10 0,-3-2-12 0,-2 0 13 16,0-1 9-16,-5 0 1 0,3 0-1 0,-7 0-7 16,3 0-1-16,-3 0-15 0,0 0-52 0,0 0-83 15,0 0-166-15,0 0-169 0,0 0-163 0,0 0-215 16,0 0 163-16</inkml:trace>
</inkml:ink>
</file>

<file path=ppt/ink/ink3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0:52.198"/>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-1124-1717 2001 0,'-5'-9'28'0,"-1"9"39"16,-2-6 40-16,2 6 30 0,0-4 6 15,0 4-14-15,0-6-13 0,-1 3-4 0,0-2-13 16,3 3-14-16,1 1-26 0,-2 0-31 0,4 1-30 15,-1 0-16-15,1 0-10 0,1 0 1 0,-2 0 6 16,2 0 2-16,0 10 4 0,0-10 2 0,0 12 2 16,0 0 1-16,0 1 0 0,12 3 0 0,-3-1-1 15,2 5 4-15,0-1 6 0,1 3-6 0,-1-2 3 16,2 2-3-16,1-2 17 0,1 3 243 0,0 2 8 16,3 4 6-16,1 2-22 0,0 1-236 0,4 6-8 15,2 4 0-15,-3 4 4 0,4 1-3 0,0 0 0 16,-2 1-4-16,-1 2 35 0,-2 1-6 15,1 4-6-15,-4-3-6 0,-2-4-33 0,1-1 2 16,-3-3 14-16,-4 3 81 0,0 0 8 0,-3 1 10 16,-7 2 0-16,0 3-72 0,0 1-6 0,0 2-5 15,-14 3-11-15,1-3-9 0,-4-1-5 0,3-6-6 16,-1-2 8-16,2-2 10 0,2-3-13 0,-3-2 21 16,2 3-12-16,0-4-6 0,-2-1 10 0,2 0-7 15,-1-3 5-15,0-2-1 0,3-3-6 0,-1-3 4 16,2-4 4-16,1-4-1 0,1-1 9 0,1-3-2 15,0 1 2-15,-2-2 123 0,-3 6-10 0,-1 3 5 16,-1-1-2-16,-1 1-126 0,0-3 33 16,2 1-34-16,-2-3 10 0,2 1-1 0,3-8-22 15,2-7 26-15,4 2-13 0,-2-3 10 0,2-1-1 16,0 3-3-16,0-5 4 0,3 1 0 0,-3-1 0 16,1 0 4-16,-1 2-11 0,3-2 3 0,-1 3 4 15,-1-2-7-15,1-1 6 0,-1 0-6 0,2 1-6 16,0-1 2-16,0 4 4 0,0-1 4 0,0 3-4 15,-13 1 11-15,-4 1-11 0,3 1-7 0,-1 0 0 16,0 3-26-16,1-1-23 0,0-2-22 16,1 2-39-16,2-1-28 0,1-1-20 0,0 0-11 0,0-1-2 15,-4 1-4-15,0-3-16 0,2 1-50 16,-1 0-64-16,0-4-83 0,1 0-119 0,-1-3-221 16,-1 0 110-16</inkml:trace>
</inkml:ink>
</file>

<file path=ppt/ink/ink3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3:42.214"/>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65 99 1782 0,'-5'-12'23'0,"4"12"16"0,-2-10 20 16,0 10 17-16,-3-6-5 0,3 6 12 16,0-7 0-16,-2 2 1 0,-1 0 7 0,1-1 0 15,-1 1 1-15,2 2 5 0,1 2-6 0,0-3-15 16,0 3-3-16,0-1-5 0,1 0-5 0,1 1-3 15,1 1-11-15,0 0-19 0,0 0-9 0,0 0-11 16,0 0-5-16,0 0-4 0,0 0-2 0,0 0-3 16,0 0 11-16,13 0 6 0,-2 0-4 0,1 0 2 15,0 0-11-15,5 0-4 0,1 0 4 16,5 0 7-16,-2 0-2 0,3 0 1 0,5 0-1 16,0 0-1-16,3 0 1 0,0 0-2 0,1 0 0 15,2 0-3-15,2 0-6 0,1 0 12 0,1 0-5 16,1 0 0-16,1 0 6 0,3 0-8 0,0 10 3 15,1-4 1-15,2-6 1 0,4 7-2 0,-1 0-3 16,0-2-2-16,4-5 7 0,3 5-3 0,-1-1 2 16,2-1 6-16,-2 3-8 0,3-2 3 0,-1-2 4 15,-1 3-6-15,1 1 4 0,-3-1 2 0,-2-1-4 16,-1 1 2-16,-1 1-4 0,-1-2-9 0,-3 2 5 16,-1-1 0-16,-1-1 5 0,1 0 5 0,-3 3-9 15,-1-3 5-15,1 1-2 0,-1 1 7 0,1-1-7 16,2-1-15-16,-1 0 14 0,3 0-10 15,0-1 16-15,4 0 3 0,-4 2 2 0,3-2-5 16,-3-2-7-16,1 4 0 0,0-3-12 0,-3 1 11 16,1 1-3-16,1 0 10 0,-2-2-6 0,1 3-1 15,1-2 2-15,0 4-7 0,2-4 5 0,-2 5-6 16,3-2 7-16,-2-2-4 0,3 1 1 0,-1 1 5 16,0 2-2-16,1 0 1 0,4-1 2 0,0-1 3 15,1 1-6-15,2 1 12 0,1-1-6 0,2-1-9 16,-1 0 5-16,1 1-12 0,-2 0 4 15,2-3 13-15,3 2-7 0,0-3 3 0,1 1-3 0,3 1-7 16,4-2 7-16,4 0 6 0,1-2-2 0,4 1 3 16,1 2-8-16,1-1-8 0,1 0 10 0,-1-2-2 15,-1 3 5-15,-6-1 5 0,-3-2-10 16,-2 4 4-16,-7-4 2 0,-6 2-7 0,-3-1 7 16,-8-1-9-16,-6 1-1 0,-3 0 5 0,-3-1 2 15,-8 0-4-15,-4 1 8 0,-5 0-14 0,-3-2 12 16,-3 0 10-16,-6 0 23 0,-1 0 28 0,-1 0 14 15,-4 0 8-15,0 0-7 0,0 0-2 0,0 0-24 16,0 0-11-16,0 0-9 0,0 0-10 0,0 0-2 16,0 0-3-16,0 0-1 0,0 0-4 15,-7 0-3-15,7 0 2 0,0 0-11 0,0 0-2 0,0 0 0 16,0 0-7-16,0 0 9 0,0 0-2 0,0 0 5 16,0 0-3-16,0 0-2 0,0 0-3 15,0 0-6-15,0 0 12 0,0 0-6 0,0 0 9 16,0 0-2-16,0 0 3 0,0 0-9 0,0 0 0 15,0 0 3-15,0 0-11 0,0 0 10 0,0 0 2 16,0 0 9-16,0 0-4 0,0 0 0 0,0 0-7 16,0 0 2-16,0 0-7 0,0 0-3 0,0 0 13 15,0 0-15-15,0 0 13 0,0 0 11 0,0 0-19 16,0 0 12-16,0 0 2 0,0 0-16 0,0 0 19 16,0 0 0-16,0 0-3 0,0 0-5 0,0 0-8 15,0 0 6-15,0 0-10 0,0 0 15 0,0 0-5 16,0 0-13-16,0 0 11 0,-11 0-1 15,11 0-1-15,-9 0 0 0,1 0-4 0,1-10 0 16,-4 10-3-16,-1 0 7 0,0-7 0 0,-3 7 2 16,-2 0 8-16,-4-9-13 0,-2 9 5 0,-3 0-5 15,-3 0-5-15,-4-5 12 0,-5 2 14 0,-6 3-13 16,-5-4 10-16,-2-1-6 0,-6 1-21 0,-2 2 18 16,-2-3-15-16,-2 1 6 0,-1 0 7 15,-1-2-10-15,1 3 11 0,0-4-4 0,-1 1-1 0,1 2 8 16,2 0-2-16,-2-2-2 0,0 0 0 0,2-2 2 15,0 1-11-15,-2 2-2 0,0-2 5 0,-1 1-11 16,-4-3 20-16,0 3 4 0,-1-2-7 16,-2 2 8-16,-1 0-15 0,-3-1-5 0,-3 2 0 15,0 0-7-15,1 0 12 0,-4 3-8 0,-2 0 4 16,0 0 2-16,-1 0-11 0,-1-2 14 0,-1 3-5 16,1-3 3-16,-1-1 9 0,2 4-8 0,3-4 1 15,-1 2 8-15,4-3-7 0,3 4 12 0,4 0 2 16,7-2-25-16,1 1 13 0,5 2-7 0,1-2-2 15,7 3 25-15,0 0-8 0,4 0-11 0,0 0 7 16,3 0-4-16,5 0-3 0,-1 11 11 0,4-11-5 16,4 0-6-16,3 9-7 0,5-9 8 0,3 8 8 15,2-8-7-15,6 2 8 0,2-2-9 0,3 7-4 16,4-7 3-16,-1 0 3 0,5 0-1 16,-1 0 4-16,1 0-7 0,0 0 3 0,0 0 1 0,0 0-6 15,0 0 10-15,0 0 0 0,0 0-7 16,0 0 3-16,0 0 0 0,9 0-2 0,-3 0 1 15,2 0 4-15,-2 0-2 0,6 0-10 0,3 0 16 16,8 0-3-16,7 0-5 0,11 0 19 0,12 0-21 16,16 0 2-16,14 0 3 0,17 0-4 0,17 0 9 15,15-9-7-15,17 9 7 0,12-13-7 0,9 2-3 16,10 3-1-16,3-2-2 0,1-1 11 0,1 0-5 16,-4-2 7-16,-6 1-7 0,-10 0-8 0,-7 1 11 15,-10-1-7-15,-10 1 9 0,-9 0-7 0,-14 3 1 16,-5 0 7-16,-13 2-6 0,-9 2 8 15,-9-1-11-15,-11 0-6 0,-13 4 13 0,-10-2 0 0,-8 3 0 16,-11 0 5-16,-8-2-3 0,-6 1-1 16,-7 0 14-16,-2-1 9 0,-3 2 5 0,0 0-2 15,0 0-13-15,0 0-5 0,0 0-12 0,0 0 5 16,0 0-4-16,-12 0-20 0,12 0-31 0,-11 0-86 16,2 0-182-16,-3 0-151 0,-2 0-251 0,-4 0-180 15,-5 0 188-15</inkml:trace>
</inkml:ink>
</file>

<file path=ppt/ink/ink3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3:24.372"/>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3432-6245 1914 0,'-6'-11'29'0,"-2"11"19"15,0 0 21-15,1-9 25 0,-1 9-4 0,-1-9 8 16,-1 9 8-16,-1-5 0 0,2-1-4 0,0 6 1 16,3-5 0-16,-3 0 2 0,2 5 6 0,0-2 2 15,1 0-8-15,0 2-5 0,1 0-18 0,-1 0-24 16,5 0-12-16,-4 0-15 0,2 0 0 0,1 0-11 15,2 0-8-15,-3 0 3 0,3 0-14 0,-1 0 3 16,1 7-8-16,-3-7 8 0,3 0-17 16,0 7 8-16,0-7-2 0,0 0-15 0,0 0 18 0,0 0 0 15,0 0 6-15,0 6-4 0,10-2 4 16,1-4-2-16,1 4 0 0,3-1 4 0,7-3 1 16,5 3 0-16,5-3-3 0,7 0 0 0,7 0 1 15,9 0 0-15,4 0-3 0,8 0 7 0,4-16-9 16,5 7 4-16,3-3 3 0,3 6-2 0,2-3 0 15,-4 9 0-15,2-9-5 0,-8 9-4 0,1-4 2 16,-7-2 4-16,-4 6 2 0,-9 0-1 0,-2 0 2 16,-9 0-6-16,-5 0-1 0,-5 0-3 0,-7 0-6 15,-3 0 8-15,-7 0 9 0,-6 0 3 0,-2 0 5 16,-9 0 0-16,0 0-16 0,0 0-14 16,-14 0-6-16,-4 0-7 0,-6 0 6 0,-7 0 9 15,-5 0 1-15,-7 0 1 0,-8 0 0 0,-7 10 1 16,-4 1 5-16,-7-2 3 0,-1 0-4 0,-5-1 16 15,-1 2-9-15,0-2-1 0,-3 1 14 0,1-3-16 16,4 0 11-16,2-1-4 0,4-4 3 0,4 4 36 16,8-3 12-16,5-1 14 0,3-1 4 0,10 0-23 15,2 0 10-15,7 0-10 0,6 0-7 0,7 0-9 16,2 0-19-16,3 0-11 0,5 0-14 0,3 0 1 16,3 0-9-16,0 0 3 0,0 0 8 0,0 0 1 15,0 0 5-15,11 0 7 0,1 0-3 16,3 0 1-16,5 0 7 0,4 0-7 0,10 0 2 0,5 0 2 15,7 0-19-15,8 0 5 0,7 0 6 16,6-16-5-16,1 3 14 0,4-1-3 0,-1 0-4 16,2 1-5-16,-3 2 2 0,-2 2 7 0,-9 5-7 15,-5-2 10-15,-9-1-8 0,-5 7-4 0,-7 0 12 16,-12 0-1-16,-4 0 12 0,-9 0-7 0,-8 0-12 16,0 0-6-16,-13 0-7 0,-3 0 12 0,-12 0 4 15,-7 0 2-15,-6 0-1 0,-6 0-7 0,-6 0 1 16,-3 17 7-16,-2-4 8 0,1-2 0 0,2 1 13 15,6-1 2-15,5-3-3 0,6 1-1 0,9-9-14 16,8 6-8-16,8-6-5 0,3 0-4 0,10 0 1 16,0 0-6-16,0 0-4 0,0 0 11 15,0 0 6-15,19 0 2 0,0 0 9 0,6 0-15 16,5 0 12-16,7 0-7 0,5 0-2 0,7 0 6 16,7 0-8-16,2-12 2 0,1 1 5 0,-2 11-16 15,0-11-54-15,-3-1-44 0,-2 6-102 0,-11-3-105 16,-3 0-78-16,-8 5-81 0,-4-2-222 0,-5 4 22 15,-5-4 125-15</inkml:trace>
  <inkml:trace contextRef="#ctx0" brushRef="#br0" timeOffset="3058.52">5846-4936 2177 0,'0'0'21'0,"0"0"17"0,-10 0 12 0,-2-12 24 15,1 12 10-15,-3 0 14 0,1-7 0 16,1 7 3-16,-2 0 8 0,0 0 3 0,5 0 12 16,-5 0 5-16,1 0 6 0,1 0-7 0,1 0-2 15,-1 0-26-15,1 0-23 0,2 0-28 0,2 0-9 16,0 0-1-16,1 0-23 0,3 0 4 0,2 0-10 15,-1 0-3-15,2 0 7 0,0 0-11 0,-1 0-6 16,1 0 4-16,0 0-12 0,0 0 14 0,0 0 3 16,0 0-3-16,-3 0 0 0,3 0 2 0,0 0 2 15,0 0-19-15,0 0 18 0,-3 0-13 0,3 0 2 16,0 0 21-16,0 0-16 0,0 0 6 16,0 0-6-16,0 0-12 0,0 0 14 0,0 0-7 0,0 0 1 15,0 0 12-15,0 0-14 0,0 0 0 16,0 0 6-16,0 0-7 0,0 0 6 15,7 0 4-15,2 0-8 0,8 0 18 0,3 0-18 0,6 0 10 16,4 0-4-16,10 0-18 0,5 0 18 0,11 0-3 16,1-10-1-16,8 10 10 0,5-10 2 0,6 4-4 15,0 6 2-15,3-7-7 0,-1 1-4 0,6-1 4 16,-5 7 5-16,-3-2-4 0,-3-2 5 0,-8 2-8 16,-1-1-3-16,-8 2 5 0,-7 1-1 0,-10 0 4 15,-2 0-5-15,-12 0 7 0,-5 0-8 0,-3 0 3 16,-6 0 14-16,-5 0-6 0,-6 0 8 15,0 0 5-15,0 0-4 0,0 0-10 0,-14 0-1 16,-3 0-8-16,-6 0-2 0,-2 0 13 0,-12 0-11 16,-5 0 7-16,-8 0-10 0,-7 0-3 0,-5 0 3 15,-3 0-2-15,-8 0 11 0,-3 0 2 0,0 11-6 16,-3 1-3-16,0-6-5 0,2 2-1 0,2 0 21 16,5 0-7-16,0-2 3 0,8 0 5 0,6-2 0 15,6-4 20-15,7 4 3 0,7-2 1 0,3-2-5 16,10 2-7-16,3-2-9 0,3 0-9 0,8 3-10 15,0-3 0-15,8 0-3 0,1 0-3 16,0 0-10-16,0 0 0 0,0 0 6 0,13 0 12 0,1 0 10 16,3 0-6-16,5 0 12 0,7 0-15 15,8 0 7-15,4 0-4 0,10 0-4 0,2 0 3 16,7 0 4-16,5 0-4 0,2 0-4 0,1-15 2 16,2 4-7-16,-3 2-1 0,-2-2 3 0,-6 3 6 15,-5 8-15-15,-7-9 17 0,-8 2-7 0,-7 3-1 16,-5 4 18-16,-10-6-6 0,-2 3 3 0,-7 0-4 15,-8 0-5-15,0 3-9 0,0 0-3 0,-20-2-13 16,0 1 8-16,-10 1 5 0,-3 0 2 0,-7 0 10 16,-6 0-2-16,-4 0 2 0,-3 9 1 0,-4 2-7 15,0-2 0-15,0-1 2 0,5 1-6 16,-1 0 20-16,6-1-7 0,4 1 4 0,7-3-4 0,4 1-8 16,8 0 4-16,5-4-8 0,9 2 5 15,2 0-3-15,8-5-1 0,0 0-3 0,0 0 15 16,0 0-10-16,14 0 2 0,6 0 15 0,-1 0-18 15,9 0 13-15,5 0 3 0,10 0-5 0,5 0-6 16,5-16-1-16,7 4-2 0,3 1-6 0,3 0 7 16,-4 0-2-16,-3-2 3 0,-3 4 8 0,-6-1-2 15,-7 4 7-15,-10 0-6 0,-7 1-6 0,-6 0 16 16,-6 3 7-16,-14 2 5 0,0-3-7 0,0 3-5 16,0 0-19-16,-17 0-2 0,-6 0 0 0,0 0-5 15,-7 0-1-15,-10 0 6 0,-2 0 6 0,-8 0 6 16,0 13-5-16,-5-2 0 0,2 0 0 15,0-2-9-15,3 2 11 0,4-2-8 0,4-3-3 0,5 2 11 16,7-3-6-16,4-1 7 0,9 1-7 16,5-4-8-16,4 3-2 0,5-4-5 0,3 1 10 15,0-1-7-15,0 2 14 0,11 0-2 0,1 0 2 16,5-2 11-16,6 3-9 0,1-3 3 0,11 0-5 16,4 0-11-16,8 0 14 0,5 0-3 0,1 0 2 15,3-11 10-15,-2 11-12 0,2-10 2 0,-6 2 6 16,-5 8-9-16,-5 0 6 0,-7-8 7 0,-7 8-6 15,-3-6 8-15,-9 6 7 0,-7 0 18 16,-7 0 5-16,0-3-7 0,0-2-33 0,-13 5 1 16,-4 0-8-16,-6-1-1 0,-7-2 22 0,-7 3-26 0,-2 0 6 15,-10 0 1-15,-1 0 2 0,-3 0 5 16,-3 0-8-16,0 0-1 0,4 12-3 0,8-12 4 16,4 10 0-16,7-1 8 0,7-9-6 0,6 8-10 15,4-8 12-15,7 0-5 0,4 0 1 0,5 0-3 16,0 0 1-16,0 0-1 0,0 0-4 0,0 0 20 15,0 0-14-15,0 0-5 0,11 0 8 0,-4 0-21 16,2 0-12-16,-3 0-2 0,2 0-14 0,4 0-20 16,-1 0-46-16,5 0-81 0,1 0-115 0,6-6-108 15,0 6-86-15,0 0-298 0,7 0 104 0,2 0 133 16</inkml:trace>
  <inkml:trace contextRef="#ctx0" brushRef="#br0" timeOffset="15051.03">9853-5120 2375 0,'-11'0'26'16,"-2"-12"20"-16,-3-2 15 0,4 14 30 0,-5-6 19 15,1 6 14-15,1 0 17 0,-1 0 9 0,3 0-13 0,-1 0-14 16,2 0-3-16,6 0-37 0,-5 0-25 16,8 0-25-16,-1 0-34 0,2 0-12 0,2 0-7 15,0 0 6-15,0 0 7 0,0 10 9 0,14-3 2 16,4-3 5-16,2 3-9 0,9-2 4 0,7 0-5 16,8 0-2-16,8-2 11 0,8 0-11 0,7-3 3 15,5 1-2-15,5 1 4 0,2-2 7 0,5 5-1 16,-4-5-12-16,-1 0 0 0,-4 3 5 0,-4-2 0 15,-7-1 5-15,-10 0-6 0,-8 2-11 16,-8-2 15-16,-11 0-5 0,-6 0 7 0,-8 0-2 0,-13 0-14 16,0 0 0-16,-13 0-25 0,-8 0 8 15,-11 0 1-15,-9 0 3 0,-10 0 15 0,-12 0 6 16,-8 0-7-16,-9 11 8 0,-6 1 7 0,-2 4-4 16,-6-3 20-16,5 2 15 0,1 0 4 0,6-2-1 15,6 2-9-15,7-2-19 0,13-2-13 0,11-4-6 16,8 1-6-16,13-1 11 0,7-4 0 0,17 2 5 15,0 0-1-15,0-1-2 0,11 0 6 0,5-2-7 16,9 0-8-16,7 4-52 0,9-6-63 0,4 0-78 16,8 0-68-16,11 0-51 0,3 0-65 0,9 0-260 15,7 0 8-15,4-10 98 0</inkml:trace>
</inkml:ink>
</file>

<file path=ppt/ink/ink3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5:04.550"/>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17205 3525 2568 0,'-8'-7'54'0,"2"3"41"0,2 1 38 15,1-1 40-15,0 4-21 0,1 0-18 0,-1 0-34 16,1 0-32-16,2 0-31 0,-1 0-16 0,1 0-9 15,0 0-6-15,-2 0-4 0,1 0-8 0,1 0 9 16,0 0-3-16,-2 0 10 0,1 0-6 0,1 0 10 16,0 0 24-16,-2 0 17 0,2 0 28 15,-1 0 8-15,1 0 18 0,0 0-27 0,0 0-12 16,0 0-22-16,0 0-35 0,0 0 0 0,0-12-15 16,10 3-2-16,-10-2 3 0,13 0 0 15,-3 0 4-15,1 0-1 0,0 1-12 0,1-1 1 0,-3 2 4 16,0 2 2-16,3 3 3 0,-4 2 0 0,2 0-4 15,1 2-7-15,1 0 1 0,2 0 5 0,1 11-4 16,0 2-2-16,2 2-2 0,0 2-1 0,-4 5 10 16,-1 1 3-16,-1 5 6 0,-3 1-8 0,-1 3-2 15,-4 0 9-15,-3 3-7 0,0-2 3 0,0-1 1 16,0-4 3-16,0 0-1 0,0-2 1 16,0-6-3-16,0-4-3 0,0-5 20 0,0-3 25 15,0-2 33-15,0-6 43 0,0 0 21 0,0 0-13 16,0 0-27-16,9-9-49 0,5-5-38 0,4 0-14 15,5-3 5-15,4-3-2 0,4-2 8 0,2 0-25 16,0-1-47-16,-2 4-49 0,-2 2-64 0,-5 1-43 16,-3 3-62-16,-2 2-127 0,-4-1-82 0,1 3-35 15,3 1-210-15,0 2 60 0,3 3 136 0</inkml:trace>
  <inkml:trace contextRef="#ctx0" brushRef="#br0" timeOffset="2048.69">19005 3397 2633 0,'0'-16'38'0,"0"3"29"0,0-1 40 16,0 1 39-16,0 0-1 0,0 2 8 0,0 2-13 16,0 0-15-16,0 2-11 0,0 1-12 0,0-2-6 15,0 6-16-15,0 0-15 0,0 0-17 0,0 1-21 16,0 1-4-16,0 0-15 0,0 0-12 0,0 0-1 15,0 0-6-15,0 0 5 0,0 7 8 0,0 2-6 16,0 1 2-16,0-1 0 0,0 2-1 0,0 3 7 16,0 0-2-16,-16 0-3 0,16 1-2 0,-12-2 0 15,3 1-1-15,9 0 5 0,-8-5 2 0,8 1-1 16,0-3 2-16,0-1 0 0,0-1 9 0,0 0 25 16,0-5 35-16,0 0 24 0,0 0 14 0,17 0-11 15,1 0-29-15,2-11-8 0,6-1-6 16,1 1-6-16,7-2 22 0,-1 0-3 0,5-4-6 15,-1 0-3-15,-3 1-18 0,3 1-18 0,-5 0-13 16,-3 3-12-16,-4 0-16 0,0 4-3 0,-7 1-3 16,0 3-2-16,-3 4 4 0,1 0 0 0,-3 13 6 15,-1 5 13-15,1 0 3 0,-3 9 11 0,-1 1-7 16,0 6 1-16,1 3 1 0,-4 2-13 0,-2 0 6 16,2 2-7-16,-3-5 3 0,0-1 0 0,0-5 3 15,2-1 1-15,-2-6 2 0,0-5 20 0,2-5 37 16,-2-3 93-16,0-5 47 0,1-5 5 0,4 0-19 15,1 0-85-15,6-15-27 0,0 0 5 16,5-3 2-16,4-1-2 0,2-1-20 0,-2-1-21 16,2-1-22-16,-1 2-5 0,-1-1-13 0,-1-1 6 15,-2 5 6-15,-1 0 10 0,-1 4 32 0,-2 2 11 16,-3 2 41-16,-1 3 44 0,-2 0 51 0,0 3 67 16,-4-1 36-16,-2 2-15 0,-1-3-77 0,-1 1-88 15,-3 0-82-15,0 1-40 0,0 2 0 0,0-4 0 16,0 2 0-16,0 0 0 0,0 0 0 0,0 0 0 15,0 0 0-15,0 3 0 0,0-3 0 16,0 2 0-16,0 1 0 0,0 0 0 16,0 0 0-16,0 0 0 0,0 0 0 0,0 0 0 0,0 0 0 0,0 0 0 15,0 0 0-15,0 0 0 0,10 0 0 16,-3 0 0-16,1 0 0 0,-1 0 0 0,-1 0 0 16,-1 0 0-16,-1 0 0 0,-4 0 0 0,4 0 0 15,-1 0 0-15,-2 0 0 0,1 0 0 0,-2 0 0 16,0 0 0-16,3 0 0 0,-2 0 0 0,1 0 0 15,-2-7 0-15,0 7 0 0,0 0 0 0,0 0 0 16,0 0 0-16,0 0 0 0,0 0 0 0,0 0 0 16,0 0 0-16,0 0 0 0,0 0 0 0,0 0 0 15,0 0 0-15,0 0 0 0,0 0 0 0,0 0 0 16,0 0 0-16,0 0 0 0,0 0 0 0,0 0 0 16,0 0 0-16,0 0 0 0,0 0 0 15,0 0 0-15,0 0 0 0,0 0 0 0,0 0 0 16,0 0 0-16,0 0 0 0,0 0 0 0,0-10 0 15,0 10 0-15,0 0 0 0,0 0 0 0,0 0 0 16,0 0-9-16,0 0-16 0,0 0-32 0,0 0-34 16,0 0-37-16,0 0-41 0,0 0-15 0,0 0-20 15,0 0-32-15,0-12-55 0,0 12-81 0,7-11-106 16,-7 3-38-16,6-2 42 0,-1 2 69 0,2 0 105 16,0 1 29-16,-4 1-52 0,1 0-90 0,-1 4-93 15,0 2-151-15,-3 0-109 0,0 0 149 0</inkml:trace>
  <inkml:trace contextRef="#ctx0" brushRef="#br0" timeOffset="2408.66">21068 4134 3042 0,'-1'5'31'15,"-2"0"15"-15,1-1 25 0,1-3 16 0,1 1 3 16,0-2 15-16,0 0-6 0,20 0 7 0,4 0-23 15,5-10-30-15,10-1-18 0,7-2-23 0,5 2-9 16,9-2-3-16,0 0 2 0,3 1-1 0,-3 0-1 16,-2 1 5-16,-5-2-19 0,-4 4-18 0,-5-1-19 15,-6 1-39-15,-6-1-31 0,-5 1-40 0,-7 0-64 16,-8 0-55-16,-6 1-37 0,-6-1-42 0,0 0-57 16,-14-1-170-16,-2 1 70 0,-6 0 101 0</inkml:trace>
  <inkml:trace contextRef="#ctx0" brushRef="#br0" timeOffset="2572.13">21466 3780 2662 0,'-10'0'-7'0,"1"0"-10"0,4 0-4 16,5 0 16-16,0 0 27 0,0 12 54 0,0 2 57 15,0 1 46-15,0 6 3 0,0 3-28 0,14 3-36 16,-5 6-53-16,0 0-16 0,0 4-15 0,0 4-13 16,3-2-18-16,-3-1-6 0,2 4 2 0,-2-2-8 15,2 0-12-15,-2 1-54 0,0 0-84 0,-1-3-101 16,-8 0-87-16,0-2-79 0,0-2-268 0,0-3 46 15,-13-5 108-15</inkml:trace>
  <inkml:trace contextRef="#ctx0" brushRef="#br0" timeOffset="8811.69">24024 3449 1765 0,'0'0'22'0,"0"0"17"0,0 0 10 15,0 0 11-15,0 0-9 0,0 0-6 0,0 0 0 16,0 0-9-16,0 0-11 0,0 0-8 0,0 0-10 16,0 0 0-16,0 0-1 0,0 0-2 0,0 0 2 15,0 0-5-15,0 0 6 0,0 0 4 0,0 0 3 16,10 0 11-16,0 0 7 0,-4 0 2 0,1 0-3 16,1 0 1-16,1 0-5 0,0 8 7 0,2-8-2 15,1 10-9-15,1-2-4 0,1-2-17 16,0 1 2-16,1 0 1 0,2 3-3 0,-4 0-2 15,0 1 2-15,-1 2-6 0,0 2 2 0,-5 3 4 16,1 1 0-16,-3-2 2 0,1 2-6 0,-6-4 9 16,0 2 6-16,0-2 7 0,0 0 0 0,0-2-4 15,-12 0-8-15,4-2 3 0,-6 1-6 0,2-3 1 16,-2 1 1-16,1 0-3 0,-4-3 2 0,0 1-2 16,2-2-1-16,1-2 0 0,-2 1 1 0,4-3 5 15,1-2 4-15,2 0-3 0,3 0 4 0,1 0-4 16,2 0-6-16,-1 0 4 0,1 0-1 15,3-13 2-15,-3 2 5 0,0 3 6 0,3-1-6 0,0-2-3 16,0 1-6-16,0-3 0 0,10-2-1 16,4-1 4-16,3 1-2 0,2-4-6 0,4-3 1 15,6 1-1-15,-2-2 3 0,5-1-3 0,-1-1 4 16,2-1-5-16,-1 0 4 0,-2-2 2 0,-1 2-5 16,-5-2 18-16,-1 2 16 0,-5 0 19 0,-2 2 32 15,-4 3 8-15,-3 1 3 0,-5 4-8 0,2 4-24 16,-6 1-28-16,0 5-31 0,0 2-13 0,0 4-10 15,0 0 4-15,-15 0 1 0,5 14 3 0,-4-1 5 16,-3 3-3-16,-2 3 6 0,-1 3 0 0,0 2-1 16,3 3 6-16,-2-1 1 0,2 1-3 15,2-1 2-15,4 2 0 0,2 1-8 0,3-2 4 16,6 2-18-16,0-1-32 0,0 1-49 0,15 2-51 16,2-4-63-16,3-1-42 0,-1-1-36 0,4-6-98 15,0-1-191-15,0-4 49 0,-1-3 92 0</inkml:trace>
  <inkml:trace contextRef="#ctx0" brushRef="#br0" timeOffset="9004.16">24770 3679 2858 0,'6'-10'37'0,"1"4"24"0,-1-1 20 16,-3 3 13-16,2 3-33 0,-2 1-14 0,-3 0-10 0,3 0-3 15,0 0 6-15,0 0 1 0,2 14-3 16,1 1-9-16,-3 1-8 0,3 3-8 0,4 0-2 15,-2 4 8-15,1 2-7 0,0 1-5 0,2 2 3 16,-5-2-10-16,3 3 7 0,2-2-1 0,-5-1-59 16,-2-3-54-16,-1 2-71 0,0-3-89 0,-3-2-54 15,0-2-94-15,0-1-252 0,0-4 44 0,0-4 105 16</inkml:trace>
  <inkml:trace contextRef="#ctx0" brushRef="#br0" timeOffset="9575.7">25228 3281 2455 0,'2'-12'19'0,"1"1"20"16,-3 3 28-16,6-1 33 0,-3 2 4 0,3-1-3 15,1 0-15-15,6 2-21 0,-3 1-3 0,7 2-9 16,0-1-11-16,2 4-3 0,4 0-13 0,3 0 5 16,1 0-2-16,-1 11-11 0,2 0-1 15,0 1-15-15,-2 4-1 0,-2 2 4 0,2 0-7 16,-6 2 2-16,-3 2 3 0,-4 2-1 0,0 2 6 16,-6-2 1-16,-4 2-1 0,-3-2 3 0,0 3-2 15,0-1-6-15,-17 0 5 0,1 0-3 0,-4-1-4 16,0 2 2-16,-6-3-2 0,2 1 2 0,-5-2-1 15,2-2 3-15,1-2 4 0,-3-1-3 0,2-3-5 16,1-2 4-16,6 0-5 0,1-5 7 0,2-4 23 16,6 1 13-16,2-3 29 0,3-2-6 0,2 0-14 15,4 0-23-15,0 0-32 0,0-13 6 0,0-2-9 16,16-1 3-16,1-2 6 0,6-4-4 0,0-6 3 16,4 0 16-16,5-3-4 0,1 1 2 0,1-2 20 15,2-1-8-15,1 1 8 0,-4 0 25 0,2 1-5 16,-5 1 13-16,-2 2 25 0,-3 0 4 15,-2 4 14-15,-6 2 12 0,-5 5-2 0,2 2-6 16,-10 5-27-16,2 1-36 0,-6 4-34 0,0 3-38 16,0 2-6-16,0 0-6 0,0 0 11 0,0 0 10 15,-19 13-1-15,5 2 6 0,-3 0-3 0,1 5 2 16,-1 0-6-16,-1 3-4 0,1 3-17 0,3-1-31 16,4 3-31-16,0-3-17 0,3 3-4 0,4-3-2 15,3-1 17-15,0 3-20 0,0-3-37 0,0 0-53 16,0 1-84-16,0 1-86 0,10-3-95 15,3-1-270-15,-3-1 53 0,1-2 129 0</inkml:trace>
  <inkml:trace contextRef="#ctx0" brushRef="#br0" timeOffset="7795.66">22930 3533 264 0,'0'0'22'0,"0"-8"23"0,0 8 16 16,0 0 29-16,0 0 5 0,0 0-8 0,0 0-8 15,0 0-18-15,0 0-16 0,0 0-8 0,0 0-1 16,0 0 5-16,0 0-1 0,0 0 0 0,0 0 9 15,0 0-1-15,0 0 9 0,0 0-7 0,0 0-2 16,0 0-13-16,0 0-3 0,0 0 4 0,0 0-13 16,0 0 1-16,0 0-12 0,0 0 0 15,0 0 0-15,0 0 4 0,0 0-5 0,0 0 0 16,0 0 0-16,0 0-7 0,0 0 6 0,0 0 2 16,0 0-2-16,0 0 0 0,0 0 1 0,0 0-4 15,0 0 1-15,0 0 5 0,0 0 2 0,0 0 6 16,0 0 0-16,0 0 7 0,0 0-5 0,0 0 1 15,0 0 7-15,0 0-11 0,0 0 5 0,0 0-5 16,0 0 4-16,0 0 7 0,0 0 5 0,0 0 2 16,0 0-5-16,0 0-1 0,0 0 2 0,0 0 4 15,0 0 5-15,0 0 3 0,0 0-4 16,0 0-4-16,0 0 0 0,0 0-6 0,0 0-2 16,0 0 3-16,0 0-4 0,0 0 4 0,0 0-6 15,0 0-7-15,0 0-2 0,0 0-6 0,0 0 1 16,0 0 1-16,0 0 1 0,0 0 0 0,0 0 12 15,-9-9-8-15,9 9-2 0,-9-9-6 0,9 9-15 16,-9 0 2-16,1 0-1 0,2-6 2 0,0 6-2 16,2-6 3-16,-2 3-3 0,-2-1 0 0,3 0 4 15,1-1-4-15,-1 1 3 0,1 1-3 0,2 1 0 16,1-1-1-16,-1 0-1 0,2 2 0 16,0 1-6-16,0 0-6 0,0 0-8 0,0 0-1 0,0 0-1 15,0 0 8-15,0 0 7 0,0 0 6 16,0 0 8-16,0 0-2 0,9 0 0 0,-9 0-5 15,8 0 4-15,-8 0-1 0,6 0 4 0,-6 0 1 16,5 0-4-16,-5 0 5 0,0 0-3 0,0 0-1 16,0 0 4-16,0 0-3 0,0 0-1 0,0 0 5 15,0 0-5-15,0 7 0 0,0-7 1 0,0 0 0 16,0 0 0-16,0 0 1 0,0 0 3 0,0 0-4 16,0 0 4-16,0 0-6 0,0 0 1 0,0 0 1 15,0 0-2-15,0 0 1 0,0 0 4 0,0 0-3 16,0 0 1-16,0 0 4 0,0 0-6 0,0 0 3 15,0 0-4-15,0 0-1 0,0 0-1 0,0 0 5 16,0 0-3-16,0 0 4 0,0 0 2 16,0 0-2-16,0 0-6 0,0 0 2 0,0 0-1 15,0 0-5-15,0 0 14 0,0 0-7 0,0 0 0 16,0 0 3-16,0 0-7 0,0 0 4 0,0 0-1 16,0 0 0-16,0 0 0 0,0 0-3 0,0 0 2 15,0 0 2-15,0 0-5 0,0 0 6 0,0 0-2 16,0 0-1-16,0 0 6 0,0 0-2 0,0 0-4 15,0 0 0-15,0 0 1 0,0 0-2 0,0 0 4 16,0 0-3-16,0 0-3 0,0 0-1 16,0 0 5-16,0 0 2 0,0 0 2 0,0 0 1 15,0 0-6-15,0 0 8 0,0 0-6 0,0 0 0 16,0 0 8-16,0 0-11 0,0 0 1 0,0 0 3 16,0 0-3-16,0 0-2 0,0 0 3 0,0 0-1 15,0 0-1-15,0 0 5 0,0 0-5 0,0 0 2 16,9 0-1-16,-9 0-2 0,0 0 6 0,0 0 5 15,0 0-7-15,0 0 7 0,0 0-6 0,0 0-4 16,0 0 2-16,0 0-2 0,0 0 6 0,0 0 1 16,0 0 6-16,13 0-2 0,-13 0-2 0,0 0 1 15,0 0-5-15,0 0 4 0,0 0-2 0,0 0 0 16,0 0-3-16,0 0-2 0,0 0 2 16,0 0-2-16,11 0 1 0,-11 0 4 0,0 0-4 0,0 0 0 15,8 0 5-15,-8 0-7 0,0 0 2 16,0 0 1-16,6 0-1 0,-6 0-7 0,0 0 8 15,0 0-4-15,0 0 4 0,0 0 2 0,0 0-6 16,0 0 7-16,0 0-10 0,0 0 7 0,0 0-3 16,0 0 1-16,0 0 3 0,0 0-2 0,0 0 5 15,0 0-4-15,0 0 1 0,0 0-2 0,7 0-2 16,-7 0 2-16,0 0-2 0,0 0 3 0,0 0-2 16,0 0 3-16,0 0 0 0,0 0-1 0,0 0 3 15,0 0-6-15,0 0 0 0,0 0 3 0,0 0 8 16,0 0-6-16,0 0 3 0,0 0 0 15,0 0-10-15,0 0 10 0,0 0-3 0,0 0 0 0,0 0 5 16,0 0-3-16,0 0 3 0,0 0-4 16,0 0-4-16,0 0 3 0,0 0-2 0,0 0-4 15,0 0 5-15,0 0-6 0,0 0 4 0,0 0 6 16,0 0-6-16,0 0 4 0,0 0-4 0,0 0 0 16,0 0 2-16,0 0 0 0,0 0 2 0,0 0-6 15,12 0 1-15,-12 0 0 0,0 0-1 0,0 0 3 16,0 0-1-16,0 0 3 0,0 0-3 0,0 0 3 15,0 0 0-15,0 0-6 0,0 0 4 0,0 0-4 16,0 0 0-16,11 0 6 0,-11 0-7 16,0 0 7-16,0 0 1 0,0 0-7 0,0 0 5 15,0 0-1-15,0 0-3 0,0 0 7 0,8 0 0 16,-8 0 0-16,0 0 8 0,0 0 0 0,0 0 7 16,0 0-3-16,0 0-2 0,0 0-5 0,0 0-3 15,0 0-2-15,0 0-4 0,0 0 1 0,0 0-3 16,0 0 1-16,0 0 0 0,0 0 1 0,0 0-3 15,0 0 1-15,0 0-2 0,0 0-1 0,0 0 7 16,0 0-3-16,0 0 2 0,0 0 0 0,0 0-7 16,0 0 6-16,0 0 1 0,0 0-4 0,0 0 4 15,0 0-2-15,0 0 0 0,0 0 0 0,0 0-1 16,0 0-1-16,0 0 0 0,0 0 4 16,0 0-2-16,0 0 0 0,0 0 2 0,0 0-5 0,0 0 2 15,0 0-1-15,0 0 1 0,0 0 2 0,0 0-1 16,0 0 0-16,0 0 0 0,0 0 3 15,0 0 1-15,0 0-1 0,0 0-3 0,0 0-1 16,0 0-1-16,0 0 2 0,0 0 3 0,0 0-3 16,0 0 4-16,0 0-4 0,0 0 0 0,0 0 0 15,0 0-4-15,0 0 6 0,0 0-3 0,0 0 1 16,0 0 0-16,0 0 0 0,0 0-2 0,0 0 0 16,0 0 4-16,0 0-6 0,0 0 6 0,0 0 0 15,0 0-4-15,0 0 2 0,0 0 2 0,0 0-6 16,0 0 6-16,0 0 0 0,0 0-6 0,0 0 8 15,0 0-4-15,0 0-2 0,0 0 4 16,0 0-1-16,0 0 1 0,0 0 1 0,0 0 4 16,0 0 4-16,0 0 6 0,0 0 0 0,0 0 1 15,0 0-8-15,0 0-1 0,0 0-2 0,0 0 2 16,0 0 2-16,10 0-5 0,-10 0 5 0,0 0-2 16,9 0 6-16,-9 0 0 0,0 0-2 0,6 0 8 15,-6 0-1-15,0 0 7 0,0 0 5 0,0 0-6 16,5 0 0-16,-5 0-6 0,0 0 2 0,0 0-8 15,0 0 0-15,0 0-5 0,5 0-4 0,-5 0 3 16,1 0 1-16,-1 0-1 0,0 0-6 16,0 0-1-16,0 0-4 0,0 0-1 0,0 0 7 15,0 0 1-15,0 0-4 0,0 0 8 0,0 0 6 16,0 0 2-16,0 0 6 0,0 0 3 0,0 0-2 16,0 0-3-16,0 0 3 0,0 0-10 0,0 0-6 15,0 0 0-15,0 0-5 0,0 0 5 0,0 0-3 16,0 0 0-16,0 0-2 0,0 0-2 0,0 0 0 15,0 0-6-15,0 0 6 0,0 0-1 0,0 0 2 16,0 0 3-16,0 0-7 0,0 0 5 0,0 0-7 16,0 0 8-16,0 0 0 0,0 0-3 0,0 0 4 15,0 0-10-15,0 0 6 0,0 0-1 0,0 0 4 16,0 0-4-16,0 0-2 0,0 0-2 0,0 0 0 16,0 0 7-16,0 0-5 0,0 0 2 15,0 0-2-15,0 0-1 0,0 0 3 0,0 0-1 16,0 0 1-16,0 0-4 0,0 0 1 0,0 0 4 15,0 0-4-15,0 0 5 0,0 0 1 0,0 0-1 16,0 0 0-16,0 0-3 0,0 0-2 0,0 11 4 16,0-11 3-16,0 0-1 0,0 0-1 0,0 0-7 15,0 0 4-15,0 0-2 0,0 0 9 0,0 0-3 16,0 0-2-16,0 0 0 0,0 0-1 0,0 0 5 16,0 0-8-16,0 0 3 0,0 0-3 15,0 0 0-15,0 0 8 0,0 0-9 0,0 0 4 0,0 0-1 16,0 0 1-16,0 0 6 0,0 0-2 0,0 0-8 15,0 0 8-15,0 0-5 0,0 0 4 0,0 0 5 16,0 0-8-16,0 0 4 0,0 0-6 16,0 0 0-16,0 0 1 0,0 0 0 0,0 0 6 15,11 0-4-15,-11 0 2 0,7 0 1 0,-7 0-3 16,8 0 6-16,-8 0-3 0,6 0-1 0,2 0 1 16,-5 0-5-16,-3 0 1 0,6 0 1 0,-2 0 3 15,2 0-5-15,-6 0 0 0,3 0 1 0,0 0 0 16,-1 0 1-16,-1 0 6 0,1 11-9 0,-2-11-4 15,0 0 5-15,1 6-2 0,-1-6 4 16,0 0 3-16,0 0 0 0,0 0-2 0,0 0 6 0,0 0-10 16,0 0 6-16,0 0-4 0,0 0 0 15,0 0 6-15,0 0-1 0,0 0 3 0,0 0-3 16,0 0 0-16,0 0 7 0,0 0-9 0,0 0 2 16,0 0 0-16,0 0-8 0,0 0-4 0,0 0 8 15,0 0-4-15,0 0 1 0,10 0 12 0,-10 0-8 16,9 0-7-16,-3 0 10 0,-2 0-9 0,1 0-2 15,-1 0 6-15,-1 0-12 0,1 0 9 0,-3 0-1 16,1 0 7-16,-1 0-4 0,-1 0-3 0,0 0 3 16,0 0-8-16,0 0 10 0,0 0-6 0,0 0 8 15,0 0 3-15,0 9-5 0,0-9 7 0,0 0-3 16,0 8-5-16,-9-8 3 0,9 0-1 16,0 5-4-16,-6-5 3 0,6 0 0 0,0 0 3 0,0 0-1 15,0 0-3-15,0 0 0 0,0 0-7 16,0 0 1-16,0 0 2 0,0 0 2 0,0 0 1 15,0 0-2-15,0 0 1 0,0 0 1 0,0 11-1 16,0-3 5-16,0-8-1 0,0 12 0 0,0-1 0 16,0-4-3-16,-12 3 3 0,1-3-2 0,2 1 4 15,-2 2 4-15,-1-4 0 0,2 1-3 0,-4 3-1 16,3-6-3-16,1 0 3 0,-2 0 2 0,2-2 3 16,1-2 20-16,2 0 22 0,4 0 20 0,-3 0 16 15,3 0-10-15,0 0-17 0,-1 0-13 0,4-10-10 16,0 10-9-16,0-14-7 0,0 5-12 0,0-1-10 15,0-1-3-15,13-2-1 0,-1 2 20 0,1-1-2 16,4 0-20-16,3 0 13 0,3 3-15 16,4 0 5-16,3 1 18 0,4 5-28 0,-2-1-11 15,0 4 7-15,-1 0-7 0,-2 0 17 0,-3 0 4 16,-5 18 1-16,-2 1 1 0,-3-1-5 0,-5 5 6 16,-2 4-10-16,-4 1 6 0,-5 1 2 0,0 1-7 15,0-1 2-15,0 2 10 0,-11-3-1 0,0-1 5 16,1 1 8-16,-2 0 1 0,-2 0 9 0,-3-2-4 15,-1 2-3-15,-5 0-6 0,-1-4 2 0,1-2 16 16,2-3-8-16,1-3-1 0,3-4-15 16,5-4-12-16,5-3 18 0,7-2-4 0,0-1 7 0,0-2 8 15,10 0-14-15,7 0 3 0,3 0-3 16,6 0-10-16,4 0 3 0,3-13-10 0,5 3-46 16,6 1-61-16,-3 1-106 0,0-2-121 0,-1 2-94 15,-5-1-174-15,0-2-162 0,-3-2 130 0</inkml:trace>
  <inkml:trace contextRef="#ctx0" brushRef="#br0" timeOffset="11781.79">28786 3668 2796 0,'0'0'65'16,"14"0"74"-16,-5 0 66 0,-1 0 54 0,-2 0-26 15,-6 0-56-15,0 0-47 0,11 0-47 0,-11 0-26 16,4 0-14-16,-4-7-18 0,0 7-9 0,0 0-10 16,2 0-2-16,-2 0-3 0,0 0 8 0,0 0 9 15,0 0 34-15,0 0 24 0,0 0 38 0,0 0-12 16,0 0-18-16,0 0-10 0,0-14-9 0,0 4 37 16,0 0 32-16,-8 0 41 0,8 0 8 0,0-1 2 15,0 2-10-15,0 1-34 0,0-2-29 0,0 3-21 16,0 0-36-16,0 3-22 0,0-2-18 0,0 3-23 15,0-1-4-15,0 1-10 0,0 1 1 0,8 1-4 16,-8 1-10-16,12 0 1 0,-5 0-1 16,2 0 13-16,2 0 3 0,0 13-3 0,1 1 0 15,2 1-4-15,-4 4-6 0,2 1 5 0,0 2-3 16,-1 4 5-16,-5-1 11 0,-1 4 13 0,-5-1 1 16,0 1 5-16,0 2-4 0,-17-1-6 0,0-1 4 15,4 0-4-15,-1-4 5 0,-3-2 0 0,2-3 1 16,6-5 13-16,9-4 15 0,-11-2 20 0,11-3 18 15,0-4-5-15,0-2-9 0,0 0-2 0,0 0-11 16,20 0-8-16,3 0-6 0,6 0-18 16,9-10-7-16,4 10 0 0,11-9-14 0,5 9-25 15,3-10-60-15,1 10-110 0,0-7-147 0,-2 7-97 16,-6 0-33-16,-5 0-21 0,-7 0-22 0,-5 0-11 16,-8 0-79-16,-10 8-225 0,-8-8 181 0</inkml:trace>
  <inkml:trace contextRef="#ctx0" brushRef="#br0" timeOffset="9991.41">26215 3743 2925 0,'0'-17'26'0,"0"1"49"0,-13 1 70 16,-3-2 55-16,3 2 12 0,-1-3-36 0,0 6-62 16,2-4-56-16,-1 3-31 0,0 2-5 15,6-2-8-15,-2 5 1 0,4 4-8 0,-1-2-12 16,3 1 1-16,3 1-1 0,0 2 0 0,0 0 7 16,0 1-8-16,0-1 7 0,0 1-1 0,0 0-6 15,11 1 8-15,1 0-9 0,2 0 1 16,-2 0 5-16,4 0-6 0,-2 11 2 0,0 0-1 0,2 0 0 15,0-1 6-15,-3 3-2 0,-2 4 11 0,-2-1-9 16,-1 5-1-16,1-1 6 0,-6 1-7 0,0 3 5 16,-3 1 6-16,0-1-14 0,0 2 4 0,-12 1 3 15,-2 1-4-15,3-1 4 0,-4 1-3 0,-2-1 0 16,-2 0-2-16,-1-2 6 0,0-2 4 0,1-1-7 16,2-4 1-16,3-3 2 0,4 0 3 15,3-5 15-15,1 0 25 0,6-2 25 0,0-2 18 16,0-3 5-16,17-2-23 0,0-1-29 0,6 0-28 15,5 0-11-15,3 0-2 0,5 0 0 0,7-8-11 16,2 8-46-16,2-13-52 0,-1 0-64 0,1 4-106 16,-1-1-110-16,-1 1-124 0,-1-2-349 0,-1 2 42 15,-7-3 151-15</inkml:trace>
  <inkml:trace contextRef="#ctx0" brushRef="#br0" timeOffset="10621.52">26761 3224 2161 0,'-11'-7'39'0,"2"-3"37"0,1 3 52 0,2 0 51 16,-1-1 13-16,3 2 11 0,1-1-13 0,-3 1-5 15,3 1-19-15,3 2-21 0,0-2-19 0,0 3-39 16,0-1-26-16,0 2-25 0,0-1-19 0,0-1-3 16,0 1 3-16,16 0-2 0,2-2 5 0,1 3 1 15,4-2-11-15,3 1 3 0,4-1-6 0,2 0-3 16,-1 2-5-16,2 1-1 0,-1-2-2 16,-2 2 0-16,-4 0 0 0,-1 0-2 0,-3 0-2 0,-5 0-2 15,0 0 2-15,-5 11-1 0,-5-2 6 16,3 0-1-16,-4 1 3 0,-2 2 0 0,-1 3-2 15,0 3 5-15,-3 2-6 0,0 5 7 0,0 5-5 16,0 3-9-16,-16 1 7 0,-1 0-6 0,0 2 2 16,-3 1 10-16,4-1 3 0,-4-2-4 0,0 1 2 15,4-5 2-15,-1 0-4 0,2-2 5 0,1-4 5 16,0-2-5-16,5-4 9 0,2-3 4 0,1-2-1 16,2-4 8-16,1-1 7 0,3-4 9 0,0 0 12 15,0-2-5-15,0 1-1 0,0-2 5 0,0 0-4 16,13 1 10-16,-3-2-16 0,7 1-9 0,3 1-14 15,2-1-12-15,6-1-19 0,4 5-58 0,1-5-59 16,7 0-55-16,-1 0-59 0,-3 0-69 0,1 0-70 16,-1-12-82-16,1 12-78 0,-4-13-218 15,-1 1 112-15,-1-1 133 0</inkml:trace>
  <inkml:trace contextRef="#ctx0" brushRef="#br0" timeOffset="10791.47">27538 3669 2807 0,'0'-4'43'0,"0"2"40"15,0 0 37-15,0 0 17 0,0 1-45 0,0 1-47 0,0 0-37 16,0 0-17-16,0 0 3 0,0 11 8 0,0-1 7 16,0 2 2-16,0 3 7 0,0 0 2 0,11 5-7 15,-2 1 1-15,-9 1-6 0,7 2-3 16,3 1 2-16,-6 1-7 0,-4 0-24 0,6-2-75 16,-6 2-92-16,0-3-95 0,0 0-92 0,0-2-161 15,0-3-130-15,-17 0 102 0</inkml:trace>
  <inkml:trace contextRef="#ctx0" brushRef="#br0" timeOffset="11336.32">27886 3023 2900 0,'-2'-11'45'15,"1"3"54"-15,-2-1 59 0,3 1 47 0,0 1-16 16,-5 1-26-16,5-1-51 0,0 5-48 0,0 0-28 15,0-2-27-15,0 4-16 0,0-1 4 0,0 1-4 16,0 0-8-16,0 0 7 0,0 0-1 16,0 0 1-16,0 0 6 0,0 0 4 0,0 0-4 15,11 0 8-15,4 7-3 0,0-7 0 0,0 9 7 16,8 0-5-16,3-1 4 0,1-1-3 0,-1 1-3 16,5 0 5-16,-1 1 28 0,2 0-5 0,-2 4-2 15,1-1-12-15,-3 1-27 0,-3 2 2 0,-2 1 3 16,-5 4 2-16,-5 1 2 0,-2 4 7 0,-5 2 0 15,-6 6-6-15,0 5-6 0,-12 2-4 16,-6 6 0-16,-5 2 8 0,-6 2 12 0,-1-1 10 0,-5 4 3 16,-3-5 8-16,3-2-7 0,-2-4-5 0,4-3 15 15,6-8 4-15,4-4 22 0,3-3 3 16,8-7 26-16,1-4 11 0,11-4 32 0,0-3 60 16,0-2 49-16,0 1 62 0,0-5-24 0,20 0-67 15,7 0-90-15,5 0-88 0,5 0-38 0,7 0-75 16,7-13-167-16,6 2-154 0,-1 0-88 0,3 0-23 15,-3-2 2-15,4 2-29 0,-10-1-93 0,0-4-295 16,-6 3 162-16</inkml:trace>
</inkml:ink>
</file>

<file path=ppt/ink/ink3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5:49.446"/>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1030 218 2771 0,'0'-5'49'0,"0"-1"53"0,0 0 47 0,0 6 21 15,0 0-37-15,0 0-57 0,0 0-54 0,0 0-19 16,0 0-8-16,0 0-2 0,0 0 11 0,12 0-2 16,5-8-6-16,2 8-4 0,6 0-45 0,1-7-62 15,2 7-68-15,3-6-67 0,-1 6-42 16,1-5-30-16,-3 5-72 0,-5 0-174 0,-3 0 46 16,-3 0 90-16</inkml:trace>
  <inkml:trace contextRef="#ctx0" brushRef="#br0" timeOffset="143.95">1056 459 2019 0,'-6'7'31'0,"3"-2"51"0,3-1 28 0,0-3 28 15,0-1-12-15,18 0-50 0,0 0-31 0,5-11-28 16,3 0-13-16,2-2-10 0,9 1 8 0,1-1-30 16,7-1-62-16,7 0-93 0,9-2-206 0,1 0-244 15,5 0 57-15</inkml:trace>
  <inkml:trace contextRef="#ctx0" brushRef="#br0" timeOffset="-275.86">82 119 2071 0,'-3'0'21'0,"-1"0"21"16,-1 0 24-16,1-8 24 0,-1 8 11 0,-1-9 9 15,-2 9 12-15,-1-6 9 0,3-1 0 0,-3 3 1 16,4 4-6-16,-1-5-16 0,0 1-22 0,3 2-33 16,0-1-39-16,2 2-22 0,1 1-16 15,0 0-1-15,0 0 6 0,0 0 3 0,0 0 17 16,13 0 4-16,-2 0 5 0,1 0-2 0,2 0-5 16,1 9-2-16,0-9-1 0,3 9-3 0,1-2-4 15,-1 2 1-15,0 0 1 0,0-3 4 0,1 5 2 16,-1 0-2-16,1 1-2 0,0 1-2 0,-1 1 1 15,2-1 5-15,-1 1-7 0,0 4 7 0,-4-1-1 16,0 1-5-16,-3 1 12 0,-3 1-3 0,-4-1-5 16,-2 2 11-16,-3-1-2 0,0 0 1 0,0 0 2 15,-15 0-9-15,0-4-7 0,-4 3 0 0,1-6 4 16,0 2 3-16,-2-2 9 0,3 0-7 0,-1-4 0 16,3-5 1-16,3 3 0 0,1-6 9 15,1-1 0-15,2 0-3 0,2 0-3 0,3 0-2 0,-2 0-8 16,2-17-11-16,3 5 11 0,0-6-12 15,0-1 4-15,14-5 8 0,1-3-3 0,2-2 7 16,4 1-3-16,3-5 14 0,4-1-5 0,1-2 15 16,2 2 18-16,-5 2 1 0,2 0 10 0,-6 3-2 15,-2-1 4-15,-5 6 3 0,-1 1-3 0,-6 8-1 16,-2 1-17-16,-3 4-19 0,-3 3-14 0,0 5-9 16,0 2-1-16,0 0-4 0,0 0 9 0,0 0-17 15,0 12 8-15,-12 1 5 0,1 4-8 0,2 0 8 16,0 2 12-16,0 3-39 0,-1 3-10 0,1-1-17 15,3 2-56-15,6 0 2 0,0-1-25 0,0 1-20 16,0-1-21-16,0-1-18 0,14 2-17 16,1-5-18-16,-3 1-13 0,3-4-57 0,1-4-241 15,0-3 3-15,-2-3 71 0</inkml:trace>
  <inkml:trace contextRef="#ctx0" brushRef="#br0" timeOffset="416.4">2532-338 2513 0,'-14'-7'1'0,"-3"0"6"15,-2 7 17-15,-7 0 24 0,-1 0 28 0,-10 16 2 16,1 1-11-16,-1 5-23 0,-1 1-27 16,-1 7-11-16,5 0-4 0,-2 5-1 0,6 4-3 0,4 2 7 15,1 4 3-15,7 4-1 0,5-1 5 16,3 4 1-16,10 1-8 0,0-2 4 0,0-1 1 16,13 1-11-16,3-5-24 0,7-3-33 0,3 1-27 15,4-6-44-15,4-3-26 0,2-5-30 0,7-3-108 16,-1-5-298-16,4-6 36 0,1-4 60 0</inkml:trace>
  <inkml:trace contextRef="#ctx0" brushRef="#br0" timeOffset="923.81">2732 76 2487 0,'-3'-16'24'16,"0"4"22"-16,0-1 25 0,3 3 9 0,0 0-13 15,0 3-22-15,0-1-27 0,14 2-10 0,-2-1-14 16,2 6 0-16,2-2 0 0,0 3 0 0,2 0 0 16,2 0-2-16,-1 0 2 0,4 15 0 0,-3 0 2 15,0 0 3-15,-4 0-4 0,1 4 3 0,0 2 1 16,-2 0 4-16,-4 0 8 0,-2 3-14 0,-5 0 7 15,-4 1 1-15,0-2 1 0,0 0 14 0,-13 1-6 16,-1 0-5-16,-3-2-1 0,-3 0-2 16,1-2-4-16,-4-2 6 0,0 0 0 0,0-4-1 15,4-1 5-15,2-3-1 0,3-4 4 0,1-2 5 16,6-2-3-16,0-2-6 0,5 0-8 0,2 0-9 16,0 0-2-16,0-19 0 0,0 3 2 0,16-5 4 15,3-2 3-15,1 0 20 0,4-3 6 0,5-1 26 16,2-1 30-16,2-3 3 0,5 2 31 0,-2-3-7 15,-2 2-8-15,-1 1 11 0,-2 0-19 0,-3 3 5 16,-2 2-4-16,-6 4-11 0,-6 6-7 16,-4 1-2-16,-4 4-14 0,0 5-19 0,-3 2-19 0,-3 2-21 15,0 0-18-15,0 0-4 0,0 0 2 16,0 0 3-16,-9 12 6 0,9 4-7 0,-13-3-35 16,13 3-34-16,-9 3-33 0,1-1-3 0,8 5-6 15,-6 1-30-15,6 1-42 0,0-3-48 0,0 4-11 16,0-5-5-16,0 1-7 0,14-1-95 0,-5-1-258 15,4-3 67-15</inkml:trace>
  <inkml:trace contextRef="#ctx0" brushRef="#br0" timeOffset="1173.03">3478 303 2866 0,'5'-8'60'0,"-2"1"58"15,-3 0 51-15,0 7 33 0,0 0-35 0,0 0-54 16,0 0-50-16,0 0-47 0,0 0-27 0,0 0-3 15,0 0-11-15,0 0 15 0,0 15 2 0,0-2 3 16,0 3 11-16,0 3-8 0,0 2 8 0,9 2-9 16,1 0 0-16,-4 1 3 0,2 2-1 0,-2-4 0 15,0 1 3-15,-1-1 4 0,1-4-7 0,-3-1 7 16,0-1 1-16,0-2-3 0,0-2 4 0,-2-3-4 16,-1 0 1-16,4-4-3 0,-4-2 1 0,0 1 6 15,0-1-19-15,0-2-20 0,0-1-70 0,0 0-180 16,0 0-184-16,0 0-415 0,-14 0 40 0,0-11 174 15</inkml:trace>
  <inkml:trace contextRef="#ctx0" brushRef="#br0" timeOffset="2307.75">5832-40 3272 0,'20'-16'67'16,"-5"4"69"-16,-7 1 47 0,1 2 64 0,-6 2-1 0,-2 1-15 15,-1-1 8-15,0 3-46 0,0 3-63 16,0 0-50-16,0 1-54 0,0 0-22 0,0 0-8 15,0 0-7-15,0 0-4 0,-7 0 3 0,1 0-2 16,-2 0 3-16,-1 0 7 0,-2 0 12 0,-4 0-1 16,4 0 15-16,-2 0 1 0,1 0-15 0,1 0 25 15,2 0-16-15,3 0-12 0,1 0 8 0,5 0-26 16,0 0-12-16,0 0 1 0,0 0 3 0,0 0-2 16,11 0 11-16,-11 0 5 0,12 0-12 0,2 0 1 15,-4 0-4-15,2 0-8 0,-1 10 1 0,3 2 7 16,-2-1-4-16,-2 2 7 0,1 4 10 0,-2 0-12 15,-3 4 18-15,-3 1-4 0,-3 3 8 0,0 1 14 16,0 5-10-16,0-3 4 0,-16 2-9 16,-1 1 2-16,2-5-5 0,3 0 8 0,-2-3-4 15,3-3-8-15,2-4 4 0,2-4-1 0,7-1-3 16,0-5 7-16,0-2 16 0,0-1 30 0,0-3 92 16,0 0 52-16,10 0-8 0,7 0-48 0,4 0-84 15,7-13-90-15,2 2-121 0,9 0-74 0,1 0-80 16,2 1-43-16,1-3 11 0,-2-3-94 0,-5-1-118 15,-4-2-202-15,-1-7-124 0,-9-2 182 0</inkml:trace>
  <inkml:trace contextRef="#ctx0" brushRef="#br0" timeOffset="2471.77">6397-443 2909 0,'23'0'18'0,"-4"0"36"0,9 0 35 0,-1 0 27 15,5 16 37-15,0 3 3 0,3 3 20 0,0 6-7 16,1 4-25-16,1 5-11 0,-4 4-58 0,-1 4-18 15,-2 3-15-15,-1 3-30 0,-1 6 18 0,-6 2-1 16,-2 2-12-16,-3 2 5 0,-7 2-66 0,-10 5-84 16,0-2-154-16,-18 2-267 0,-9-3-411 0,-14 2-10 15,-15-4 152-15</inkml:trace>
  <inkml:trace contextRef="#ctx0" brushRef="#br0" timeOffset="1895.82">4865-149 2628 0,'3'-6'45'0,"0"-1"14"0,0 0 13 0,1-2 16 15,2 4-27-15,2-4-3 0,1 0-3 0,5-1-5 16,2 1-11-16,4 1-2 0,0 1 2 0,6 0-6 16,4 3-6-16,-4 1-6 0,3 1-16 0,-5 2 0 15,2 0-4-15,-3 0-1 0,-2 12 2 0,-3 0-4 16,-4 0 1-16,-4 0-6 0,3 4 8 0,-6-2-2 16,-1 2 7-16,2 1 6 0,-5 2-1 0,-3 3 2 15,0 0 2-15,0 1-7 0,-14 1 2 0,4 2 5 16,-4-3-17-16,-1 1 11 0,-2-1-4 0,3-2-1 15,-5-1 10-15,2-2-6 0,2-4-3 0,-2-1 8 16,0-3 25-16,7-2 23 0,-1-5 35 16,5 0 16-16,3-3-7 0,3 0-25 0,0 0-36 15,0 0-19-15,0-17-23 0,9 1 2 0,2-2-7 16,-1-6 1-16,2-1 3 0,-1-3-8 0,6-5 8 16,0 1-6-16,1-2 7 0,0 1 0 0,0-2 16 15,-3 2 6-15,1 2 23 0,0 0 27 0,-2 6 26 16,0 2 25-16,-5 2-11 0,0 7 0 15,-5 0-50-15,-1 8-37 0,0 1-58 0,-3 5-16 0,0 0-1 16,0 0-11-16,0 0 42 0,0 0 5 0,0 14-1 16,0 1 24-16,0 2-11 0,0-1-19 15,0 5-5-15,0 3-45 0,0-1 1 0,0 5-25 16,0 1 3-16,10 1 10 0,0-2-29 0,2 2-30 16,2 0-96-16,0-1-112 0,2-2-99 0,4-1-215 0,-3-8-111 15,3-2 135-15</inkml:trace>
  <inkml:trace contextRef="#ctx0" brushRef="#br0" timeOffset="3568.04">424 1476 2618 0,'-11'0'55'0,"2"0"60"0,-1 0 60 0,0 5 57 16,4-5-13-16,0 0-39 0,2 0-42 15,-1 0-28-15,1 0-47 0,-1 0-30 0,4 0-6 16,-1 0-29-16,1 0 2 0,1 0 11 0,0 0-11 16,0 0-3-16,0 0-1 0,0 0 6 0,0 0-16 15,13 0 3-15,1 0 6 0,0 0 6 0,1 0 7 16,3 0 3-16,5 0-10 0,4-14-8 0,0 6 0 15,5 8 4-15,0-10 3 0,2 10 6 0,0-7 1 16,-3 3-10-16,1 4-4 0,-2 0 0 0,-6 0 0 16,-1 0 2-16,-3 0 2 0,-3 0 2 0,-5 0 1 15,-3 0-2-15,-1 0 2 0,-4 11 1 16,1-3-1-16,-2-2 4 0,-2 1 0 0,-1-1 5 16,0 3 1-16,0 3 1 0,0 5-4 0,0 1-10 15,-13 6 6-15,0 0-1 0,0 6-2 0,-4-2 2 16,-1 9 2-16,-3-6 1 0,-2 3 5 0,-2-2-6 15,1 1-11-15,-2-4 1 0,2-2 1 0,3-1 7 16,-2-5 3-16,6-1-4 0,-1-4-2 0,6-2-2 16,3-3-2-16,0-4 6 0,4-1 4 0,4-2-6 15,1-1-1-15,0-3 3 0,0 0 25 0,0 0 19 16,12 0 21-16,1 0-8 0,4 0-19 16,1 0-16-16,4-14-2 0,2 4-1 0,3 3-17 0,4-2 10 15,-1 2-22-15,2-3 0 0,-2 2 10 16,1-1-27-16,-1 2-16 0,-1-1-44 0,-2 3-67 15,-3 0-103-15,-4 2-107 0,-3-1-92 0,-2 1-129 16,-1 0-209-16,-2-3 130 0</inkml:trace>
  <inkml:trace contextRef="#ctx0" brushRef="#br0" timeOffset="4332">2816 1180 3313 0,'-21'-7'-1'0,"-2"1"6"0,0 2 28 0,-6 4 29 15,-1 0 24-15,-4 0-3 0,-1 13-28 0,-1 4-34 16,0 3-19-16,2 4-13 0,1 4 2 0,7 4 14 16,0 3 2-16,9 4 15 0,4 6-7 0,5 2-10 15,8 3 5-15,0 2-11 0,0 2 13 0,14-1-8 16,6 0-27-16,-1-1-23 0,4-4-56 0,4-2-36 15,4-4-30-15,1-3-34 0,1-9-19 0,-3-2-30 16,5-3-43-16,2-7-124 0,-1-6-192 0,4-6 72 16,-1-6 91-16</inkml:trace>
  <inkml:trace contextRef="#ctx0" brushRef="#br0" timeOffset="4744.07">3112 1402 3599 0,'-14'-12'42'0,"2"1"42"16,5-2 37-16,-3 3 32 0,7 2-20 0,-1 2-26 16,1 0-41-16,3 1-29 0,0-1-26 0,0 2-36 15,14 0 15-15,2-3 1 0,4 2 1 0,6 2 23 16,1-4 2-16,5 3-23 0,4-1 10 15,1 1-11-15,-1 2-6 0,-2 0 9 0,-1 2 1 16,-7 0 2-16,0 0-4 0,-9 0 9 0,-1 0-21 16,-5 0 2-16,-2 10 0 0,-6-10 4 0,-3 14 18 15,0-2 1-15,0 2-7 0,0 5 10 0,0 0 10 16,-15 7-8-16,-5 2 4 0,3 4-16 0,-2 5-12 16,-6 2 6-16,3 1 4 0,-4-3 5 0,0 2 2 15,2-4-10-15,1-2-1 0,3-2 2 0,0-6 3 16,7-5 0-16,4-3 6 0,3-6-7 0,4-4-4 15,-1-4 19-15,3 0-9 0,0-3 24 0,0 0 49 16,0 0 18-16,14 0 11 0,2 0-23 16,1 0-44-16,6-12-21 0,6 2-33 0,1-1-71 15,6 0-73-15,1 0-90 0,-1-2-137 0,1 0-125 16,-2-3-152-16,-2 0-291 0,-5 3 161 0</inkml:trace>
  <inkml:trace contextRef="#ctx0" brushRef="#br0" timeOffset="4924.76">3770 1659 3923 0,'9'0'30'0,"-2"0"15"15,-4 0 7-15,0 0 11 0,-3 0-38 0,0 0-20 0,0 0-1 16,0 11-13-16,0-11 7 0,0 14 3 16,0-3-6-16,0 0 7 0,0 3 11 0,0 3-7 15,0 1-5-15,10 1-39 0,-10 1-73 0,13 2-97 16,-13-3-151-16,6 2-145 0,-6 0-342 0,0-4 16 15,0-3 156-15</inkml:trace>
  <inkml:trace contextRef="#ctx0" brushRef="#br0" timeOffset="4063.82">1589 1887 3810 0,'-14'1'22'0,"3"0"8"16,1-1 24-16,1 0 10 0,9 0-17 0,-6 0-9 0,6 0-20 16,0 0-18-16,0-11-4 0,12 11-1 15,4-11-6-15,7 3 0 0,11-3 0 0,2-2-13 0,8 3-36 16,5-2-51-16,-1 1-93 0,6 0-106 15,-4 0-82-15,-2 0-112 0,-1 0-272 0,-4 1 93 16,-7 2 123-16</inkml:trace>
  <inkml:trace contextRef="#ctx0" brushRef="#br0" timeOffset="3844.24">1595 1571 3024 0,'-8'-12'35'0,"-2"2"26"0,2 10 30 0,3-12 20 0,5 12-27 0,0-9-37 0,0 9-31 15,0-6-6-15,0 6-21 0,11-8 14 0,3 3-3 16,4 3-14-16,2-3 7 0,3 0 4 0,7 2-1 15,0 0 4-15,2-1-8 0,5 2-45 0,-4 0-25 16,-3 0-51-16,2-3-49 0,-4 4-30 16,-6-2-41-16,-2-2-28 0,-6 5-190 0,-14 0-135 15,0 0 69-15</inkml:trace>
  <inkml:trace contextRef="#ctx0" brushRef="#br0" timeOffset="5599.61">5208 1144 2827 0,'-14'3'53'15,"5"-3"71"-15,0 0 71 0,1 0 36 0,5 0-25 0,-1 0-50 16,1 0-67-16,1 0-36 0,1 0-27 16,1 0-23-16,0 0 3 0,0 0-3 0,0 0-5 15,0 0 7-15,16 0-5 0,1-11 7 0,7 3-1 16,5 8-1-16,3-8 2 0,9 3-3 0,2-1 6 15,4 4-3-15,-5 2-6 0,4-5-2 0,-7 5-2 16,-5 0-4-16,-4 0 7 0,-7 0-2 0,-6 0-4 16,-5 9 4-16,-5 0-6 0,-1 2 6 0,-6 2 13 15,0 4 1-15,0 2-4 0,0 5 3 0,-19 7-8 16,2 2 2-16,-6 2 23 0,-1 5-1 0,-5 1-3 16,3-3-7-16,-4 3-22 0,1-2 0 15,2-4 6-15,4-4 2 0,3-3 1 0,3-7-4 0,10-2-7 16,-2-5 1-16,6-6 6 0,3-4 3 15,0-1 30-15,0-2 21 0,13-1 11 0,4 0 0 16,3 0-28-16,6 0-28 0,2-12-50 0,9 1-65 16,4 0-97-16,1-7-150 0,4 4-148 0,4-6-178 15,-4 1-219-15,-2-2 159 0</inkml:trace>
  <inkml:trace contextRef="#ctx0" brushRef="#br0" timeOffset="6011.83">6063 1483 3835 0,'0'0'48'0,"0"0"58"16,0 0 57-16,-11 0 80 0,11 0 65 15,-9 0 20-15,9 0-2 0,-7 0-55 0,7 0-94 16,-7 0-55-16,7 0-46 0,-6-11-15 0,6 11-16 16,-3-6-32-16,3-1 2 0,-1 3-7 0,-2-2-12 15,0 1 15-15,0 0-14 0,0 4 4 0,0-4-1 16,0 1-6-16,1 1 7 0,-1-1-6 0,2 2 2 15,-1 2-2-15,2-2-10 0,0 0-8 0,0 2-2 16,0 0-11-16,0 0-19 0,0 0-23 16,0 0 6-16,0 0-15 0,8 0 36 0,-8 10 29 0,10-3-17 15,-2 2 18-15,-1-2-33 0,-1 3 14 16,1-2 14-16,-3 6 10 0,2-1 16 0,-3 0 8 0,-3 2-6 16,0 4-2-16,0 2 13 0,0 1-27 15,0 2 8-15,0-2 0 0,-13-1 1 0,3 3 11 16,10-6-3-16,-10-1-4 0,2 0-4 0,8-1-7 15,-7-4-5-15,7 1 10 0,0-4 6 0,0-1 7 16,0-2 15-16,0-2 0 0,0-2 14 0,0-1 52 16,0-1 14-16,12 0 1 0,-2 0-21 0,4 0-46 15,6 0-26-15,0 0-11 0,5-13-101 0,4 2-173 16,3-2-135-16,3 3-103 0,3-5-92 0,-3-2-89 16,-2 1-329-16,2-5 64 0,-3 0 184 15</inkml:trace>
  <inkml:trace contextRef="#ctx0" brushRef="#br0" timeOffset="6244.1">6585 980 3956 0,'12'-5'-4'0,"5"0"24"0,0 4 25 0,3 1 27 15,5 0 52-15,3 12-5 0,2 4 109 0,8 3 10 16,2 3 6-16,2 6 23 0,2 6-100 15,0 5-21-15,0 4-49 0,-1 5-49 0,1 5-21 0,-8 2-15 16,2 5-3-16,-6 5 8 0,-6 0-2 0,-2 3 4 16,-9 5 1-16,-4-2-66 0,-11 1-56 15,0 3-195-15,-20-4-142 0,-7 1-93 0,-11-2-222 16,-14-5-229-16,-13-4-57 0,-5-4 157 0</inkml:trace>
  <inkml:trace contextRef="#ctx0" brushRef="#br0" timeOffset="7616.24">735 3693 2535 0,'-3'0'33'0,"-1"0"41"0,2 0 51 16,-4 0 52-16,5 0 14 0,-2 0-19 0,1 0-36 15,2 0-53-15,0 0-42 0,0 0-25 0,0-8-18 16,0 8-1-16,0-6-6 0,12 6 3 0,-3-6-3 16,2 1-2-16,4 5 0 0,0-3 0 0,2 3 0 15,4 0 5-15,-1 0-4 0,0 0-5 0,-1 0 9 16,1 9-5-16,-2 2 7 0,1 0 4 15,-4 0-4-15,2 4 6 0,-5 1 3 0,-3 0 5 0,-2 3-3 16,-1 1-3-16,-1-1-8 0,-5 1 11 0,0 2-2 16,0-1 7-16,0 0 7 0,-17 1-8 15,4-2 0-15,-1-2-5 0,0 2-3 0,-1-1-9 16,0-3-5-16,3 2-7 0,-5-6-6 0,3 4-5 16,1-4 5-16,-1-1 8 0,0-2 9 0,1-1 7 15,2-2 5-15,-1-3 6 0,4-1-6 0,2 1 5 16,2-3-14-16,1 0-10 0,3 0 14 0,0 0-17 15,0-18 13-15,13 5 4 0,-2-6-1 0,3 4 4 16,1-5 6-16,3-3-6 0,0-1-6 0,4 0 11 16,-1-2-15-16,0-2 17 0,2 0-3 0,-3-2 7 15,1-1 34-15,-1 0 4 0,1 2 34 0,-4 1 7 16,-1 2 0-16,-2 4 14 0,-2 3-14 16,-4 4 7-16,-2 2 0 0,-3 6-18 0,0 3 2 0,-3 0-22 15,0 4-23-15,0 0-20 0,0 0-27 16,0 0-5-16,0 0-13 0,0 0 4 0,0 12 11 15,0 1-3-15,0 1 15 0,0-2 9 16,0 2-21-16,0 5-4 0,0 1-15 0,0 1-15 0,0 1-8 16,0 0-15-16,10 1-14 0,3-1-32 0,0-1-55 15,-1 3-87-15,5-6-111 0,-3 1-100 0,3-2-272 16,-1-4-24-16,4-3 136 0</inkml:trace>
  <inkml:trace contextRef="#ctx0" brushRef="#br0" timeOffset="7761.63">1584 3863 3975 0,'0'0'19'0,"0"0"19"0,0 0 26 15,0-10-3-15,-13 10-10 0,0 0-26 0,13-12-35 16,-9 12-44-16,9 0-87 0,0-6-130 0,0 6-190 16,0-9-209-16,0 4-254 0,0-1 138 0</inkml:trace>
  <inkml:trace contextRef="#ctx0" brushRef="#br0" timeOffset="8163.74">1707 3596 3936 0,'-15'0'30'0,"0"0"31"0,1 0 47 0,-3 0 49 16,7 0-7-16,-2-13-13 0,1 13-57 0,5-6-66 15,6 6-34-15,0 0-40 0,0-9 4 0,0 9 9 16,0 0 20-16,9-4 25 0,6 4 6 0,4-4 8 16,0-1-10-16,9 3-10 0,-3 0 2 0,6-3 3 15,-2 3 4-15,1-2-4 0,-3 2 6 0,-4 0-14 16,-2 1-2-16,-7 1 3 0,0 0-15 0,-8 0 20 16,1 0-7-16,-7 0 11 0,0 14 11 15,0-1-9-15,0 2 6 0,0 7-1 0,0 1 3 0,-10 6-6 16,1 2-6-16,-2 3 5 0,-3 2-14 15,5 1 4-15,-4 0 17 0,0-1-15 0,3-2 8 16,-2 1 14-16,4-5-10 0,-3-3-7 0,5-4 14 16,-3-2-20-16,5-4-1 0,1-5 10 0,1-3-15 15,2-3 9-15,0 0-1 0,0-3 9 0,0-3 0 16,0 0 0-16,0 0 9 0,15 0-5 0,-4 0 7 16,4 0-8-16,3 0-48 0,4-16-45 0,2 1-74 15,5 2-92-15,4-4-108 0,1-1-116 0,-1-3-115 16,5 0-271-16,0-4 150 0</inkml:trace>
  <inkml:trace contextRef="#ctx0" brushRef="#br0" timeOffset="8372.61">2641 3592 4369 0,'-13'0'66'0,"2"0"99"15,-1 0 87-15,4 0 47 0,2 0-62 0,0 0-85 0,1 0-101 16,5 0-80-16,0 0-28 0,0 0-3 0,0 0-19 16,17 0-48-16,3 0-43 0,1 0-102 15,8-9-27-15,4 3-12 0,5 1-82 0,6-5-79 0,-1 1-111 16,3 0-262-16,-2 1 70 0,-8 3 170 16</inkml:trace>
  <inkml:trace contextRef="#ctx0" brushRef="#br0" timeOffset="8507.78">2678 3853 3010 0,'-16'20'31'0,"7"-7"30"0,3-5 29 16,2 0 21-16,4-8-4 0,0 0-8 0,0 0-32 15,21 0-24-15,2-16-39 0,7 0-19 0,8-1-54 16,6 0-98-16,5-2-115 0,8 0-149 16,6 1-300-16,2-1-8 0,2 2 126 0</inkml:trace>
  <inkml:trace contextRef="#ctx0" brushRef="#br0" timeOffset="10731.84">4884 3326 2556 0,'-3'-4'42'0,"0"-3"54"16,0 1 68-16,3 2 64 0,-4-3 8 0,1 4-24 15,0-2-50-15,0-1-48 0,3 2-46 0,-3 2-33 16,3 1-17-16,0-2-14 0,0 2 4 0,0 1-11 16,0 0 0-16,0-3 2 0,0 2-18 0,16 0 22 15,-1-1 0-15,-1-3-12 0,3 2 12 0,3 0-6 16,-1 0 10-16,4 1-9 0,-2 1 0 0,-1-1-8 16,-2 2-12-16,1 0 18 0,-4 0-3 0,-5 0 4 15,-1 0 6-15,-1 11-3 0,-5-1 19 0,3-1-20 16,-6 1 10-16,0 1 7 0,0 6-20 15,0 2 29-15,-10 3-13 0,-3 2 5 0,0 4-4 16,-2 2-15-16,-1-1 8 0,-2 3-14 0,4-4 8 16,-5 5 3-16,5-5 1 0,2-4 1 0,-2 0-3 15,4-1-2-15,3-4 8 0,1-4 0 0,2-2-4 16,1-4 6-16,3-5-3 0,0 3-2 0,0-7 5 16,0 0 4-16,0 0 3 0,0 0 17 0,10 0 4 15,3 0-6-15,0 0-4 0,4-10-15 0,6 10-25 16,4-10-38-16,2 0-57 0,4 1-82 0,1-2-116 15,5 0-92-15,-2 0-119 0,-1-1-292 0,1-4 72 16,-5 2 134-16</inkml:trace>
  <inkml:trace contextRef="#ctx0" brushRef="#br0" timeOffset="10844.9">5516 3486 2943 0,'2'0'11'0,"-1"0"-9"15,1 0 45-15,-1 13 57 0,-1 0 24 0,0-4 35 0,0 1-34 16,0 1-58-16,0 2-30 0,0 4-21 0,0-1-12 15,0 1 1-15,0 4 2 0,0 1-4 16,0 3 2-16,0 0-15 0,0 1-86 0,0-1-130 0,9 2-165 16,-9 0-277-16,0-4-169 0,0-1 127 15</inkml:trace>
  <inkml:trace contextRef="#ctx0" brushRef="#br0" timeOffset="9309.1">3934 3466 1695 0,'0'0'48'0,"0"-8"28"0,0 8 27 0,0-6 35 16,0 6-17-16,0-5 7 0,0 0 2 15,0 1-1-15,0 4-3 0,0-4-3 0,0 2-3 16,0 1-12-16,0-3-8 0,0 2-4 0,0 2-13 15,0-4-17-15,0 2-29 0,13 0-14 0,1 1-15 16,-2 1-13-16,2 0 6 0,-1 0-16 0,4 0 0 16,0 0 15-16,-2 9-4 0,5 4-1 0,0-3 11 15,-4 2-10-15,4 1 7 0,0 3 7 16,-4 1-6-16,-2 2-3 0,0 0-4 0,-5-3 1 0,-3 3 6 16,-6 2 5-16,0-3 7 0,0 0 1 15,0 0-13-15,-12 1 7 0,-2-3-6 0,0 2-3 0,-1-1 7 16,-1-2-2-16,-1-2-9 0,-3 0 8 15,3-2-1-15,-2 1 16 0,2-2-11 0,-3-4-10 16,4 2 7-16,2-5-17 0,2 1 41 0,4-3-14 16,-1-1-3-16,3 0-4 0,1 0-24 0,2 0 16 15,3 0-11-15,0-12-3 0,0 2 4 0,0-4 1 16,11 3-1-16,1-3 3 0,2-2 5 0,2-1-3 16,4-2 6-16,3 1 9 0,0-1-14 0,1-3 5 15,2 3-2-15,-3-3-3 0,3 1 21 16,-5-3-8-16,2 2 27 0,-1 1 21 0,-2 1 13 0,-3 2 23 15,-4 1 6-15,0 2-1 0,-6 4-9 0,2 0 3 16,-6 5-13-16,-3 1-4 0,0 4-5 0,0 1-25 16,0 0-24-16,0 0-21 0,0 0-29 15,0 0 2-15,0 0 13 0,-12 12 1 0,5 2 6 16,-3-2-1-16,3 2-12 0,-2 3-16 0,0 2-1 16,1 1-2-16,-1 1-18 0,1 1-7 0,5 0-10 15,3 1-4-15,0-1-30 0,0-1-36 0,0 4-45 16,14-4-68-16,3-2-30 0,-1 0-35 0,4-5-69 15,3-1-270-15,0-5 1 0,3-1 93 0</inkml:trace>
  <inkml:trace contextRef="#ctx0" brushRef="#br0" timeOffset="9570.91">4653 3674 3598 0,'-6'-6'53'15,"0"-1"44"-15,2 0 27 0,-2 6 21 0,3-1-55 16,-2-1-42-16,-1 3-33 0,3 0-13 0,0 0-15 16,3 0 13-16,0 15-6 0,0-2-1 0,0 4 17 15,0 1-21-15,0 4 8 0,0 0 3 0,0 6-2 16,0-2 5-16,0 3 4 0,0-1-11 0,0-1-6 16,9-2 13-16,-9-3 5 0,8-1-3 15,-8-3 7-15,0-1-12 0,6-3-19 0,-6-3-1 16,0-3-10-16,0-2-26 0,0-1 0 0,6-5-37 15,-6 0-68-15,0 0-111 0,0 0-190 0,0 0-320 16,0-11-68-16,0-2 140 0</inkml:trace>
  <inkml:trace contextRef="#ctx0" brushRef="#br0" timeOffset="11476.14">6070 3481 2349 0,'-7'5'36'0,"4"-2"16"0,-2-2 23 0,2 1 28 0,3 1-30 16,0-3-1-16,0 0 3 0,0 0 6 16,0 0 32-16,17 0 17 0,0 0-11 0,7 0-27 15,5-11-32-15,7 0-30 0,10 2-18 0,4-2-5 16,9-1-7-16,6 1-1 0,2-3 2 0,0 4-2 15,-3-2 6-15,-3 2-3 0,-8 2-3 0,-8-1-6 16,-5 4-15-16,-10 2-14 0,-10-1-37 0,-3 0-65 16,-7 1-90-16,-10 0-86 0,0 0-80 0,0 3-158 15,-12-5-72-15,-3 0 104 0</inkml:trace>
  <inkml:trace contextRef="#ctx0" brushRef="#br0" timeOffset="11668.09">6482 3240 2858 0,'-3'-7'73'0,"3"0"58"0,0 3 43 0,0 1 25 16,-2 3-61-16,1 0-52 0,-1 0-51 0,2 0-32 16,0 0-17-16,0 0 11 0,0 13 15 0,0 1 27 15,0 1 15-15,0 7-7 0,11 0-10 0,1 4-22 16,-1 3-7-16,3 4-5 0,-1 1 1 0,1 1-3 16,0 2 5-16,-2-2 1 0,0-1-9 0,-2-1-39 15,6-1-60-15,-6-2-109 0,-2-4-109 0,2 0-90 16,-2-3-128-16,0-3-236 0,-2-5 115 15</inkml:trace>
  <inkml:trace contextRef="#ctx0" brushRef="#br0" timeOffset="12175.55">7205 3130 3349 0,'9'-13'14'0,"-1"-1"13"0,-1 0 25 15,-1 0 34-15,3 4-3 0,-1-1 0 0,1 0-29 16,2 0-31-16,-2 7-9 0,6-3-15 0,2 6 3 16,2 1 4-16,1 0-15 0,1 0 11 0,4 12-4 15,1 1-9-15,-2 0 13 0,-1 4-9 0,-1 5 11 16,-3 0 3-16,-3 2 1 0,-3 0-2 0,-3 1-4 15,-5-1-7-15,-5 1 5 0,0 2 9 0,0-4-4 16,-15 1 12-16,-2-2-3 0,-3 1-12 0,-3-3 6 16,-1-1-6-16,0-3-3 0,1-1 4 0,0-4 0 15,3-3 4-15,2 1-7 0,3-5 14 0,4 0-1 16,2-4 2-16,3 0 9 0,2 0-6 0,1 0-4 16,3 0-12-16,0-12-6 0,0 1-9 0,0-1 0 15,13-4 5-15,2-2 0 0,2-3 17 0,4-3-3 16,4-2-1-16,4-2 7 0,1 3-6 15,3-4 22-15,1 1 27 0,-4 0 5 0,1 4 25 16,-4-1 12-16,-3 5 36 0,-4 3 41 0,-5 0 24 16,-6 6 36-16,-1 4-18 0,-4 3-34 0,-4 2-65 15,0 2-74-15,0 0-54 0,0 0-45 0,0 0-56 16,0 0 1-16,0 8 6 0,0 2-19 0,0 4 24 16,0 1-49-16,0 3-32 0,0 0 15 0,0 6 12 15,0 1 20-15,0 1-26 0,0 1-39 16,11-3-81-16,1 1-87 0,2-1-74 0,1-1-204 15,3-6-106-15,0-3 126 0</inkml:trace>
  <inkml:trace contextRef="#ctx0" brushRef="#br0" timeOffset="12559.62">8166 3352 3574 0,'8'-7'60'0,"-4"-1"58"0,-4 0 44 16,0 1 59-16,0 0 1 0,0 1-14 15,-12-1-35-15,2 2-45 0,1-1-59 0,9 2-30 0,-14 0-15 16,5-2-5-16,0 2 1 0,0-1-11 0,-1 3 8 16,3-5-8-16,1 3 0 0,-2 2 1 15,2-1-19-15,3 0 14 0,0 2-15 0,3-4-8 16,0 4 2-16,0-2-9 0,0 3 1 0,0 0 8 16,0-1 4-16,0 1-15 0,11 0 19 0,-11 0-15 15,9 0 5-15,0 0 18 0,-2 0-12 0,4 0 8 16,-2 11 7-16,5-1-28 0,0 1 14 0,-1-1-1 15,4 6-10-15,0-1 25 0,-4 2-18 0,-2 5 7 16,1-1 3-16,-7 4-2 0,1 0 0 0,-6 4 24 16,0-2-15-16,0 1 3 0,-11 1 8 0,-3-1-33 15,2 0 30-15,-1-2-12 0,-3 2 1 0,3-5 11 16,-1-1-19-16,3-3 13 0,1-3-4 16,2-3-15-16,4-5 4 0,4-4-17 0,0 1-9 0,0-5 18 15,0 0-2-15,0 0-26 0,18 0-50 0,2-13-59 16,2 0-67-16,4-1-39 0,3-3-59 15,3-4-125-15,1 1-164 0,1-8-253 0,-4 2 118 16</inkml:trace>
  <inkml:trace contextRef="#ctx0" brushRef="#br0" timeOffset="12967.84">8423 2955 3950 0,'-17'-13'51'0,"1"-1"59"0,2 4 77 0,3-3 70 0,2 4 23 16,1-1-31-16,2 3-68 0,5 1-82 15,1-4-84-15,0 3-46 0,12-4 1 0,5 0 8 16,6 0 9-16,2-3 10 0,6-3-1 0,7 5 0 16,4-4-5-16,4 5 22 0,2 2-13 0,2-1-5 15,-1 3 8-15,-2 3-27 0,-4 0 4 0,-2 1 10 16,-8-1-15-16,-3 4 5 0,-8 0-5 15,-6 0-11-15,-2 0 10 0,-5 0-3 0,-1 0 5 0,-7 11 11 16,1-1 5-16,-2 2 13 0,0 6-5 16,0 3 5-16,0 7-1 0,-20 5 5 0,5 5-1 0,-3 6-7 15,-4 1 3-15,-2 4-4 0,0-1 0 16,-2 2 8-16,-1-2-8 0,-1-3-12 0,3-4 8 16,2-3-11-16,2-5 11 0,5-2-8 0,4-8 1 15,5-4 11-15,0-3-19 0,7-4 22 0,0-6 5 16,0-1 12-16,0-3 22 0,0-2 19 0,0 0 18 15,19 0-18-15,-1 0-10 0,6 0-47 0,4-11-124 16,7 0-111-16,1-1-90 0,6-3-90 0,4-1-98 16,-2-1-108-16,2-2-326 0,-2-1 44 0,-2-2 195 15</inkml:trace>
  <inkml:trace contextRef="#ctx0" brushRef="#br0" timeOffset="13403.54">9355 3214 3581 0,'13'0'47'0,"-13"5"32"0,0-5 41 0,9 0 47 16,-9 0-9-16,0 0 5 0,0 0-34 0,0 0-43 15,0 0-38-15,0 0-43 0,0 0 6 0,0 0-14 16,0 0 7-16,0 0 3 0,0 7-12 0,0-7 6 16,0 0 2-16,0 0-2 0,0 0 6 0,0 0 5 15,0 0 0-15,0 0 8 0,0 0 7 0,0 0 8 16,0 0 7-16,0 0 26 0,0 0 19 0,0 0 21 15,0 0-11-15,0-12-30 0,0 6-27 0,0-1-44 16,0-2-9-16,10 2-4 0,1 1-1 0,1 0 5 16,3 1-1-16,2 1-9 0,1 0-5 15,-1 2-10-15,0 2 9 0,-4 0-1 0,1 0 0 16,0 0 19-16,-4 13 7 0,-1 0 4 0,-1 4 3 16,-2 1-2-16,-1 3 18 0,-2 5 67 0,-3-1 44 15,0 7 46-15,0 0 4 0,-16 1-43 0,0 0-44 16,-1 0-27-16,-3-1-27 0,1 0-11 0,-1-3 3 15,0 1-19-15,2-7 0 0,4-4-1 0,2-2 0 16,3-5 7-16,4-3-3 0,5-3 12 0,0-4 5 16,0-2 3-16,19 0-9 0,5 0-9 15,6-12-18-15,8 1-2 0,9-5-13 0,8 2-58 16,6 2-96-16,2-2-137 0,1 0-84 0,0 4-17 0,-3 2 23 16,-7 1 42-16,-5 7-59 0,-8-3-78 15,-9 3-38-15,-8 0-183 0,-10 0-29 0,-14 0 152 16</inkml:trace>
</inkml:ink>
</file>

<file path=ppt/ink/ink3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6:04.165"/>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42 595 3104 0,'6'-13'36'16,"0"-2"48"-16,-6 2 55 0,0 0 60 0,0 4 5 15,0 1-17-15,0 1-32 0,0 4-50 0,0 2-37 16,0 1-43-16,0 0-26 0,0 0-16 0,0 0 2 16,-9 14 7-16,9 4 6 0,-10 2 8 0,3 4-22 15,1 6 20-15,-1 5 4 0,1 10-6 0,3 1 19 16,3 3-10-16,-5 3-11 0,5 4 2 16,0-2 6-16,0 0-11 0,0-2 11 0,0-4-6 15,0 1-7-15,0-6 11 0,0-3-13 0,0-6 14 16,8-4-2-16,-8-7 5 0,0-3-3 0,6-4-1 15,-6-6 10-15,6-4 37 0,-6-4 25 0,4-1 30 16,-1 1 37-16,0-2 21 0,-3 0 30 0,0 0 9 16,0 0-9-16,0 0-52 0,0 0-38 0,0 0-44 15,0 0-36-15,0 0-18 0,0 0-16 0,0 0 5 16,0-11-4-16,20 11-1 0,3-15-1 0,7 2 2 16,13 0 3-16,10 0 10 0,15-4-8 0,13 0-6 15,15-1-1-15,8-1 2 0,15 1 9 0,7-1 4 16,9 1-6-16,8 0-31 0,1-2-13 0,8 1-64 15,6-1-28-15,4 1-8 0,5-3-7 0,7 3 44 16,0-1 24-16,7 1 23 0,-2 1 20 16,5 2 28-16,-5 4 13 0,-3 1-4 0,-9 5 7 15,-9-2-11-15,-9 6-5 0,-15-3 5 0,-13 2 11 16,-11 0-7-16,-16 0 7 0,-12 1 16 0,-12 0-1 16,-14-3 29-16,-8 1 44 0,-11 2 43 0,-8-1 16 15,-6 1-5-15,-10-1-53 0,-2 1-48 0,-4 1-33 16,-1-1-25-16,1 0 9 0,2 2-7 0,3 0 5 15,5 0 5-15,4 0-18 0,9 0 18 0,8 0-11 16,12 0 5-16,5 0 12 0,9 0-16 0,6 11 17 16,5-11-7-16,4 12-7 0,0-2 17 15,-3-2-10-15,-3 1 0 0,-4-9 6 0,-9 8 8 0,-8-8 2 16,-8 0 12-16,-8 0 3 0,-7 0-2 16,-10 0 13-16,-4 0 43 0,-5 0 44 0,-2 0 39 15,-3 0 29-15,-2-12-18 0,-2 12-39 0,-1-10-43 16,2 10-45-16,1-8-36 0,-3 3-10 0,3 5-17 15,1-6 0-15,2-1 5 0,6 2-4 0,-1-2 10 16,6 0-3-16,3 1-2 0,4 2 2 0,3-4-4 16,4 2 10-16,-3 0-2 0,0 2-3 0,-2 0 1 15,-4 1-3-15,-2-1 15 0,-6 2-3 0,-4-1-1 16,-1 2-4-16,-1 0-6 0,-2-1 0 0,-3 1 4 16,0 0 2-16,5-1-5 0,-4 2 3 0,2-2 5 15,1 1-7-15,0 1 3 0,-1-1 6 0,0-2 6 16,2 2 83-16,-1-2 104 0,1 1 137 0,-2-2 14 15,0-3-76-15,0-3-104 0,0-6-141 16,2-5-30-16,-3-7 0 0,-1-9 0 0,1-8 0 16,-1-7 0-16,1-5 0 0,-4-8 0 0,1 0 0 15,-1-1 0-15,-1 4 0 0,0 3 0 0,0 6 0 16,0 6 0-16,0 9 0 0,0 6 0 0,-9 9 0 16,9 4 0-16,0 8 0 0,0 5-129 15,0 0-320-15,0 6-455 0,0 0-142 0,0 0-3 0,0 14 73 16,0-1 106-16,8 2-131 0,-8 1 131 0</inkml:trace>
</inkml:ink>
</file>

<file path=ppt/ink/ink3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6:06.619"/>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0 168 1977 0,'0'0'16'0,"0"0"20"0,0 0 25 0,11 0 30 16,-11-12 18-16,0 12 14 0,0-10 12 15,6 0 8-15,-6 2 5 0,3 2 2 0,-3 2 0 16,5-1-17-16,-5 2-27 0,0 3-34 0,0 0-40 16,0 0-25-16,0 0-20 0,0 0-7 0,0 0-2 15,0 0 2-15,0 0 8 0,0 0 8 0,0 12 1 16,0-1 6-16,0 2-2 0,0 0 4 0,0 4-4 16,0 3 1-16,0 4-1 0,0-1-7 0,0 1 13 15,9 2-2-15,-9-2-3 0,9 2 2 0,-9-1-6 16,4-2-3-16,-4 0 8 0,10-1 5 0,-10-1 8 15,0 0 9-15,3 1-4 0,-3-4-5 0,0 1-7 16,0-2-9-16,0-2 5 0,0 1-2 16,0-4 1-16,0-3 1 0,0-2-4 0,0-3 1 15,0 0 1-15,0-4 0 0,0 0 9 0,0 0 10 16,0 0 5-16,10 0 7 0,-4 0-2 16,3 0-12-16,2-11-10 0,0 1-6 0,1 10-11 0,5-11 0 15,-4 2 9-15,7 0-3 0,3 1 6 0,0 1 6 16,-1 0-12-16,9 0 6 0,-1-2-1 0,6 0-7 15,4 0 7-15,2 3-6 0,9-2-2 0,0-1 4 16,2 1-5-16,7 2 6 0,-1 1 6 0,2-2 1 16,1 2 1-16,3 0-1 0,-3 0-8 0,2 3-2 15,2-1 5-15,-4-1-5 0,-1 3 0 16,1 1 1-16,-6 0-6 0,0 0 11 0,0 0 1 16,1 0-5-16,-4 0 8 0,-2 0-5 0,3 0-3 15,2 0 3-15,-3 0-8 0,3 0 3 0,0 0 2 16,3 0-3-16,1 0 5 0,-4 0-5 0,3 0 2 15,0 0 2-15,4 0 1 0,-4 0-2 0,0-9 0 16,0 9 3-16,-2-8-3 0,-1 8 3 0,-2-6 1 16,-5 2-6-16,1 4 5 0,-1-4 0 0,-4 2-4 15,-1-2 2-15,-1 4-4 0,-1 0 0 0,-2-3 1 16,-1 3 5-16,-1-3-6 0,-1 2 3 0,1 0 2 16,-2 0-6-16,1 1 6 0,-1-3 4 0,4 2-5 15,-1 0 2-15,1-1-4 0,-3 1-2 16,1 0 5-16,-1 0-2 0,-1 0 8 0,1-1-8 15,-4 1-3-15,-2 0 6 0,-3-2-11 0,3 3 9 16,-2-1-4-16,0 0 4 0,1 0-4 0,3-2 1 16,-1 1 1-16,0 0-3 0,0-1 3 0,4 1 3 15,-1 0 3-15,0 0-9 0,-1 2 6 0,-2 0-6 16,-1 0 1-16,-3 0 5 0,4 0 0 0,-5 0 3 16,-3 0-7-16,1 0 0 0,-1 0 1 0,-4 0 0 15,2 0 4-15,-2 0 2 0,-2 0-6 0,1 0-2 16,-3 0-2-16,4 0-2 0,0 0 4 0,1 0 1 15,2 0 9-15,1 0 0 0,4 0-4 0,-1 0-2 16,3 0-6-16,1 0 5 0,1 0 5 16,-2 0-3-16,-1 0 4 0,0 0-10 0,2 0 1 15,-2 0-1-15,0 0 0 0,-1 0 6 0,-1 0 2 16,-1 0 0-16,1 0-4 0,0 0 1 0,-2 0-8 16,0-7 3-16,0 7 3 0,-4 0-7 0,-3 0 8 15,-3 0-3-15,-1 0 2 0,-2 0 2 0,-1 0-3 16,-5 0 5-16,2 0-2 0,-4 0 0 0,1 0 1 15,-1 0-7-15,2 0 6 0,-1 0 3 0,-1 0-2 16,4 0 3-16,-2 0-4 0,3 0-1 16,3 0 2-16,2 0 2 0,3 0-1 0,1 0-3 0,2 0-3 15,2 0 2-15,0 0-3 0,1 0 2 16,-4 0 1-16,3 0 0 0,-6 0 3 16,1 0-2-16,-3 0-1 0,-1 0 2 0,1 0 1 0,-3 0-1 15,-1 0 2-15,-1 0-8 0,0 0 5 0,-2 0 1 16,-1 0-3-16,-2 0 8 0,1 0-4 0,-2 0-4 15,-2 0 5-15,1 0-1 0,-1 0-4 0,1 0 2 16,-1 0-4-16,2 0-1 0,0 0 6 0,0 0-4 16,0 0 1-16,2 0 0 0,3 0-3 0,-2 0 6 15,3 0-2-15,-2 0 4 0,3 0-2 0,-1 0-3 16,0 0 4-16,-2 0-3 0,2 0-4 0,-1 0 4 16,0 0-2-16,-2 0-3 0,0 0 9 0,1 0 4 15,-1 0 0-15,2 0-1 0,0 0-4 0,-1 0-2 16,1-6-1-16,1 6 5 0,-1-5-1 15,-1 5 27-15,-1-6 27 0,0 3 28 16,-3 2 35-16,0-1 8 0,-3-4 28 16,0 3 70-16,0-1 81 0,0-1 49 0,0-1-33 0,0-1-102 0,-9-3-77 15,9-2 45-15,-9 0 71 0,9-1 69 0,-9 0-33 16,3 0-152-16,6-2-260 0,-9-5-114 0,4-1-16 16,5-1 19-16,-7-2 126 0,2 3-82 0,1-4-191 15,1 3-132-15,-1 2-71 0,4 7-44 0,-1 2 21 16,1 4-32-16,0 4-272 0,0 2 143 15,0 1 175-15</inkml:trace>
</inkml:ink>
</file>

<file path=ppt/ink/ink3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7:11.717"/>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-922-9027 2493 0,'-13'0'24'0,"0"0"23"15,-1 0 39-15,0 0 36 0,1 0 6 0,1 0 10 16,3 0-16-16,1 0-27 0,2 0-20 0,6 0-39 16,0 0-12-16,0 0-18 0,0 0-13 0,0 0 5 15,0-13-3-15,11 2 2 0,2-2 0 0,2 1 7 16,2-5-16-16,3 1 4 0,3-2 5 0,2 2-8 16,1 1 1-16,0-1-1 0,-2 8-9 0,2-1 4 15,-2 5 6-15,1 4 1 0,-4 0 1 0,-1 0-4 16,-4 13 6-16,0 2 11 0,-3 2-3 15,-1 3 7-15,-1 0-1 0,-2 6-8 0,-4 1 11 16,-1 1-1-16,-1 1-6 0,-3 1 4 16,0-2-4-16,0-1-3 0,0-1 2 0,-12-6 1 0,12-1 2 15,-13-4-9-15,13-4 10 0,-10-2-7 0,10-2-5 16,0-3-5-16,0-2-6 0,0-2 0 0,0 0 10 16,0 0 12-16,0 0-11 0,13 0 1 0,0 0-4 15,2-11 2-15,2 2 10 0,3 9-10 0,3-10 2 16,-4 10 2-16,4 0-9 0,-2 0 11 0,-1 0-9 15,-2 0 0-15,1 0 6 0,-4 0 7 0,-1 16 4 16,-2-1 7-16,-3-1 25 0,-3 2 5 0,-2-1 15 16,-1 1-4-16,-3 2-29 0,0 2-14 15,0 1-10-15,-16 1 7 0,2 1 5 0,-3-1-3 16,-1 3-31-16,-2-2-54 0,-1 1-70 0,-2-5-74 16,2-2-65-16,1-4-54 0,-1 2-97 0,3-4-218 15,0-4 80-15,2-1 97 0</inkml:trace>
  <inkml:trace contextRef="#ctx0" brushRef="#br0" timeOffset="382.62">-61-9403 3140 0,'0'-8'40'0,"0"2"46"0,0 0 33 16,0 6 35-16,0 0-15 0,-12 0-22 0,-1 0-29 15,3 0-27-15,-1 0-25 0,1 9-27 0,-3 2 6 16,-2 3-8-16,0 0-3 0,0 6-4 0,0 1-4 16,1 3 3-16,0 2-1 0,5 2 8 0,2 5 0 15,2-3-9-15,5 2 2 0,0 1 8 0,0 2-15 16,11-1 14-16,1-5-3 0,2-1-2 16,1-1 7-16,1-1-10 0,3-6 11 0,-1-1-18 0,0-6 12 15,-1-3-7-15,-1 0 6 0,1-6 14 0,-3-4 13 16,0 0 43-16,-2 0 14 0,0-14 24 15,-2 0 37-15,3-6-10 0,-3-2 28 0,-1-5 41 16,2-2-15-16,-2-2-7 0,-3-3-59 0,-1 2-72 16,-5-5-47-16,0 4-6 0,0 2 4 0,0 2 11 15,-11 4-23-15,-1 0-113 0,1 4-50 0,-1 2-78 16,0 1-37-16,-2 6 29 0,1 1-5 0,-1 0 6 16,0 2-39-16,2 3-53 0,2 0-72 0,-1 3-86 15,5 0-188-15,-2 2 22 0,4-1 130 0</inkml:trace>
  <inkml:trace contextRef="#ctx0" brushRef="#br0" timeOffset="737.21">446-9634 3107 0,'20'-16'77'16,"-4"2"62"-16,-5 1 54 0,-5 5 37 0,-6 3-38 15,0-2-14-15,0 5-9 0,0 1 15 0,0 1-18 16,-10 0-52-16,10 0-55 0,-10 0-50 0,10 0-26 15,-7 15 0-15,7-5 20 0,-8 3-15 0,-1 2 4 16,-2 5 7-16,1 1-7 0,1 5 2 0,0 1 5 16,3 2-24-16,-2 3 7 0,6-3 10 15,2 2-18-15,0-3 8 0,0 1-30 0,16-3-13 16,-1-2-4-16,0-3-2 0,0-1 20 0,2-3 21 0,-2-1 13 16,2-5 6-16,-1-1 18 0,1-3-22 15,-2-5 11-15,2-2 16 0,-2 0 7 0,0 0 39 16,1-15 3-16,-1 0 9 0,-2-4-9 0,1-4 11 15,0 0 3-15,0-7-13 0,-4-1-9 0,-1-1-42 16,-1 0-18-16,-2-3 7 0,-3 1-4 0,-3 1 0 16,0 0-43-16,0 1-81 0,-12 2-46 0,-2 4-29 15,4 0 8-15,-4 5 8 0,0 3-32 0,0 3-91 16,-1 2-76-16,0 7-57 0,-2-1-64 16,1 7-203-16,-4 0 100 0,-1 0 118 0</inkml:trace>
  <inkml:trace contextRef="#ctx0" brushRef="#br0" timeOffset="1250.71">1356-9798 2476 0,'-9'-11'41'0,"-2"2"45"15,2-1 51-15,0 1 41 0,-2 0-6 0,-1 0-4 16,1 3-18-16,-1-2-9 0,2 4-21 0,-4-1-21 15,0 3-22-15,1 2-34 0,-4 0-5 0,2 0-32 16,-2 11-13-16,0 2 0 0,-1-1-9 0,0 5 16 16,1 5-7-16,3 2 2 0,1 6 3 0,1 1-3 15,4 1 8-15,2 4-1 0,6 0-6 16,0-2 3-16,0 0 2 0,0-1 26 0,12 0-26 16,-1-2 3-16,-1-4-7 0,4-1-29 0,0-5 30 15,-1-1 0-15,1-3 6 0,0-4 8 0,-1-2-7 16,1-7 11-16,-2-2-3 0,2-2 14 0,-1 0 9 15,1-12 2-15,0-4 13 0,3-3-3 0,-4-1 10 16,1-4 1-16,-2-2-4 0,-3-2-25 0,-1-2-9 16,-4 0-2-16,-1 2-14 0,-3-3 8 0,0 2-6 15,0-2-26-15,-15 7 0 0,3-2-24 0,-2 2-21 16,1 6-32-16,-1 0-38 0,-3 1-44 16,4 4-98-16,-3 2-89 0,1 2-97 0,2 3-142 0,-1 1-153 15,2 1 132-15</inkml:trace>
  <inkml:trace contextRef="#ctx0" brushRef="#br0" timeOffset="1669.38">2118-10044 3138 0,'0'-9'44'0,"0"0"49"0,0 0 31 0,-17 1 29 16,4 2-23-16,-2-3-24 0,1 2-13 0,2 3-28 16,0-1-20-16,-1 2-27 0,1 3-14 15,-1 0-12-15,-1 0 10 0,-1 21-5 0,1-1-1 16,-1 5 14-16,0 5-12 0,1 3-3 0,2 4 7 16,0 4-5-16,4 0 0 0,2-1 5 0,1 0-3 15,4 1-1-15,1-5 2 0,0 1 5 0,0-1-9 16,12-4 6-16,-1-4-2 0,2-3-1 0,1-3 14 15,0-3-13-15,-1-6 7 0,3-4 8 0,0-2 4 16,1-7 26-16,1 0 8 0,4 0 2 16,0-18 6-16,1-4-5 0,3-3 9 0,1-5 1 0,2-3-14 31,0-6-2-31,0-3-17 0,-2-1-18 0,0-2 23 0,-4 0-6 0,-1 2 3 0,-3 0 5 0,-5 4-20 16,-3 2-1-16,-2 2-16 0,-5 5-12 15,-1 2-60-15,-3 4-66 0,0 3-39 0,0 5-30 16,-13 0-15-16,0 3-13 0,1 2-71 0,-3 5-58 15,0 1-30-15,-2 3-44 0,-1 2-149 0,3 0-34 16,-3 0 96-16</inkml:trace>
  <inkml:trace contextRef="#ctx0" brushRef="#br0" timeOffset="2072.75">2959-10302 2660 0,'0'-12'49'16,"0"1"49"-16,-13 2 41 0,-1 1 47 0,3 1-11 16,-1 5-13-16,-1-2-19 0,-1 1-35 0,2 2-35 15,0 1-28-15,-3 0-34 0,1 0 2 0,-1 17-3 16,-2 1-5-16,0 2 17 0,-3 7-15 0,4 0-1 15,-1 6-15-15,0 1 11 0,7 5 0 16,1 0 7-16,4-1 16 0,5 1-12 0,0-1-8 16,0-4-10-16,0 2 0 0,14-5-4 0,-1-3-2 15,1-3 12-15,0-4 3 0,2-3 0 0,1-4 7 16,1-4 13-16,1-5-1 0,-1-5 18 0,2 0 23 16,2 0 0-16,0-17-1 0,-3-3-6 0,6-3-15 15,-3-5-19-15,1-5-5 0,-5 1-6 0,2-4 0 16,-5-2 2-16,-2 2 3 0,-6-1-1 0,-2 0-28 15,-5 0-39-15,0 5-28 0,0 2-28 0,-16 2 2 16,3 0-11-16,-5 3-70 0,-2 4-97 0,-3 3-95 16,-1 8-76-16,-5 5-71 0,-4 5-201 0,-5 0 116 15</inkml:trace>
  <inkml:trace contextRef="#ctx0" brushRef="#br0" timeOffset="15354.75">-537-8188 1821 0,'-9'0'16'0,"-1"0"12"0,1 0 19 15,-2 0 13-15,2 0 0 0,-2 0 10 0,2 0-2 16,-2 0 9-16,4 0 5 0,-2 0-3 16,1 0 9-16,1 0 0 0,-1 0-1 0,2 0 0 15,0 0-17-15,1 0-7 0,1 0-18 0,2 0-8 16,-1 0-11-16,2 0-19 0,-1 0 3 0,2 0-18 15,0 0 3-15,0 0 8 0,0 0-11 0,0 0 10 16,0 0-6-16,0 0-9 0,0 0 6 0,0 0-5 16,0 0 0-16,0 0 7 0,0 0 0 15,0 0 3-15,11 0 4 0,-1-13-4 0,6 3 1 0,2 1 3 16,8-5 0-16,4-3 5 0,8-3-9 0,9-3 1 16,5-4-1-16,7-2-7 0,5-5 11 15,4-3-9-15,3 0 3 0,4 0 4 0,1-1 0 0,0 1 1 16,0 0-3-16,-2 3 0 0,-3 0-12 15,-1 4 7-15,-4 2 4 0,-3 0 4 0,-5 1 6 16,-3 4-6-16,-7-1 1 0,-4 6-4 0,-4 0 2 16,-5 1 2-16,-3 4-4 0,-7 0 0 0,-2 6 2 15,-5-1 3-15,-4 2 4 0,-3 3 26 0,-4 0 29 16,-2 2 25-16,-4 0 9 0,1 1-2 0,-2 0-10 16,0 0-20-16,0 0 1 0,0 0-13 0,0 0-22 15,0 0 1-15,0 0-14 0,0 0-7 0,0 0 6 16,0 0-13-16,0 0 6 0,0 0-8 0,0 0-4 15,0 0 3-15,0 0-2 0,0 0 10 0,0 0-15 16,0 0 7-16,0 0-9 0,0 0 0 0,0 0 29 16,0 0-22-16,0 0 4 0,0 0-4 15,0 0-20-15,0 0 31 0,0 0-3 0,0 0-8 16,0 0 9-16,0 0-14 0,0 0 7 0,0 0 2 16,0 0-8-16,0 0 2 0,0 0 4 0,0 0 3 15,0 0 4-15,0 0-2 0,0 0-4 0,0 0 6 16,0 0-18-16,0 0 14 0,0 0 6 0,0 0-8 15,0 0 8-15,0 0-8 0,0 0-10 0,0 0 6 16,0 0 7-16,0 0-6 0,0 0 2 0,0 0 2 16,0 0 2-16,0 0-2 0,0 0-1 0,0 0-8 15,0 0-38-15,0 0-57 0,0 0-110 16,0 0-131-16,0 0-125 0,-11 0-271 0,11 0 32 0,-10 0 138 16</inkml:trace>
  <inkml:trace contextRef="#ctx0" brushRef="#br0" timeOffset="17094.07">2189-8965 3007 0,'-10'10'3'0,"-2"-4"0"0,1-4 8 0,-3 2-8 16,4-2-10-16,-1-1 1 0,5 2-10 0,0-1 5 16,3 4 4-16,3-6 4 0,0 3 8 0,0-2 24 15,0 1 8-15,14-2 1 0,5 0-1 0,6 0-17 16,5 0-6-16,11-17-8 0,8 2 0 0,8-3-4 15,7-3 8-15,6-2-3 0,9-4-12 0,3-1 12 16,6 0-15-16,3 0 10 0,0-2 4 0,0 0-13 16,-1 3 11-16,-3 0-6 0,-10 2 0 15,-4 4 2-15,-11 2-5 0,-6 4 1 0,-9 1 8 16,-12 1 1-16,-4 5 52 0,-8 3 40 0,-7-1 35 16,-4 4 33-16,-6-3-39 0,-2 5-31 0,-3 0-27 15,-1 0-34-15,0 0-4 0,0 0-10 0,0 0-13 16,0 0 6-16,0 0-7 0,0 0 2 0,-9 0 0 15,9 0-6-15,0 0-2 0,-9 0 0 0,9 0-5 16,-5 0 7-16,-1 0 2 0,3 0-13 0,-3 0 16 16,2 0-5-16,-3 0-8 0,1 0 16 0,0 0-15 15,-1 0 4-15,-1 0 6 0,2 0-7 16,0 0 1-16,1 0-7 0,-2 0 2 0,2 0 4 16,2 0 2-16,-3 0 8 0,2 0-3 0,1 0-6 15,-2 0 11-15,3 0-12 0,-4 0 2 0,3 0 3 16,0 0-7-16,2 0-4 0,-2 0 7 0,1 0-6 15,1 0-1-15,1 0 6 0,-3 0 11 0,1 0-8 16,1 0-1-16,1 0 3 0,-3 0-6 0,3 0 7 16,-2 0-1-16,1 0-2 0,-1 0-2 0,1 0-4 15,-2 0 14-15,1 0-7 0,-1 0-9 0,1 0 14 16,1 0-15-16,-1 0 13 0,-1 0-5 0,0 0-4 16,0 0 0-16,2 0 4 0,-2 0 4 0,1 0-1 15,-1 0 1-15,2 0-6 0,-2 0 0 16,0 0 0-16,1 0-4 0,1 0 3 0,-3 0 1 15,3 0 4-15,-2 0 5 0,0 0-7 0,0 0 1 16,3 0-1-16,-3 0 0 0,1 0 3 0,1 0 3 16,1 0-7-16,-3 0 1 0,1 0-2 0,1 0-9 15,-1 0 9-15,2 0-3 0,0 0 5 0,0 0 4 16,0 0-6-16,-1 0 4 0,1 0-4 0,-2 0 7 16,2 0-4-16,-1 0-7 0,1 0 9 0,-3 0-6 15,3 0 5-15,0 0 2 0,0 0-5 0,-2 0 2 16,1 0-3-16,1 0 2 0,-2 0 3 0,2 0-2 15,0 0 0-15,0 0 2 0,-3 0-5 0,3 0 1 16,-2 0 14-16,1 0-12 0,1 0-1 0,0 0-3 16,0 0-10-16,0 0 36 0,-3 0-23 15,3 0 6-15,0 0-5 0,0 0-26 0,0 0 31 16,0 0-8-16,-2 0 4 0,2 0 0 0,-1 0-6 16,1 0 9-16,-2 0-4 0,2 0-5 0,0 0 3 15,0 0-2-15,0 0 2 0,0 0 4 0,0 0-3 16,0 0-1-16,0 0 2 0,0 0-1 0,0 0 1 15,0 0-1-15,0 0-3 0,0 0-1 0,0 0 2 16,0 0 0-16,0 0 4 0,0 0 0 0,0 0 0 16,0 0-6-16,0 0 3 0,0 0 0 0,0 0 1 15,0 0 8-15,0 0-4 0,0 0-3 16,0 0 2-16,0 0-11 0,0 0 7 0,0 0-2 16,0 0 0-16,0 0 6 0,0 0-2 0,0 0 6 15,0 0-3-15,0 0-5 0,0 0-6 0,0 0 8 16,0 0-6-16,0 0 4 0,0 0 7 0,0 0-9 15,0 0 7-15,0 0-2 0,0 0-4 0,0 0 5 16,0 0-4-16,0 0 0 0,0 0 7 0,0 0-12 16,0 0 8-16,0 0 1 0,0 0-6 0,-9 0 3 15,9 0 0-15,0 0 0 0,0 0 0 0,0 0 3 16,0 0-4-16,0 0-2 0,0 0-1 0,-6 0 6 16,6 0-4-16,0 0 5 15,0 0-2-15,0 0-7 0,0 0 8 0,0 0-7 0,0 0 6 16,0 0-2-16,0 0-2 0,0 0 5 0,0 0-1 15,0 0 8-15,0 0-9 0,0 0 3 0,0 0-6 16,0 0-3-16,0 0 6 0,0 0 0 0,0 0 0 16,0 0 5-16,0 0 1 0,0 0-3 0,0 0-1 15,0 0-7-15,0 0 3 0,0 0-1 0,0 0 4 16,0 0-3-16,0 0-1 0,0 0 4 0,0 0-3 16,0 0 7-16,0 0-3 0,0 0-3 0,0 0 4 15,0 0-3-15,0 0 0 0,0 0 0 0,0 0-2 16,0 0 5-16,0 0-5 0,0 0 2 15,0 0 0-15,0 0-3 0,0 0 9 0,0 0-4 16,0 0-2-16,0 0 0 0,0 0-6 0,0 0 4 0,0 0 5 16,0 0-4-16,0 0 2 0,0 0 2 15,0 0-3-15,0 0 0 0,0 0 0 0,0 0-3 16,0 0-3-16,0 0 6 0,0 0-1 0,0 0 0 16,0 0 3-16,0 0 3 0,0 0 1 0,0 0-6 15,0 0-1-15,0 0-4 0,0 0 0 0,0 0 15 16,0 0-6-16,0 0-6 0,0 0 2 0,0 0-12 15,0 0 14-15,0 0 1 0,0 0-2 0,0 0 1 16,0 0-7-16,0 0 4 0,0 0 1 0,0 0 3 16,0 0 0-16,0 0-2 0,0 0-4 15,0 0 4-15,0 0 0 0,0 0-1 0,0 0 3 0,0 0-11 16,0 0 4-16,0 0 0 0,0 0 6 16,0 0 3-16,0 0 3 0,0 0-2 0,0 0-10 15,0 0 5-15,0 0-3 0,0 0 13 0,0 0-9 16,0 0-3-16,0 0-3 0,0 0-11 0,0 0 16 15,0 0-3-15,0 0 6 0,0 0-3 0,0 0 0 16,0 0 0-16,0 0-2 0,0 0 5 0,0 0-7 16,0 0 4-16,0 0-7 0,0 0 4 0,0 0 7 15,0 0-4-15,0 0 6 0,0 0-15 0,0 0 3 16,0 0 5-16,0 0-3 0,0 0 10 0,0 0-5 16,0 0-2-16,0 0-1 0,0 0 1 0,0 0 0 15,0 0-3-15,0 0 4 0,0 0 0 0,0 0-1 16,0 0 3-16,0 0-5 0,0 0-5 0,0 0-10 15,0 0-14-15,0 0-17 0,0 0-33 16,0 0-21-16,0 0-32 0,0 0-33 0,0 0-26 16,0 0-17-16,0 0-5 0,0 0 8 0,0 0 11 15,0 0 6-15,0 0-9 0,0 0-54 0,-12 0-182 16,12 0-60-16,-15 0 58 0</inkml:trace>
</inkml:ink>
</file>

<file path=ppt/ink/ink3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5:46.388"/>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20809 5608 1995 0,'-3'-6'19'0,"1"-5"19"0,-1 5 14 0,1 1 9 16,1-1-16-16,1 1 32 0,0-1 28 16,0 1 23-16,0 3 24 0,0-2-25 0,0 1-27 15,0-1-20-15,0 4-5 0,0 0-15 0,0 0-13 16,0 0-7-16,0 0-22 0,0 0-7 0,0 0-5 15,0 0-6-15,0 0 0 0,0 0 3 0,0 0 1 16,0 0-4-16,0 0 6 0,0 0-12 0,0 0 6 16,0 0 3-16,0 7-5 0,-8-7 9 0,8 0-2 15,-4 0 0-15,4 0-2 0,-5 0 1 0,1 0-4 16,1 0 3-16,1 0 21 0,1 0 32 0,-1 0 26 16,1 0 23-16,1 0 6 0,-4 0-16 0,4 0-13 15,0 0-13-15,0 0-20 0,0-9-14 0,0 3-20 16,0 6-11-16,0-7-9 0,0 1 1 15,13 2 2-15,-13-3 0 0,7 4 1 0,-1 2-5 16,0-6 1-16,-6 5-5 0,8 0 1 0,-3 2-3 16,-1 0 0-16,-1 0-7 0,2 0-4 0,-4 0-11 15,1 0 0-15,-1 0 7 0,1 11-3 0,-2-11 14 16,0 11 0-16,0-3 4 0,0-1 9 0,0-1-1 16,0 2 5-16,0-1 4 0,0-3 1 0,0-1 1 15,-11 1 4-15,11 0 2 0,-7-4 8 0,7 0 24 16,0 0 17-16,0 0 23 0,0 0 16 0,0 0 0 15,0 0 8-15,0 0-6 0,0-11-11 16,0 11-34-16,0-11-23 0,0 3-30 0,0-1-11 16,10 1 2-16,-1-3-8 0,0 0 5 0,-1 0-7 15,3 0 2-15,1 1 1 0,1 1-7 0,1-2-1 16,1 5 2-16,-1-1-16 0,0 5-16 0,-1 2-24 16,0 0-20-16,-3 0 15 0,2 15 18 0,-1 0 3 15,0 0-9-15,-2 0-3 0,0 3-32 0,0 1 23 16,-3 1 38-16,0 3 74 0,-4 5 44 15,-2 0 1-15,0 7-11 0,0 0-60 0,0 0-13 16,-11-1 3-16,11 0 3 0,-12 1 1 0,12-12 8 0,-9-3 13 16,9-5 17-16,0-4 18 0,0-3 43 15,0-8 31-15,0 0 20 0,0 0-13 0,10 0-42 0,7-12-51 16,4-5-33-16,7-2-6 0,5-2-4 16,7-3 2-16,7-2-5 0,1-2-3 0,3 2 5 15,-3 1-15-15,2 1-32 0,-3 2-60 0,1 5-63 16,-9 0-59-16,-4 2-60 0,-8 5-56 0,-4 5-21 15,-9 0-14-15,-14 5-18 0,0 0-91 0,0 0-170 16,-17 16 90-16</inkml:trace>
</inkml:ink>
</file>

<file path=ppt/ink/ink3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3:58.265"/>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18122-2760 3016 0,'-23'9'30'15,"1"-9"25"-15,-6 0 47 0,1 0 36 0,0 0 5 16,-5 0 10-16,-2 0-43 0,2 0-16 0,2 0-28 15,3 0-30-15,4 0-4 0,5 0-23 0,4 0-14 16,6 0 1-16,2 0-2 0,6 7 3 16,0-7 12-16,0 8-5 0,20-8 0 0,7 4-3 0,11-4-1 15,9 0 0-15,13 0 5 0,10 0 0 16,7 0-4-16,10 0-2 0,1 0-3 0,0 0 0 16,-2 0 8-16,-5 0 1 0,-5 0 0 0,-8 0 0 15,-7 0-10-15,-14-9 7 0,-9 9 10 0,-11-5 19 16,-9 5-7-16,-8 0-2 0,-10-7-9 0,0 3-12 15,-14 4 7-15,-4 0-2 0,-4 0-3 0,-5 0-6 16,-6 0-3-16,-7 0-2 0,-5 0-1 0,-4 0 9 16,-3 0 3-16,-2 0-5 15,1 8 2-15,1-8-6 0,3 9 4 0,7-9 0 0,5 7 4 16,10-7-5-16,4 0 0 0,8 0 3 0,6 6-4 16,4-6 2-16,5 0-1 0,0 0 2 0,0 0-3 15,0 0 6-15,0 0 3 0,16 0-5 0,-4 0-8 16,1 0-23-16,1 0-36 0,3 0-44 0,-1 0-72 15,3 0-84-15,-4 0-77 0,2 0-75 0,-2 0-138 16,-2 0-165-16,1-12 110 0</inkml:trace>
  <inkml:trace contextRef="#ctx0" brushRef="#br0" timeOffset="393.08">19241-2764 3139 0,'-3'-4'48'0,"-1"0"34"0,1 2 35 0,-2-1 23 16,4-1-24-16,-4 1-9 0,4-1-21 0,-2 2-12 16,3 0-15-16,0-1-8 0,-3 1-14 15,3 2-16-15,0 0-16 0,0-3-19 0,0 2 6 16,0-3 3-16,16 0-1 0,3 2 13 0,5-2-12 16,6-1 3-16,5 0 9 0,5 1-18 0,2-2 15 15,2 1-4-15,0-1-1 0,0 1 6 0,-6-1-12 16,-4 0-3-16,-7 1-11 0,-1 2-2 0,-8 0 1 15,-4 1-15-15,-8-1-40 0,-6 2-89 0,0-1-102 16,0 2-73-16,-20 0-51 0,-3 0-38 0,0 0-251 16,-2 0 57-16,0 0 101 0</inkml:trace>
  <inkml:trace contextRef="#ctx0" brushRef="#br0" timeOffset="1275.28">20915-2860 3011 0,'-9'0'12'0,"1"0"11"16,4 0 13-16,-1 8 41 0,5-8 37 0,-4 0 43 15,1 0 18-15,0 0 0 0,3 0-29 16,0 0-36-16,-3 0-19 0,3 0-41 0,0 0-12 16,0 0-12-16,0 0-7 0,0 0 1 0,0 0-19 15,0 0-3-15,13 0 8 0,1 0-1 0,9 0 9 16,4 0-21-16,12 0-30 0,9-11-8 0,8 3-19 16,9 0 20-16,5 0 10 0,6 8 6 0,0-6 15 15,1 1-16-15,1 5 15 0,-7-6-4 0,-4 6 7 16,-8 0 5-16,-7 0 4 0,-10 0 3 15,-10 0 4-15,-9 0 24 0,-9 0-9 0,-14 0-1 0,0 0-4 16,0 0-19-16,-28 0 1 0,-4 0-1 16,-9 0 7-16,-6 0-1 0,-7 0 3 0,-10 0-3 0,-6 13-2 15,-4-13 21-15,-4 0 12 0,4 9 34 16,2-9-2-16,9 8-1 0,5-8-22 0,11 0-21 16,10 0-12-16,11 0-18 0,10 0 3 0,7 0-5 15,9 0 7-15,0 0-1 0,0 0 1 0,22 0 4 16,3 0-7-16,8 0 6 0,7-14 4 0,8 2-9 15,8 1 4-15,7 1 2 0,2 0-9 0,2-1 0 16,-3 1 11-16,-7 4-1 0,-7-1 8 0,-6 2 18 16,-10 3 7-16,-10-2 0 0,-7 2 3 0,-8 2-2 15,-9 0-16-15,0 0-4 0,0 0-5 0,0 0-7 16,-23 0-2-16,-4 0-3 0,-3 0 4 0,-8 0-5 16,-5 13 3-16,-6-4 0 0,-4-1-2 15,-1 2-6-15,0 0 0 0,7-2-9 0,5 1 1 16,8-5 0-16,9 3-22 0,6-3-6 0,9 1-15 15,10-5-1-15,0 0 20 0,0 2 16 0,0-1 22 16,13-1-1-16,6 0 7 0,5 0-1 0,3 0-7 16,5 0 9-16,5 0-5 0,-1-10 5 0,-2 10-1 15,-1-11-2-15,-6 11 8 0,-2-8 6 0,-7 8 21 16,-6-7 23-16,-3 7-6 0,-3-4-3 0,-6 4-21 16,0 0-15-16,0 0 0 0,0 0-7 0,0 0-2 15,0 0-18-15,0 0 9 0,0 0-2 0,0 0-8 16,0 0 5-16,0 0 18 0,-17 0-26 15,17 0 9-15,-15 0 9 0,5 8-33 0,10 1 30 16,-17-5-7-16,3 3 9 0,2-3-7 0,3 3 5 16,1-3 5-16,2 1-7 0,-1-1 13 0,1-2-7 15,6 0 3-15,0-1-3 0,0 0 3 0,0-1 0 16,0 0-2-16,0 0 1 0,0 0-13 0,0 0 8 16,0 0 0-16,0 0-5 0,0 0-3 0,0 0-7 15,0 0-22-15,0 0-9 0,0 0-8 0,0 0-14 16,0 0 13-16,0 0 4 0,0 0-2 15,0 0-5-15,0 0-42 0,0 0-37 0,0 0-52 0,0 0-66 16,0 0-29-16,0 0-27 0,0 0-9 0,0 0-17 16,-14 0-134-16,14 0-89 0,-18 0 77 15,3 0 105-15</inkml:trace>
  <inkml:trace contextRef="#ctx0" brushRef="#br0" timeOffset="-740.8">16154-2880 2416 0,'-17'8'53'0,"-1"-8"67"0,1 0 58 0,-2 0 52 0,-4 0 2 15,1 0-27-15,-2 0-10 0,-2 0-24 0,1 0-42 16,-4 0-18-16,-2 0-19 0,4 0-9 15,-2 0 7-15,2 0-6 0,6 0-33 0,1 0-18 16,6 0-12-16,3 0-20 0,7 0-3 0,4 0-3 16,0 0 7-16,18 0 3 0,8 0 2 0,10 0 5 15,13 0-3-15,10 0-7 0,13-11 4 0,8-2-10 16,8 4-5-16,6 0 1 0,4 2 2 0,-4 0 12 16,-5-1-12-16,-7 2 7 0,-9 3-3 0,-7-2 1 15,-12 2 8-15,-11 0 1 0,-10 1 5 0,-10-1-12 16,-6 3-6-16,-7 0-16 0,-5 0-22 15,-5 0-31-15,0 0-36 0,0 0-46 0,0 0-89 0,0 0-139 16,0 0-130-16,-12 0-309 0,1 0-24 0,0 0 173 16</inkml:trace>
  <inkml:trace contextRef="#ctx0" brushRef="#br0" timeOffset="-1214.19">13890-3020 2362 0,'-20'7'29'0,"-1"-7"36"0,-2 0 47 16,0 0 59-16,0 7 22 0,-1-7 18 0,1 6 3 15,-1-1-18-15,3-1-24 0,-1 0-29 0,3-1-32 16,0 1-13-16,4-2-6 0,-2 1-1 0,4 0 20 16,1-1-2-16,-1 1-14 0,3-1 38 0,1 1 25 15,1-3 23-15,2 0 32 0,1 1-21 0,1-1-44 16,-2 0-38-16,3 0-38 0,0 0-42 0,1 0-15 15,2 0-28-15,0 0-11 0,0 3 1 16,0-3 2-16,15 0 25 0,7 0 5 0,5 0 1 16,11 0-9-16,14-14 2 0,10 4 7 0,12-1-12 15,14 0 2-15,8-2-34 0,7 0-33 0,1 5-23 16,-4-4-6-16,-6 5 19 0,-9 0 46 0,-9 0 17 16,-14 5-5-16,-13-2 33 0,-13 2-17 0,-8 1 13 15,-13-1 12-15,-6 0-30 0,-9 2 8 0,0 0 4 16,-14 0-8-16,-2 0 8 0,-4 0-52 0,-4 0-42 15,-7 0-64-15,-5 0-21 0,-4 0 13 0,-8 11 26 16,-4 2 29-16,-3-3-20 0,4 2-24 16,1-12-72-16,4 8-129 0,10-8-84 0,8 9-75 0,13-9-164 15,15 0-58-15,0 0 125 0</inkml:trace>
  <inkml:trace contextRef="#ctx0" brushRef="#br0" timeOffset="-1732.55">12299-3079 2149 0,'-6'0'30'0,"-1"0"38"0,1 0 38 0,0 0 35 15,1 0-14-15,-1 0-20 0,3 0-36 0,0 0-23 16,0 0-19-16,1 0-23 0,2 0 1 0,0 0-14 16,0 0 26-16,0 0 39 0,0 0 23 0,14 0 21 15,1 0-3-15,3 0-24 0,4 0-31 0,5 0-10 16,6 0-26-16,4 0-8 0,4 0 0 0,3 0-1 15,3 0 6-15,-1 0-5 0,-1-12-3 0,1 12-67 16,-1-10-74-16,1 1-86 0,-2 0-93 16,1 3-121-16,-1-1-266 0,4 2 88 0</inkml:trace>
  <inkml:trace contextRef="#ctx0" brushRef="#br0" timeOffset="-7768.13">299 242 2915 0,'6'-9'30'0,"-2"-1"34"0,1 2 24 16,-1 2 8-16,1 1-28 0,-2 1-32 0,2 1-11 15,1 0-2-15,3 1-7 0,1 2-2 0,6 0-10 16,0 0-5-16,6 0-1 0,-3 0 1 0,6 11-4 16,-4 0-4-16,2 1 6 0,-4-1 3 15,0 3 3-15,-6 1 1 0,-1 1 5 0,-6 2-4 16,-1 2 1-16,-5 2 5 0,0 1-5 0,0 1 0 15,-15-1-4-15,-2 2-1 0,-1-1 5 0,0-1 3 16,-2-2-1-16,0 0 1 0,2-7-5 0,1 2 2 16,1-5 2-16,2-2 29 0,2-3 38 0,3-3 24 15,3-3 26-15,0 0-24 0,2 0-38 0,4 0-30 16,0-12-25-16,0-4-6 0,0-1 0 0,17-3 7 16,0-5 10-16,4-1 15 15,3-5 9-15,1 0 5 0,4-2 10 0,-2-2-8 0,3 1 20 0,-2 1 17 16,-3 1 17-16,-2 2 48 0,-2 6 36 0,-4 0 39 15,-3 7-1-15,-3 2-43 0,-5 6-53 16,-3 3-72-16,-3 3-48 0,0 3-27 0,0 0-35 16,0 0 4-16,0 0 1 0,0 0 13 0,0 13 25 15,0-2-5-15,0 2 8 0,-8 1 12 0,8 4-7 16,-8 2 11-16,8 2-59 0,-4 1-97 0,4 1-56 16,0-1-53-16,0 2 7 0,0-2 50 0,0-1 20 15,0-3-7-15,12 1-36 0,0-5-65 0,-1 0-55 16,1-4-52-16,0-2-64 0,2-9-262 0,2 0 67 15,0 0 109-15</inkml:trace>
  <inkml:trace contextRef="#ctx0" brushRef="#br0" timeOffset="-7558.5">896-17 2711 0,'9'-18'11'0,"1"2"41"0,1 2 43 15,3 6 19-15,-1 8 2 0,1 0-13 0,1 0-22 16,3 0 6-16,1 0 3 0,3 13-1 0,3 6 8 15,0 0-9-15,3 8-6 0,2 2-22 0,1 6-26 16,-1 0-12-16,0 4-22 0,4 4 3 0,-2-2-5 16,-2 2-5-16,-3 1 19 0,-4-2-15 0,-3 4 12 15,-3-1-8-15,-7 0-6 0,-10 2-46 0,0-1-97 16,0 2-115-16,-17-1-132 0,-5-1-96 16,-4-3-248-16,-1-2 18 0,-5-3 134 0</inkml:trace>
  <inkml:trace contextRef="#ctx0" brushRef="#br0" timeOffset="-7166.05">1896 456 4391 0,'0'0'87'0,"0"0"168"16,0 0 134-16,0 0 70 0,0 0-41 16,-12 0-144-16,12 0-128 0,-12 0-68 0,12 0-47 0,0 0-29 15,0 0-9-15,0 0-19 0,0 0-69 16,0 0-115-16,0 0-194 0,0 0-116 0,0 0-10 16,0 0 19-16,0-9 40 0,0 9-30 0,0 0-75 15,0 0-210-15,0 0 35 0,8-9 163 0</inkml:trace>
  <inkml:trace contextRef="#ctx0" brushRef="#br0" timeOffset="-6724.72">2838 33 2497 0,'-12'-18'54'0,"1"1"64"0,2 0 64 16,0 5 61-16,-2 2-6 0,-1-1-26 0,2 3-40 16,-3 1-55-16,0 2-50 0,-1 5-29 0,-3 0-20 15,1 0-14-15,-3 0-2 0,-2 18-8 0,0 1 3 16,-2 4 5-16,0 4 2 0,2 1-4 15,3 4-4-15,0 5-4 0,4-2 9 0,3-1-2 16,5 7 7-16,3-4-1 0,3 0-4 0,0 0 3 16,0-2-5-16,0-3 7 0,14-4 0 0,-2-2 7 15,0-6 4-15,0-3 30 0,0-3 40 0,4-5 31 16,-3-4 25-16,4-5 19 0,0 0-16 0,2 0-6 16,6-14 7-16,1-2-37 0,1-4 10 0,2-4 9 15,1-4-38-15,-1 0-2 0,0-6-46 0,-3-2-34 16,-2-2-38-16,-4-3-80 0,-5-2-104 15,-1-2-89-15,-5 0-14 0,-5-1 13 0,-4 0 22 0,0 3-13 16,0 3-50-16,-13 2-31 0,-1 6 3 16,0 5-5-16,1 5-73 0,-3 3-149 0,1 9 87 15,-1 2 100-15</inkml:trace>
  <inkml:trace contextRef="#ctx0" brushRef="#br0" timeOffset="8230.5">668 1124 2820 0,'0'0'24'0,"0"0"14"0,0 0 24 16,-17 0 0-16,2 0-13 0,1 0-22 0,4 0-21 16,0 0-16-16,10 0-47 0,-7 0-4 0,7 0 1 15,0-11 3-15,13 11 4 0,9-17-34 16,8 2-70-16,11-1-74 0,14-3-156 0,10-1-235 15,10-4 67-15</inkml:trace>
  <inkml:trace contextRef="#ctx0" brushRef="#br0" timeOffset="-6528.1">2706-209 2706 0,'-9'10'31'0,"3"-3"11"15,1 1 12-15,2-2 9 0,2 1 20 0,-1-2 43 16,2 2 15-16,0 3 24 0,0 3 10 0,0 6-5 15,0 3-11-15,11 6-21 0,-2 7-35 16,1 3-15-16,1 4 14 0,1 6-4 0,-1 1-26 0,-1 1-29 16,4 1-30-16,-3 3-9 0,-2-1 6 0,-3 0 5 15,-2-3-4-15,-4 2-2 0,0-4 1 0,0-2-6 16,0 1 5-16,0-7-5 0,0-1-7 16,0-5-27-16,-10-2-55 0,10-5-35 0,-8-5-44 15,8-4-16-15,0-4-5 0,0-5-34 0,0-3-127 16,0-6-215-16,0 0-333 0,-12 0 74 0</inkml:trace>
  <inkml:trace contextRef="#ctx0" brushRef="#br0" timeOffset="-6275.64">3357-141 3358 0,'0'-7'13'0,"0"1"3"0,0 2 3 0,0 4 21 0,-12 0 28 16,2 0 5-16,0 20 20 0,3-1 0 16,-4 5-39-16,2-1-11 0,0 8-19 0,0 3-17 15,0 6-3-15,3-2 5 0,1 4-7 0,5 1-3 16,0-1-1-16,0 2-6 0,0 0 5 0,0-5-22 16,0-1-44-16,12 0-54 0,0-4-71 0,-1-2-55 15,0-4-34-15,1-3-2 0,2-5-18 0,1-4-82 16,1-8-236-16,3-4 57 0,-1-4 86 0</inkml:trace>
  <inkml:trace contextRef="#ctx0" brushRef="#br0" timeOffset="-6073.07">3512 75 2571 0,'9'-8'11'0,"4"-2"22"0,-6 3 25 15,4 2 17-15,-5 0 2 0,3-1-18 0,-1 2-24 16,-2 0-18-16,1 0-13 0,1 2-2 0,1-1 3 16,-5 1-12-16,1 1-32 0,0 0-49 0,-2 1-65 15,0 0-51-15,-2 0-45 0,-1 0-92 0,0 0-228 16,0 0 44-16,0 0 77 0</inkml:trace>
  <inkml:trace contextRef="#ctx0" brushRef="#br0" timeOffset="-5632.14">3521 71 3103 0,'-10'8'54'0,"-2"-8"56"0,2 0 55 15,0 0 45-15,2 0-25 0,1 0-45 0,4 0-42 16,3 0-40-16,0 0-30 0,0 0-14 0,0 0-18 16,0-10-2-16,19 2-1 0,3-3 5 0,0 1 2 15,7-2 5-15,3-1 2 0,5 3-7 0,-2-2 6 16,-1 5-14-16,-2-1 3 0,-1 2 0 0,-5 6-5 16,-4 0 11-16,-3 0-3 0,-3 0 0 0,-4 0 7 15,-6 11-8-15,1 2-2 0,-3 0 6 0,-4 4 7 16,0 3 5-16,0 3 7 0,-14 1 3 0,-1 5-4 15,-3 1-2-15,-3 4-1 0,-4-4-16 0,1 5-3 16,-2-3 6-16,4 0-12 0,-1-2 9 0,6-5-1 16,-1-2-4-16,6-1 0 0,4-7 3 15,4-1 1-15,4-4 6 0,0-2 12 0,0-3 48 0,0 2 39 16,0-6 46-16,13 3 46 0,1-3-23 16,1-1-25-16,0 0-47 0,3 0-46 0,5 0-25 15,2-11-12-15,3-1-32 0,3 0-103 0,2-1-97 16,2-4-64-16,-1 0-52 0,2-2-31 0,-1-4-86 15,-2-2-130-15,1-3-331 0,-4-1 66 0,-1-5 179 16</inkml:trace>
  <inkml:trace contextRef="#ctx0" brushRef="#br0" timeOffset="-5415.92">4164-335 2958 0,'0'-12'11'15,"0"5"10"-15,0-2 5 0,0 4 27 0,0 5 5 16,0 0 14-16,0 0 37 0,16 9 9 0,3 6 10 15,-1 3 8-15,8 0-24 0,4 5-37 0,2 7 8 16,4 7 9-16,4 2-8 0,-1 6 11 0,4 1-14 16,-2 5-39-16,-2 1 0 0,1 4 1 0,-5 1-32 15,-2-4 5-15,-4 3-5 0,-2-1-18 0,-7-3 25 16,-6-3-7-16,-3 2-9 0,-11-3 10 0,0-1-67 16,0-2-65-16,-13-3-70 0,-2-4-161 0,-6-2-153 15,-2-8-238-15,-3-7-192 0,0-3 155 0</inkml:trace>
  <inkml:trace contextRef="#ctx0" brushRef="#br0" timeOffset="8411.04">3777 961 2337 0,'0'0'-32'0,"0"0"-48"16,0 0-86-16,0-12-83 0,0 0-197 0,0 2-58 15,10-2 85-15</inkml:trace>
  <inkml:trace contextRef="#ctx0" brushRef="#br0" timeOffset="-5120.18">5602 218 4208 0,'-12'0'20'0,"1"9"18"0,1-9 42 0,10 0 61 0,-16 0 71 15,9 0 43-15,7 0 1 0,0 0-42 16,0 0-87-16,0 0-66 0,0 0-43 0,0 0-22 16,0 0 8-16,13 0-4 0,4 0 4 0,3 0 4 15,0 0-19-15,6-9-22 0,-2 9-39 0,8-4-98 16,1-2-72-16,-1 6-46 0,2-5-30 0,-1 0 21 15,0 1-26-15,-4 0-62 0,-1 0-59 0,-6-1-42 16,-2 5-62-16,-3-1-153 0,-8 1 126 0</inkml:trace>
  <inkml:trace contextRef="#ctx0" brushRef="#br0" timeOffset="-4988.83">5596 482 2558 0,'-20'23'59'0,"7"-5"92"15,3-2 98-15,10-6 69 0,0-3-32 0,0-7-81 16,16 0-97-16,0 0-58 0,4 0-28 0,6-12-20 15,4-1-38-15,4-1-101 0,2 0-157 0,1-3-179 16,2 0-364-16,1-2-33 0,-4 1 157 0</inkml:trace>
  <inkml:trace contextRef="#ctx0" brushRef="#br0" timeOffset="12825.09">6982-45 2183 0,'0'-7'18'16,"0"-1"27"-16,0 1 18 0,0 2 36 0,0-1 16 15,0 2 16-15,0 0 16 0,0 2 2 0,-13 0-6 16,7 2-27-16,-1 0-24 0,-2 0-31 16,1 0-33-16,-4 0-11 0,-2 10-12 0,1 2 5 15,-7 0 9-15,-3 4 11 0,0 4 24 0,-4 5-1 16,1 4 1-16,-4 6-5 0,4 4-21 15,0 3 5-15,2 3-5 0,1 2-10 0,3 1 1 0,8 1-13 16,4-4-3-16,8 0-3 0,0 0 3 0,0-7 0 16,11 0-2-16,4-3 4 0,-1-1-1 0,6-4-3 15,-1-4 2-15,4-1 2 0,-1-5 0 0,3 0-34 16,4-4-53-16,-1-3-87 0,0-2-115 0,6-3-78 16,-4-3-93-16,2-2-267 0,2-3 39 0,-4 0 116 15</inkml:trace>
  <inkml:trace contextRef="#ctx0" brushRef="#br0" timeOffset="13141.4">7404 161 3201 0,'0'-8'33'0,"0"4"13"16,0-2 9-16,0 3-6 0,0 3-35 0,-12 0-5 0,12 0 52 16,0 0 36-16,0 16 7 0,0 1-1 15,0 2-61-15,0 3-28 0,0-1 4 0,0 6 8 0,0 3 4 16,9 0-13-16,2 1-5 0,-2 0-14 16,1 0 3-16,-1-2-1 0,-1 1 1 0,1-4-9 15,-4 1 4-15,1-5 12 0,0 0 3 0,-3-3 6 16,1-4-13-16,0 0-4 0,-1-2 0 0,0-4-13 15,-3-1 3-15,0-1-14 0,0-3-35 0,0-2-34 16,0-1-82-16,0-1-131 0,0 0-130 0,0 0-326 16,0 0-42-16,0-14 146 0</inkml:trace>
  <inkml:trace contextRef="#ctx0" brushRef="#br0" timeOffset="14818.8">9012 327 2799 0,'-16'4'16'0,"4"-2"30"16,-2 1 38-16,1-2 35 0,4 1 11 16,-2-2-16-16,2 0-26 0,9 0-19 0,-8 0-27 15,8 0-6-15,-4 0-12 0,4 0-21 0,0 0 4 16,0 0-1-16,0 0-6 0,0-8 9 15,0 8-6-15,0 0-10 0,0-7 7 0,0 2-8 0,0 5 11 16,7-6 16-16,3 0 1 0,-3-1 20 0,1 3 1 16,-1-2-11-16,2-1 4 0,1 3-23 0,2-1-9 15,-2 1-9-15,-1 2-1 0,2 0 7 0,0 2-4 16,-2 0 9-16,0 0-10 0,-1 0-2 0,-2 15 3 16,-2-3 3-16,-1 4 7 0,-3 0 4 15,0 3-5-15,0 2-7 0,0 1 3 0,0 0 3 16,0-1 11-1,-10 3 7-15,-1-1-7 0,-1-1-1 0,3-2-8 0,-3 0-5 0,2-3 5 0,1 0 1 16,2-5-7-16,7 0 11 0,-6-5-8 0,6-1 0 16,0-2 14-16,0 0-16 0,0-3 13 0,0-1-3 15,13 0-5-15,1 0 4 0,3 0-9 0,1 0-5 16,6-17-24-16,-1 5-81 0,9-2-135 0,-2-2-171 16,4 0-261-16,1-2-190 0,-3 0 137 0</inkml:trace>
  <inkml:trace contextRef="#ctx0" brushRef="#br0" timeOffset="15454.11">9875 85 2345 0,'0'0'34'15,"0"0"35"-15,0 0 48 0,-7 0 38 0,7 0 6 16,-6 0 4-16,6 0-29 0,-7 0-23 0,7 0-44 15,0 0-39-15,0 0-21 0,0 0-14 0,0 0 4 16,0 0 7-16,0 0-2 0,13 0 5 0,0 0-2 16,0 0-2-16,1 0 0 0,1 0-9 0,0 0 0 15,2 0 1-15,-5 0-6 0,2 10 13 0,-3-1-1 16,-2 3-1-16,-3 0 16 0,3 3-11 16,-5-2-5-16,1 2 5 0,-4 0-11 0,-1 0 4 15,0 0 6-15,0 1-13 0,0-2 10 0,0 2-6 16,0-4 1-16,0 2 9 0,-10-2-7 0,-1 2 5 15,2-3 4-15,0-1-10 0,1 0 9 0,-1-2 3 16,0 0-6-16,-2-4 15 0,5 1-18 0,-3-1 8 16,2-4 10-16,-1 0-5 0,2 0 22 0,1 0-1 15,1 0-13-15,-1 0-8 0,2-13-14 0,3-3-9 16,0 2 1-16,0-2 6 0,0-3 3 0,14-3-1 16,-2-1 1-16,3-6 4 0,2 1-1 0,-2 0 19 15,5-3 20-15,-3 3 14 0,1 1 16 0,-1 1-7 16,-2 5-4-16,-1 1 0 0,-2 3-4 0,-2 3-1 15,-4 6-14-15,-3 2-13 0,-3 3-17 16,3 3-12-16,-3 0-4 0,0 0-6 0,0 0 1 16,0 10 5-16,0 2 3 0,-10 1 0 0,10 2 6 15,-12 3-1-15,4 0-8 0,8 2-8 0,-8 2-28 16,8 0-34-16,0-3-41 0,0 0-77 0,0 0-63 16,0-3-62-16,10 0-53 0,0-2-40 0,1 2-252 15,-4-4-23-15,-7 1 100 0</inkml:trace>
  <inkml:trace contextRef="#ctx0" brushRef="#br0" timeOffset="14402.09">8594 404 2219 0,'3'-4'35'15,"-3"4"28"-15,0-4 20 0,0 4 19 0,0 0-19 16,0 0-15-16,0 0-12 0,0 0-3 0,0 0-2 16,0 0-12-16,0 0-13 0,0 0-17 0,0 0-7 15,0 0 7-15,0 0 9 0,0 0 10 0,0 10 7 16,0-3-1-16,12 1-11 0,-1 1-3 0,-1 1-21 15,2 0-7-15,-1 2 8 0,3 0-5 0,-2-1 7 16,-2 1-2-16,3 1-6 0,-3-3 7 0,2 4 1 16,-1-4-5-16,0 0 7 0,-2-2-7 0,-2-2 1 15,-1 2 11-15,0-3 15 0,-2-1 41 0,0-2 42 16,-1 1 53-16,-3-2 20 0,0-1-2 16,0 0-20-16,0 0-28 0,0 0-31 0,0 0-28 15,0-10 7-15,0-3 20 0,0 4 48 0,0-2-12 16,0-3-35-16,0-4-56 0,0-3-59 0,-9-3-5 15,-2-4 7-15,11-3 1 0,-7-2 3 0,-5-4 5 16,4 2 0-16,-1-2 15 0,4 2-4 0,-4 3 0 16,0 4 1-16,5 2-3 0,-6 4 5 0,7 5-3 15,-1 2 2-15,2 2-16 0,-1 6-4 0,-1-1 6 16,4 3-7-16,0 1 11 0,0 2 1 0,0 0 8 16,0 1-20-16,0 1 5 0,0 0 1 15,10 0-7-15,3 0 10 0,-3 0 3 0,5 0-9 0,4 0-11 16,0 0-5-16,4-10-30 0,0 10-16 15,4-9-15-15,-1 1-3 0,0 8 3 0,1-11-2 16,-1 5 1-16,-2-1-15 0,-1 1-45 0,-5-1-67 16,-1 4-92-16,-3-3-87 0,-5 2-123 0,-5 2-273 15,-4 0 111-15</inkml:trace>
  <inkml:trace contextRef="#ctx0" brushRef="#br0" timeOffset="15626.2">10372 287 2893 0,'11'0'15'0,"-2"0"3"0,-4 0 43 0,-1 0 49 16,-1 9 11-16,-3-2 20 0,3 3-22 0,0-3-43 15,-1 4-25-15,1-1-24 0,1 2-16 0,-2 0-14 16,1 3 3-16,1-2 3 0,1 3-4 0,1-1-62 15,-3 2-103-15,2 0-98 0,-2 0-98 0,3-1-93 16,-5 1-291-16,1-2 98 0</inkml:trace>
  <inkml:trace contextRef="#ctx0" brushRef="#br0" timeOffset="52997.46">12954 743 2468 0,'-11'-11'35'0,"-1"2"42"0,3 0 56 15,-2 2 54-15,1 1 4 0,-2-1-6 0,-2 2-48 16,2 2-49-16,1 0-41 0,2 3-37 0,0 0 15 16,3 0 10-16,-2 11 9 0,4 4 28 0,4 4-14 15,-3 4 1-15,3 9-2 0,0 2-19 0,0 7 4 16,0 4-10-16,15 1-3 0,2 2-14 15,-1 1-8-15,4-1 2 0,-2-4 7 0,1-2 13 0,-1-5 0 16,-2-7 8-16,-2-6 28 0,-2-5 105 16,-4-6 171-16,-2-3 44 0,-6-10-43 0,6 0-115 15,-3-12-173-15,0-7-54 0,-1-8 7 0,1 0 106 16,-3-10 81-16,1 0-1 0,-1-2 1 0,0-2-110 16,0-2-86-16,0 1-2 0,0 4-8 0,-12 1 7 15,12 1-1-15,-15 3-21 0,4 5-70 0,11 5-195 16,-12 5-221-16,12 7-80 0,0 2 25 0,0 9 95 15,0 0 55-15,0 13-72 0,0 7-264 0,0 2-112 16,0 6 168-16</inkml:trace>
</inkml:ink>
</file>

<file path=ppt/ink/ink3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3:48.596"/>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6064-1230 1826 0,'-17'-10'37'16,"0"10"25"-16,-2 0 27 0,2 0 47 0,-4 0-7 16,2-7 9-16,-3 7 1 0,2-7-19 0,-3 7 6 15,3-6-11-15,1 6 13 0,-1-2 6 0,0-3 1 16,0 5-3-16,4-2-17 0,-1 0-15 16,0-1-21-16,4 2-11 0,3 1 1 0,1 0-22 15,2 0-2-15,1 0-10 0,0 0-36 0,4 0 23 16,-1 0-24-16,0 0-2 0,3 0 8 0,0 0-20 15,0 0 8-15,0 0 6 0,0 0 0 0,0 0-2 16,17 0 2-16,-1 0 0 0,7 0 1 0,6 0 3 16,9 0-3-16,11 0 5 0,4 0 2 0,12 0-5 15,8 0 2-15,3 0-6 0,6 0 2 0,1 0-2 16,-4 0 7-16,3 0-5 0,-3-9-10 16,-6 9 12-16,-3-7-8 0,-2 7-1 0,-7 0 9 0,-2-6-3 15,-7 3 1-15,-8 3-5 0,-7-3 6 0,-6 3-1 16,-8-5-3-16,-6 4 21 0,-9 1-5 0,-2-2-14 15,-6-1 3-15,0 1-14 0,-14 1-8 16,-6 0 19-16,-3-1 6 0,-5 2 5 0,-12-2-7 16,-1 2-4-16,-11 0 6 0,-4 0-13 0,-3 0 7 15,-5 0 3-15,-4 13-8 0,-2-4 11 0,-6 0-5 16,0 1 5-16,0 0 8 0,0-1 2 0,3-1 17 16,8 2-9-16,9-2-19 0,7-2-6 0,14 0-9 15,10-1-1-15,11-1 7 0,14 1 1 0,0-2 3 16,0 2 1-16,24-2-1 0,10-1 7 0,11-2-3 15,8 0 4-15,16 0 2 0,10 0-10 16,10-18-4-16,10 4-2 0,7-1-1 0,4 2 5 0,0 1 2 16,-6 1 7-16,-6 0 3 0,-8 2-3 0,-8 1 5 15,-17 0-4-15,-11 4-3 0,-15-3 6 16,-9 3 1-16,-10 4-13 0,-9-5-21 0,-11 5-71 16,0-1-129-16,0 1-111 0,-17 0-97 0,-3 0-87 15,-4 0-246-15,-5 0 95 0,-7 0 120 0</inkml:trace>
</inkml:ink>
</file>

<file path=ppt/ink/ink3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3:47.324"/>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3641-1308 2010 0,'-9'0'29'0,"2"0"31"0,-2 0 19 15,-1 0 31-15,-2 0-2 0,3 0 10 0,-1 0 18 16,0 0 5-16,0 0 6 0,2 0-9 0,-1 0 8 16,0 0-16-16,1 0-17 0,1 0-16 0,2 0-27 15,-4 0-12-15,3 0-16 0,1 0-13 0,1 0-6 16,1 0 1-16,0 0-1 0,0 11 1 0,1-11-6 15,-1 0-16-15,2 0-2 0,1 6-4 16,0-6-12-16,0 0 2 0,0 0-2 0,0 0 7 0,0 0 8 16,0 0 0-16,13 0 12 0,1 0-1 15,3 0-8-15,6 0 9 0,5 11-24 0,6-11 5 16,10 0 13-16,7 0-8 0,7 0 19 0,9 0-16 16,4 0-1-16,7 0-8 0,1 0 4 0,0 0 11 15,1 0-18-15,-2 0 17 0,-4 0-3 0,-2 0-10 16,-6 0 10-16,-6 9-19 0,-9-9-1 0,-4 9-1 15,-6-9-3-15,-6 8 9 0,-9-8 11 0,-8 7-1 16,-4-7 8-16,-5 0 2 0,-9 4-17 0,0-4 4 16,-14 5 6-16,-10-1 0 0,-8 0 4 0,-7 0 0 15,-10 1-10-15,-7-1 8 0,-11 3-3 0,-4 1-1 16,-5-2 7-16,1 1-7 0,-2 2 16 0,4-3 13 16,3-1 5-16,3 2 21 0,8-1 3 15,4-4 9-15,7 2 0 0,5-1-4 0,8-1-24 16,10-1-7-16,5 1-10 0,5-2-21 0,7 0 5 15,2 0-8-15,6 0 0 0,0 0 1 0,0 0 0 16,0 0-2-16,0 0-5 0,14 0 10 0,1 0 1 16,3 0-1-16,6 0-11 0,5 0-32 0,11 0-23 15,1 0-46-15,7 0-83 0,7 0-77 0,3 0-79 16,1 0-67-16,0 0-37 0,0 0-234 0,-2 0 63 16,2 0 112-16</inkml:trace>
</inkml:ink>
</file>

<file path=ppt/ink/ink3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4:22.441"/>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21081 158 2874 0,'4'0'8'0,"1"0"15"0,-4 0 31 0,1 11 18 15,-1 0 9-15,1-3 3 0,-2 2-21 0,1 0-21 16,2 3-22-16,0 0-15 0,0 2-6 0,2 1 3 16,-2 1 7-16,2 1-1 0,-1 1 1 0,1-1-44 15,-1 1-93-15,2 0-96 0,-1-1-107 0,1-1-128 16,0-1-223-16,2-4 68 0,-2 2 103 16</inkml:trace>
  <inkml:trace contextRef="#ctx0" brushRef="#br0" timeOffset="605.41">21919 136 2883 0,'6'0'44'0,"0"0"44"0,-1-1 34 16,-1 1 48-16,-1 0-5 0,-1 0-12 0,-2 0-14 15,0 0-27-15,0 0-42 0,0 0-26 0,0 0-10 16,0 0-27-16,0 0 10 0,0 0-17 0,0 0-10 15,0 0 9-15,0 0-8 0,0 0 6 16,0 0 6-16,-9 10-6 0,9-10-3 0,-6 0 15 16,6 5 9-16,-8-5 21 0,2 6 14 0,1-6 13 15,1 5 3-15,-1-5 18 0,-1 1 36 0,3-1 36 16,-1 0 53-16,2 0 43 0,0 0 7 0,1 0-20 0,1 0-35 16,0 0-44-16,0 0-41 0,0 0-26 15,0-9-33-15,0 9-33 0,0-6-20 0,9 6-14 16,-9 0-15-16,9-7 0 0,-1 7 1 0,-2 0-6 15,0 0 8-15,2 0-9 0,1 0 7 0,0 0-4 16,0 0-2-16,3 13-3 0,-1 3 4 0,-1 1 7 16,-2 2 3-16,-4 4 13 0,-4 4-7 0,0 4 9 15,0 1 5-15,-15 2-4 0,-1 3 4 0,-6-2-7 16,-2 2-4-16,1-3-1 0,-1-2 3 16,1-3-4-16,2-4 10 0,4-4 9 0,5-3 1 15,4-5 26-15,8-4 27 0,0-1 28 0,0-3 11 16,17-5-23-16,7 0-26 0,7 0-36 0,8-13-18 15,7 0-1-15,7-1-28 0,5 0-56 0,4-3-112 16,0-1-167-16,-1 1-128 0,-3 4-36 0,-4-1 16 16,-7 4 20-16,-7 0-36 0,-7 2-97 0,-8 3-257 15,-6 1 98-15,-8 2 187 0</inkml:trace>
  <inkml:trace contextRef="#ctx0" brushRef="#br0" timeOffset="1996">23178-763 2625 0,'0'-12'10'0,"0"0"-7"0,0 2 2 15,11 2 15-15,2 4 11 0,4 4 29 0,1 0 19 16,6 0-2-16,1 18-1 0,7 6-8 0,1 3 13 16,2 8 17-16,0 6-13 0,3 12-1 0,-2 5-12 15,-1 11-17-15,0 7-9 0,-3 7-15 0,-2 5-21 16,-4 4-8-16,-4 2 1 0,-7-2 4 0,-3-3 1 15,-6-1-6-15,-6-6 9 0,0-7-4 0,-14-3 2 16,-2-7 9-16,-4-6-9 0,0-4-5 0,-6-6 4 16,-1-4-4-16,3-9-2 0,-4-3 2 0,1-8-41 15,4-5-92-15,-1-5-136 0,4-8-181 0,2-7-422 16,1 0 65-16,2-15 139 0</inkml:trace>
  <inkml:trace contextRef="#ctx0" brushRef="#br0" timeOffset="2187.57">24786-74 4748 0,'17'0'36'16,"-6"0"15"-16,-5-14 8 0,-6 3 12 0,6 11-29 16,-6-9-19-16,0 9-19 0,0-6-61 0,0 6-105 15,0 0-74-15,0 0-100 0,0 0-170 0,0 0-150 16,0 0-348-16,0 0 91 0,0 0 218 15</inkml:trace>
  <inkml:trace contextRef="#ctx0" brushRef="#br0" timeOffset="-32415.36">179 22 3302 0,'0'-9'31'0,"0"1"32"0,0 3 16 16,0 3 16-16,-12 2-21 0,1 0-6 15,-3 0 3-15,2 19-15 0,-2 3-15 0,-1 2-27 16,0 5-10-16,-2 4-8 0,2 3 10 0,0 1-5 16,3 5 2-16,3 0 7 0,0 1-5 0,4-1 0 15,2 0-11-15,3-2-3 0,0 0 3 0,0-2 6 16,0-3-20-16,14-3-36 0,-2-2-38 0,0-2-22 15,2-4-20-15,1-4-31 0,2-3-38 0,4-4-71 16,2-5-80-16,4-8-242 0,0 0-79 16,-1 0 91-16</inkml:trace>
  <inkml:trace contextRef="#ctx0" brushRef="#br0" timeOffset="-2831.34">17326-898 3048 0,'-7'-7'55'0,"1"0"55"0,1 3 49 0,-2-1 30 16,2 5-23-16,0 0-43 0,1 0-41 0,1 0-29 16,-2 0-30-16,4 0-6 0,-1 0 6 0,1 0 2 15,1 11 11-15,-3-3-10 0,1-1-9 0,1 0 2 16,-1 1-6-16,2-3 3 0,0 1-5 0,0-2 2 15,0 1 7-15,0-4 15 0,0 2 25 0,0-3 28 16,0 0 31-16,0 0 24 0,11 0 29 0,-4 0-4 16,2-11-34-16,4 11-27 0,-1-13-44 0,1 1-41 15,4 2-14-15,1 0-3 0,2 0-14 0,0-1 10 16,0 2 4-16,1 2-19 0,-1 0 2 0,1 4 3 16,-1 3-9-16,1 0 9 0,-1 0 3 15,-2 0 1-15,2 15 9 0,-2 0-9 0,-2 2 5 16,-2 2-17-16,0 1 8 0,-5 4 9 0,-1 0-12 15,-4 2 12-15,-2-1-3 0,-2 3-1 0,0-2 10 16,0 1-6-16,0-6 10 0,0 1-5 0,0-6-5 16,0-2 14-16,-11-2-13 0,11-5 8 0,0-2 9 15,0-5-1-15,0 0-5 0,0 0 0 16,23-14-13-16,3-3-9 0,4 0-31 16,3-3-63-16,8-3-49 0,2 0-75 0,2-1-5 0,-1 1 5 0,2 2-17 15,-3-1-54-15,-1 3-106 0,-2 4-108 0,-4 0-283 16,2 2-8-16,-3 1 148 0</inkml:trace>
  <inkml:trace contextRef="#ctx0" brushRef="#br0" timeOffset="-7383.93">11708 272 2216 0,'0'0'47'16,"0"0"44"-16,0 0 38 0,-9 0 45 0,9 0-2 16,0 0 5-16,-4 0-5 0,-2-10-4 0,6 10-17 15,-6-9-27-15,4 1-13 0,-2 0-27 0,-1 3-4 16,2 0-14-16,-2 0-6 0,1-1-3 0,-1 4-9 16,4-3-9-16,-1 4-8 0,1-3-17 0,1 3-14 15,0-1 0-15,0 2-11 0,0 0-2 0,0 0-2 16,0 0 0-16,0 0 6 0,0 15 7 15,0-2 1-15,13 3-4 0,0 1 0 0,0-2 5 0,2 4 3 16,1 0-1-16,0 1 3 0,1 0-9 0,0-1 1 16,-1-4-4-16,-2 0 8 0,0-2-3 15,-4-2-7-15,0-2 11 0,0-2-10 0,-4-2 6 16,0 0 10-16,-1-3-7 0,-2-2 14 0,2 0-4 16,-4 0 20-16,1 0 40 0,1 0 60 0,-2 0 85 15,1 0 62-15,-2 0 1 0,0-12-50 0,0 2-26 16,0 0-43-16,0 1-20 0,0-4 62 0,0 2 6 15,0-1 6-15,0-2 2 0,0-1-352 0,-9-7-117 16,9-3-49-16,-13-6-20 0,3-2 275 0,1-5 77 16,-2-1 8-16,3 0-11 0,-1-2-6 0,3 6-21 15,2 5-14-15,1 6 18 0,0 0-9 0,3 7 6 16,0 0 0-16,0 4-19 0,0 3 14 0,0-1-17 16,10 2 10-16,2-2 5 0,1 2-8 15,0-2-5-15,4-1-26 0,3-2-55 0,1 4-92 16,3-3-45-16,1 2-39 0,-1 3 21 0,-1 0 62 15,-4 2 27-15,1 1 16 0,-5 2-16 0,-1 1-31 16,0-1-41-16,-5 3-12 0,0 0-9 0,-1 0 1 16,-1 0 12-16,1 0 6 0,-2 0-5 0,3 0-7 15,-3 0-114-15,2 0-64 0,-2 13 32 0,0-4 72 16</inkml:trace>
  <inkml:trace contextRef="#ctx0" brushRef="#br0" timeOffset="-32676.06">-248 171 2658 0,'0'-9'25'0,"-14"0"15"0,-1 1 61 16,-3 2 26-16,1-1-24 0,-6 2 6 0,1-1-37 15,-4 1-15-15,-5 4 15 0,3 1-7 0,-4 0-21 16,0 0-17-16,-2 0-18 0,-2 14-13 15,2 4-7-15,0 2 4 0,0 2 0 0,4 4-2 16,1 4-1-16,5 1 5 0,1 2 0 0,6 3 4 16,7-1 7-16,2-2-7 0,8 1 2 0,0-4-1 15,0 1-7-15,17-3 5 0,-2-4 8 0,2-3-4 16,1-1 13-16,3-7 37 0,0 0 49 0,2-7 25 16,1-6 16-16,4 0-31 0,2 0-51 0,2-11-9 15,3-6-14-15,1-3 9 0,5-4 11 0,-1-3-4 16,-2-4 0-16,-2 0-20 0,-2-3-9 0,-7 0-4 15,-4 0-15-15,-8 1 8 0,-3-1-17 16,-7 3-21-16,-5-2-30 0,0 3-25 0,0 1-25 0,-17 2-15 16,0 3-3-16,2 2-29 0,-3 3-17 15,1 6-24-15,-1 1-41 0,1 3-13 0,0 5 21 16,1 1 29-16,2 2 64 0,2 1 55 0,1 0 41 16,2 0 20-16,2 0 34 0,2 0 42 0,1 0 49 15,-1 0 68-15,3 0 47 0,-1 0 23 0,0 0-9 16,0 0-39-16,2 0-49 0,-2 0-63 0,0 0-55 15,0 0-27-15,1 0-6 0,1 0 37 0,-2 15 12 16,1 2 8-16,-2 3-17 0,2 4-9 16,-1 6 20-16,0 6 5 0,1 3 12 0,2 6-31 0,0-2-16 15,0 5-9-15,0 2-17 0,0-1 11 16,11 1-13-16,-11-1 12 0,9-1 4 0,0 0-4 16,-9-3 4-16,9-4-5 0,-1 3 10 0,-2-6-9 15,-1-2 6-15,-1-2-12 0,1-6-6 0,-1-4-13 16,1-7-27-16,-2 0-27 0,-2-7-21 0,2 0-29 15,-1-6-17-15,-1-2-85 0,-1-2-168 0,0 0-213 16,0-13-265-16,0-2 114 0</inkml:trace>
</inkml:ink>
</file>

<file path=ppt/ink/ink3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7:14.416"/>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0 44 5231 0,'0'-22'-32'0,"9"9"-107"0,-9 4-48 0,14 9 11 16,-4 0 29-16,7 0 115 0,4 15 63 15,9 7 14-15,8 4 79 0,11 4 35 0,9 8 11 16,9 6-31-16,4 3-73 0,11 6-53 0,5 4-18 15,1 4 13-15,4 8 20 0,1 4-31 0,3 6-101 16,1 5-141-16,0 3-104 0,2 3-15 0,-2 7-47 16,2-3-53-16,-2-1-118 0,2 1-360 0,-1-1 141 15</inkml:trace>
</inkml:ink>
</file>

<file path=ppt/ink/ink3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7:14.232"/>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2018 102 3406 0,'0'-32'1'0,"0"5"5"0,-15 8 18 15,-12 6 16-15,-11 13 8 0,-6 0 6 0,-11 0 13 16,-7 18 24-16,-9 14 12 0,-8 12 24 0,-9 13 2 15,-10 13 14-15,-3 12 20 0,-7 11-17 0,-5 10 3 16,-1 6-46-16,-2 5-29 0,0 3-19 16,7 0-37-16,4 0-6 0,8-5-17 0,9 1 1 15,7-5-13-15,13-7-59 0,12-5-35 0,10-6-65 16,10-8-30-16,5-9 26 0,9-8 3 16,5-10 2-16,6-8-43 0,5-12-80 0,2-8-68 15,4-7-22-15,0-8-12 0,0-12-287 0,0 0 105 0</inkml:trace>
</inkml:ink>
</file>

<file path=ppt/ink/ink3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7:18.145"/>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902-97 2746 0,'-10'-22'50'0,"-2"1"40"16,-2 4 48-16,0 2 22 0,-2 5-21 0,2 2-14 15,0 3-39-15,1 0-14 0,2 4-36 0,2 1-26 16,4 0-12-16,-2 0-24 0,4 0 16 0,-2 0 0 16,-1 12-12-16,1 1 28 0,1 1-18 0,-2 2 8 15,1 3 9-15,1 1-13 0,-1 1 7 0,4 3-3 16,1-2-2-16,0 1 4 0,0-1-6 0,0-4-7 15,12-1 13-15,0 0 4 0,-1 1-1 0,2-5 5 16,4 0 3-16,0 1-16 0,2-5 17 16,6 2-6-16,1-5-3 0,2 1 3 0,1-2-4 15,2 1 4-15,-3-2-12 0,3-1 7 0,-5 3-3 16,-2-2 2-16,-3 0 6 0,-4 1 0 0,-2 1-8 16,-4 1 2-16,-4 0 8 0,-2 1 0 0,-5 5 14 15,0 2-4-15,0 2-8 0,-12 2-2 0,-3 6-7 16,-1 1-1-16,-5-2 8 0,-2 3-3 0,1-1 11 15,-1-4 32-15,1-5 19 0,3-2 26 0,2-4 16 16,3-6-14-16,1-5-20 0,4 0-26 0,-1 0-30 16,1-13-17-16,3-5-6 0,-1-5 11 0,4-9-13 15,0-6 2-15,3-9 9 0,0-7-5 16,0-5 16-16,16-3-4 0,1-1-5 0,0 0 1 16,-1 1-13-16,3 5-2 0,-1 5 9 0,-1 4-1 15,-2 8 6-15,-2 2 11 0,0 7-16 0,-3 7 4 16,-1 4-17-16,-1 3-37 0,-2 6-31 0,-1 1-79 15,-1 4-91-15,1 1-114 0,-4 1-79 0,2-1-58 16,0 4-214-16,0 1 75 0,0 0 119 0</inkml:trace>
  <inkml:trace contextRef="#ctx0" brushRef="#br0" timeOffset="372.74">1562-744 2765 0,'3'-18'23'15,"-3"2"61"-15,0 3 55 0,0-2 44 16,0 5-10-16,0 3-41 0,-11 2-48 0,11 1-55 0,-9 4-11 16,0 0-23-16,1 0-8 0,1 14 13 0,-4 1-13 15,0 7 23-15,-2 1-12 0,-3 8-4 16,3 6 14-16,-4 3-23 0,0 6 22 0,4 1 7 15,-1 3-4-15,0 1 3 0,4-2-18 0,-1 1-2 0,5-3-5 16,-2-3 0-16,5-1 19 0,0-2-11 16,3-5 6-16,0-1-2 0,0-6-4 0,0-5 8 15,11-1 4-15,1-9 37 0,-1 0 14 0,2-7 27 16,1-2 4-16,3-4-29 0,2-1-8 0,4 0-25 16,2 0-2-16,2-13-9 0,2-6-11 0,3 2 1 15,-2-4-4-15,2-1 6 0,-3-1-13 0,0-3-6 16,-4 0-14-16,0 5-24 0,1-3-36 0,-8 3-73 15,0 1-98-15,-4 1-126 0,-2-2-124 0,-3 4-301 16,-4 0 57-16,-5 0 149 0</inkml:trace>
  <inkml:trace contextRef="#ctx0" brushRef="#br0" timeOffset="598.02">1601-526 3294 0,'9'0'8'0,"-9"0"-16"0,8 0-8 15,-8 0 0-15,7 0 22 0,-7 11 53 0,9 0 39 16,-1-1 10-16,1 5-11 0,2 0-20 0,2 3-13 16,3 4-11-16,0 1-22 0,3 4-11 0,2 2-19 15,2 2 4-15,1 2 7 0,0 4-9 0,2-4 9 16,1 4-3-16,1 0-2 0,-4-3 2 0,-1-1 2 16,0 2-6-16,-2-6 5 0,-1 2-8 0,-4 1-35 15,-1-4-54-15,1 3-80 0,-4-1-96 16,-3-2-89-16,-2-2-71 0,-7 2-166 0,0-2-134 15,0 0 115-15</inkml:trace>
  <inkml:trace contextRef="#ctx0" brushRef="#br0" timeOffset="-497.71">47 256 2005 0,'-4'0'19'0,"-1"0"35"0,2 0 35 16,0 0 28-16,-1 0 0 0,-1 0-9 0,1 0-9 15,-1 0-7-15,0 0-3 0,1 0-13 0,1 0-24 16,1 0-20-16,-1 0-24 0,2 0-19 0,-1 0 0 15,2 0-3-15,0 0 0 0,0 0 6 0,0 0-8 16,0 0 1-16,0 0 7 0,0 0 3 16,9 0 8-16,-1 0 2 0,0 0-5 0,1 0 5 15,1 0 0-15,4 0 17 0,4-14 3 0,3 0-2 16,4-1 0-16,2-3-16 0,3 0 0 0,2-6-6 16,0 1 4-16,2 0 6 0,-4 1 6 0,-3 2 12 15,-1 2 3-15,-5 1-4 0,-2 5 5 0,-6 5 8 16,-4 1-7-16,-1 1 0 0,-3 5-21 0,-4 0-17 15,2 0 12-15,-3 0 13 0,0 18 17 0,0 2 0 16,0 3-7-16,0 6-17 0,0 4-4 0,0 5-3 16,0 3-6-16,0 2 4 0,0-1-4 15,0-4 4-15,0 4-6 0,0-4-4 0,9-3-10 0,-9 0 10 16,11-6 4-16,-1 0 5 0,-2-4 7 16,1-4-11-16,-3-2 4 0,2-2-9 0,-2-5 6 15,-2 0 1-15,1-4 10 0,-2 0-6 0,2-3-3 16,-5-1 1-16,1-2-11 0,1-1-7 0,-1-1-47 15,-1 0-71-15,0 0-67 0,2 0-56 0,-1 0 7 16,1 0 1-16,-1 0-79 0,2-12-263 0,0 2 39 16</inkml:trace>
</inkml:ink>
</file>

<file path=ppt/ink/ink3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7:19.268"/>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184 1057 2368 0,'-29'28'13'16,"3"-4"37"-16,2 0 53 0,3-6 60 0,2-1 45 16,4-4 20-16,1-2-14 0,2-2-38 0,3-4-45 15,3 1-50-15,2-3-31 0,1-2-15 0,1 2-4 16,2-3-6-16,0 0-7 0,0 0 1 15,0 0-8-15,0 0 4 0,0 0 5 0,0 0 12 0,0 0 9 16,12-11 5-16,0 1-14 0,5-4-17 0,3-5-16 16,6-3-6-16,7-8 16 0,5-7-7 0,9-2-1 15,11-8 8-15,7-4-7 0,9-4 9 0,7-6-3 16,9-2-13-16,4 2 7 0,4-3-14 16,4 0 12-16,0 3 3 15,1-2-3-15,-1 7 6 0,0 0-3 0,-4 6-4 0,3 5-2 0,-7 1-6 16,-5 3-8-16,-4 5 0 0,-9 6-7 0,-9 6 10 15,-9 0 8-15,-11 8-8 0,-12 6 20 0,-9 2 9 16,-8 3 14-16,-9 3 15 0,-4 2 3 0,-5 0 0 16,0 0-17-16,0 0-14 0,0 0-15 0,-11 0 0 15,-1 0-7-15,0 0 9 0,-2 0-1 0,-1 0-3 16,0 8 0-16,-4-2 24 0,3-6-25 0,1 8-3 16,1-5 1-16,3 3-22 0,-2-2 6 0,0-2-16 15,0 2-20-15,2 1-29 0,-3 1-36 0,-2 1-47 16,-1 2-44-16,-4 3-52 0,-2 2-23 15,-4 2-11-15,-5 1-4 0,-3 4-17 0,-3 3-97 16,-6 0-121-16,-3 5 44 0,-3-1 95 0</inkml:trace>
</inkml:ink>
</file>

<file path=ppt/ink/ink3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7:19.575"/>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290 687 2523 0,'-25'21'57'0,"3"-1"53"0,-1-3 65 0,3-1 56 16,-1 0-7-16,-2-5-15 0,2-1-24 0,-2 1-24 16,2-2-21-16,1 0 8 0,2-2 0 15,1 1-1-15,3-2-1 0,5 1-36 0,2-5-34 16,1 3-38-16,1-4-29 0,5 2-6 0,0-3-17 16,0 0 7-16,0 0-7 0,0 0-5 0,11 0 18 15,4-15 6-15,5-2 26 0,10-7-15 0,11-5 0 16,12-8 5-16,14-8-28 0,12-8 48 0,11-7-38 15,8-4-9-15,4-2 19 0,6 0-37 0,-3 2 22 16,-2 5-2-16,-6 7 0 0,-7 2-4 0,-8 11-17 16,-11 5-27-16,-9 8-66 0,-10 4-21 0,-11 5 0 15,-12 8 1-15,-6-2 17 0,-8 10-7 16,-8-2-26-16,-1 1-78 0,-6 0-128 0,0 2-198 0,0 0-342 16,-16 0 106-16</inkml:trace>
</inkml:ink>
</file>

<file path=ppt/ink/ink3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7:22.110"/>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0-4 1627 0,'10'0'15'15,"-6"0"3"-15,2 0 2 0,-3 0 1 0,0 0-13 16,-3 0 6-16,0 0 12 0,0 0 17 0,0 0 28 15,0 0 9-15,0 0 5 0,0 0-5 0,0 0-20 16,0 0-15-16,0 0-13 0,0 0-17 16,0 0-7-16,0 0-5 0,0 0 0 0,0 0-1 15,0 0-2-15,0 0 3 0,0 0 0 0,0 0 4 16,0 0 4-16,0 0 0 0,0 0 6 0,0 0 4 16,0 0 3-16,0 0-1 0,0 0 5 15,0 0 0-15,0 0 1 0,0 0 1 0,0 0-8 0,0 0 1 16,0 0-5-16,0 0 7 0,0 0-4 0,0 0 0 15,0 0-4-15,0 0-10 0,0 0 0 0,0 0-8 16,0 0 4-16,0 0-3 0,0 0-2 0,0 0 2 16,0 0-2-16,0 0 1 0,0 0 5 15,0 0-5-15,0 0-4 0,0 0 4 0,0 0-6 16,0 0-1-16,0 0-2 0,0 0-28 0,0 0-33 16,0 0-41-16,0 0-56 0,0 0-50 0,0 0-34 15,0 0 6-15,0 0-127 0,0 0-38 0,11 0 71 16</inkml:trace>
</inkml:ink>
</file>

<file path=ppt/ink/ink3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6:55.327"/>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15902 7084 2210 0,'0'4'17'15,"0"-4"13"-15,0 0 11 0,0 0 14 0,0 0-2 16,0 0 8-16,0 0 12 0,0 0 16 0,0 0 4 15,0 0-8-15,0 0-7 0,0 0-17 0,0 0-9 16,0 0-7-16,0 0-14 0,0 0-9 0,0 0-5 16,0 0-3-16,-6 0 10 0,6 0 8 15,0 0 14-15,0 0 19 0,-5 0 4 0,5 0-4 16,0 0-11-16,0 0-18 0,0 0-4 0,0 0-4 16,0 0-1-16,0 0 0 0,0 0-11 15,0 0-7-15,0 0-7 0,0 0 2 0,0 0-5 0,0 0 7 16,0 0-1-16,0 9-5 0,0-9 0 0,0 0-5 15,0 0 4-15,0 4 2 0,0-4 6 16,0 0 8-16,0 0 11 0,0 0 4 0,0 0 14 0,0 0-3 16,0 0-8-16,0 0 7 0,0 0-8 15,0 0-3-15,0 0-2 0,0 0-10 0,0 0 0 0,0 0-1 16,0 0 3-16,0 0-3 0,0 0-5 16,0 0 1-16,0 0-1 0,0 0 0 0,0 0 13 15,0 0-4-15,0 0-1 0,0 0 8 0,0 0-5 16,0 0 1-16,0 0 7 0,0 0-10 0,0 0-4 15,0 0 10-15,0 0-7 0,0 0 2 0,0 0 13 16,0 0-7-16,0 0-5 0,0 0-4 0,0 0-9 16,0 0 0-16,0 0-4 0,0 0-2 0,0 0 1 15,0 0-6-15,0 0 3 0,0 0 6 0,0 0-7 16,0 0 4-16,0 0-1 0,0 0 2 0,0 0-7 16,0 0 3-16,0 0 0 0,0 0-2 0,0 0 6 15,0 0-2-15,0 0 4 0,0 0-5 0,0 0-2 16,0 0 1-16,0 0-6 0,0 0 10 15,0 0-3-15,0 0-14 0,0 0 15 0,0 0-23 16,0 0-11-16,0 0-9 0,0 0-55 0,0 0-19 16,0 0-26-16,0 0-33 0,0 0 2 0,0 0 20 15,0 0-4-15,11 0-25 0,0 0-54 0,1 0-60 16,3 0-41-16,3 15 3 0,2-4-22 0,3 0-91 16,3 0-35-16,-2-3 78 0</inkml:trace>
  <inkml:trace contextRef="#ctx0" brushRef="#br0" timeOffset="-3908.02">16988 7765 1725 0,'-10'0'24'0,"-1"0"16"0,0 0 15 16,2 0 15-16,-1 0-7 0,0 0 3 15,3 0 8-15,1-8 7 0,-2 8 4 0,2 0 0 16,1 0-11-16,2 0-17 0,0 0-14 0,0 0-17 15,3 0-16-15,-1 0-8 0,1 0-6 0,0 0-2 16,0 0 5-16,0 0 0 0,0 0 5 0,12 0 2 16,2 0 2-16,2 0 4 0,4 0-4 0,8 10-1 15,2-10-1-15,8 9-2 0,5-9 1 0,7 6-1 16,5-6-4-16,9 0 0 0,7 0-2 0,7 0 2 16,8 0 1-16,9 0-1 0,8 0 3 15,8 0-8-15,8 0 6 0,4 0-4 0,5 0-2 0,3 0 10 16,4 0-10-16,-2 0 7 0,-1 0 2 15,-3 0-5-15,-2 0 4 0,-4 0-3 0,-7 0-6 16,-10 0-1-16,-7 0 3 0,-9 0-3 0,-11 11 10 16,-11-4 3-16,-10-7-8 0,-11 10 6 0,-9-5-2 15,-9-5 0-15,-6 0 5 0,-6 0-2 0,-8 0-2 16,-9 0-1-16,0 0 12 0,0 0 3 0,-12 0 8 16,0 0 2-16,-3 0-15 0,-1 0 1 0,-5 0-5 15,-2 0-5-15,-7 0 3 0,-7 0-4 0,-7 0-4 16,-9 0 6-16,-11 0-1 0,-9 13-2 0,-11-13 2 15,-4 11-3-15,-8-4-4 0,-4-7 6 0,-4 10 1 16,-1-5-6-16,2-5 6 0,-2 8-2 16,3-7-1-16,1 4 2 0,5-1-3 0,2 0-2 15,6-1 2-15,1-1 2 0,8 2 1 0,4-2 1 16,7-2 1-16,4 3 7 0,8-3 17 0,4 0 10 16,6 0 6-16,7 0 1 0,4 0-8 0,4 0-6 15,9 0-7-15,3 0-8 0,6 0-6 0,4 0-8 16,2 0-2-16,4 0 1 0,3 0 1 0,0 0 0 15,0 0 0-15,13 0 1 0,3 0 0 0,4-9 1 16,7 0-3-16,7 3 0 0,9 2-3 0,8-5 2 16,10 1 0-16,11-2-2 0,5 0 2 15,12 1-2-15,8-4 6 0,8 0-1 0,7 0-4 0,7-2 5 16,6 2-10-16,0-2 7 0,4 0-2 16,-1 2-4-16,-2 3 3 0,-6-1-8 0,-9 2 7 15,-9 3 4-15,-10-3 5 0,-13 6 1 0,-14 1 1 16,-11 0-6-16,-15 2 14 0,-10 0 22 0,-9 0 18 15,-10 0 6-15,-10 0-15 0,0 0-29 0,0 0-20 16,-10 0-7-16,-5 0-3 0,-4 0 7 0,-5 0-3 16,-5 0 6-16,-6 0 0 0,-9 0-4 0,-8 0 1 15,-12 0-3-15,-10 16 3 0,-12-7-1 0,-8 3 1 16,-8-4 2-16,-3 4-2 0,2-4 6 0,1-2-3 16,11-1 1-16,5-5 5 0,15 4-3 0,10-4 6 15,14 5-2-15,10-5-4 0,11 0 5 16,10 0-1-16,8 0 0 0,8 0 1 0,0 0-5 15,0 0 0-15,20 0-2 0,3-14 0 0,1 5 0 16,6-1 1-16,5-3 2 0,3 2-10 0,2-1 2 16,6 1-1-16,1-1-2 0,2 1 12 0,1-1 0 15,0 2-2-15,-1 2 1 0,-4-1-3 0,1 1-3 16,-5 2 4-16,-4 0 1 0,-6 1 0 0,-3 2 1 16,-4 2-3-16,-6-1-2 0,-4 1 3 0,-2 1-2 15,-4 0 5-15,-3 0-5 0,-2 0 1 0,-3 0 2 16,0 0-2-16,0 0 1 0,0 0-3 0,0 0-2 15,0 0-2-15,0 0 2 0,0 0 5 0,0 0-3 16,0 0-1-16,0 0 3 0,0 0-1 0,0 0-2 16,0 0 4-16,0 0-5 0,0 0 4 15,0 0 1-15,0 0-1 0,0 0 5 0,0 0-4 16,0 0 3-16,0 0-2 0,0 0-5 0,0 0 3 16,0 0 0-16,0 0 1 0,0 0 4 0,0 0-5 15,0 0 1-15,0 0 4 0,0 0-3 0,0 0 1 16,0 0 4-16,0 0-6 0,0 0 3 0,0 0-1 15,0 0-5-15,0 0 5 0,0 0-1 0,0 0 0 16,0 0 3-16,0 0-6 0,0 0 1 0,0 0 4 16,0 0-5-16,0 0 5 0,0 0-3 15,0 0-2-15,0 0 2 0,0 0 2 0,0 0 8 16,0 0-1-16,0 0-4 0,0 0 6 0,0 0-5 16,0 0 3-16,0 0 13 0,0 0-3 0,0 0 7 15,0 0-2-15,0 0 2 0,0 0-1 0,0 0-5 16,0 0 4-16,0 0 0 0,0 0-2 0,0 0-2 15,0 0-7-15,0 0 0 0,0 0-2 0,0 0 1 16,0 0 5-16,0 0-11 0,0 0 2 0,0 0 2 16,0 0-8-16,0 0 7 0,0 0-3 0,0 0-8 15,0 0 11-15,0 0-4 0,0 0 0 0,0 0 4 16,0 0-6-16,0 0 1 0,0 0 0 0,0 0-1 16,0 0-2-16,0 0-2 0,0 0 1 0,0 0 4 15,0 0-1-15,0 0-2 0,0 0 0 0,0 0-2 16,0 0 0-16,0 0 6 0,0 0-2 15,0 0 0-15,0 0-1 0,0 0-2 0,0 0 3 16,0 0-5-16,0 0 1 0,0 0-1 0,0 0 2 16,0 0-3-16,0 0 3 15,0 0 5-15,0 0-10 0,0 0 12 0,0 0-6 0,0 0 0 0,0 0 6 16,0 0-10-16,0 0 5 0,0 0 0 0,0 0-1 16,0 0 0-16,0 0 0 0,0 0-3 0,0 0-3 15,0 0 6-15,0 0 4 0,0 0-5 0,0 0-2 16,0 0-8-16,0 0-41 0,0 0-31 0,0 0-38 15,0 0-41-15,0 0-21 0,0 0-19 16,0 0-15-16,0 0-14 0,0 0-19 0,0 0-45 16,0 0-17-16,0 0-59 0,0-8-11 0,0 0 25 15,6-1 77-15</inkml:trace>
  <inkml:trace contextRef="#ctx0" brushRef="#br0" timeOffset="11850.34">18585 7674 589 0,'0'0'61'0,"0"-2"28"15,0 2 18-15,0 0 5 0,0 0-53 0,0 0-18 16,0 0-12-16,0 0 8 0,0 0 4 0,0 0 4 16,0-2 3-16,0 2-4 0,0-2-4 0,0 1-7 15,0 0-6-15,0-2-8 0,0 0 5 0,13-1 5 16,-1 2 11-16,3-4 11 0,3 1-4 0,6-1-5 15,5-2-6-15,3 1-13 0,8-2-3 0,-1 1-2 16,5-1 1-16,2 3-1 0,-1-1-2 0,1 2 0 16,-2 1-7-16,0-1 7 0,-2 2-3 15,-1 3-7-15,-4 0-1 0,-2-3-4 0,-5 1 2 16,-2 2 2-16,-3-1-3 0,-3 1-1 0,-4-2-3 16,-3-1 1-16,-4 3 4 0,-2-2 2 0,-3 2 1 15,-2 0 6-15,-1 0-1 0,0 0-4 0,-3 0-1 16,0 0-5-16,0 0 0 0,0 0 0 0,0 0 0 15,0 0 0-15,0 0-4 0,0 0 0 0,0 0 1 16,0 0 1-16,0 0 5 0,0 0-2 0,0 0-1 16,0 0 0-16,0 0 0 0,0 0-1 0,0 0 4 15,0 0 2-15,0 0 6 0,0 0 15 16,0 0 6-16,0 0 9 0,0 0 4 0,0 0 1 16,0 0-2-16,0 0-11 0,0 0-8 0,0 0-15 15,0 0-4-15,0 0 0 0,0 0 1 0,-6 0 3 16,6-9-4-16,0 9 4 0,-6-7-6 0,6 1-1 15,-4 6 4-15,4-5-7 0,0 0 0 0,-3 2-1 16,3 0-2-16,-3 1 5 0,1-2-3 0,2 3 0 16,-1 0-1-16,-2-1-1 0,3 1 2 15,-2 1 0-15,1-2 1 0,-1 2-2 0,-1 0-1 0,3-1 0 16,-3-1-1-16,1 1 2 0,1-1 0 0,-2 1 0 16,1 1 1-16,2 0-1 0,-3 0 3 0,2-3-2 15,-1 3 0-15,1-2 0 0,-1 2-1 0,2 0-1 16,0-2 3-16,-1 2-1 0,1-2-3 0,0 2 2 15,-2 0 2-15,2 0-1 0,0 0 1 16,0 0 1-16,0 0-6 0,0 0 3 0,0 0 2 16,0 0 1-16,0 0-1 0,0 0-1 0,0 0 2 15,0 0-1-15,0 0 5 0,0 0 5 0,0 0 5 16,0 0 5-16,0 0 2 0,0 0 0 0,0 0-4 16,0 0-5-16,0 0-2 0,0 0-2 0,0 0-5 15,0 0 2-15,0 0-7 0,0 0 1 0,0 0-1 16,0 0-3-16,0 0 2 0,0 0-2 0,0 0 2 15,0 0 2-15,0 0 1 0,0 0-3 16,0 0-8-16,0 0-22 0,0 0-31 0,0 0-39 16,0 0-38-16,0 0-35 0,0 0-41 0,0 0-59 0,0 0-80 15,0 0-23-15,6 0 32 0,-6 0 99 16</inkml:trace>
  <inkml:trace contextRef="#ctx0" brushRef="#br0" timeOffset="-47785.92">17340 7665 1543 0,'-8'0'17'16,"-1"0"19"-16,-1 0 32 0,1 0 33 0,-1 0 22 15,1 0 14-15,2 0 1 0,-2 0-1 0,-2 0 1 16,2 0 17-16,1 0 12 0,1 0 12 0,-2-11-6 16,1 11-22-16,-1 0-25 0,4-6-28 0,1 6-19 15,-1 0-16-15,1 0-10 0,2 0-4 16,-1 0-5-16,2 0-2 0,1 0-7 0,-2 0-10 16,2 0-16-16,-1 0-6 0,1 0-5 0,0 0 0 15,0 0 2-15,0 0 1 0,0 0 3 0,0 0 4 16,16 0-3-16,6 0 0 0,6 0 0 0,10 0-7 15,14 0 3-15,12 0-3 0,13 0-3 0,20 0 8 16,14 6-1-16,17 0 2 0,13 2 0 0,14-2-5 16,12 4-3-16,12-2 5 0,5 2-5 0,1 2 8 15,-2-2 9-15,-4 1-7 0,-5 2 13 0,-10-2-1 16,-12-1 12-16,-13-1 12 0,-16 1 18 0,-17-2 3 16,-15-5 24-16,-17 3 82 0,-17-6 123 0,-16 0 89 15,-14 0-21-15,-7 0-83 0,-11 0-153 16,-9 0-104-16,0 0-16 0,0-8-10 0,0 8 4 15,-14-10 8-15,2 0 1 0,-2 0-3 0,2 3-48 16,-2-1-146-16,2 2-168 0,0 0-114 0,-2-1-93 16,-2 1-130-16,-2-1-317 0,-7 1 10 0,-2-2 143 15</inkml:trace>
</inkml:ink>
</file>

<file path=ppt/ink/ink3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7:08.791"/>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19176 7226 951 0,'0'0'10'0,"0"0"14"0,0 0 6 0,0 0 20 16,0 0 8-16,0 0 5 0,0 0 15 0,0 0-15 15,0 0-10-15,0 0-8 0,0 0-17 0,0 0-1 16,0 0 5-16,0 0-9 0,0 0 1 0,0 0 3 16,0 0-13-16,0 0 3 0,0 0-2 0,0 0-6 15,0 0 1-15,0 0-6 0,0 0 7 0,0 0 5 16,0 0 13-16,0 0 8 0,0 0-2 0,0 0-2 15,0 0-7-15,0 0-3 0,0 0-4 16,0 0-4-16,0 0-5 0,0 0-1 0,0 0 0 16,0 0 1-16,0 0-3 0,0 0 3 0,0 0-6 15,0 0-1-15,0 0 1 0,0 0-6 0,0 0 5 16,0 0 6-16,9 0 1 0,-9 0-1 0,9 0 10 16,-9 0-2-16,8 0 1 0,-8 0 6 0,8 0-5 15,-2 0 4-15,-2 0 4 0,1 0-2 0,-4 0 6 16,4 0 1-16,-2 0-3 0,-2 0 4 0,2 0-3 15,0 0-11-15,0 0 0 0,2 0-9 16,0 0-10-16,-1 0 6 0,1 0-9 0,2 0 6 16,-2-12 1-16,4 12-2 0,-4-10 3 0,4 2-5 15,-3 8-5-15,0-6 3 0,0 6 1 0,0-5 2 16,0 5 2-16,-1-4-3 0,-1 4-6 0,1-2-4 16,-2 0 11-16,1-1-9 0,-1 3 9 0,0-1 3 15,2-1-7-15,-2 2 4 0,0-1 2 0,-2-1-4 16,1 0 6-16,-2 2 5 0,3 0-4 0,-3 0 3 15,0 0-5-15,2 0 1 0,-2 0-2 0,0 0-19 16,1 0-42-16,-1 0-50 0,2 0-62 0,-2 0-83 16,0 0-58-16,3 0-113 0,0 0-8 15,1 0 102-15</inkml:trace>
</inkml:ink>
</file>

<file path=ppt/ink/ink3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4:32.746"/>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17322 1548 2851 0,'0'-5'81'16,"0"-1"71"-16,0 1 61 0,-9 3 32 0,9-3-59 15,-9 2-50-15,9-2-44 0,0 2-25 0,0 0-24 16,0 0-23-16,0-1-16 0,0-2-7 0,12 2 10 16,3-2 3-16,5 0 0 0,5-1 4 0,3-1-9 15,5 2 6-15,4-1-1 0,-2 2-5 0,0 2 5 16,-4 0-7-16,-2 3-4 0,-3 0 4 0,-3 0-5 16,-8 0-1-16,-3 15 11 0,-3-2-5 15,-6 4 4-15,-3 1 5 0,0 4-8 0,0-1-2 0,-15 6-1 16,-2 1-6-16,-2 2 5 0,-3 0 4 0,-3 3-3 15,-3-2 10-15,1 0-10 0,0-1 5 16,-1 0-9-16,6-4-1 0,-1-1 4 0,5-4-5 16,4-4 7-16,3-2-1 0,5-5 23 0,2 0 19 15,4-4 42-15,0-1 33 0,0-3 18 0,0 0 13 16,15-2-28-16,5 0-37 0,2 0-43 0,3 0-22 16,5-12-15-16,3 12-1 0,2-13-25 0,3 1-85 15,-1 1-65-15,2-1-60 0,-1 0-60 0,-1-1-52 16,1-1-95-16,-2 0-130 0,0 2-357 15,-4-4 111-15,-1 2 164 0</inkml:trace>
  <inkml:trace contextRef="#ctx0" brushRef="#br0" timeOffset="408.21">17937 1871 3514 0,'0'0'64'0,"0"0"43"16,0 0 39-16,0 0 38 0,0 0-42 0,0 0-15 15,-14 0-22-15,14 0-37 0,0 0-16 0,0 0-26 16,0 0-24-16,-12 0-1 0,12 0-5 0,-9 0-3 16,9 0 1-16,-9 0 7 0,0 0 4 0,0 0-8 15,-1 0 12-15,1 0-3 0,3 0-2 0,-1 0 4 16,1 0 1-16,-2 0-4 0,8 0 3 0,-5 0 9 16,5 0-2-16,0 0-1 0,0 0 2 0,0 0-18 15,0-8 4-15,0 8-3 0,19-9-18 16,-3 9 19-16,1-4-20 0,3 4 10 0,0 0 10 15,-1 0-11-15,1 0 13 0,0 0-9 0,0 0 5 16,-5 0-11-16,-2 13 2 0,0 2 2 0,-4 2 0 16,0 3 11-16,-5 1-3 0,-4 3 4 0,0 2-11 15,0 0 13-15,0 4-2 0,0-2-4 0,-12 0 0 16,12-1 1-16,-15 0-2 0,15-4 2 0,-12-3 3 16,12-3-15-16,-8-1 9 0,8-4 9 0,0-3 13 15,0-4 1-15,0-3-4 0,0-1-7 0,17 0-6 16,1-1 12-16,2 0-10 0,4-13-17 0,2 0-40 15,4-1-41-15,-1-4-46 0,3-3-40 16,-3-3-64-16,0-4-113 0,-3-1-118 0,-5 1-192 16,-1-4-190-16,-7-1 149 0</inkml:trace>
  <inkml:trace contextRef="#ctx0" brushRef="#br0" timeOffset="1744.09">19917 1825 1652 0,'-1'-3'3'0,"-2"-3"-4"16,-2 3 0-16,2-1-2 0,-3 0-2 0,0 1 16 16,1-1 20-16,-4-2 3 0,0 3 1 0,-1-1-11 15,0 2-23-15,1 0 2 0,-3 0-1 0,2-1 0 16,0 2 8-16,0-2 10 0,-1 3 29 0,2 0 23 16,0 0 19-16,1 0 17 0,1 0 4 0,2 0 4 15,1 0 9-15,-1 0 3 0,4 0-3 0,-1 0-1 16,2 0-4-16,0 0-9 0,0 0-2 0,-1 0-10 15,1 0-25-15,0 0-26 0,0 0-33 0,0 0-26 16,0 0 5-16,0 0 13 0,0 0 24 0,0 14 22 16,10-1 0-16,-2 4-2 0,2-2-8 15,-1 4-12-15,4 2-4 0,-1 3-11 0,0-1-4 16,2 3 1-16,-1-1-14 0,1 1 6 0,-2-3 6 16,2 2 1-16,-2-4 11 0,0-2 5 0,2 0-2 15,-4-3 9-15,3-3 14 0,-3 0 15 0,1-5 27 16,-1-2 31-16,0-1 27 0,-1-5 36 0,0 0 32 15,-2 0 7-15,2 0-11 0,-1-11-14 0,-2-3-37 16,0 0-41-16,-3-3-33 0,2-4-38 16,-5-3-43-16,0-1-3 0,0-3-1 0,0-4-6 15,-17-2 18-15,3-3-8 0,-2-1 7 0,2-2-2 16,-1 0-21-16,1-2 2 0,2-1 3 0,1 1 3 16,2 0 11-16,5 3-6 0,4-1-3 0,0 4 5 15,0 4 0-15,0 4 2 0,0 4-8 0,0 2-9 16,0 5 4-16,0 1-4 0,9 2 4 0,0 4-1 15,-3 0-16-15,2 2 10 0,-2 1-2 0,1 1 3 16,-1-1 10-16,0 3-6 0,1-1-3 0,0 2 7 16,1-2-9-16,4 1 1 0,0-1 2 0,2-1-9 15,1 1 9-15,2-1-10 0,1 0-29 0,3 0-77 16,3 0-110-16,-2 4-64 0,0-2-33 16,3 2 33-16,-1-2 58 0,2 4 7 0,1 0-19 0,-1 0-47 15,0 0-41-15,0 0-15 0,-2 11 7 16,0-1-8-16,-3 2-135 0,-4 0-41 0,-3 1 81 15</inkml:trace>
  <inkml:trace contextRef="#ctx0" brushRef="#br0" timeOffset="2159.08">20229 1617 2007 0,'0'12'43'0,"0"-3"39"0,0-2 43 16,0-2 44-16,0-4 4 0,0 1 16 0,0-2 2 15,0 0-3-15,0 0-12 0,0 0-29 0,0 0-24 16,0 0-26-16,0 0-20 0,0 0-18 15,0 0-15-15,0 0-15 0,0 0-12 0,0 0-8 16,0 0-11-16,0 0 0 0,0 0-1 0,0 0 0 16,0 0 3-16,-16 0 5 0,1 0-7 0,0 11-2 15,-2 0 3-15,-1-5-3 0,-2 0 6 0,2 0 17 16,0-1-15-16,3-5 0 0,1 5 1 0,2-5-17 16,6 0 13-16,1 0 0 0,2 0-5 0,3 0 5 15,0 0 5-15,0 0-10 0,18 0 6 0,1 0-3 16,3-8 3-16,4 8 2 0,0-9-5 0,4 9 1 15,2-8-6-15,0 8 5 0,-1 0 3 16,1 0-6-16,-5 0 8 0,-1 0-1 0,-2 0-1 0,-3 12 6 16,-3 3-1-16,-2-2 7 0,-6 3 4 15,-2 1 8-15,-4 2 4 0,-4 0 12 0,0 2-7 0,0 2-10 16,-12 1-3-16,-1 1-21 0,-1 1 2 16,-1-1 0-16,0 0-9 0,1-2 8 0,2-3-1 15,3-1-5-15,0-2 8 0,9-5-5 0,0-2 4 16,0-1 7-16,0-3-4 0,0-1 1 0,21-3-11 15,2-2-22-15,7 0-51 0,6 0-55 16,5-13-98-16,6 0-115 0,4-4-114 0,3-3-225 0,-1-1-133 16,-1-4 136-16</inkml:trace>
  <inkml:trace contextRef="#ctx0" brushRef="#br0" timeOffset="2491.87">21242 1576 3353 0,'-13'-5'51'16,"4"-2"70"-16,0-1 43 0,2-2 45 0,-1 0-25 16,2 2-44-16,1-1-33 0,5 1-41 0,0 0-32 15,0 2-25-15,0 0-11 0,0 3-1 0,0 0 4 16,11 0-4-16,0 2 0 0,1 1-7 0,0 0-2 16,2 0 8-16,-2 0 0 0,1 0 1 0,-3 12-7 15,-1-1-6-15,-3 0-4 0,-6 2 5 0,0-1 14 16,0 6 1-16,0 1 10 0,-14 5 2 0,0-1-8 15,-5 4 3-15,-4 3-1 0,-3 3-3 16,-1-1 0-16,-2 1-1 0,3-3 1 0,2-2-9 16,4-2 11-16,5-2-6 0,6-3 0 0,4-5 11 15,5-1 0-15,0-3 27 0,0-1 13 16,17-4 9-16,3-2-2 16,1-2-16-16,2-3-22 0,4 0-6 0,0 0-22 0,7 0-51 0,1-14-48 0,1 2-84 15,1-3-82-15,1 2-101 0,-5-2-97 0,2-2-95 16,-5-1-279-16,-1 2 110 0,-5-2 151 0</inkml:trace>
  <inkml:trace contextRef="#ctx0" brushRef="#br0" timeOffset="2656.03">21579 1775 2552 0,'0'0'10'0,"0"10"52"0,0-3 50 0,0 3 43 16,0 1 28-16,-9 0-15 0,9 2-40 0,-10 4-34 15,10 0-27-15,-9 7-33 0,2-2-3 0,7 2-13 16,-6 3-10-16,6-3-4 0,0 2-5 0,0 1 0 15,0 1-8-15,0 0-40 0,0-2-94 0,0-1-91 16,13-2-80-16,-2-2-104 0,1-4-259 16,-1-4 7-16,-1-1 87 0</inkml:trace>
  <inkml:trace contextRef="#ctx0" brushRef="#br0" timeOffset="3063.92">21899 1590 3279 0,'0'-13'51'16,"11"0"33"-16,-11 0 21 0,6 1 23 0,3 3-35 15,0-2-23-15,0 1-15 0,5 3-12 0,6 0-11 16,2 3-6-16,3 1-4 0,4 3-6 0,-1 0-7 15,6 0-1-15,-2 0 0 0,0 15-7 16,-4 1-1-16,-2 1-4 0,-3 3-2 0,-5 1 9 16,-6 3 3-16,-4 4 17 0,-8 1 4 0,0 3-8 15,-14 2 5-15,-1 3-15 0,-6 1 2 0,-3 2 1 16,-4 2-9-16,-4-2 8 0,-1 0-3 0,-2-3 9 16,3-1 14-16,0-2-3 0,3-4 7 0,7-6-16 15,2-2-2-15,6-4 17 0,7-5 32 0,7-3 59 16,0-2 17-16,16-4-14 0,4-4-36 0,9 0-56 15,4 0-20-15,7 0-8 0,4-16-12 16,1 0-3-16,1 3-75 0,1-4-94 0,-3 0-88 0,0-3-131 16,-1 1-162-16,-4-3-156 0,1-1-262 15,-5-2 140-15</inkml:trace>
  <inkml:trace contextRef="#ctx0" brushRef="#br0" timeOffset="3484.29">22835 2045 4257 0,'0'0'57'0,"0"-16"84"0,0 5 100 16,0-1 98-16,0 3 22 0,0-2-48 0,0 2-88 16,0 0-95-16,0 1-80 0,0 2-37 0,0 1-9 15,0 0-11-15,0 0 4 0,0 5-2 0,0 0 0 16,0-3 2-16,0 3-3 0,0 0 3 15,0 0-3-15,0 0 4 0,-11 0 0 0,11 0 0 16,0 0 1-16,-9 0-7 0,9 0 6 0,-8 0-7 16,8 0-7-16,0 0-17 0,0 0-24 0,0 0-28 15,0 0 5-15,0 0 8 0,0 0 19 0,0 0 39 16,0 0 2-16,17 0 2 0,-2 0 1 0,0 10-8 16,2 0-9-16,-3-2 7 0,3 6 6 0,-7 0-7 15,1 3 12-15,-5-1-1 0,-6 4-1 0,0 1 9 16,0 3-2-16,0-1 14 0,0 2-10 0,-17 0 7 15,-1-2 0-15,3 0-9 0,-5-2 13 0,2-2-5 16,1-3 9-16,3-4 2 0,4-3 14 16,-2 0-7-16,12-2 25 0,0-4 29 0,0-3 18 15,0 0 12-15,15 0-28 0,0 0-23 0,6 0-39 16,7-10-9-16,3 10-13 0,7-15-60 0,3 2-92 16,2 0-167-16,-1-3-90 0,-2 2-39 0,-1-1-26 15,-2-3-25-15,-8-1-103 0,-2-3-353 0,-3-1 53 16,-2-2 192-16</inkml:trace>
  <inkml:trace contextRef="#ctx0" brushRef="#br0" timeOffset="3689.44">23612 1336 3750 0,'3'-9'-5'0,"3"2"-9"0,-6 3 17 15,6 4 31-15,2 0 28 0,1 0 32 0,5 19-4 16,-1 1-33-16,6 1-31 0,0 5-3 0,6 5 46 15,-1 3 40-15,2 3 36 0,0 7 16 0,-2 3-17 16,0 5-19-16,-1 6-33 0,-3 3-19 0,-8 7-42 16,-3 2-12-16,-9 3-2 0,0 1-130 0,-17 0-111 15,-5-1-119-15,-12 0-229 0,-11-6-176 0,-10-4-302 16,-9-7 112-16</inkml:trace>
  <inkml:trace contextRef="#ctx0" brushRef="#br0" timeOffset="117326.4">-225 1166 1879 0,'-9'0'27'16,"-5"-10"18"-16,3 10 16 0,-2-11 25 0,-1 4 9 16,0 1 15-16,1 0 27 0,-1 1 15 0,2 0-10 15,1 0 16-15,1 1-13 0,-1-1-1 0,2 3 3 16,1-2-16-16,-1 1-4 0,5-1-23 0,-4 3-18 15,2-3-34-15,1 3-23 0,1 1-14 16,-1 0-9-16,2 0 4 0,3 0 1 0,-1 0-9 16,-1 0 0-16,1 0-7 0,-1 0-6 0,2 0 11 15,-1 0-6-15,-1 8 8 0,2-8-1 0,0 0-14 16,0 0 7-16,0 0 3 0,0 0-6 0,0 0 12 16,9 0-6-16,3 0-4 0,4 0 11 0,2 0 0 15,9 0 4-15,8 0-3 0,9 0-7 0,11 0-3 16,5 0 3-16,12 0 2 0,2-13 5 0,7 1-2 15,1 2 0-15,4 10 6 0,2-10-13 0,-4 4 12 16,-2 6-9-16,-3 0-6 0,-6 0 9 16,-5 0-12-16,-6 0 3 0,-5 0-8 0,-10 0 1 0,-5 8-1 15,-7-8 6-15,-6 9 6 0,-8-9 1 16,-4 8 12-16,-5-8-3 0,-6 0 5 0,-6 0 0 16,0 5-17-16,0-5 3 0,-20 0 1 0,-4 0-3 15,-8 0 10-15,-7 0-5 0,-13 13-8 0,-10-2 5 16,-9 2-1-16,-12-1 0 0,-8 4 3 0,-3 1-1 15,-1 2 3-15,-6 1-3 0,7-2-2 0,6 1-2 16,6-2 0-16,6 1 2 0,9-4 9 0,8 1 6 16,9-2 15-16,9-4 5 0,8 0-2 0,5-3-11 15,8 0-22-15,7-3-5 0,4 0-4 0,9-2 1 16,0 1 9-16,0-2 1 0,13 0 5 0,6 0 5 16,6 0 0-16,12 0 3 0,8-10-2 0,10-1-4 15,10-1-1-15,10-3-4 0,10 1-2 16,4-5 9-16,7 1-3 0,0-2-6 0,-4 3 5 15,-3 0-8-15,-9 2-2 0,-9 5 7 0,-11 0-1 16,-13 2 5-16,-12 3 1 0,-10 1-1 0,-8 3-3 16,-6 1-3-16,-7 0-9 0,-4 0-5 0,0 0-58 15,0 0-92-15,0 0-149 0,0 0-160 0,0 0-6 16,0 0-150-16,0 0-43 0,0 0 169 0</inkml:trace>
  <inkml:trace contextRef="#ctx0" brushRef="#br0" timeOffset="-579.06">15935 981 2917 0,'-13'-6'27'15,"2"2"37"-15,-3 1 51 0,1-1 40 0,-1 3-10 16,0 1-32-16,-2 0-44 0,0 0-40 0,3 0-16 16,-1 11-10-16,3-11-5 0,1 10 4 0,2-10-4 15,4 8 8-15,-1-8 5 0,2 9-6 16,1-9 0-16,2 0 0 0,0 0-1 0,0 0 9 0,0 0 16 16,0 0 13-16,0 0 9 0,10 0 2 0,-1 0 1 15,0 0-14-15,1-12-9 0,4 2-6 16,1-1-9-16,4-2-13 0,0 4 1 0,3-2-12 15,3 0-4-15,0 3 7 0,-1 2-1 0,2 6 5 16,-2 0-4-16,3 0 5 0,-2 0-10 0,-1 16 4 16,-3 0 2-16,-2 2 1 0,-1 5 3 0,-5 1 7 15,-2 4-3-15,-5 3 0 0,-1 3-5 0,-5 1 0 16,0 0-2-16,0 1-4 0,-12-1 7 0,12-3-6 16,-16-4 13-16,4-1 3 0,5-7 9 0,7-3 6 15,-10-1-9-15,10-8 7 0,0-1 5 0,0-3-4 16,0-4 5-16,0 0-9 0,13 0-17 15,0-12-2-15,9-1-5 0,0-3 0 0,7-3-21 0,5-3-43 16,2-2-50-16,2 1-77 0,1-3-105 16,-1 2-89-16,2-2-120 0,-2 2-315 0,1 1 106 15,-1 1 129-15</inkml:trace>
  <inkml:trace contextRef="#ctx0" brushRef="#br0" timeOffset="22687.8">15247 447 2930 0,'-13'10'-2'0,"3"0"-13"0,3-2 2 0,2 1 10 16,5-2 11-16,0-1 57 0,0 2 70 0,0 3 30 15,0 2 30-15,0 3-36 0,20 3-63 0,-2 5-45 16,4 3-33-16,-1 7 0 0,3 4 1 0,0 4 8 15,2 3 1-15,-3 3-9 0,0 2-14 0,-3 2 1 16,-5 1-12-16,-5-2-4 0,-4-3 17 0,-6-2-2 16,0-1-23-16,0-3-37 0,0-2-74 0,0-3-90 15,0-1-91-15,0-3-77 0,0-4-101 0,0-1-275 16,0-1 116-16</inkml:trace>
  <inkml:trace contextRef="#ctx0" brushRef="#br0" timeOffset="118184.56">2659 1138 2242 0,'-20'10'35'0,"0"-10"45"0,-1 0 37 15,-2 8 34-15,2-8 24 0,1 8 7 0,-1-1 13 16,3-2 8-16,3 0-28 0,-1-2-26 0,6 0-39 16,2-1-27-16,-1 0-24 0,4 0-25 0,1 0-4 15,2-2-25-15,1 2-4 0,1-1-6 16,0-1-2-16,0 0 10 0,21 0 0 0,3 0 2 15,13 0 2-15,7-14-7 0,17 1 4 0,10-2-3 16,19-2 1-16,8-3 0 0,13 1 5 0,6 0-1 16,6-1-8-16,-3 3 2 0,-1 2 1 0,-5 2-2 15,-11 4 2-15,-11 3-10 0,-10 1-12 0,-16 1 2 16,-12 1 1-16,-13 3 12 0,-13 0 7 0,-9 0 5 16,-19 0 2-16,0 0-2 0,0 0-6 0,-19 0 3 15,-15 12-9-15,-5-4-1 0,-14 3 4 0,-13 2 5 16,-10 0 5-16,-10 4 14 0,-5 3 14 0,-6-1 6 15,-2 3 26-15,2-2-2 0,6-1-17 16,7-5-13-16,11 0-31 0,14-4-4 0,10-1 3 0,14-2-10 16,13-3 5-16,6-1 2 0,9-2-15 15,7-1 9-15,0 0 1 0,0 0-10 0,20 0 18 16,4 0-2-16,6 0 8 0,11-13-6 0,14 1 4 16,9-1 2-16,12-4-14 0,10-1 4 0,8-6-2 15,5 3-11-15,1-2 15 0,-1 4-14 0,-8 0 5 16,-9 2 3-16,-10 6-14 0,-15 2 22 0,-13 2 7 15,-12 2 7-15,-9 4 5 0,-11-1-11 0,-12 0-15 16,0 1-3-16,0 1 7 0,-23 0 3 0,-6 0-7 16,-7 0 1-16,-11 11-7 0,-5-11 8 0,-8 16-1 15,-1-1-1-15,2-2 5 0,4 1-17 16,8-3 8-16,9-1-8 0,7 0-16 0,13-1 21 0,9-2-13 16,9-3 12-16,0 3 10 0,0-4 5 15,21 0 4-15,7 0 1 0,5-3 1 0,8 0-6 16,9 0 4-16,8-14-4 0,9 1-3 0,4-3-2 15,5 2-1-15,2-2 2 0,-4-1 1 0,-6 5-5 16,-7-2 0-16,-11 4 5 0,-7 1 6 0,-13 3-16 16,-7-1-51-16,-11 0-79 0,-12 3-151 0,0-4-143 15,0 1-121-15,-23-2-325 0,-10 1 122 0,-7 1 163 16</inkml:trace>
  <inkml:trace contextRef="#ctx0" brushRef="#br0" timeOffset="17336.82">7678 1005 2725 0,'9'0'5'0,"-9"0"-3"0,5 0-2 16,-5 0 18-16,0 0 47 0,0 13 30 0,0 0 19 15,0 2 1-15,0 4-47 0,0 3-15 0,-11 1-11 16,0 3-10-16,2 5-1 0,9 2-14 0,-7 3-6 16,7-1-5-16,-9-1-3 0,9 1 3 0,0 0-2 15,0-5 3-15,0 0-3 0,0-2 0 0,13-4-32 16,-1-3-79-16,-1-4-90 0,-2-2-94 0,2-4-78 16,-2-2-176-16,-1-5-116 0,4-4 95 0</inkml:trace>
  <inkml:trace contextRef="#ctx0" brushRef="#br0" timeOffset="17838.96">9760 948 3406 0,'0'-12'77'0,"-13"2"57"0,2-1 41 0,2 3 27 16,9 2-71-16,-11 1-60 0,4-1-50 15,7 6-31-15,-8 0-7 0,8 0 5 0,0 0 2 0,0 19 16 16,0-1 21-16,0 3 5 0,0 6 16 15,12 5-18-15,-1 6-16 0,2 4-11 0,0 1-20 16,0 0 7-16,1 1-8 0,-2-6 14 0,0-3 2 16,0-3-2-16,0-7 5 0,-4-4-9 0,4-2 7 15,-4-4 7-15,1 0-5 0,-1 0-44 0,-1-1-57 16,1-2-75-16,-4 0-94 0,-1-1-85 0,3-4-95 16,-4-1-251-16,-2-6-99 0,0 0 130 0</inkml:trace>
  <inkml:trace contextRef="#ctx0" brushRef="#br0" timeOffset="119477.8">-134 1245 1531 0,'0'0'42'0,"0"0"21"0,0 0 14 16,0 0 13-16,0 0-38 0,0 0-18 0,0 0-7 16,-8 0 3-16,8 0 3 0,0 0 6 0,0 0 8 15,-6 0-16-15,6 0 5 0,-4 0 0 0,-1 0-14 16,5 0 5-16,0 0-23 0,-1 0 6 0,-2 0-11 15,3 0 3-15,0 0 12 0,0 0-10 0,0 0 11 16,0 0 2-16,0 0 5 0,-4 0 0 16,4 0 4-16,0 0-8 0,0 0-3 0,0 0 3 15,0 0-6-15,0 0 1 0,0 0 1 0,-1 0-6 16,1 0 6-16,-2 0 1 0,2 0-1 0,0 0 8 16,0 0-2-16,-1 0 5 0,1 0 7 0,0 0-4 15,0 0 5-15,0 0-1 0,0 0-6 0,0 0 8 16,0 0-6-16,0 0-7 0,0 0 3 0,0 0-15 15,0 0 3-15,0 0 1 0,0 0-3 16,0 0-2-16,0 0-4 0,0 0 4 0,0 0-2 0,0 0 5 16,0 0 2-16,0 0-5 0,0 0 1 0,0 0 0 15,0 0 4-15,0 0 2 0,0 0-1 0,0 0 4 16,0 0-7-16,0 0-8 0,0 0 5 16,0 0 0-16,0 0 1 0,0 0-1 0,0 0 0 0,0 0-11 15,0 0 4-15,0 0 1 0,0 0-8 16,0 0 8-16,0 0-2 0,0 0 2 0,0 0 6 15,0 0-6-15,0 0 3 0,0 0-2 0,0 0-2 16,0 0 0-16,0 0-3 0,0 0 6 0,0 0 6 16,0 0-8-16,0 0 7 0,0 0-8 0,0 0-3 15,0 0 9-15,0 0-4 0,0 0 5 0,0 0-8 16,0 0-1-16,0 0 0 0,0 0 1 0,0 0 0 16,0 0 7-16,0 0-7 0,0 0-8 15,0 0 7-15,0 0 0 0,0 0 1 0,0 0 4 0,0 0-6 16,0 0 2-16,0 0-4 0,0 0 5 15,0 0-1-15,0 0-9 0,0 0 12 0,0 0-4 16,0 0 3-16,0 0 2 0,0 0-6 0,0 0-2 16,0 10 2-16,0-10 0 0,0 0 1 0,0 0 5 15,0 0-6-15,0 0 0 0,0 0 0 0,0 0 0 16,0 0 0-16,0 0 4 0,0 0 5 0,0 0-3 16,0 0-3-16,0 10-3 0,0-10 2 0,0 0-4 15,0 0 8-15,-11 0 3 0,11 0-11 0,0 0 10 16,0 0-3-16,0 0-2 0,0 6 5 0,0-6-11 15,0 0 7-15,0 0 0 0,0 0 2 0,0 0 6 16,0 0 0-16,0 0 2 0,0 0 2 0,0 0 5 16,0 0-2-16,0 0 2 0,0 0-5 15,0 0-9-15,0 0 0 0,0 0-7 0,0 0 1 16,0 0 2-16,0 0-20 0,0 0-66 0,0 0-95 16,0 0-120-16,0 0-153 0,0 0-159 0,0 0-19 15,0 0 122-15</inkml:trace>
  <inkml:trace contextRef="#ctx0" brushRef="#br0" timeOffset="120764.07">3942 1087 2348 0,'0'-4'18'0,"8"-1"16"0,-8 3 0 15,0 2-6-15,0 0-9 0,0 0-2 0,0 0 23 16,0 0 34-16,0 0 25 0,0 0 21 0,0 11 16 16,0-11 5-16,0 0 1 0,0 0-6 0,0 0-16 15,0 0-17-15,0 0-27 0,0 0-25 0,0 0-15 16,0 0-9-16,0 0-1 0,0 0 3 15,0 0 6-15,0 0 3 0,0 0-6 0,0 9 6 16,-5-9-17-16,5 0-1 0,0 0-8 0,-6 0-15 16,6 0 8-16,0 0-11 0,0 0 13 0,0 0-7 15,0 0 3-15,0 0 2 0,0 0-8 0,0 0 12 16,0 0-7-16,0 0 18 0,0 0-16 0,0 0-5 16,0 0-1-16,0 0-13 0,0 0 21 0,0 0 1 15,0 0-3-15,0 0-4 0,0 0-4 0,0 0 1 16,0 0 3-16,0 0 3 0,0 0-3 0,0 0-2 15,0 0-4-15,0 0-4 0,0 0 4 0,0 0-2 16,0 0 12-16,0 0 5 0,0 0-7 16,0 0-3-16,0 0-6 0,0 0 0 0,0 0-1 15,0 0 10-15,0 0 0 0,0 0-3 0,-9 0 7 16,9 0 4-16,0 0-12 0,0 0 1 0,0 0-2 16,0 0-1-16,0 0 4 0,0 0 9 0,0 0-9 15,0 0-3-15,0 0 4 0,0 0-16 0,0 0 12 16,0 0-2-16,0 0 3 0,0 0 9 0,0 0-7 15,0 0 3-15,0 0 0 0,0 0-11 0,0 0 16 16,0 0-8-16,0 0-1 0,0 0 7 0,0 0-15 16,0 0 6-16,0 0 0 0,0 0 6 0,0 0 3 15,0 0-1-15,0 0 5 0,0 0-17 0,0 0 6 16,-11 0 0-16,11 0-2 0,0 0 10 16,0 0-4-16,0 0-1 0,0 0 4 0,0 0-8 15,0 0 1-15,0 0-1 0,0 0-5 0,0 0 9 16,0 0-7-16,0 0 3 0,0 0 3 0,0 0-1 15,0 0 5-15,0 11 1 0,0-11-8 0,0 0 0 16,0 0 3-16,0 0 0 0,0 0-6 0,0 0 9 16,0 0-9-16,0 0 3 0,0 0 9 0,0 0-13 15,0 0 11-15,0 0-8 0,0 0 3 0,0 0 2 16,0 0-4-16,0 0 6 0,0 0 2 0,0 0-5 16,0 0-4-16,0 0-4 0,0 0-4 0,0 0 15 15,0 0-4-15,0 0 6 0,0 0 0 0,0 0-14 16,0 0 6-16,0 0-2 0,0 0 4 0,0 0-1 15,0 0 3-15,0 0 2 0,0 0-4 16,0 0-6-16,0 0 3 0,0 0 1 0,0 0 2 16,0 0 10-16,0 0-1 0,0 0-5 0,0 0-2 15,0 0-9-15,0 0 1 0,0 0 1 0,0 0 0 16,0 0 9-16,0 0-2 0,0 0-6 0,-10 0 5 16,10 0-1-16,0 0-5 0,0 0 7 0,0 0-4 15,0 0 4-15,0 0-1 0,0 0 2 0,0 0-6 16,0 0 0-16,0 0 6 0,0 0-6 0,0 0 7 15,0 0-1-15,0 0-11 0,0 0 11 16,0 0-6-16,0 0 2 0,0 0 3 0,0 0 0 0,0 0-6 16,0 0-1-16,0 0 5 0,0 0-2 15,0 0 4-15,0 0 2 0,0 0-2 0,0 0-7 0,0 0 10 16,0 0-3-16,0 0-5 0,0 0 5 16,0 0-2-16,0 0 3 0,0 0 7 0,0 0-10 15,0 0 1-15,0 0 4 0,0 0-7 0,0 0 5 16,0 0-5-16,0 0-10 0,0 0 11 0,0 0-3 15,0 0 13-15,0 0-5 0,0 0-2 0,0 0 4 16,0 0-11-16,0 0 4 0,0 0-2 0,0 0 5 16,0 0 0-16,0 0 6 0,0 0-1 0,0 0-10 15,0 0-1-15,0 0 5 0,0 0-1 0,0 0-2 16,0 0 12-16,0 0-10 0,0 0-4 16,0 0 7-16,0 0-9 0,0 0 2 0,0 0-2 0,0 0-14 15,0 0-24-15,0 0-33 0,0 0-48 0,0 0-58 16,0 0-74-16,0 0-45 0,0 0-22 15,0 0-15-15,0 0-37 0,0 0-146 0,0 0-40 16,0 0 85-16</inkml:trace>
  <inkml:trace contextRef="#ctx0" brushRef="#br0" timeOffset="-17189.79">12146 162 2867 0,'0'0'45'0,"0"0"37"0,0 0 41 0,0 0 22 16,0 0-14-16,0 0-13 0,0 0-31 0,-8 0-18 15,8 0-25-15,-6 0-22 0,6 0-11 16,-7 0-1-16,7 0-5 0,-5 0-6 0,1 0 1 16,-1 0-5-16,4 0 8 0,-2 0-3 0,1 0 7 15,1 0 4-15,-1 0-8 0,1 0 17 0,1 0 16 16,0 0-4-16,0 0 5 0,0 0-21 0,0 0-19 15,0-9 2-15,0 9-5 0,0-6 11 0,13 6-8 16,-2-8 2-16,1-1 7 0,0 4-8 0,3-2 4 16,2 1 3-16,0 1-15 0,1 2 8 0,-1 3-1 15,-1 0-7-15,-2 0 5 0,0 0-2 0,-2 14 7 16,-3 0-1-16,-3 1-2 0,-1 1 4 0,-4 2 0 16,-1 4 1-16,0-2-2 0,0 3 2 15,-11-1-9-15,-1 2 2 0,2-3 2 0,1-1 4 16,-1-3 1-16,10 0-6 0,-9-2 3 0,9-1-1 15,-7-3-1-15,7-3 10 0,0 0-2 0,0-2-2 16,0-1 1-16,0-4-7 0,0 1 2 0,12-2-29 16,3 0-39-16,2 0-69 0,4 0-125 0,3-18-104 15,2 1-56-15,3 0-173 0,1-1-108 0,5-2 127 16</inkml:trace>
  <inkml:trace contextRef="#ctx0" brushRef="#br0" timeOffset="-16761.86">12640-4 2583 0,'0'-7'18'0,"0"4"17"0,-5-5 18 0,5 4 16 15,0-2 0-15,0-1-2 0,0 1-4 0,9 0-11 16,2 1-15-16,1 1-19 0,2-1-11 0,1 5 7 16,-1 0 23-16,2 0 13 0,1 0 2 0,-3 0 3 15,2 16-12-15,-1-2-2 0,-1-1-3 0,0 2-4 16,-2 1-10-16,-4 3 1 0,-1 1-4 0,-4 1-9 15,-3-2 0-15,0 5-9 0,0-4 1 0,-13 1 4 16,-3 1-10-16,1-3 5 0,0 1 2 16,-3-5-6-16,0 2 7 0,1-3-1 0,2-2-2 15,1-2 11-15,0-2-11 0,5-2 7 0,5-5-5 16,4-1-2-16,0 0 5 0,0 0-9 0,0-10 4 16,0-5-6-16,10 2-4 0,4-7 9 0,0-1 2 15,-1-5-2-15,5-3 6 0,1 0-9 0,-1-4-1 16,3-1 6-16,-3 0 19 0,-1-3 32 0,0 2 11 15,-4 6 16-15,3 2-14 0,-4 3-15 0,-2 4 2 16,0 5-24-16,-3 3-2 0,-1 5-8 0,-1 3-18 16,-2 2 5-16,0 2-7 0,-2 0-6 0,1 0 11 15,-1 13-3-15,1 2 0 0,-1 2 5 0,1 0-5 16,-1 5 1-16,3-1 6 0,-1 1-10 16,3 2-37-16,1 0-53 0,2-1-83 0,5-1-99 15,0-1-74-15,1-1-59 0,3 0-68 0,0-1-230 0,4-4 50 16,-6 1 114-16</inkml:trace>
  <inkml:trace contextRef="#ctx0" brushRef="#br0" timeOffset="-16435.8">13209 260 2901 0,'0'0'103'0,"0"-11"86"0,0 2 38 0,0 9 40 16,0-11-76-16,0 4-53 0,0 0-20 0,0 1-11 15,-7 1-15-15,7 1-30 0,0 1-13 0,0-2-36 16,0 3-18-16,0 1 8 0,0 0-18 0,0-1 2 15,0 2 3-15,9-5-7 0,1 4 17 16,4-1-4-16,0 1 2 0,1-1-9 0,2 2 0 16,-1 0 12-16,1 0 5 0,0 0 4 0,-2 0-7 15,-1 13-10-15,-1-3-5 0,-4 1 7 0,0 2-2 16,-3 0 8-16,-1 5 2 0,-2 1-3 0,-3 1-1 16,0 3 9-16,0 1-8 0,-14 2 4 0,1 1 2 15,-4 0-11-15,0 1 13 0,1-1-6 0,-3-4 5 16,1 0-2-16,3-3-13 0,1 0 0 0,2-5 1 15,3-3-5-15,3-5 12 0,6 0 6 0,0-6-5 16,0-1 9-16,12 0-15 0,0 0-34 0,6 0-18 16,4-17-17-16,5 3-47 0,2-1-39 15,6-1-174-15,3-4-96 0,3 3-78 0,6-2-100 16,-2-4-96-16,6 0 110 0</inkml:trace>
  <inkml:trace contextRef="#ctx0" brushRef="#br0" timeOffset="-15223.83">14731 33 2414 0,'-12'0'53'0,"1"0"51"0,4 0 50 0,0 0 32 15,3 0-36-15,1 0-44 0,1 0-51 0,2 0-6 16,0 0 15-16,0 0 20 0,0 0 11 0,16 0-14 16,-1 0-31-16,1 9-22 0,3 0-12 0,0 3 3 15,4 0-1-15,0 1-3 0,3 3 6 0,-2 2-19 16,0 3-6-16,-1-2 1 0,-2 0-8 15,-1 3 13-15,-6-2-1 0,-2 2 5 0,-3-2 1 0,-4 1-11 16,-5-4 5-16,0 0-6 0,0 2 7 16,-14-3 4-16,0-2-5 0,-1 1 12 0,-2-1-8 15,1 0 1-15,-4-2 5 0,2-1-13 0,-1-1 1 16,3-1 1-16,1-1 6 0,1-3 0 0,5-3 12 16,3 0-3-16,1-2-16 0,5 0 3 0,0 0-5 15,0 0 0-15,0-15 3 0,0 2 7 0,15-2-11 16,2-3-3-16,1-1 8 0,2-4-11 0,4-1 13 15,1-5 1-15,2 1 3 0,0-4 0 0,2-1 5 16,0 0 21-16,-2 0 11 0,-2 0 18 0,-3 2 8 16,0 2 5-16,-4 6 19 0,-3 3-2 0,-4 5 14 15,-2 6-14-15,-2 0-25 0,-5 5-37 0,1 4-19 16,-3 0-7-16,0 0-22 0,0 0 16 0,0 15-3 16,0 1-10-16,-12 0 12 0,12 4 9 0,-11 1-10 15,11 4 10-15,-9 2-2 0,9 0-30 16,0 1-39-16,0-1-43 0,0 0-33 0,0-4-22 15,18 3-47-15,-1-7-74 0,3 1-94 0,-2-4-72 16,5-2-67-16,0-2-214 0,-2-2 98 0,2-2 121 16</inkml:trace>
  <inkml:trace contextRef="#ctx0" brushRef="#br0" timeOffset="-15675.77">14893 71 2938 0,'0'-2'50'0,"0"0"46"0,0-3 36 0,0 4 32 16,0 1-36-16,0-3-35 0,-10 3-29 16,10 0-16-16,-12 0 10 0,4 13-3 0,-1 1 1 15,0 2-10-15,1 4-24 0,1 2-13 0,1 2-2 16,2 3 2-16,4 1-6 0,0 3 5 0,0-2-8 16,11-1-10-16,3 1 11 0,-1-3-2 0,3-4 2 15,-1-2-3-15,0-3 0 0,-1-3 4 0,-2-3 2 16,-2-4 9-16,0-1 4 0,-1-5 33 0,-2-1 45 15,-1 0 69-15,-3 0 72 0,3 0 69 0,-4-9 77 16,1 9 15-16,0-16-43 0,-3 5-276 0,2-6-122 16,-1-2-84-16,-1-5-8 0,0-2 172 0,0-2 5 15,0-4-16-15,0-3-26 0,0 3 1 0,0-2-6 16,-11 1 9-16,11 2 1 0,-10 2-4 16,2 0 5-16,8 4-1 0,-9 1-11 0,3 2 9 15,2 4-7-15,4 4 4 0,-5 0 2 0,0 6-7 16,5 3-3-16,-3-1-2 0,2 4-6 0,-1 2-3 15,1 0-34-15,1 0-34 0,-2 0-54 0,2 0-98 16,0 0-53-16,0 0-15 0,0 0 17 0,0 0 60 16,0 0 61-16,0 0 15 0,0 8-21 0,0-8-38 15,0 10-51-15,0-2-42 0,0 1-18 16,0 1-6-16,0-1-75 0,0 0-147 0,0 1 41 16,0-1 85-16</inkml:trace>
  <inkml:trace contextRef="#ctx0" brushRef="#br0" timeOffset="-14643.94">15413-512 3540 0,'0'-13'44'0,"0"4"42"0,0 5 19 16,0-1 27-16,0 2-22 0,-12 1-30 0,12 1 3 15,-14 1-18-15,14 0-19 0,0 0-3 0,-8 0-22 16,8 0-11-16,0 0-3 0,0 0-8 0,0 0 5 15,0 0-5-15,0 0 3 0,0 0-6 0,0 0 8 16,0 0 2-16,0 0 9 0,0 0 9 0,0 0 0 16,0 0 17-16,0 0-6 0,9 0-1 0,1 0-9 15,0 0-10-15,1-9-6 0,3 1-14 16,1 1 1-16,1 7-7 0,3-6 7 0,0 6 3 16,1 0-1-16,1 0 0 0,-1 0-2 0,-2 14 4 15,1 3 0-15,0 2-6 0,-3 2-2 0,-1 7 2 16,-3 5 0-16,-5-1 4 0,1 5 10 0,-6 1-3 15,-2 2 5-15,0-1-1 0,0-2-11 0,0-5 1 16,-14 0-5-16,14-5 11 0,-12-7 18 0,12-2 24 16,-9-3 37-16,9-7 45 0,0-3 29 0,0-5 13 15,0 0-24-15,0 0-50 0,16-13-47 0,4-4-37 16,4 0-26-16,4-7-38 0,5 2-129 0,5-2-80 16,2-4-67-16,1 0-34 0,3 2-2 0,-2-2-92 15,1 2-109-15,-1 0-365 0,2 1 97 0,0 2 175 16</inkml:trace>
  <inkml:trace contextRef="#ctx0" brushRef="#br0" timeOffset="-15063.87">15551 356 3309 0,'8'0'19'15,"-1"0"3"-15,-1 0-4 0,-3 0 29 0,2 0 9 16,-5 12 15-16,0 0 12 0,0 0-25 0,0 2-30 15,0 1-13-15,0 2-4 0,0 1-6 0,0 1 7 16,-9 1-7-16,9 0-12 0,0-1 9 16,0 1-20-16,0-1-74 0,0-4-81 0,0-1-100 15,0-2-83-15,0-2-27 0,0-2-170 0,0-2-114 16,0-6 100-16</inkml:trace>
  <inkml:trace contextRef="#ctx0" brushRef="#br0" timeOffset="-13987.92">16890-7 2602 0,'0'-4'44'0,"-9"2"36"0,9-3 17 15,0 3 21-15,0-3-23 0,0-1-15 0,0 0 4 16,0 2-10-16,0-3 8 0,14 1-5 0,0 0-18 16,1-1-10-16,2 2-28 0,-1-1 6 15,4 4 0-15,1-2 4 0,1 4 10 0,0 0-4 16,1 0-3-16,1 0 4 0,1 16-22 0,-2-4-7 15,-2 3-6-15,-1-2-12 0,-4 1 14 0,-2 0-15 16,-5 1 13-16,-4 4 7 0,-5-2-10 0,0 3 5 16,0 1 4-16,-14-1-12 0,0 0 7 0,-2 0 2 15,-3 0-6-15,0-3 4 0,-3 2 0 0,0-5-2 16,-1-1 6-16,-2 3 3 0,3-5-9 0,-1-1 2 16,2-1-9-16,2-3 6 0,1-1 16 0,4-1-2 15,4-4 16-15,2 0-8 0,5 0-12 0,3 0 5 16,0-13-18-16,0 0 8 0,17-2-5 0,1-5-7 15,0-1 9-15,4-4-6 0,2-2 17 0,3-3 5 16,1-1 4-16,-1-1 4 0,0-1 0 16,2 2 19-16,-2-2 14 0,-2 5 13 0,-2 2 10 15,-1 2-1-15,-5 5-4 0,-2 2 11 0,-3 6-13 16,-4 4-19-16,-3 2-29 0,-1 4-27 0,-4 1-21 16,0 0 4-16,0 0 9 0,0 15 10 0,0-2 8 15,0 3-13-15,0 1-3 0,0 3-42 0,0 0-64 16,11 4-33-16,-1-1-63 0,1 1-79 0,1-2-113 15,-1-2-148-15,1 1-356 0,2-3 45 0,-1-1 180 16</inkml:trace>
  <inkml:trace contextRef="#ctx0" brushRef="#br0" timeOffset="-13592.13">17657 251 3816 0,'0'0'30'0,"0"0"30"15,-13-9 25-15,-1 9 24 0,2-9-8 0,0 9-12 16,0-11-4-16,1 4-14 0,3 7-16 0,8-6-6 16,-9 6-22-16,2-5-5 0,7 5-18 0,0-4-11 15,0 4 3-15,0-2-11 0,0 1 10 0,0-1 6 16,0-1-8-16,0 1 4 0,0 0 3 0,15 0-3 16,-1-3 5-16,1 4-2 0,-2-4-11 15,4 3-3-15,-2 0 7 0,-1 0-3 0,-2 2 9 16,0 0-2-16,0 0-6 0,1 0 2 0,-3 11 6 15,1 1 1-15,-2 0-5 0,-1 2 7 0,-1 3-1 16,-2 3-11-16,-5 2 15 0,0 4 7 0,0 4-7 16,0-1 8-16,-15 1-5 0,-2 1 1 0,0 0 1 15,-1-2 17-15,1 0-5 0,2-4-9 0,1-1-4 16,2-3-17-16,3-2 4 0,9-5 14 0,0-2-5 16,0-6 17-16,0 0 2 0,0-6-15 0,17 0 11 15,3 0-16-15,5-13-6 0,6-3-5 0,8 0-45 16,4-3-36-16,4-2-49 0,0-4-36 15,-2 4-64-15,-1-8-136 0,-6 0-130 0,-6-2-242 0,-4-6-145 16,-9-1 175-16</inkml:trace>
  <inkml:trace contextRef="#ctx0" brushRef="#br0" timeOffset="-12350.52">19601 195 2646 0,'0'0'38'0,"0"0"44"16,0 0 40-16,0 0 36 0,0 0-18 16,0 0-35-16,0 0-40 0,0 0-40 0,0 9-21 15,0-9 2-15,0 10 17 0,-7-2 2 0,7-2 5 0,0 3-2 16,0 0-6-16,0 4 21 0,0-2 1 15,0 1-9-15,0-1 2 0,9 1-6 0,0-2 11 16,-3 0 17-16,-6-2 9 0,8-2 14 0,-2-1 7 16,0-2 33-16,-6 0 35 0,4-3 52 0,-1 0 36 15,2 0-22-15,-2 0-2 0,2-15 4 0,-1 0-17 16,1-2-24-16,1 1-53 0,-2-8-70 0,1 0-38 16,-1-3 0-16,1-4 14 0,-2-1-8 0,0-5 0 15,-3-6-11-15,0 0-12 0,0-2 24 0,0 2 96 16,0 0 65-16,0 3 7 0,-11 6-26 15,11 1-106-15,-9 3-62 0,9 8-15 0,0 6 5 16,-6 2 0-16,6 3 3 0,0 3-2 0,0 1-4 16,0 2 1-16,0 4 3 0,-4 1-3 15,4 0 3-15,0 0-2 0,0 0-6 0,-5 0 5 0,2 0 0 16,2 0 3-16,1 0-3 0,-2 0 5 0,2 6-5 16,-1-6 1-16,-1 0 6 0,2 0-4 0,0 0 1 15,0 0-1-15,0 0 4 0,0 0-4 0,0 0 3 16,0 0-5-16,0 0-4 0,0 0 2 0,0 0-8 15,0 0 3-15,0 0 4 0,11 0 4 0,-2 0 7 16,1 0 3-16,4 0-1 0,3-9 2 16,7 1-11-16,6-1 5 0,7 1-9 0,4-1-3 15,6 1 3-15,5-2-11 0,1 3 0 0,-3 0-7 0,-3 2 1 16,-5 4-3-16,-7 1-2 0,-6-4 0 16,-6 4-7-16,-9 0-14 0,-4 0-21 0,-4 0-29 15,-3 0-39-15,-3 0-45 0,0 0-92 0,0 0-48 16,0 0-34-16,0 0 19 0,0 0 71 0,0 0 8 15,0 0-14-15,0 0-101 0,0 0-84 0,0 0-92 16,0 0-230-16,0 0 102 0,0 0 140 0</inkml:trace>
  <inkml:trace contextRef="#ctx0" brushRef="#br0" timeOffset="-11956.06">20219-151 2867 0,'0'10'18'0,"0"-1"18"16,0 0 28-16,0 0 40 0,-13 0 18 0,1 1 6 16,1-1-19-16,-3-3-31 0,-1 2-32 0,0 2-22 15,-2-2-8-15,1 3-6 0,-1-3-2 0,0-1 15 16,-1 1 3-16,1-1 8 0,4-2 13 0,-3-4 2 16,3 2 6-16,-1-3 16 0,5 0 1 0,0 0-5 15,3 0 15-15,1 0-10 0,2 0-14 0,3 0-8 16,0-10-29-16,0 10-21 0,0-12-4 0,14 3-10 15,-1-1 4-15,3 3 10 0,3-1 1 16,1 1-1-16,3 2-2 0,1 3-11 0,2 2 2 16,-2 0 4-16,1 0-1 0,-3 0 4 15,0 14 10-15,-7 3-10 0,-1-2 6 0,-4 5 6 0,-2 1-16 16,-5 2 15-16,-3 2 2 0,0 1 2 0,0 0 12 16,-17 1 2-16,-1 2-9 0,3-4 1 0,-4-1-8 15,3 0-3-15,1-4 2 0,1-1-9 0,3-4 3 16,4-4-3-16,1 1 9 0,6-4-3 15,0-2 6-15,0-2 1 0,0-2-5 0,22-2-1 0,4 0-39 16,5 0-63-16,5 0-54 0,5-12-94 16,5 0-107-16,2-3-90 0,4 2-167 0,1-6-263 15,-1-3 140-15</inkml:trace>
  <inkml:trace contextRef="#ctx0" brushRef="#br0" timeOffset="-11385.17">21381-353 3357 0,'-10'-10'42'0,"2"10"45"0,2-13 27 0,6 4 1 0,0 9-28 15,0-10-37-15,0 3-25 0,0-2-7 16,0 9-11-16,15-7-11 0,5 3 4 0,-2 4 7 15,3 0-10-15,2 0 5 0,1 0-5 0,2 0-6 16,-1 16 1-16,-3 1-1 0,-2-1 2 0,1 3 7 16,-5 0 6-16,-4 0 3 0,-6 3 11 0,-6 1-8 15,0 1-10-15,0 3 2 16,-17 0-15-16,-1 0 15 0,-2 0 1 0,-4-1-5 0,0 2 1 0,-2-2-3 16,1 1-3-16,0-6 7 0,3 1-5 0,0-3 2 15,2-3 3-15,3-1-3 0,3-5 5 0,4-2-6 16,2-5 1-16,8 2 0 0,0-5 17 0,0 0-17 15,0 0-1-15,0 0 3 0,18-12-18 16,1-1 21-16,0-1 2 0,1-1-2 0,1-4-1 16,2-2-7-16,0-3 5 0,1-4 0 0,1 1-2 15,0-6 8-15,3-2 10 0,-1-3 14 0,2 1 23 16,0 0 9-16,-2-2 13 0,0 5 15 0,-2 2 45 16,-6 4 32-16,-3 8 61 0,-3 1 17 0,-7 5-30 15,0 5-44-15,-6 1-82 0,0 8-53 0,0 0-45 16,0 0-20-16,0 0 9 0,-16 0 0 0,2 17 6 15,-4 0 9-15,0 0 4 0,-5 5-21 16,2 1 25-16,-5 2 7 0,-2 0-24 0,4 2 25 16,0-2-42-16,3 4-100 0,2-3-65 0,3-2-42 15,4-1-15-15,2 4 75 0,6-4 59 0,4 3 19 16,0-5 9-16,0 3-19 0,15-4-30 0,5-3-31 16,4 3-46-16,6-4-53 0,7-1-50 0,4-4-44 15,4 1-52-15,3-4-197 0,0 1 23 0,-1-4 98 16</inkml:trace>
  <inkml:trace contextRef="#ctx0" brushRef="#br0" timeOffset="-10459.41">20669-134 2781 0,'0'-5'33'15,"-9"-1"29"-15,9 4 14 0,-8-2-4 0,8 2-38 16,0 1-30-16,0 1-5 0,0 0 14 0,0 0 12 15,0 0 18-15,17 12-3 0,0-2-13 0,1 3-4 16,2 0-13-16,2 2-6 0,1 3 5 0,-1 1-8 16,-3 0 1-16,-1 3 10 0,-5 2 9 0,-6-1 13 15,-1 1 2-15,-6 0 3 0,0 2-12 0,0 0-11 16,-19-4-5-16,-1 2-10 0,-1-1 4 0,-4-4 3 16,1 1-2-16,-2-3 1 0,0-4-2 0,2-2 0 15,0-1 3-15,4-3 2 0,0-2 7 0,4-3-4 16,2-2 8-16,5 0-9 0,3 0-4 0,1 0-1 15,5-11-10-15,0-3-1 0,12-2-3 16,3-4 4-16,2 1 6 0,6-8 2 0,3-1 10 16,1-1 24-16,3-4 11 0,2 1 23 0,2 0 13 15,-1 1-20-15,1 3-3 0,-4 2-7 0,-1 5-8 16,-2 3 3-16,-4 3-5 0,-5 7-13 0,-3 1-15 16,-3 2 4-16,-4 5-16 0,-2 0 2 0,-4 0-3 15,-1 0-6-15,-1 12 1 0,0-4-9 0,0 5 15 16,0 0 1-16,0 2-2 0,0 2 12 0,0 1-19 15,0 4-4-15,0-2-22 0,0 1-45 0,0 0-42 16,0-1-87-16,0 0-93 0,0-2-104 16,0 2-92-16,0-4-243 0,0-2-10 0,0-3 141 0</inkml:trace>
  <inkml:trace contextRef="#ctx0" brushRef="#br0" timeOffset="-5914.89">7121 1558 2079 0,'0'-9'25'15,"0"0"25"-15,0 1 30 0,0 4 47 0,0-5 26 16,-10 2 24-16,-1-1 7 0,-1 2 7 0,4-1-5 16,-4 1-34-16,-1-1-20 0,-1 4-57 0,2-1-52 15,-8 4-11-15,0 0-18 0,-3 0 17 0,-1 18 7 16,-5 2 1-16,-1 3 6 0,-7 7-14 0,1 3 3 16,-1 4-5-16,3 1-8 0,0 6 7 15,7-1-3-15,1 5 2 0,6-1-4 0,6 3-5 16,8-1 2-16,6 3 3 0,0 0 1 0,10-4 4 15,6-1-1-15,4-2-5 0,4-3 9 0,5-2-12 16,2-5 6-16,5-4 4 0,4-3 7 0,2-3 16 16,4-5 0-16,4-4 7 0,0-5-5 0,5-4 2 15,1-4 8-15,-3-3 2 0,0 0 24 0,0 0 14 16,-7 0 34-16,-4-11 86 0,-5 11 134 0,-10-12 110 16,-1 2 59-16,-9 10 1 0,-7-8-70 0,0 8-41 15,-7 0-18-15,-3 0-88 0,0 0-93 0,0 0-96 16,0 0-89-16,0 0-13 0,0 0 0 15,0 0 0-15,0 0 0 0,-9 0 0 0,9 0 0 0,0 0 0 16,0 0 0-16,0 0 0 0,0 0 0 16,0 0 0-16,0 0 0 0,0 0 0 0,0 0 0 15,0 0 0-15,0 0 0 0,0 0 0 0,0 0 0 16,0 0 0-16,0 0 0 0,0 0 0 0,0 0 0 16,0 0 0-16,0 0 0 0,0 0 0 0,0 0 0 15,0 0 0-15,0-9 0 0,0 9 0 0,0-7 0 16,0 7 0-16,0-8 0 0,0 8 0 0,0-4 0 15,6-3 0-15,-3 3 0 0,0 1 0 0,0 0 0 16,0 0 0-16,-2 0 0 0,2 0 0 0,0 1 0 16,0 0 0-16,0-1 0 0,-3 3-68 15,5-1-157-15,-5 0-149 0,0-1-178 0,3 0-216 16,0 0-8-16,0 1 22 0,0-3-23 0,0 3 86 16,0-3-158-16,2-1-70 0,1-3 200 0</inkml:trace>
  <inkml:trace contextRef="#ctx0" brushRef="#br0" timeOffset="-5612.08">8186 1755 3117 0,'2'-15'57'0,"-2"-1"49"0,0 3 47 16,0 5 37-16,0 0-35 0,0 2-41 0,-17 4-54 15,10 2-33-15,7 0-26 0,-12 0-10 0,12 11 14 16,-11 2-4-16,5 3 11 0,6 5-1 0,-8 3-6 16,2 6 5-16,6 2-15 0,0 5 4 0,0 2-4 15,0 1-5-15,0 1 1 0,0 0-27 0,14 0-20 16,-5-3-79-16,2-1-71 0,-11-4-86 15,12-1-90-15,-5-4-66 0,-1-1-262 0,2-4 37 16,-2-8 114-16</inkml:trace>
  <inkml:trace contextRef="#ctx0" brushRef="#br0" timeOffset="-5103.03">8808 1939 2628 0,'0'-3'40'0,"0"-1"50"0,-9-1 46 0,9 4 41 16,0 1-3-16,-11 0-38 0,11 0-32 0,0 0-42 15,0 0-35-15,0 0-17 0,-9 0-22 0,9 0-4 16,0 0-6-16,0 0 2 0,0 0 9 0,0 0 3 15,0 10-1-15,0-1 7 0,0 1 0 0,0-1 2 16,0 7 1-16,0-1 4 0,9-1 1 0,3 6-6 16,-4 0 11-16,6 1-7 0,-2 0-6 0,-2 4 16 15,6-3-14-15,-3 2 6 0,1-5-2 0,0 0-7 16,1-2 1-16,-3-2-1 0,0-2 9 16,0-3-3-16,-4-3 5 0,4-2 5 0,-4-1 25 15,-1-2 30-15,-2-2 37 0,-1 0 9 0,-4 0-23 16,3 0-24-16,-3 0-45 0,3-15-3 0,-3-3-1 15,0-1 5-15,0-5 12 0,0-3-25 0,0-5 3 16,0-3-12-16,-15-3 7 0,2 0 37 0,-1-1 60 16,0 2 49-16,2 3 65 0,-2 1 67 0,4 3-43 15,-2 6-35-15,5 4-74 0,3 4-101 0,4 3-37 16,0 3-24-16,0 2-14 0,0 4-5 0,0-1-18 16,11 2-11-16,2-2-41 0,-1-1-32 0,5 0-32 15,3 0-5-15,0 0 44 0,-4 0 47 0,7 0 34 16,3-1-23-16,1 2-40 0,1-1-64 15,1 0-68-15,1-1-67 0,2 3-93 0,0-2-106 16,-3-2-280-16,-4 2 93 0,-5 1 140 0</inkml:trace>
  <inkml:trace contextRef="#ctx0" brushRef="#br0" timeOffset="-4708.21">9157 2022 3509 0,'-13'0'35'16,"13"0"35"-16,-12 0 42 0,1 0 22 0,11 0-23 0,-9 0-28 16,9 0-30-16,-6 0-37 0,6 0 0 15,0-11-6-15,0 11-6 0,0 0 13 0,0-8-14 16,0 8-3-16,0-6-3 0,0 6-2 0,0-5 5 16,0 5-3-16,0-6 0 0,0 0 6 0,10-2-8 15,-2 0 9-15,3 0-15 0,-1-3 7 0,7 2 0 16,0-1-5-16,2 1 13 0,4 0-12 0,-3 0 7 15,3 5 0-15,1-2-5 0,-3 2 10 0,-1 1-9 16,0 3-5-16,-2 0 11 0,-1 0-14 0,-5 13 6 16,3-4 4-16,-4 5-2 0,-2 3 3 0,-2 2 0 15,-3 2 4-15,-4 5 0 0,0 2 4 0,0 3-10 16,-17 0-1-16,3 2-11 0,-1-4 7 0,3 1 7 16,0-4-4-16,2-3 14 0,1 0-9 15,9-5 7-15,0 0-3 0,0-6-9 0,0 4 4 0,0-3-6 16,0-2 5-16,0-3 11 0,17 1-9 15,0-4 2-15,3-2-7 0,5-3-29 0,7 0-23 16,5-14-58-16,7-2-92 0,3 1-109 0,5-3-101 16,-1-1-134-16,2 0-242 0,-2-2 127 0,-4 1 132 15</inkml:trace>
  <inkml:trace contextRef="#ctx0" brushRef="#br0" timeOffset="-4283.91">9950 1921 3011 0,'-4'-8'68'0,"-5"1"76"0,1-1 59 16,1 1 38-16,-1 1-45 0,2-1-66 0,1 2-46 15,2 0-32-15,3 0-25 0,0 0-7 0,0-1-21 16,11-1 0-16,3 1-2 0,4 1-2 0,5-3 13 15,4-1-2-15,5 1 11 0,4 1-6 0,2-1-2 16,2 0-8-16,-2 3-8 0,-3 0 2 0,-5 1 1 16,-2 3 5-16,-9 1-6 0,-2 0 8 15,-8 0-6-15,-4 0 8 0,-5 17 9 0,0-1 5 16,0 2 1-16,-12 4-11 0,-4 2-2 0,-3 3-5 16,-3 4-5-16,-3 3 2 0,-3 1-19 0,4-1 5 15,-2 2 12-15,3 0 2 0,0-4 16 0,4 0-13 16,-1-1 2-16,3-1-8 0,5-5 2 0,0-1 5 15,1-2-3-15,4-5 0 0,4-1 4 0,3-3 0 16,0-5 0-16,0 1 17 0,0-2 13 0,12-4 9 16,0-2 6-16,-1 1-12 0,2-2-15 0,-1 0-2 15,4 0-12-15,0 0-3 0,3 0-33 0,0-11-54 16,7 0-31-16,3-2-74 0,3 0-120 16,1-1-92-16,2 0-121 0,3 0-324 0,-1-4 61 15,1-2 136-15</inkml:trace>
  <inkml:trace contextRef="#ctx0" brushRef="#br0" timeOffset="-4099.33">10810 2185 3891 0,'0'0'31'16,"0"0"7"-16,0 0 6 0,0 0 2 0,0 0-41 16,-9 0-9-16,9 0-6 0,0 12 9 0,0-2 5 15,0 1 18-15,0 1-2 0,0 3-11 0,0 2 3 16,0 3-9-16,0 1 1 0,13 4-5 0,-4 2-40 15,0 0-97-15,0-1-125 0,0 1-180 16,-3-1-77-16,2-2-215 0,-4 0-32 0,-4-2 183 16</inkml:trace>
  <inkml:trace contextRef="#ctx0" brushRef="#br0" timeOffset="-2215.54">13270 1625 3520 0,'-14'0'58'16,"2"0"53"-16,0-11 36 0,1 1 23 0,1 10-46 15,1-13-38-15,2 4-35 0,4 9-20 0,3-8-9 16,0 1-23-16,0 0 6 0,14 3-8 0,4-3-1 16,4 1 8-16,0 2-5 0,6-3 8 0,2 3-7 15,2-1-3-15,1 1 3 0,1 2-4 0,-1-1 1 16,-2 3 0-16,-4 0-7 0,-4 0 7 0,-5 0-1 15,-4 0 9-15,-2 9 4 16,-6 3-10-16,-6 1 4 0,0 2 1 0,0 3-12 0,-14 5 7 0,-3 2-8 16,1 4-7-16,-4 2 13 0,-3 3 7 15,-1 2-2-15,-2 2 6 0,0-1-8 0,4-1-6 0,-1-2 3 16,3 1-3-16,0-2 3 0,5-2-10 16,4-5 9-16,2-4-7 0,6-2 3 0,3-3 9 0,0-4 0 15,0-4 4-15,0-1 0 0,0-5-2 16,12 0 10-16,-1-3 7 0,1 0-8 0,3 0-4 15,2 0-24-15,4-13-36 0,5 0-46 0,5-2-105 16,0-2-138-16,3 0-120 0,1-3-106 0,0 0-198 16,1-3 47-16,-4 1 149 0</inkml:trace>
  <inkml:trace contextRef="#ctx0" brushRef="#br0" timeOffset="-1827.97">13876 1898 3353 0,'0'6'59'0,"0"-2"48"16,0-4 31-16,-12 4 31 0,12-4-50 0,-14 3-44 16,3-3-35-16,1 2-28 0,1-1-8 0,0 2-7 15,-1-1 1-15,3-2 0 0,-1 1 2 0,2 2 1 16,0-3 3-16,0 5-2 0,1-5-3 0,2 0 10 16,0 0-6-16,2 0 8 0,-1 0 7 0,2 0 6 15,0 0 18-15,0 0-4 0,0 0-5 0,0 0-11 16,0 0-10-16,11 0-8 0,-2-11 4 0,0 2-13 15,3 1 5-15,2 2 0 0,3-1-8 0,-1 2 10 16,3 0-14-16,0 5 1 0,1 0-2 16,-2 0 2-16,-1 0 1 0,1 0-2 0,-2 17 7 15,-4-3-2-15,-2 1 4 0,-1 4-5 0,-3 3-4 16,-2 1 9-16,-4 1 5 0,0 3 26 0,0 2 4 16,-16 3-6-16,0 0 9 0,-1 0-21 0,-3-1-4 15,2-1 4-15,1-1-13 0,1-6 2 0,3-3 2 16,6-3-6-16,-1-4 11 0,8-5-4 0,0-3 4 15,0-1-5-15,0-4 4 0,18 0-8 0,4 0-13 16,3-17-25-16,3-2-39 0,7 1-40 0,1-3-79 16,5-5-123-16,3 1-144 0,6-4-141 15,0 0-288-15,1-3 154 0</inkml:trace>
  <inkml:trace contextRef="#ctx0" brushRef="#br0" timeOffset="-3011.92">12000 1941 2410 0,'-7'-5'27'0,"-2"1"44"16,1-1 41-16,0 1 51 0,-1-1 14 0,0 2-2 16,0-2-2-16,3 3-36 0,-2 2-36 0,4-2-42 15,-1 2-51-15,2 0-25 0,0 0-14 0,3 0 2 16,0 0 3-16,0 13 11 0,0 3 9 0,0 0 4 16,0 6 12-16,12 3-6 0,2 4 0 0,0 3-5 15,2 2 8-15,1 0 5 0,1-2 6 16,2 0 4-16,0-3-8 0,-2-5 7 0,2-3 3 15,-4-1 12-15,-2-8 17 0,-2 1 25 0,-1-4 27 16,-5-5 21-16,0-4-10 0,-3 0-30 0,0 0-20 16,0-12-23-16,0-2-5 0,-1-5 18 0,-1-4-15 15,-1-6-16-15,0-1-3 0,0-3-14 0,0-3 6 16,-13-1 30-16,-1-2 18 0,3 3 22 0,-1-1-12 16,2 2-18-16,-1 0 32 15,0 0 50-15,2 6 15 0,3 1-3 0,-2 1-61 0,4 1-72 0,1 5-5 16,3 1-15-16,0 3-6 0,0 1-4 0,0 2-15 15,0 0 3-15,0-2 15 0,10 3 0 16,0 0 8-16,0 2 4 0,2-2-8 0,1 0-8 16,0 1 9-16,1 0 3 0,1 2 1 0,0-1 6 15,0 2-7-15,4 0-4 0,-1-1 4 0,3 1 1 16,0 0-18-16,1 3-36 0,0-3-63 0,3 3-60 16,-2-1-42-16,-1 2-9 0,1 1 20 0,0 0-20 15,0 3-72-15,-4 0-108 0,3 1-127 0,-4 0-280 16,-1 0 32-16,-4 0 158 0</inkml:trace>
  <inkml:trace contextRef="#ctx0" brushRef="#br0" timeOffset="-2607.84">12424 1845 3086 0,'-3'5'38'0,"-3"-3"54"0,1-2 28 0,1 0 30 16,-1 0-38-16,2 0-45 0,-3 0-33 0,2 0-24 15,-1 0-5-15,0-8-11 0,1 8 0 0,-1 0 0 16,-1 0 3-16,0 0 4 0,0 0 2 0,2 0-3 16,-3 0 5-16,3-10 4 0,-1 10 0 0,2-6 4 15,2 6 5-15,-2-4-3 0,3 2-1 0,0-4-7 16,0 1-8-16,0 1-5 0,0-1 6 0,16-1 3 16,0-2 1-16,0 1 4 0,0-2-8 15,2 0-3-15,0 3-8 0,0 0 5 0,-1 3-4 0,0 1 2 16,-1 2 10-16,-2 0-6 0,3 0 9 15,-1 11 3-15,0 3 4 0,0 1 1 0,-1 3-2 16,-1 3 5-16,0 4 3 0,-4 1-13 0,0 2 2 16,-4 0-11-16,-2 1-11 0,-2-2 15 0,-2 0-6 15,0-4 6-15,0 1-5 0,0-3 2 0,0-2 4 16,0-2-3-16,0-3-2 0,0-1-2 0,0-4 2 16,0-1 3-16,0-6 11 0,0 1 5 0,12-3 0 15,-2 0-1-15,6 0-1 0,2-13-11 0,0 2-9 16,3-6-21-16,4 1-53 0,1-1-12 0,1-3-245 15,2-1-64-15,3-5-72 0,1-2-147 16,0-2-8-16,2 0 83 0</inkml:trace>
  <inkml:trace contextRef="#ctx0" brushRef="#br0" timeOffset="-1043.49">16086 1770 2565 0,'0'11'48'0,"0"0"52"0,0 1 30 0,0 3 30 15,-13 0-19-15,4 1-55 0,9-1-18 16,-13 5-23-16,4-1-30 0,2 0 4 16,7 1 58-16,-7 1 47 0,7 3 5 0,-6 0-1 0,6 6-71 15,0-4-56-15,0 0-34 0,0 2-72 0,0-2-82 16,9-2-109-16,-9-5-71 0,12-3-60 0,-3-2-197 16,-1-5-53-16,-2-2 104 0</inkml:trace>
  <inkml:trace contextRef="#ctx0" brushRef="#br0" timeOffset="-1206.06">15452 1595 2429 0,'-15'0'56'0,"-2"0"59"0,2 0 60 0,0 0 53 15,0 0-18-15,0 0-19 0,-2 0-24 0,3-10-31 16,4 10-42-16,-1 0-25 0,3 0-35 16,4-8-17-16,4 8 12 0,0 0 3 0,0-3-4 15,18-2-2-15,5 0-9 0,3 3-16 0,3-2 16 16,4-2-15-16,3 3 0 0,1-1-4 0,-1-1-12 15,1 4 20-15,-4-1-6 0,-2 2 1 0,-6 0 3 16,-3 0-16-16,-3 0 2 0,-5 0 15 0,-5 12 8 16,-4 2 19-16,-5-1 2 0,0 4-7 0,0 2-17 15,-20 4-14-15,-1 0 1 0,-4 5-6 0,0 1 9 16,-3 0 3-16,-1 2 1 0,1-2 2 16,0 1-12-16,4-1 4 0,3-1 0 0,2-1-1 15,6-1 10-15,2-6-7 0,7 0-4 0,4-3 5 16,0-3-2-16,0-4 6 0,18-1 6 0,1-1-7 15,4-5 0-15,3-3-7 0,3 0-24 0,3 0-43 16,1-13-60-16,5-3-95 0,2 1-90 0,-2-3-80 16,1-1-49-16,-1 0-121 0,-1-3-138 0,-2 0 121 15</inkml:trace>
  <inkml:trace contextRef="#ctx0" brushRef="#br0" timeOffset="874.32">17906 1344 2762 0,'-22'-15'54'0,"3"0"64"0,1 0 63 0,5 2 56 15,0 4-24-15,1-3-31 0,5 2-33 0,-2 2-35 0,4 1-8 16,5 1-12-16,-6 0-9 0,6 2-3 16,0 3-18-16,-5-1-7 0,5 2-21 0,0 0-11 15,0 0-8-15,0 0-6 0,0 0-5 0,0 0 1 16,0 0 14-16,0 0 16 0,0 0 23 0,0 0 36 15,0 0 7-15,0 0 23 0,0 0 30 0,0 0 2 16,0 0 26-16,0 0-4 0,0 0-18 0,0 0-12 16,0 0-33-16,0 0-40 0,0-9-38 0,0 3-31 15,0 0-10-15,0-3-3 16,0 2 5-16,11-1-6 0,-2 2-5 0,2-1-8 0,-2 0 0 16,2 5-2-16,-1 2 5 0,2 0 4 0,0 0 1 15,1 13 5-15,0 4-13 0,1 3 7 0,1 4-4 16,-1 1-5-16,2 4 16 0,1 2-1 0,0 0 6 15,0 1 2-15,-1-3 0 0,1 1 1 0,0-7-5 16,-1 1 4-16,-2-6 1 0,1-3 5 0,2-2 9 16,-2-9-1-16,3-4 0 0,1 0-8 0,2 0-2 15,3-15 4-15,2-4 1 0,1-3-8 0,2 0-2 16,0-8 1-16,1 2-11 0,-1-3 8 0,0 0-8 16,-2-2 0-16,-2 3-24 0,1 0-94 0,-4 1-148 15,1 6-134-15,-3 0-60 0,-2 5-12 0,-1 2-17 16,-3 3-66-16,-4 5-164 0,2 2-205 15,-3 2 173-15</inkml:trace>
  <inkml:trace contextRef="#ctx0" brushRef="#br0" timeOffset="6532.51">-848 4806 2815 0,'-18'-6'62'0,"4"0"48"16,1-1 44-16,-1 3 35 0,5 1-31 0,0-2-30 16,3 1-27-16,-1 4-26 0,4-2-27 0,0 0-17 15,2 2-16-15,1 0-8 0,0 0-11 0,0 0 4 16,0 0 3-16,0 0-5 0,14 0 1 0,1 0-13 15,6-9-38-15,6 9-57 0,7-11-74 0,4 3-95 16,4 1-86-16,4 7-91 0,1-10-263 0,-3 6 36 16,-3 4 122-16</inkml:trace>
  <inkml:trace contextRef="#ctx0" brushRef="#br0" timeOffset="6676.99">-705 5204 3139 0,'0'4'0'0,"9"-4"-3"0,0 0 2 0,5 0 0 16,1 0 1-16,6-10 1 0,8-3-4 0,9-2-38 16,11 2-72-16,7-2-97 0,9-2-146 15,13 0-376-15,9 1 60 0,5-2 99 0</inkml:trace>
  <inkml:trace contextRef="#ctx0" brushRef="#br0" timeOffset="11160.3">1371 4524 2608 0,'0'-16'41'0,"0"1"40"0,0 2 45 0,0-1 39 16,0 4-9-16,0 6-23 0,0 0-37 0,0-2-40 15,0 3-39-15,-8 3-22 0,8 0-21 0,0 0-2 16,0 0 1-16,0 0 2 0,0 10 11 0,0 0 7 16,0 2 1-16,0 3 7 0,0 2 6 0,11 4 3 15,-4 1 12-15,1 3 3 0,-8 0 27 0,9 2 1 16,-1-3-6-16,-8 3-1 0,0-5-29 0,4 0-5 15,-4-3-7-15,0-1-1 0,0-2-2 0,0-5 5 16,0 1 7-16,0 0-11 0,0-3 38 16,0-1 37-16,0-3 51 0,0-3 62 0,0-2 54 15,0 0 75-15,0 0-7 0,0 0-55 0,0-13-87 16,-7 2-115-16,7-6-56 0,0-1 13 0,-5-6-12 16,1-5 0-16,4-6 40 0,-6-1 9 0,2 1 28 15,0-2 15-15,2 2-3 0,-1 3-4 0,2 5-12 16,-2 6-27-16,1 4-35 0,1 6-31 0,-1 3-34 15,1 3-11-15,1 5-18 0,-2 0 11 16,2 0 7-16,0 14 25 0,0 2 22 0,0 5 2 0,0 2 12 16,12 8 10-16,1 3-6 0,-4 4-3 15,1 3 9-15,-1 4-9 0,1-3 7 0,-3 1 4 16,-1-2-6-16,-6-4-10 0,6-2 3 0,-3-5 0 16,-3 0 2-16,5-6 8 0,-5-5 7 0,0-3 7 15,1-5 2-15,2-4 10 0,-3-1 4 0,2-2 4 16,-1-4-6-16,-1 0-3 0,0 0-2 0,0 0-12 15,2 0-59-15,-2 0-221 0,0-11-168 0,0 0-101 16,0-2-78-16,0-2 13 0,0 2-48 0,0-5-303 16,0-5 132-16,0 2 196 0</inkml:trace>
  <inkml:trace contextRef="#ctx0" brushRef="#br0" timeOffset="11496.77">1979 4837 2713 0,'-6'0'45'0,"-2"0"46"0,2 0 47 0,0-11 47 0,1 11-11 16,-1 0-12-16,3 0-31 0,2 0-35 0,-2 0-24 15,1 0-35-15,1 0-24 0,1 0-12 16,0 0-9-16,0 0 3 0,0 0 9 0,13 0 2 16,2 0 4-16,5-14-6 0,6 14 0 0,3-10-2 15,6-1-6-15,6 2 10 0,3 2-5 0,2-1 2 16,1 1 6-16,-2 7-12 0,1-7 9 0,-4 1-16 16,-2 6-33-16,-5 0-13 0,-5 0-53 0,-5-4-22 15,-6 4-15-15,-2-4-36 0,-6 2-19 0,-4 0-96 16,-2-1-146-16,-5-3-250 0,0 1 27 0,0-1 132 15</inkml:trace>
  <inkml:trace contextRef="#ctx0" brushRef="#br0" timeOffset="11672.7">2269 4617 3007 0,'-9'-4'69'16,"0"1"58"-16,0 0 27 0,2 3 12 0,1 0-62 15,2 0-67-15,-2 0-36 0,3 0-12 0,0 10-5 16,3 1 8-16,-2 3 17 0,2 3-6 0,0 3-1 15,0 5 5-15,0 6-6 0,0 5 7 0,11 1 1 16,-2 3-3-16,2 2-48 0,1 2-68 0,0 0-102 16,2 1-135-16,-2 0-121 0,0-3-340 0,0-4 100 15</inkml:trace>
  <inkml:trace contextRef="#ctx0" brushRef="#br0" timeOffset="14283.31">3486 4553 1928 0,'2'-5'2'0,"-2"5"11"15,0-2 5-15,0 2 11 0,0 0 4 0,0 0-3 16,-9 0-1-16,9 0-6 0,-13 0-7 0,6 0-7 15,-2 0-9-15,3 0-4 0,6 0-3 0,-8 0 0 16,3 0 4-16,5 0-4 0,-6 0 6 0,3 0-4 16,3 0 2-16,-3 7 1 0,2-7 4 0,1 0 5 15,-2 0 7-15,2 4 8 0,0-4 7 0,0 0 18 16,0 0-3-16,0 0 1 0,0 5-17 0,0-4-13 16,0-1-7-16,0 3-9 0,0-3 4 0,0 0-2 15,0 0-1-15,0 0 3 0,0 0 2 0,0 0-2 16,0 0-1-16,0 0 3 0,0 0-8 0,0 0 4 15,0 0 5-15,0 0-1 0,0 0 0 16,0 0 2-16,0 7 2 0,0-7 4 0,0 0 12 16,0 0 23-16,0 0 7 0,0 0 10 0,0 0 10 15,0 0-9-15,0 0 5 0,0 0 0 0,0 0-16 16,0 0-16-16,0 0-18 0,0 0-7 0,0 0-9 16,0 0-4-16,0 0-1 0,0 0-9 0,0 0 0 15,0 0 1-15,0 0 2 0,0 0-2 0,0 0 5 16,0 0 3-16,0 0-1 0,0 0 5 0,0 0 0 15,0 0 1-15,-12 9 2 0,4-1-3 0,-4-2 2 16,2 4 0-16,-2-3-3 0,-2 2 0 16,2-2 3-16,0 0 8 0,1-3 35 0,0 0 44 15,5-4 31-15,0 0 23 0,3 0-16 0,0 0-33 16,3 0-33-16,0 0-25 0,0 0-20 0,0 0-14 16,0-8-3-16,0 8-12 0,0-14-2 0,12 2-1 15,-1 2 0-15,3 0 9 0,-4 0-5 0,2 3 0 16,2-2-4-16,0 3-5 0,1 6 9 0,-1 0 1 15,-1 0-8-15,-1 0 5 0,2 0-3 0,-3 15 8 16,1 1 8-16,-2 2 7 0,-2 3-4 0,-2 1-1 16,0 2 1-16,-6 4-3 0,0 5-4 0,0-1-4 15,-16 5 5-15,-1-2-7 0,0 2 6 0,-3-1-1 16,1 1 2-16,-3-3-7 0,3-3 7 16,0-5-3-16,4-3-3 0,1-3 7 0,4-4-3 0,2-2-3 15,4-5-2-15,4-5-3 0,0 1 0 16,0-2 12-16,0-3 10 0,0 0-6 0,15 0 5 15,2 0 1-15,2 0-12 0,1 0-27 0,6 0-61 16,1 0-97-16,2-14-117 0,3 0-108 0,0 4-264 16,-2-1-65-16,-1-2 119 0</inkml:trace>
  <inkml:trace contextRef="#ctx0" brushRef="#br0" timeOffset="14924.97">3852 4558 2516 0,'0'-5'11'0,"0"1"4"15,0 2-5-15,0 1-6 0,0 1-21 0,0 0-10 0,0 0-1 16,0 0 7-16,0 0 4 0,0 0 11 16,0 11 6-16,17-2 3 0,-2 2 5 0,5 0-2 15,1 1 1-15,2 0-4 0,3 4 0 0,-3-2-5 16,1 3 2-16,-1-2-1 0,-3 1-3 0,-1 0 11 15,-8-1-1-15,-2 1 4 16,-7 2 5-16,-2-2-3 0,0 0 1 0,0 3 4 0,0-2-5 0,-20 0-2 16,2 1-3-16,-2 0-2 0,0-6-1 0,-3 4 3 15,-1-2-2-15,0-3 3 0,1-2 2 16,2-1-5-16,2-3 4 0,4 0-1 0,0-2 2 0,4-3 4 16,-1 0 5-16,3 0-2 0,2 0-3 15,3 0-2-15,1-15-13 0,3 1-3 0,0 0 8 16,0-1-2-16,0-4 9 0,16-3 5 0,3 2-5 15,-2-3 12-15,6 0 3 0,-3-2 13 0,7-1 11 16,-1 1 7-16,3-3 18 0,1 2 10 0,-4-2 14 16,4-5 12-16,-2 5-1 0,-4 1 0 0,-1 3 2 15,-5 1-6-15,-3 4 5 0,-1 3-6 0,-7 5-18 16,-3 4-17-16,-4 2-21 0,0 3-27 0,0 2-15 16,0 0-16-16,0 0-6 0,-14 0 5 0,2 9 1 15,-2 1 2-15,0 1-2 0,1 2 5 0,-1 4-4 16,2 0 6-16,0 5-2 0,0 0-23 0,1-1-6 15,3 3-12-15,2 0-19 0,3 0-19 16,3 3-36-16,0-4-54 0,0 1-39 0,0 2-33 16,0-1-40-16,15-3-26 0,-2-1-62 0,-1-3-253 15,3-1 31-15,-3-5 88 0</inkml:trace>
  <inkml:trace contextRef="#ctx0" brushRef="#br0" timeOffset="15112.59">4390 4845 2979 0,'0'0'7'16,"0"0"5"-16,0 0-8 0,0 0 9 0,0 0-14 16,0 0-2-16,0 0 15 0,0 11-4 0,0-3 6 15,0 1-5-15,0 2-9 0,0-1-1 0,0 4 4 0,14 1 2 16,-14 0 5-16,11 2-3 0,-2 3 4 16,0 0 0-16,-2-1-5 0,1 1-38 0,0 0-65 15,-1-2-75-15,-2 2-80 0,-1-6-71 0,1 2-152 16,1-2-130-16,-6-3 79 0</inkml:trace>
  <inkml:trace contextRef="#ctx0" brushRef="#br0" timeOffset="15619.95">4747 4475 2690 0,'0'-5'42'0,"0"-3"59"16,0 2 57-16,-10 4 51 0,10 0-14 0,0-1-43 15,-9 2-54-15,9-2-52 0,0 1-35 0,0 2-22 16,0 0-3-16,0 0-2 0,0 0 5 0,0 0 7 15,0 0-3-15,0 0 10 0,12 0 2 0,-2 0-5 16,3 0 10-16,2 0-4 0,3 0-2 16,3 0 9-16,5 0-10 0,-3 7 1 0,3-7 8 15,-2 0-13-15,2 0 0 0,-2 0 0 0,-4 5-14 16,-3 0 9-16,-2-1 0 0,-7 1-1 0,1-2 7 16,-6 2 0-16,-3 2 6 0,0 4 5 0,0 2 9 15,0 4 3-15,-11 3 8 0,-1 1-8 0,-2 3-8 16,-4 3-1-16,0 3-15 0,-2-3-1 0,0 1-3 15,-3-1 4-15,1 2-4 0,0-4 7 0,4 0-7 16,1-4 1-16,4-2-1 0,-1-3-5 16,5 0 8-16,3-5-5 0,1 0 3 0,2-3 4 15,3-2-4-15,0-1 5 0,0-1 2 0,0 1 6 0,0-2 9 16,0-1 6-16,8-1 28 0,-8 1 1 16,11 0-8-16,1-1-3 0,0-1-23 0,3 0-12 15,3 0 5-15,-1 0-42 0,4 0-62 0,4 0-127 16,-3-14-171-16,3 3-180 0,-3-1-347 0,-2 1 126 15</inkml:trace>
  <inkml:trace contextRef="#ctx0" brushRef="#br0" timeOffset="15816.73">5390 4784 2943 0,'0'0'-3'0,"0"0"-9"0,-12 0-2 16,12 11 23-16,0 2 29 0,-8-4 29 15,8 0 12-15,0 1-18 0,0 1-28 0,0 0-18 16,0 4-8-16,0 0-4 0,0 5 4 0,0-1 3 16,0 3 3-16,0-3 2 0,0 7-6 0,0-3-53 15,0 1-103-15,0 3-133 0,0-3-157 0,-9-2-303 16,9-2 66-16,0 0 130 0</inkml:trace>
  <inkml:trace contextRef="#ctx0" brushRef="#br0" timeOffset="16139.01">6150 4823 3404 0,'0'-2'44'0,"0"-2"23"0,0 2 23 0,0-1 7 16,0 3-31-16,0 0-20 0,0 0-8 0,0 0 14 15,0 0-6-15,0 0 1 0,17 0-16 0,6 0-15 16,4 0-6-16,3 0-3 0,7 0-7 16,2 0-1-16,7 0 5 0,-4-10-1 0,3 2 7 15,-3 8-14-15,4-10-27 0,-10 10-33 0,-2-6-35 16,-3 0-44-16,-6 1-46 0,-2 2-50 0,-7-1-76 15,-4 1-120-15,-4 0-295 0,-5-1 12 0,-3 1 112 16</inkml:trace>
  <inkml:trace contextRef="#ctx0" brushRef="#br0" timeOffset="16296.29">6375 4700 2628 0,'0'0'-7'0,"0"0"29"16,0 0 39-16,0 10 31 0,0 2 35 0,0 3 23 15,0 5-16-15,0 1-28 0,0 3-27 0,11 4-51 16,1 1-19-16,-2 3-2 0,1 4-21 0,1-1-67 16,2-1-112-16,0 1-138 0,1-3-203 0,-2 2-241 15,-2-3 105-15</inkml:trace>
  <inkml:trace contextRef="#ctx0" brushRef="#br0" timeOffset="19709.3">7314 4614 1447 0,'0'-2'21'0,"0"2"19"0,0 0 13 16,0 0 16-16,0 0 0 0,0 0 9 0,0 0 9 16,-4 0 1-16,4-12 4 0,-7 12-11 0,7-8 1 15,-3 8-1-15,-1-9 8 0,4 9 13 16,-3-8 3-16,0 2 13 0,0 6-3 0,3-5-10 0,-3 5-1 15,3 0-20-15,-3 0-26 0,3 0-25 16,0 0-26-16,0 0-11 0,-3 0-9 0,3 0-5 0,0 0-1 16,0 0 0-16,-2 0 13 0,-1 0 4 15,3 0 2-15,0 9 4 0,0-2-2 0,-3 1 0 16,0-2 3-16,0 0 0 0,-3 4-7 0,1 0 8 16,-4-1-4-16,-1 2 1 0,-3-4 3 0,3 2-2 15,1-1 11-15,-2-1 26 0,0-4 30 0,2 5 20 16,0-7 9-16,5-1-20 0,-2 0-26 0,2 0-24 15,4 0-26-15,0-11-12 0,0-2-3 0,0 1 9 16,17-4 5-16,-2 2-1 0,2-3-4 16,3 2-1-16,1-4 1 0,5 4 8 0,-3 0-2 15,4 3-5-15,-1 2 1 0,-3 0-6 0,0 6-3 16,-1-1 2-16,-5 5 1 0,0 0-4 0,-4 0 7 16,0 12-3-16,-3-1 1 0,-2 6 5 0,-5 1 3 15,-3 6 3-15,0-1 0 0,0 8-3 0,-14-1-4 16,1 5-3-16,-1-2-1 0,-4 2 9 0,1-1-3 15,0-2 0-15,0 2-3 0,1-5 0 0,2-1 2 16,5-5-4-16,1-3 5 0,2-1-8 0,6-6 6 16,0-2 6-16,0-2 1 0,0-5 8 0,0-1-2 15,14-3-2-15,0 0 0 0,1 0-15 0,5 0-46 16,2-13-94-16,6-1-134 0,2 2-139 0,7-4-252 16,1-1-94-16,1-4 132 0</inkml:trace>
  <inkml:trace contextRef="#ctx0" brushRef="#br0" timeOffset="20222.68">8053 4469 2750 0,'0'-13'32'0,"-6"5"22"15,6-2 7-15,-5 2 1 0,5 2-33 16,0 1-21-16,0 1-7 0,0 0 1 0,0 3 12 15,15 1 0-15,-3 0-1 0,8 0-7 0,-3 0-9 0,3 0-1 16,2 0-1-16,1 14 6 0,-3-3-2 16,0 2 3-16,-1-1 0 0,-5 3 2 0,0 0 5 15,-4 3 2-15,-3 0 2 0,-1 2-1 0,-6 0-1 16,0 4-5-16,0 0 1 0,0-1-2 0,-17 1-4 16,2-2 1-16,0 1 0 0,-1 0 1 0,3-5 2 15,-1-1 1-15,2-1 0 0,1-2-4 0,-1-2 9 16,4-3-7-16,-1-1 4 0,2-1 7 0,1-1-8 15,0-3 7-15,2-2-6 0,0-1-9 0,-2 0-1 16,3 0-2-16,0-12 2 0,3-1 1 16,0 0-1-16,0-3 5 0,0-1-7 0,13-5 7 0,3-1-1 15,0-1-2-15,4-4 3 0,4-2-8 16,2-2 8-16,0-3 38 0,0 0 13 0,-2-1 17 16,2 3 26-16,-2 1-26 0,-1 0 10 0,-2 3 12 15,-4 3-14-15,-2 3 14 0,-2 2 3 0,-4 3 5 16,-5 5-1-16,2 2-23 0,-3 3-22 0,-3 4-34 15,0 1-22-15,0 3-10 0,0 0 0 0,0 0 4 16,0 10-1-16,-12 1 2 0,2 3-1 0,10 0-22 16,-11 1 2-16,2 3 2 0,9 1-2 0,-6 2 16 15,6 2-23-15,0 2-33 0,0 2-30 0,0-3-33 16,0 4-20-16,12-1-45 0,-1 1-51 16,2-6-48-16,2 1-17 0,2 1-7 0,0-4-120 15,3-3-175-15,-1-4 66 0</inkml:trace>
  <inkml:trace contextRef="#ctx0" brushRef="#br0" timeOffset="21004.96">8697 4760 2232 0,'6'-7'33'0,"-1"1"32"0,-2 0 31 0,0 4 29 0,0 2 1 15,0-2 1-15,-3 0-14 0,3-1-18 16,-2 0-29-16,-1 0-40 0,0 3-24 0,0 0-10 15,0 0-5-15,0 0 7 0,0 0 7 0,0 0 0 16,0 0-3-16,0 11 6 0,-13-11-2 0,2 10-1 16,0-4 8-16,-1 0-5 0,3 0 11 0,-2 0 28 15,-1-1 20-15,2-1 24 0,2-4 19 0,-1 0-1 16,3 0-6-16,3 0-23 0,-2 0-24 0,5 0-29 16,0 0-15-16,0-11-4 0,0 11-10 0,0-10 11 15,11 1-11-15,3 2 0 0,-2 7 4 0,1-8-5 16,4 2 1-16,0 6 2 0,-2 0-3 15,-1 0 2-15,-1 0 2 0,-2 0-7 0,-2 0 6 16,2 12-4-16,-5 6 3 0,-3 1 7 0,-3 3 3 0,0 1-2 16,0 8-2-16,0 1-4 0,-17 0-7 15,1-1-5-15,3-2 4 0,0 0 5 0,-1-2 4 16,2-1 7-16,1-4-2 0,2-1-1 0,1-2-6 16,2-4-1-16,2-1-6 0,4-2-13 0,0-6-10 15,0 0-21-15,0-2-9 0,0-4 3 0,0 0-12 16,14 0-59-16,-1 0-79 0,7-11-106 15,3 0-178-15,1-4-233 0,3-2 96 0</inkml:trace>
  <inkml:trace contextRef="#ctx0" brushRef="#br0" timeOffset="21528.85">9091 4400 3143 0,'-11'-6'42'0,"5"-1"46"0,1 0 44 16,1 1 26-16,2 2-15 0,-1 1-35 0,0 1-41 15,3-1-32-15,0 2-20 0,0-1-17 0,0-1-2 16,0 1 2-16,0 2-5 0,0 0 2 0,15-2 0 16,1 0-1-16,3-2-1 0,3 0 9 0,5-1 1 15,5 1 5-15,3 0 0 0,3 0-7 0,1 1-7 16,-2 1-3-16,-5 2-2 0,-3 0 4 15,-7 0 2-15,-2 0 2 0,-6 13 5 0,-8-1 5 0,-6 4 3 16,0 0 4-16,0 2-2 0,0 3-5 16,-17 5 4-16,0 2-6 0,1-1-2 0,-4 3 3 15,0 0-7-15,0 1 9 0,1-3-4 0,2-2-7 16,0-1 6-16,4-4-5 0,2-4 2 0,3-4-12 16,4-5 11-16,4-1-6 0,0-3 4 0,0-2 15 15,0 0-20-15,0-2 8 0,0 0 5 0,12 0 1 16,-1 0 7-16,2 0-7 0,2 0-47 0,7 0-84 15,2 0-138-15,6 0-158 0,2 0-155 16,3 0-295-16,2-12 141 0</inkml:trace>
  <inkml:trace contextRef="#ctx0" brushRef="#br0" timeOffset="22005">9708 4627 3077 0,'0'0'64'15,"9"-14"50"-15,-9 1 24 0,0 5 34 0,7 8-37 16,-7-9-30-16,0 1-13 0,0-1-24 0,6 5-29 16,-1-5-19-16,-1 3-7 0,0 1-16 0,0-1 1 15,2 5-1-15,-3-4-6 0,0 5 6 0,2 0 1 16,-2 0 1-16,-3 0 7 0,1 0-3 0,-1 0-2 16,0 0 0-16,0 0-7 0,0 0 6 15,0 0 0-15,0 0 7 0,0 0-4 0,0 0 0 16,0 8 3-16,0 0-8 0,-12-1 2 0,0-3-5 15,4 2 1-15,2 0 2 0,-1 2-2 16,1-3 6-16,1 2-1 0,5-2-3 0,0-3 8 0,0 2-3 16,0-1-3-16,0 1 6 0,0-1-6 0,12-1 5 15,0 2 1-15,1-2-3 0,2 0-1 0,-2 0-3 16,4-1 3-16,-3 0 0 0,1 3 4 0,-3-1-5 16,2 3-1-16,-3 4 13 0,-2-2 6 0,-3 2 27 15,1 2 29-15,-2 4 8 0,-1 2 5 0,-2 6 5 16,-2-1-37-16,0 2-23 0,0 3-7 0,0 1-39 15,0-1 15-15,-14 5 213 0,4-1 22 16,-6 3 76-16,-2 2-5 0,-3-1-212 0,-3 4-33 16,1-6-67-16,-3 2-9 0,3-6 4 0,3-4 9 15,5-10 1-15,8-3 24 0,-1-5-1 0,8-5 9 16,0-3 35-16,0 0-4 0,15 0 1 0,5-11-6 16,9-2-35-16,9-4-12 0,10-4-1 0,10-1-28 15,12-4-123-15,9 2-206 0,6-2-156 0,5 0-90 16,0 3-72-16,-1 1-34 0,-2-2-236 15,-4 2 0-15,-7 1 194 0</inkml:trace>
  <inkml:trace contextRef="#ctx0" brushRef="#br0" timeOffset="23510.03">10907 4489 2471 0,'3'-6'52'15,"-3"3"38"-15,0-4 33 0,0 4 34 0,0 2-29 0,-14-2-22 16,14 1-29-16,-11 2-23 0,11 0-23 0,0 0-19 15,0 0-6-15,0 0-6 0,0 0 13 0,0 0 15 16,11 0 7-16,7 0-10 0,5 0-14 16,10 0-12-16,5 0-11 0,8-11 12 15,1 11 3-15,6-11-1 0,0 2 5 16,-2 9-13-16,-1-8-31 0,-8 8-30 0,-2-6-32 0,-7 0-35 0,-5 6-14 16,-9-5-15-16,-5 4-26 0,-5-2-65 0,-9-1-184 15,0 0-185-15,0 2 57 0</inkml:trace>
  <inkml:trace contextRef="#ctx0" brushRef="#br0" timeOffset="24469.48">11069 4295 2758 0,'0'-7'43'0,"0"0"34"0,0 3 13 16,0-1-1-16,0 5-46 0,0 0-45 0,0 0-19 15,0 0 33-15,0 0 38 0,0 14 31 0,0-2 46 16,0 5-22-16,0 3-12 0,0 6-12 0,0 2-29 15,0 7 3-15,0 1-23 0,0 5-12 16,0 3-4-16,0-4-17 0,0-1-9 0,0-2 0 0,0-4-6 16,11-3 1-16,-11-7 8 0,7-1 6 0,-7-7 6 15,8-2-6-15,-8-2 3 0,6-2 28 0,-1-3 26 16,-5 1 51-16,4-5 45 0,-1 0 33 16,-3-2 72-16,0 0 87 0,0 0 64 0,0 0 14 15,0 0-21-15,0 0-54 0,0 0-33 0,0 0 4 16,0-11 6-16,0 11-6 0,0-6-79 0,0 6-85 15,0-6-86-15,0 6-68 0,0-9 0 0,0 4 0 16,0 2 0-16,0-2 0 0,0 0 0 0,0 1 0 16,0 0 0-16,0 0 0 0,0 3 0 0,0-1 0 15,0 0 0-15,0 2 0 0,0 0 0 0,0 0 0 16,6 0 0-16,-6-2 0 0,0 2 0 16,0 0 0-16,6 0 0 0,-6 0 0 0,0 0 0 0,0 0 0 15,0 0 0-15,3 0 0 0,-3 0 0 16,0 0 0-16,0 0 0 0,0 0 0 0,0 0 0 0,0 0 0 15,0 0 0-15,0 0 0 0,0 0 0 16,0 0 0-16,0 0 0 0,0 0 0 0,0 0 0 16,0 0 0-16,0 0 0 0,0 0 0 0,0 0 0 15,0 0 0-15,0 0 0 0,0 0 0 0,0 0 0 16,0 0 0-16,0 0 0 0,0 0 0 0,0 0 0 16,0 0 0-16,0 0 0 0,0 0 0 0,0 0 0 15,0 0 0-15,0 0 0 0,0 0 0 0,0 0 0 16,0 0 0-16,0 0 0 0,0 0 0 0,0 0 0 15,0 0 0-15,0 0 0 0,0 0 0 0,0 0 0 16,0 0 0-16,0 0 0 0,0 0 0 0,0 0 0 16,0 0 0-16,0 0 0 0,0 0 0 15,0 0 0-15,0 0 0 0,0 0 0 0,0 0 0 16,0 0 0-16,0 0 0 0,0 0 0 0,0 0 0 16,0 0 0-16,0 0 0 0,0 0 0 0,0 0 0 15,0 0 0-15,0 0 0 0,0 0 0 0,0 0 0 16,0 0 0-16,0 0 0 0,0 0 0 0,0 0 0 15,0 0 0-15,0 0-8 0,0 0-11 0,0 0-9 16,0 0-16-16,0 0-2 0,0 0 4 0,0 0-1 16,0 0 7-16,0 0 4 0,0 0 0 0,0 0 7 15,0 0 5-15,0 0 3 0,0 0 9 0,0 0 0 16,0 0 4-16,0 0 1 0,0 0-1 16,0 0-2-16,0 0-6 0,0-11-3 0,0 11-8 15,0 0 3-15,0 0 3 0,0 0-8 0,0 0-5 16,0 0-6-16,0 0-14 0,0 0 2 0,0 0 11 15,0 0 7-15,0 0 14 0,0 0 3 0,0 0-3 16,0 0-16-16,0 0-20 0,0 0-13 0,0 0-12 16,0 0 2-16,0 0-1 0,0 0 7 0,0 0 6 15,0 0 7-15,0 0 16 0,0 0 3 0,0 0 12 16,0 0 2-16,0 0 5 0,0 0 8 0,0 0 1 16,0 0 5-16,0 0-1 0,0 0 0 0,0 0 0 15,0 0 0-15,0 0 1 0,0 0-2 16,0 0-2-16,0 0 1 0,0 0-2 0,0 0 0 0,0 0-7 15,0 0-14-15,0 0-18 0,0 0-27 0,0 0-37 16,0 0-43-16,0 0-66 0,0 0-84 16,0 0-58-16,0 0-15 0,0 0 28 0,0 0 56 15,0 0 35-15,0 0-6 0,0 0-20 0,0 0-18 16,0 0-8-16,0 0-3 0,0 0-12 0,0 0-89 16,0 0-144-16,0 0 53 0,0 0 91 15</inkml:trace>
  <inkml:trace contextRef="#ctx0" brushRef="#br0" timeOffset="25907.14">12289 4510 1563 0,'0'0'7'0,"-9"0"9"0,9 0 1 0,0 0 6 15,-6 0 0-15,6 0-11 0,0 0 3 0,0 0-2 16,0 0-6-16,0 0 6 0,0 0-2 0,0 0 4 15,0 0 3-15,0 0 8 0,0 0 6 0,0 0 8 16,0 0 5-16,0 0-3 0,-4 0 5 0,4 0-11 16,0 0 2-16,0 0 3 0,0 0-3 0,0 0 8 15,0 0-7-15,0 0-2 0,0 0 5 0,-5 0-8 16,5 0 4-16,0 0-4 0,0 0-10 0,-1 0 4 16,1 0-10-16,-2 0 1 0,2 0 1 15,0 0-8-15,0 0 2 0,0 0-2 0,0 0-8 0,0 0 4 16,0 0-1-16,0 0 9 0,0 0 8 15,0 0 10-15,0 0 14 0,0 0 1 0,0 0 8 16,0 0 2-16,0 0-3 0,0 0 1 0,0 0 10 16,0 0-7-16,0 0 0 0,0 0-2 0,0 0-11 15,0 0-2-15,0 0 0 0,0 0-11 0,0 0-7 16,0 0-8-16,0 0-10 0,0 0 4 0,0 0-10 16,0 0 6-16,0 0 2 0,0 0-8 0,0 0 18 15,0 0 2-15,0 0 7 0,0 0 16 16,0 0 1-16,0 0 1 0,0 0 0 0,0 0-8 15,0 0-2-15,0 0-2 0,0 0 2 0,0 0 0 16,0 0-2-16,0 0-1 0,0 0-8 0,0 0 0 16,0 0-3-16,0 0-12 0,0 0 8 0,0 0-5 15,0 0-7-15,0 0 10 0,0 0-11 0,0 0-3 16,0 0 4-16,0 0-6 0,0 0-3 0,0 0 1 16,0 0-1-16,0 0 2 0,0 0-5 0,0 0 11 15,0 0-6-15,0 0 2 0,0 0 5 0,0 0-7 16,0 0-4-16,0 0 1 0,0 0 3 0,0 0-5 15,0 0 12-15,0 0-9 0,0 0 0 0,0 0-3 16,0 0-5-16,0 0 7 0,0 0-1 16,17 0 5-16,-2-10-2 0,2 10 2 0,1 0-2 15,2-10-4-15,-2 10 6 0,0 0-10 0,0 0 1 16,1 0 3-16,-4 0-3 0,0 0 10 0,-1 17-2 16,-1-4-9-16,1 2 6 0,0-2-6 0,-2 3-2 15,-1 2 10-15,1 0-3 0,-3 0 3 0,-2 4 6 16,-1-1 0-16,-2 0-10 0,-1-1 6 0,-3 2-14 15,0 1-1-15,0 1 5 0,-16-4-18 0,3 0 16 16,-4-1 0-16,2 3 1 0,-3-1 12 0,-1-3-11 16,-3 1 4-16,-4 1-5 0,-2-1-2 0,1-1 10 15,-2-2-2-15,2-4 0 0,2-2 8 0,3-4-6 16,3-1-6-16,6-5 11 0,2 0-7 0,2 0-6 16,1 0 12-16,5-11-6 0,3 1 0 15,0-2 8-15,0-7-12 0,16 1 1 0,-1-5-3 16,4-3 9-16,4-3 6 0,2-2-6 0,5-4 8 15,2-4-16-15,3-2-1 0,1 1 5 0,2 0-2 16,-1 1 5-16,-1 0 3 0,-2 4-3 0,-2 3 7 16,-5 5 16-16,-7 5 18 0,-4 4 14 0,-5 7-4 15,-2 0-12-15,-4 8-24 0,-2-1-17 0,-3 4 1 16,0 0-3-16,0 0-7 0,-17 15 10 0,2-1-2 16,-3 4-7-16,-5 4 11 0,2 1-5 0,-2 2-4 15,0 4 14-15,3 1-6 0,2 3-46 0,4-3-47 16,4-2-54-16,4 2-62 0,3-2-1 0,3 0 55 15,0 0 26-15,0-2 13 0,12 0-12 0,1-1-78 16,4 0-65-16,0-1-51 0,1-1-161 16,2 1-91-16,0-11 83 0</inkml:trace>
  <inkml:trace contextRef="#ctx0" brushRef="#br0" timeOffset="26179.94">12823 4837 3298 0,'6'-11'69'0,"-3"-3"50"0,2 6 10 0,-4-2 13 0,2 3-66 16,-3 2-54-16,0 3-16 0,0 2-12 16,0 0 2-16,0 0 6 0,0 11 14 0,0 4-2 15,0 0 2-15,11 3 2 0,-1 3-10 0,2 5 3 16,1 0-7-16,-1 2-7 0,1 0 11 0,1 0-4 15,-3-1 2-15,-1 1 4 0,-2-4-18 0,-2-2-27 16,0-3-36-16,-3-1-41 0,0-2-36 0,-3-3-33 16,0-2-38-16,0-4-38 0,0 0-52 0,0-4-70 15,-15-3-223-15,1 0-22 0,1 0 98 0</inkml:trace>
  <inkml:trace contextRef="#ctx0" brushRef="#br0" timeOffset="26677.96">12777 4004 2482 0,'6'-17'53'16,"-1"2"56"-16,-2-2 47 0,-3 1 51 0,0 3-14 15,0-4-33-15,0 2-21 0,0 3-44 0,-12 1-27 16,1 2-19-16,0 0-26 0,1 0-5 0,-4 3-14 15,0 2-3-15,-1 3-2 0,0 1-4 0,-2 0 0 16,-1 0 1-16,3 0-1 0,-2 0 5 16,4 10 3-16,-1-10-1 0,5 10 15 0,0-10 17 15,3 9 20-15,1-9 18 0,3 0 21 0,2 0 5 16,0 0 3-16,0 0-12 0,0 0-30 0,0 0-23 16,0 0-27-16,11 0-3 0,1-13-9 0,0 2 9 15,5 1-6-15,1 1-8 0,5-2 7 0,0 2-10 16,1 4 7-16,4 5-2 0,1 0-4 0,-2 0 6 15,0 0 4-15,1 18-5 0,-1 3 5 0,-4 0-9 16,0 2 2-16,-4 4 7 0,-4 0-1 0,-2 1 2 16,-4 0-10-16,-5 0 14 0,-4 3 1 15,0-1 4-15,0 0 3 0,-16 2-8 0,-3-2 0 16,3 0 4-16,-3-3 13 0,3-3 18 0,2-5 39 16,0-4 40-16,7-3 52 0,7-6 56 0,0-4 12 15,0-2-25-15,0 0-66 0,0 0-68 0,21-17-52 16,5-1-20-16,3-1 6 0,7 2-14 0,2-3 6 15,3-2-3-15,-1 4-8 0,-4 2-41 0,-2 3-111 16,-10 1-125-16,-1 6-100 0,-5-2-44 0,-4 8-27 16,-4-3-2-16,2 3 8 0,-1 0-22 0,6 0-51 15,0 0-190-15,2 0 95 0</inkml:trace>
  <inkml:trace contextRef="#ctx0" brushRef="#br0" timeOffset="27437.22">13473 4547 1909 0,'0'-7'32'0,"0"1"27"0,0-3 43 0,0 2 37 15,0 1 6-15,0 2 15 0,0-3 2 0,0 1 6 16,0 1 4-16,0-1-5 0,-9 3-16 0,9-2-15 16,-7 0-23-16,7 0-14 0,0 1-11 15,-7 2-24-15,7-2-8 0,0 3-18 0,0-1-15 0,0 1-9 16,0 1-8-16,0 0-6 0,0 0 5 16,0 0 1-16,0 0 0 0,14 0-8 0,1 0-4 15,-1 0 0-15,1 0-2 0,2-10 9 0,-2 10-2 16,2 0 2-16,-2-7 0 0,-1 7-1 0,2 0-4 15,-2 0-3-15,0 0-2 0,-2 0-5 0,0 0 10 16,-3 0-8-16,-3 0-2 0,0 0 1 0,-4 0-5 16,-1 8 5-16,1-8-3 0,-2 10-2 0,0-1 1 15,0 1 8-15,0 2 10 0,0 4 7 0,-12 2 10 16,0 5-3-16,2 2 7 0,0 3-11 0,-2 1-8 16,1 1-5-16,0-4-12 0,2-1 8 15,2-5-5-15,1-3 5 0,-2 0 4 0,5-6-9 0,3-2 10 16,0-3-1-16,0-1 2 0,0 0 6 15,0-4-10-15,0 1 1 0,0-1-2 0,0-1-4 16,0 0 12-16,0 0-1 0,0 0-2 0,0 0 8 16,0 0 1-16,9 0-9 0,-9 0 7 0,8 0 1 15,-1 0 20-15,-1 0 32 0,3 0-3 0,2 0 1 16,1 0-29-16,2 0-20 0,0 0-5 0,1 0 4 16,-1-9-5-16,-2 9 0 0,-2-6 3 0,-1 6-3 15,-1-5 3-15,-2 5-4 0,-1-6 3 0,2 3 2 16,-1 1-5-16,3-2 6 0,2 1-2 0,0 0-9 15,1 0 0-15,0-1-14 0,0 1-5 0,-1 3-18 16,-4-4-25-16,1 2-32 0,-3 2-51 16,-2 0-63-16,-2 0-67 0,2 0-56 15,-1 0-30-15,1 0 5 0,-2 0 9 0,2 0-163 0,2 0 2 16,-4 0 77-16</inkml:trace>
  <inkml:trace contextRef="#ctx0" brushRef="#br0" timeOffset="27728.58">13908 4750 2623 0,'6'-7'44'0,"0"7"51"0,0-6 42 16,0-2 39-16,-1 3-13 0,-2 1-35 0,-2 2-36 0,1 2-46 16,-2-3-36-16,0 3-26 0,0 0-10 15,0 0 5-15,0 0 0 0,0 9 5 0,0-9 3 16,0 13-5-16,0-3 10 0,0 1 1 0,0 0 3 15,10 2 9-15,-10 2 0 0,14 3 4 0,-3-1 4 16,-2 3 23-16,2 1-5 0,-1-1-3 0,-2-1 2 16,-1-1-25-16,1 1 4 0,-3-6 3 0,1 0-7 15,-3-5 0-15,-3-4-2 0,0 4-14 0,0-7-17 16,0-1-22-16,0 0-32 0,0 0-14 0,0 0-20 16,0 0-27-16,0 0-45 0,0 0-86 15,0 0-100-15,0-9-258 0,0-3 11 0,0-1 113 16</inkml:trace>
  <inkml:trace contextRef="#ctx0" brushRef="#br0" timeOffset="28383.06">14049 3942 2173 0,'3'-11'1'0,"-3"2"73"0,0 0 78 15,0 1 72-15,0 2 56 0,0 1-39 16,0 2-53-16,0 0-61 0,0 0-43 0,0 3-21 0,0 0-27 16,0 0-8-16,0 0-16 0,0 0-13 15,-7 0 5-15,7 0 2 0,0 0 8 0,0 0 18 16,0 0 6-16,0 0 12 0,0 0 11 0,0 0 1 16,0 0 11-16,0 0 1 0,-6 0-7 0,6 0-1 15,0 0 1-15,0 0-2 0,0 0 3 16,0 0-18-16,0 0-21 0,0 0-8 0,0 0-27 0,0 0 1 15,0 0-4-15,0 0-5 0,0 0 3 0,0 0 5 16,0 0-11-16,0 0-4 0,0 0 5 16,0 0-19-16,0 0 1 0,0 0-7 0,0 0-6 15,0 0 12-15,0 0 10 0,0 0 7 0,0 0 16 0,0 0 0 16,0 0 4-16,0 0 5 0,0 0 0 16,0 0 3-16,0 0 20 0,0 0 25 0,0 0 22 15,0 0 41-15,0 0 5 0,0 0-25 0,0 0-17 16,0 0-41-16,0-11-22 0,0 3 0 0,0-1-3 15,0-1 0-15,0 0 7 0,0 0-3 0,0 0-7 16,7 1-2-16,-7 0-17 0,9 2 0 0,-3 1-18 16,2 2-4-16,-8 2-9 0,6 2-11 0,0 0 6 15,0 0-24-15,0 0-47 0,-1 0-35 0,-1 14-25 16,4 0 6-16,-2-2 58 0,2 0 47 0,-2 1 41 16,0 4 89-16,1 2 7 0,3 1-9 15,2 5 1-15,-3-1-66 0,1 5-8 0,0-2 10 16,-1-1-9-16,-2-2 6 0,-1-4 3 0,-1-3 0 15,-2-4 18-15,0-5 16 0,2-1 35 0,-2-2 20 16,0-5 38-16,1 0 32 0,2 0 30 0,0 0 17 16,3 0-46-16,5-12-52 0,4 0-52 0,4 3-36 15,-1-4-6-15,3 2 9 0,1 0-6 0,-1 1 5 16,-4 0-6-16,-4 0 0 0,-2 3-6 0,-3 1-11 16,-4 2 0-16,-1 1-4 0,-3-1-18 0,2 2-90 15,-4 1-92-15,2 0-101 0,-1 1-58 0,0 0 3 16,-1 0-34-16,1 0-22 0,1 0-3 15,1 0-28-15,1 0-57 0,4 0-165 0,1 0 77 16</inkml:trace>
  <inkml:trace contextRef="#ctx0" brushRef="#br0" timeOffset="28840.87">15447 4624 2390 0,'-12'0'43'0,"1"0"57"0,-1 0 61 0,2 0 57 0,1 0 5 16,-1 0-21-16,4 0-44 0,-1 0-50 0,2 0-37 15,4 0-22-15,1 0-17 0,0 0 3 16,0 0-6-16,19 0-15 0,3 0-3 0,4-11-12 15,4 11-1-15,6-13-2 0,4 3 9 0,2 2 2 16,3-1-5-16,3-1 12 0,2 0-8 0,0 2-2 16,-2-2 6-16,-4 1-9 0,0 0 2 0,-3 0-1 15,-5 1-4-15,-5 1 3 0,-6 0 5 0,-3 2-21 16,-6-1-22-16,-3 1-59 0,-4-1-99 0,-3 2-118 16,-6-1-132-16,0 0-225 0,0-2-113 0,0 2 139 15</inkml:trace>
  <inkml:trace contextRef="#ctx0" brushRef="#br0" timeOffset="29063.79">15701 4374 3170 0,'-3'0'23'0,"0"-6"4"0,0 6 1 16,0 0-10-16,1 0-30 0,-1 0-2 0,2 0 0 15,-1 0 4-15,2 11 78 0,0 1 19 0,0 4 0 16,0 2-2-16,11 5-72 0,0-1-21 0,-2 5-1 15,0 2 13-15,1 2 0 0,1 2-3 0,-2-1 14 16,2 1-3-16,-2 2 4 0,2-1-4 16,-4 3-8-16,1-1 10 0,-2 1-36 0,-2-2-69 0,-1 1-102 15,-3-1-115-15,0-5-82 0,0-1-123 16,0-5-196-16,-13-4 100 0</inkml:trace>
  <inkml:trace contextRef="#ctx0" brushRef="#br0" timeOffset="30942.1">16655 4043 1942 0,'-6'0'35'0,"-1"0"32"0,-1 0 29 16,2 0 28-16,-2 0-6 0,1 0-4 0,-1-11 0 15,-1 11-3-15,0-6-12 0,1 6-13 0,1-6-15 16,-1 6-10-16,2-6-3 0,-1 6 3 0,2-3-5 16,2 3 6-16,0 0-11 0,3 0-6 0,-2 0-4 15,2 0-14-15,0 0 10 0,0 0-1 0,0 0 4 16,0 0 1-16,0 0-3 0,0 0 6 0,0 0 3 15,0 0 0-15,0 0 1 0,0 0-5 16,0 0-9-16,-1 0 2 0,-1 0-4 0,2 0-4 16,0 0-6-16,0 0-10 0,0 0-5 0,0 0-8 15,0 0-8-15,0 0 10 0,0 0 2 0,0 0-3 16,0 0 11-16,0 0-13 0,0 0 0 0,0 0 3 16,0 0-8-16,0 0 6 0,0 0-15 0,0 0 7 15,0 0 8-15,0 0-9 0,0 0 15 0,0 0-10 16,0 0 2-16,11 0 3 0,-3 0-3 0,2 0 5 15,2 0-11-15,2 0 0 0,1 12 1 16,2-3-1-16,-2 2 12 0,0 1-7 0,2-1 4 0,-2 1 0 16,2-1-7-16,0 2-4 0,-2 1-22 15,-1 0-7-15,-1 0-5 0,-1 0 12 0,-1-1 15 16,0 2 8-16,-2 0-6 0,-3-1-16 0,-2-2-1 16,2 4 7-16,-2 1 9 0,-4 0 25 0,0 1 7 15,0 1-15-15,0 1 3 0,0-2-3 0,0 3-10 16,-14-4 10-16,5 0 0 0,9 0 1 0,-12-5 4 15,1 1-3-15,0-2-1 0,1-1-5 0,-1 1 5 16,-1-3 1-16,1 3-3 0,1-3 1 0,-1-2-2 16,-1-2-1-16,1-1 6 0,4 2-1 0,-1-2 5 15,0-2-3-15,2-1 3 0,2 0 1 0,2 0 1 16,2 0 2-16,0 0-6 0,0 0 1 0,0 0-3 16,0 0 0-16,0 0-6 0,9-9 2 15,0 0-8-15,-1 0 1 0,1 1 6 0,2-3 0 16,2 0-4-16,3-1-13 0,-1-1-6 0,5 0-7 15,-2-3 12-15,0 2 13 0,0-3 4 0,-2 2 2 16,0-4-5-16,-1 5 6 0,-1-4-3 0,0-1 1 16,-1-1 8-16,1 0 2 0,1-1 2 0,-1 0 1 15,-2-1-3-15,0-1-7 0,0 1 16 0,-1-1 36 16,-3 5 18-16,1-2 7 0,-5 5-9 0,2 0-33 16,-2 4-17-16,-1 4-11 0,-3 3-13 0,0 4-5 15,0 0-5-15,0 0 4 0,0 0 2 0,0 0 10 16,0 10-3-16,-10 0-6 0,10 2-1 0,-7-1 0 15,-2 2 5-15,9 4-5 0,-6 3-78 0,6-1-22 16,0 0 4-16,0 4 18 0,0 1 78 16,0 1-2-16,0 3-40 0,0-3-89 0,9 3-61 15,0-1-51-15,2 0-75 0,-1 1-40 0,2-7-209 16,4-1-22-16,0-8 108 0</inkml:trace>
  <inkml:trace contextRef="#ctx0" brushRef="#br0" timeOffset="31305.22">17307 4329 2588 0,'8'-10'48'0,"-1"-1"45"15,0 0 48-15,-1 0 42 0,-2 0-16 0,1 2-12 0,-2-2-29 16,0 5-30-16,-2-3-24 0,1 2-20 16,-1 1-31-16,2 2-5 0,0-1-5 0,1 0-18 15,-1 0 11-15,1 2-3 0,4 0-5 0,-2-1 1 16,6 1-3-16,-1-2 2 0,1 5-5 0,1-2 6 15,3 2-6-15,-3 0-7 0,2 0 5 0,-1 0-3 16,-2 0-11-16,-1 13-11 0,-3-2-12 0,-4-2 8 16,1 2 21-16,-4 3 17 0,-1 1 17 0,0 5 1 15,0 4-4-15,-12 2-2 0,1 2-9 0,-2 0-6 16,2 1-1-16,-3-2-5 0,-1 0 7 0,3-4-4 16,1-4-3-16,-1-2 4 0,3-4-2 15,3-2 8-15,2-2 3 0,4-3 0 0,0-1 4 0,0-3-9 16,0 0 7-16,0-2 1 0,0 0 16 15,0 0 57-15,15 0 15 0,1 0-3 0,1 0-16 16,4 0-48-16,1 0-21 0,5-11 4 0,3 3-46 16,1-1-70-16,1 0-113 0,-3-2-136 0,-2-1-98 15,0-4-201-15,-7 1-106 0,-3-2 135 0</inkml:trace>
  <inkml:trace contextRef="#ctx0" brushRef="#br0" timeOffset="32424.99">18365 4078 2261 0,'-8'-10'34'0,"-1"3"40"16,2-2 36-16,-1 5 36 0,0-3-7 0,-1 4-9 15,3-3-6-15,-1 2-5 0,2 2-4 0,1-1-10 16,1 1-20-16,-1 1-9 0,4 1-15 0,0 0-6 15,0 0 2-15,0 0-15 0,0 0-4 0,0-5-11 16,0 4-7-16,0 0-1 0,16-3-5 0,-3 1 1 16,3-1-7-16,3 2-6 0,1-4 2 0,4 2-1 15,2-1-2-15,2 1 7 0,-1 1-6 0,0-1 0 16,1 3 3-16,-4 0-10 0,-1-2 5 16,-4 3-2-16,1 0-4 0,-5 0 0 0,-2 0 0 15,-3 0 0-15,-1 0 3 0,-3 12 5 0,-1-2-2 16,-5 0 2-16,0 0 2 0,0 2-1 0,-12 4 8 15,-2 1-4-15,-1 5-5 0,-5 2 0 0,-6 2-10 16,1 1 5-16,-6 4 5 0,-1-1-2 0,-3 3 2 16,0-1-1-16,-1 0 1 0,2 0-9 0,2-3 3 15,4-2 4-15,2 0-6 0,6-5 10 0,3-2 5 16,5-4 1-16,3-2 17 0,4-2 30 0,5-4 26 16,0-2 27-16,0-2 7 0,16 0-22 0,3-3-20 15,3-1-27-15,2 0-15 0,5 0-11 0,1 0-19 16,4-15 4-16,2 3-6 0,2 1 4 0,3 3 1 15,2-5-6-15,-2 2-7 0,3 0-41 16,-5 0-35-16,2 0-53 0,-3 0-51 0,-1 1-56 16,-4 0-83-16,-2 3-80 0,-4-3-99 0,-6 0-287 15,-1 3 55-15,-6-1 130 0</inkml:trace>
  <inkml:trace contextRef="#ctx0" brushRef="#br0" timeOffset="32900.21">18911 4435 3190 0,'6'0'54'0,"-2"0"37"0,-1 0 37 15,0 0 22-15,-3 0-27 0,0 0-29 16,0 0-32-16,0 0-20 0,0 0-23 0,0-8-10 0,0 8-8 16,0 0 1-16,0 0-10 0,0 0 5 15,0 0 4-15,0 0-2 0,-9 0 5 0,9 0-2 16,-12 0 0-16,3 8-1 0,0-8 4 0,-3 6-3 15,-1-2 1-15,1-4 17 0,-1 0 6 0,3 0 12 16,1 0 17-16,2 0-10 0,-1 0 1 0,5 0-12 16,3 0-17-16,0-13-8 0,0 2-12 0,0 3 4 15,14-1-1-15,1-1-2 0,3 3 7 0,3-3-8 16,2 1-1-16,5 2 4 0,-1 0-7 16,-1 3 4-16,1 0 0 0,-1 4-1 0,-2 0 3 15,-2 0-5-15,-3 0 3 0,-2 0-6 0,-3 15 7 16,-1-3 3-16,-3 2 3 0,-4 0 1 0,-6 4-4 15,0-1 0-15,0 2 0 0,0 2 14 0,-20 0 2 16,2 2 12-16,-1-1-12 0,-2 0 0 0,1 2-8 16,-2-2-11-16,2-1 3 0,2-2-10 0,4-1 9 15,0-3-3-15,5-2 2 0,2-5 0 0,0-3-5 16,7-3 14-16,0-2 24 0,0 0 52 0,0 0 21 16,20 0-7-16,1 0-30 0,4 0-41 0,5-11-9 15,4 11-8-15,4-12-1 0,1-2-51 0,2 1-68 16,0-1-54-16,-1 3-35 0,-1-7-13 0,-5 0-22 15,-6 1-41-15,0-2-79 0,-5 1-62 0,-2-7-94 16,-4 4-231-16,-4-7 105 0,-2 1 117 16</inkml:trace>
  <inkml:trace contextRef="#ctx0" brushRef="#br0" timeOffset="44697.82">1090 6630 2339 0,'-5'0'48'15,"1"0"51"-15,-1 0 41 0,0-8 52 0,1 8-9 16,-1 0-17-16,-1 0-19 0,2 0-28 0,-1 0-36 16,2 0-34-16,2 0-19 0,-2 0-24 0,1 0-6 15,0 0-7-15,1 0 3 0,-1 0-3 0,2 0 0 16,0 0 5-16,0 0-6 0,0 0 2 0,0 0 1 15,0 0-2-15,0 0 3 0,0 0 2 0,0 0 4 16,0 0-2-16,0 0 3 0,0 5-1 16,10-5 6-16,-1 0 13 0,1 3 2 0,1-2 5 0,1 3-5 15,3-4-4-15,2 3-3 0,1-2-1 16,4-1-3-16,0 0-2 0,3 0-4 0,0 0 2 16,1 0 4-16,2 0-10 0,-1 0 5 0,0 0-6 15,-2 0-4-15,-3 0 4 0,0 0 1 0,-4-9-1 16,-3 9 3-16,-3 0 1 0,-1 0-3 0,-2 0 1 15,-4 0-3-15,1 0-3 0,-3 0 3 0,-2 0-19 16,2 0-18-16,-3 0-22 0,2 0-43 0,-1-8-23 16,-1 8-44-16,0 0-41 0,2 0-29 0,-1 0-35 15,2 0-36-15,-1 0-87 0,1 0-174 0,-1 0 44 16,-1 0 100-16</inkml:trace>
  <inkml:trace contextRef="#ctx0" brushRef="#br0" timeOffset="45408.9">1117 7011 2729 0,'-6'7'25'16,"-2"1"14"-16,2-4 4 0,2 1 4 0,4-3-21 16,0 1-6-16,0-3 19 0,0 0 25 0,0 0 22 15,0 0-7-15,18 0-18 0,5 0-24 0,1-10-28 16,8-1-2-16,4 1-7 0,7-1-2 15,3 2 4-15,2 0-2 0,1 1 8 0,-4-3-5 16,1 4-4-16,-5 4 18 0,-6-4 8 0,-3 4 22 0,-6 0 24 31,-7 1 13-31,0-1 11 0,-7 2 10 0,-1 0-12 0,-7 1-9 0,1-1-13 0,-2 1-8 16,-2-3 1-16,-1 3 2 0,0 0-1 0,0 0-1 16,0 0 4-16,0 0 3 0,0 0 11 0,0 0 15 15,0 0 8-15,0 0 24 0,0 0 20 0,0 0 17 16,0 0 31-16,0 0 6 0,0 0 4 0,0 0 2 15,0 0-13-15,0 0-16 0,0 0-16 0,0 0-13 16,0 0-12-16,0 0-7 0,0 0-9 0,0 0-5 16,0 0-7-16,0 0-10 0,0 0-4 15,0 0-14-15,0 0-8 0,0 0-6 0,0-8-8 0,0 8-2 16,0 0-4-16,0 0 2 0,0 0-3 16,0 0-10-16,0 0-7 0,0 0-17 0,0 0-15 15,0-7-10-15,0 7-10 0,0 0 4 0,0 0 2 16,0 0 4-16,0 0 9 0,0 0-5 0,0 0 6 15,0 0 7-15,0 0-1 0,5 0 3 0,-5 0 3 16,0 0-8-16,4 0 0 0,-4 0-3 0,0 0-5 16,0 0-1-16,0 0 0 0,0 0 0 0,0 0 0 15,0-8 0-15,0 8 0 0,0 0 0 0,0 0 0 16,0 0 0-16,0 0 0 0,0 0 0 16,0 0 0-16,0-11 0 0,0 11 0 0,0-9 0 15,-7 9 0-15,7-11 0 0,-5 5 0 0,5 6 0 0,-4-7 0 16,4 0 0-16,-3 7 0 0,0-4 0 15,3-1 0-15,0 5 0 0,0 0 0 0,0-1 0 16,0 1 0-16,0 0 0 0,0 0 0 0,0 0 0 16,0 0 0-16,0 0 0 0,0 0 0 0,0 0 0 15,0 0 0-15,0 0-20 0,0 0-27 0,0 0-21 16,0 0-23-16,0 0-2 0,0 0 8 0,0 0-3 16,0 0-11-16,0 0-18 0,0 0-36 0,0 0-43 15,0 0-46-15,0 0-75 0,0 0-108 0,0 0-113 16,0 0-22-16,0 0 52 0,0 0 87 15,0 0 101-15,0 0 7 0,7 0-35 0,-1 0 34 0,-6 0 39 16,8 0 32-16,-2 0 12 0,1 0-117 16,3 0-214-16,0 0 63 0</inkml:trace>
  <inkml:trace contextRef="#ctx0" brushRef="#br0" timeOffset="46007.97">3176 6361 2379 0,'8'-24'37'0,"-2"4"39"15,-5-3 40-15,2 1 47 0,-1 7 22 0,-2 1 10 16,0 0 5-16,0 3-14 0,0 6-35 0,0 0-38 15,-14 0-42-15,14 5-38 0,-10 0-31 0,0 0-12 16,3 0-2-16,-4 14-2 0,-1 4 13 0,-6 4 6 16,-2 7-4-16,-4 7 12 0,-2 6-7 0,-4 5 1 15,-1 5 0-15,1 4-7 0,4 1 0 16,2 5 3-16,2-4-10 0,6 3 4 0,2-1 0 16,3 1-6-16,5-1 10 0,3-2 7 0,3-4-1 15,0-4-7-15,0-1 7 0,11-4-2 0,2-1-4 16,3-7 2-16,2-5-3 0,3-3-4 0,4-2 11 15,2-7 6-15,3-2-12 0,-1-4 13 0,0-5 7 16,0-1 18-16,-3-3 26 0,0-2 22 0,-7-3 21 16,0 0 41-16,-6 0 51 0,-1 0 80 0,-3 0 67 15,-2 0 27-15,-1 0 0 0,-3 0-43 0,-2 0-46 16,-1-8-25-16,0 8-10 0,0 0-1 0,0 0 4 16,0 0-16-16,0-6-62 0,0 6-68 0,0 0-60 15,0 0-47-15,0 0 0 0,-7 0 0 0,7 0 0 16,0 0 0-16,0 0 0 0,0 0 0 0,0 0 0 15,0 0 0-15,0 0 0 0,0 0 0 0,0 0 0 16,0 0 0-16,0 0 0 0,0 0 0 16,0 0 0-16,0 0 0 0,0 0 0 0,0 0 0 15,0 0 0-15,0 0 0 0,0 0 0 0,0 0 0 16,0 0 0-16,0 0-31 0,0 0-60 0,0 0-72 16,0 0-69-16,0 0-38 0,0 0-8 0,0 0-13 15,0 0-83-15,0 0-179 0,0-8-79 0,0 1 6 16,0-1 60-16,0-2 127 0,0 2 8 0,0-3-48 15,0 1-88-15,0-1-188 0,0 2 138 0</inkml:trace>
  <inkml:trace contextRef="#ctx0" brushRef="#br0" timeOffset="46444.13">3752 6732 1035 0,'3'-8'56'0,"2"4"41"0,-2-3 38 15,1 5 30-15,-1 0-19 0,0 0-11 0,0 2-10 16,-3 0-10-16,0 0-29 0,0 0-17 0,0 0-26 16,0 0-7-16,0 0 11 0,0 10 19 0,0 0 40 15,0 0 23-15,0-2 19 0,0 3-11 0,0 2-38 16,0 4-21-16,0 3-2 0,11 4-16 0,-11 0-3 16,14 4-12-16,-5 0-30 0,-2 2-3 0,0 0 2 15,-3-2 5-15,4 3-9 0,-4-3-3 0,1 2 6 16,-2-6-12-16,1 1 9 0,-1-3-3 0,0 0-3 15,-1-5 6-15,1-4 1 0,-1-3-4 16,1-1 0-16,-2-4-2 0,2-1-4 0,-3-2 6 16,3 3-10-16,-3-5-26 0,0 0-30 0,2 0-39 15,-2 0-43-15,1 0-47 0,-1 0-65 0,2 0-127 16,-1 0-277-16,1 0 10 0,-1-16 96 0</inkml:trace>
  <inkml:trace contextRef="#ctx0" brushRef="#br0" timeOffset="46717.07">4086 6989 2541 0,'0'0'34'16,"0"0"30"-16,0 0 31 0,0 0 22 0,0 0-11 15,0 0-14-15,0 0-24 0,0 0-23 0,0 0-29 16,0 0-11-16,0 0 7 0,0 7 26 0,0-7 28 15,0 9 17-15,11-6-6 0,4-3-25 0,5 0-19 16,4 0-19-16,7 0-12 0,2 0 7 0,8 0-7 16,2 0 2-16,1-12 0 0,1-1-9 0,-1 2 2 15,2 0-24-15,-5 3-21 0,0-2-34 0,-3 3-52 16,-3 1-30-16,-6 1-36 0,-5-1-18 0,-4 3-6 16,-8 3-42-16,-4-4-144 0,-8 0-180 0,0 4 56 15</inkml:trace>
  <inkml:trace contextRef="#ctx0" brushRef="#br0" timeOffset="46927.88">4348 6832 2974 0,'0'-4'40'0,"-3"1"26"0,1 0 11 0,-1 3 6 16,2 0-41-16,-1 0-32 0,1 0-20 0,-1 0-8 15,2 0-1-15,0 11 17 0,0 0 11 0,0 1 5 16,0 3 6-16,9 0-5 0,2 5 4 0,-2 1 11 15,3 5 1-15,0 1-2 0,0 1-4 16,2 1-19-16,0 4 2 0,-2-3-23 0,0-1-58 0,0-2-74 16,-1 1-98-16,-2-2-90 0,-1 0-99 15,-4-3-274-15,-4 0 84 0,0-2 114 0</inkml:trace>
  <inkml:trace contextRef="#ctx0" brushRef="#br0" timeOffset="47979.81">5503 6703 887 0,'-6'1'51'0,"6"2"27"0,-3-1 16 0,-3-2 15 16,4 4-34-16,2-4-11 0,0 0-3 0,0 2-5 15,0-2 0-15,0 0 7 0,0 0 1 0,0 0 18 16,0 0 6-16,0 0-7 0,0 0 13 0,0 0-10 16,0 0-8-16,0 0 1 0,0 0-13 0,0 0-7 15,0 0-3-15,0 0-10 0,0 0-4 16,0 0-14-16,11-6-10 0,-11 6-9 0,10 0-8 16,-1-5-2-16,5 5 3 0,-6 0 8 0,4 0 12 15,0 0 3-15,5 0-4 0,1 0-6 0,2 0-11 16,2 7 2-16,1 2 8 0,3-1 2 0,0 2-2 15,1 1-1-15,-1 0-9 0,-2 3-1 0,2-3 4 16,-3 1-7-16,0 2 2 0,-6 0-5 0,-4-1 2 16,-2 0 8-16,-2 3 4 0,-3-5 7 0,-6 6 0 15,0 0-6-15,0 1-3 0,-20 1 0 0,-2 1 0 16,-1 0 0-16,-6 4-3 0,2-2-2 0,-1 0-1 16,-1-1 1-16,2-1 1 0,1-6 4 15,3 2 1-15,1-1 0 0,2-6 2 0,3-1-1 16,3-4 0-16,2 2 1 0,5-6-3 0,1 0 3 15,-1 0-6-15,7 0-8 0,0-17 8 0,0 2-11 16,13-4 5-16,0-2 4 0,4-6-3 0,6-1 4 16,4-4 0-16,5-2 2 0,1-3-2 0,1 0 3 15,1-1 26-15,1-2 16 0,-2 1 26 0,-1 2 41 16,-2-1 2-16,-3 3 11 0,-5 0 12 0,0 6-30 16,-6-2-12-16,-4 6-8 0,-3 1-19 0,-3 3 11 15,-1 3-1-15,-3 5-11 0,-3 2-14 0,0 1-17 16,0 6-20-16,0-1-15 0,0 5-10 0,0 0-4 15,-9 0-4-15,-1 0 0 0,0 17 6 16,0 0-3-16,-2 4 8 0,-2 3 4 0,0 0-6 16,1 4-2-16,0 3 2 0,3-1-7 0,1 4-5 15,3-3-20-15,1 0-20 0,5 0-31 0,0 2-5 16,0-4-16-16,0 0-31 0,20 1-9 0,-3-4-19 16,-1-2-30-16,4-3-30 0,3 3-27 0,0-6-61 15,1-3-67-15,2-3-191 0,-3-5 34 0,-1 1 94 16</inkml:trace>
  <inkml:trace contextRef="#ctx0" brushRef="#br0" timeOffset="48364.32">6316 6876 2552 0,'0'-5'47'16,"0"1"41"-16,0-3 63 0,0 3 47 0,0 4-12 15,0-2-27-15,0 1-64 0,-9 1-54 0,9 0-40 16,0 0-20-16,0 0 1 0,0 0 18 0,0 9 17 15,0 4 10-15,0-2 7 0,0 6-16 0,0-1-13 16,0 5-1-16,0 0-4 0,0 4 9 0,12 2 1 16,-2-3 0-16,-10 4 4 0,6-2-9 0,5 1 3 15,-8-2 0-15,3-2-8 0,-6-1 7 0,3-1-5 16,2-4 3-16,-5-1-2 0,0-1-2 0,0-1-3 16,3 0-24-16,-3-3-40 0,0-3-51 0,0-1-68 15,0-2-59-15,0-1-72 0,0-4-108 0,0 0-275 16,0 0 50-16,0 0 114 0</inkml:trace>
  <inkml:trace contextRef="#ctx0" brushRef="#br0" timeOffset="48863.82">6614 6662 2720 0,'-8'-7'59'0,"2"-2"65"0,-3 2 52 16,4-1 54-16,-1 4-32 0,3-4-41 0,0 5-37 16,0-1-46-16,3 2-24 0,-2-1-28 0,2 1-16 15,0 0-5-15,0 1-7 0,0 0 10 0,14-1-5 16,0-1-2-16,9-2 6 0,-1 4-5 0,9-4 7 15,5 0-1-15,7 0-6 0,-1-1 2 0,2 1 2 16,-1-1 0-16,-3 1 1 0,-4 0 3 0,-4 2-11 16,-5 1 1-16,-4-2 3 0,-6 4 0 0,-1 0 4 15,-9 0 1-15,0 0 2 0,-7 0 1 0,0 15 5 16,0 1 8-16,-14 0-1 0,-2 3-11 16,-1 5 2-16,-3-2-14 0,-2 3-1 0,-6 3 9 0,-1 0-7 15,2 1 9-15,-5 1-5 0,2 2-2 16,-2 1 0-16,4-3-3 0,3 0 0 0,-3-3-3 15,8-1 3-15,4-4-2 0,1-2 3 0,1-2 0 16,8-4 3-16,1 0 3 0,5-1-2 0,0-3 2 16,0 1 20-16,0-2 24 0,0-3 9 0,14 0 13 15,0 0-11-15,2-1-21 0,-1-2-6 0,5-3-10 16,1 0-13-16,5 0 0 0,0 0-3 0,2 0-1 16,3 0-9-16,0-15-48 0,2 4-61 0,4 2-95 15,-5-2-129-15,1 1-111 0,-3-1-100 0,-1 2-259 16,-1-1 61-16,-9 0 156 0</inkml:trace>
  <inkml:trace contextRef="#ctx0" brushRef="#br0" timeOffset="49118.34">7221 6958 2564 0,'10'-10'40'0,"0"3"39"0,-1 2 42 0,-1 5 30 0,1 0-10 16,-3 0-18-16,-1 0-9 0,1 0 8 0,0 0-4 15,1 0 4-15,-4 13-22 0,4-1-24 0,-4 4-25 16,1-2-19-16,-1 3-3 0,0 1-13 16,0 2-1-16,-3 4-5 0,0-3 2 0,0 4-5 15,0 0-1-15,0-3-1 0,0-1-5 0,0-1 5 16,0-3-1-16,0 0-3 0,0-2-28 0,0-5-25 16,0 2-30-16,14-2-56 0,-8-2-78 0,5 0-112 15,-5-2-103 1,6-2-151-16,-5-1-190 0,3-3 131 0</inkml:trace>
  <inkml:trace contextRef="#ctx0" brushRef="#br0" timeOffset="49455.75">7983 6878 2930 0,'-6'-2'65'0,"3"-1"41"0,-3-1 29 15,6 2 16-15,0-3-55 0,0 3-24 0,0-2-1 16,13-1 1-16,2 1-7 0,11 0-13 0,5-3-27 15,8-1-14-15,5 0-9 0,8 1-1 0,1-3-1 16,6 4-2-16,2-5 13 0,0 4-13 16,-3 2 6-16,-2-1-11 0,-4-1-27 0,-7 3-24 15,-4-1-37-15,-4 2-36 0,-8-1-16 0,-7 0-46 16,-8 1-73-16,-3 2-65 0,-11-4-104 0,0 1-205 16,0 0 34-16,-20 2 109 0</inkml:trace>
  <inkml:trace contextRef="#ctx0" brushRef="#br0" timeOffset="49643.89">8247 6673 2452 0,'-12'-3'59'16,"6"0"44"-16,-2-1 19 0,5 0 4 15,0 4-57-15,2-1 4 0,-1 1 21 0,2 0 40 16,0 0 13-16,0 15-33 0,0-1-29 0,12 3-27 16,2 3-8-16,-2 5-9 0,-1 0-5 0,-2 4-16 15,-1 0-9-15,4 1 0 0,-5 4-11 0,2-4 6 16,-1 4-2-16,1-5-9 0,-1 1-24 0,-2 1-66 15,0-3-83-15,-2-1-105 0,3 0-104 0,-4-6-121 16,1-1-270-16,-1-1 112 0</inkml:trace>
  <inkml:trace contextRef="#ctx0" brushRef="#br0" timeOffset="50556.38">8992 6759 1999 0,'-8'0'33'15,"2"0"31"-15,2 0 29 0,-1 0 18 0,5 0-15 0,0 0-14 16,0-11-14-16,0 1-2 0,0 10-6 0,12-11-9 16,3 4-7-16,-1 7-7 0,0-9-4 15,-1 4 15-15,7 5 3 0,0 0-7 0,3 0-2 16,3 0-16-16,-2 0-11 0,5 14 0 0,1-2-8 15,-3-1-5-15,1 3 2 0,-1 0-1 0,-4 1 1 16,-3 3-6-16,-4 0 6 0,-2-1-3 0,-3 0 1 16,-5 3 8-16,-3-1-6 0,-3 0 4 0,0 0-1 15,0 1-6-15,-12-3 6 0,-2 2-3 0,0-3-2 16,1 2 5-16,-3-4-6 0,0-1 0 0,1-2 5 16,-1-2 0-16,3 0 7 0,-2-1-2 0,1-4-2 15,0 3-3-15,2-5 3 0,0-1 0 0,4-1-4 16,-2 0 0-16,4 0-11 0,1-10-1 0,5-3 5 15,0-3 0-15,0 0 3 0,11-6-1 0,1-1 2 16,4-1-3-16,4-5-2 0,3-1 6 0,0-2 1 16,1-3 0-16,0 3 0 0,2-2 0 15,-3-1 0-15,0 2 28 0,-3 3 26 0,-1 2 22 16,-5 4 19-16,0 2-14 0,-2 6-21 0,-6 4-22 16,0 2-30-16,-4 4-14 0,1 2-5 0,-3 4 1 15,0 0 5-15,0 0 9 0,0 12 3 0,0 2-1 16,0 2-1-16,0 1-5 0,-11 4-5 0,11 0-6 15,0 2 9-15,0 1-3 0,0 2 3 0,0 1 6 16,0 0-1-16,11 1-4 0,1-2-33 0,1 0-63 16,6-3-103-16,-1 2-122 0,0-3-93 15,2-4-45-15,1 0-111 0,0-6-53 0,1-2 126 16</inkml:trace>
  <inkml:trace contextRef="#ctx0" brushRef="#br0" timeOffset="50923.9">9843 6949 2858 0,'0'-9'55'0,"0"0"56"16,0 1 49-16,0 1 34 0,0-1-25 0,-11 3-34 15,11-2-40-15,-12 1-21 0,12 2-21 0,-8 2-12 16,8-3-14-16,-9 4-11 0,9-1-8 0,0-1-8 16,0 1-1-16,0 2-3 0,0-2-4 0,0 2-3 15,0 0 10-15,0 0-3 0,0 0 6 16,14 0 2-16,-2 0-9 0,2 0 3 0,1 0 0 15,2 0-5-15,-1 9 3 0,-2-1 7 0,0 1-5 16,-1-1 0-16,-2-1 2 0,-2 4-7 0,-6 1 11 16,5 6-10-16,-8-1-2 0,0 1 2 0,0 5-3 15,0 1 9-15,-12 4 5 0,-3 0 5 0,1-1-3 16,-3 2 4-16,-3-1-6 0,1-2-1 0,-1 1-4 16,0-1 7-16,2-3-1 0,1-4 0 0,3 0-3 15,4-4 1-15,1-4 0 0,1 2 13 0,7-6 27 16,1-2 18-16,0-5 13 0,0 0-18 0,15 0-19 15,2 0-24-15,5 0-15 0,4 0 1 0,5-14-3 16,5 2-13-16,2 1-34 0,3-5-57 16,5 3-82-16,-4-2-135 0,2 0-130 0,-3 0-136 15,-3 0-293-15,0-3 147 0</inkml:trace>
  <inkml:trace contextRef="#ctx0" brushRef="#br0" timeOffset="51437.98">10325 6645 2723 0,'-14'-7'56'0,"2"-1"71"15,1 0 53-15,0-1 43 0,2 6-30 0,-1-4-45 16,2 5-32-16,2-2-37 0,1 1-23 0,4 2-23 16,-2-1-27-16,3 2-4 0,0-1-3 0,0 1 2 15,14-4 4-15,1-1-2 0,6 1 0 0,5 2-1 16,7-3 1-16,5 0-1 0,5-2 2 15,1 2-7-15,5 0 1 0,-1 0 1 0,1 1-2 16,-7 2 3-16,-2 1-3 0,-5 1 2 0,-6 0-6 16,-5 0 4-16,-7 0 0 0,-5 0-2 0,-5 0 6 15,-7 13-3-15,0 3 5 0,0-1-1 0,-13 6 4 16,-4 0 2-16,-3 6-10 0,-4 0-2 0,-2 1-4 16,0 0-2-16,-1-1 2 0,1-1 3 0,3 2 0 15,2-3 4-15,4-3-1 0,4 0 3 0,2-1 8 16,5-1-5-16,0 0 8 0,6-2 12 0,0-2 7 15,0-1 16-15,0-2 5 0,17 0-17 0,1-2-12 16,5-3-9-16,4-2-10 0,5-3-1 16,3 1-36-16,4-4-54 0,2 0-75 0,2 0-105 15,-1 0-107-15,0-13-61 0,-4 13-43 0,-4-13-294 16,0-3 137-16</inkml:trace>
  <inkml:trace contextRef="#ctx0" brushRef="#br0" timeOffset="51863.89">11048 7024 3408 0,'-12'0'66'0,"1"0"36"0,-3 0 42 0,4 0 28 16,-1 0-42-16,1-13-22 0,-3 13-31 16,4-13-24-16,3 13-18 0,3-6-15 0,0 6-11 15,2-6-1-15,1 6-15 0,0 0 7 0,0-5-4 16,0 5 3-16,0-4 0 0,0 2-4 0,0-1 5 15,9 1-6-15,-9 0 6 0,9-2 1 0,-2 1 0 16,3 2-3-16,-4-1-3 0,1-1-3 0,-2 2-1 16,4 0 6-16,-5 1-3 0,2 0 3 0,2 0-9 15,-2 0-1-15,0 0 4 0,-1 0-3 0,1 0 9 16,-2 0-5-16,1 11 6 0,1 0 1 0,0 0-1 16,0 4 8-16,0 2-7 0,2 1 3 0,-2 5-1 15,-1 1 2-15,-2 3 1 0,-3-1 4 16,0 2-2-16,0 1-7 0,0-1 8 0,-11 0-10 15,11-4-2-15,-12-1 1 0,3-3 1 0,9 2 3 16,-8-7 3-16,8-1 5 0,0-3-8 0,0-3 11 16,0-2 4-16,0-2-2 0,0 0 8 0,0-4-6 15,0 0 4-15,0 0 8 0,14 0-4 0,4 0-1 16,5-14-7-16,4 2-20 0,5 1-5 0,5-4-44 16,4 0-41-16,1-2-33 0,2 0-51 0,-3 0-59 15,-1-2-74-15,-7 2-84 0,-1 0-91 0,0-4-240 16,-3 0 26-16,-3-3 128 0</inkml:trace>
  <inkml:trace contextRef="#ctx0" brushRef="#br0" timeOffset="52155.96">11520 6263 3200 0,'-6'-19'50'0,"2"4"23"0,-2 3 5 15,6 1 2-15,0 2-30 0,0 1 6 0,0 4 32 16,15 4 15-16,3 0 4 0,3 12-11 0,7 4-26 16,5 2-15-16,7 8-28 0,4 3-25 0,3 7-13 15,0 2-1-15,-1 3-11 0,-1 1 15 0,-7 3 176 16,-1 3 22-16,-10 6 48 0,-3-3-14 16,-4 4-185-16,-5 1-27 0,-3 2-50 0,-1-1 21 15,-5 1 41-15,-6 2 10 0,0 0 35 0,0 0-11 16,-18-1-25-16,-5-2-1 0,-3 3-69 0,-6-2-79 15,-1-4-59-15,-2-3-85 0,2-9-29 0,-2-5-25 16,3-7-84-16,-2-5-80 0,5-8-123 0,1-7-252 16,2-10 137-16</inkml:trace>
  <inkml:trace contextRef="#ctx0" brushRef="#br0" timeOffset="52749.98">11856 5832 2729 0,'-10'-9'47'0,"-1"-2"46"16,3 1 48-16,-1 0 40 0,2 1-9 0,2 1-8 15,1-2-27-15,1 6-12 0,1 0-24 0,1 1-26 16,-1-1-12-16,2 2-21 0,0 1-16 16,0 0-15-16,0-2-12 0,0 3-4 0,0 0-2 15,0 0-4-15,0 0 1 0,0 0 0 0,0 0 3 16,0 0 1-16,0 0 4 0,0 0-3 0,0 0-4 16,0 7 4-16,0 2 2 0,-9-3 0 0,9 4 8 15,-8-2-2-15,8 0-4 0,-6-1 5 0,2-1-11 16,1 2 8-16,-2-5 3 0,2 4 2 0,2-7 9 15,-1 0 12-15,2 0 22 0,0 0 40 0,0 0 45 16,0 0 62-16,0 0 60 0,0 0-4 16,0 0-57-16,11-14-75 0,-1 4-89 0,1-1-41 0,1-1 12 15,3-3-1-15,2 2-5 0,1-2-6 16,0 1-3-16,2 0-12 0,-3 3-3 0,-2 1-5 16,-3 5-13-16,-1 4-16 0,-3 1-20 0,1 0-49 15,-3 0-10-15,1 11 17 0,2 4 42 0,2 2 55 16,3 5 24-16,2 1 9 0,3 9-6 0,0 3 10 15,1 4 3-15,5 2 0 0,-1 4-1 0,-1-1-11 16,-2-3 4-16,-1 0-12 0,-1-8 4 0,-2-1 11 16,-2-7-1-16,-1-6 43 0,-3-3 57 0,-1-6 45 15,1-5 16-15,3-5-31 0,5 0-64 0,3 0-48 16,5-16-12-16,3-2-7 0,7-1-7 16,2 1-35-16,1-6-59 0,-1 1-76 0,-1 1-61 15,-4 2-31-15,-4 2-13 0,-1 1-13 0,-6 3-52 16,-3 3-96-16,-4 3-109 0,-5 0-333 0,-2 2 113 15,-3 2 159-15</inkml:trace>
  <inkml:trace contextRef="#ctx0" brushRef="#br0" timeOffset="53691.97">13367 6768 1430 0,'1'-8'12'0,"2"4"0"0,-3 0 7 16,0 1 2-16,0-1-12 0,0 0 5 0,0 1-10 16,0-2-9-16,0 4-32 0,0-3-61 0,0 4-93 15,0-1-84-15,0-2-41 0,0 3 31 0,0 0 96 16</inkml:trace>
  <inkml:trace contextRef="#ctx0" brushRef="#br0" timeOffset="54176.89">13488 6806 1482 0,'-7'0'0'0,"7"0"8"16,-8 0 1-16,8 0 15 0,0 0 16 0,-6 0 6 16,0-9 7-16,6 9 3 0,-4 0-4 0,0 0-1 15,1-6 4-15,0 6-11 0,0-6-1 0,0 6-2 16,2 0-1-16,-2-3 5 0,0 3 4 0,0 0 17 15,0 0 7-15,-2 0 9 0,2 0 5 0,-2 0-4 16,1 0-2-16,-1 0 1 0,-1 0-6 16,2 0 1-16,-5 0 0 0,3 0-8 0,-4 0 2 15,1 0-13-15,0 0-5 0,-3 7 2 0,3-7-5 16,-2 8 2-16,2-2-11 0,-1-3-16 0,-1 2-11 16,5-2-6-16,-2 3 0 0,2-3-3 0,2 2 2 15,-1 0-4-15,2 0-3 0,1 0 8 0,-1-1 1 16,2 0 15-16,-1-1 15 0,2 1 12 0,0-2 19 15,0 0 2-15,0-2-1 0,-1 0-5 16,1 0-3-16,0 0-13 0,0 0 1 0,0 0-7 0,0 0-5 16,0 0-4-16,0 0-5 0,0 0-2 15,0 0-9-15,0 0 1 0,0 0-4 0,0-6 1 16,15 6 4-16,2-9-9 0,6 1-1 0,7 0-8 16,6-2-2-16,7 0 5 0,9-1-5 0,2-3 2 15,3 4-9-15,-1 0-1 0,-5 0-3 0,-2 2-1 16,-6-1 4-16,-8 7-8 0,-10-3-1 0,-5 1-26 15,-6 0-26-15,-5 3-34 0,-4 0-51 0,-2-1-63 16,-2 2-83-16,-1 0-73 0,0 0-58 0,0 0-27 16,0 0-58-16,0 0-70 0,-12 0 115 0</inkml:trace>
  <inkml:trace contextRef="#ctx0" brushRef="#br0" timeOffset="56076.09">4846 7805 1506 0,'0'-8'27'15,"0"2"31"-15,0-1 26 0,0 1 21 0,0 1-11 16,0-1-21-16,0 2-15 0,0 0 1 0,-10 1 2 16,0 0 10-16,3 1 14 0,-1 1-3 15,1 1-6-15,-2-3 4 0,1 1 0 0,-3 0 2 16,2 0 3-16,2 2-14 0,-3 0-21 0,0 0-18 15,1 0-12-15,1 0-12 0,-1 0-5 0,-2 0-2 16,2 0-3-16,-1 0-1 0,1 0 3 0,-4 0 1 16,3 0-4-16,-1 9 1 0,-1-9 0 0,1 9-2 15,1-9 7-15,1 6 3 0,-2-6-7 0,2 6 9 16,0-6-5-16,3 7 0 0,1-7 4 0,2 0 0 16,-2 0-2-16,5 0 13 0,-1 0 10 0,1 0 6 15,0 0 8-15,0 0-12 0,0 0-13 0,0 0-8 16,0 0-3-16,0 0-3 0,0 0 4 0,0 0 1 15,0 0-4-15,0 0-1 0,0 0 0 0,0 0-4 16,0 0 6-16,0 0-3 0,0 0-1 16,0 0 1-16,0 0-5 0,0 6 3 0,0-6 1 15,0 0-1-15,0 0 2 0,0 7 11 0,12-7 18 16,2 5 10-16,-1-1 10 0,6-4-6 0,-1 5-3 16,8-5-4-16,0 5-3 0,7-3 1 0,-1 1-15 15,3-3-8-15,1 2-6 0,2-1-5 0,2 0-2 16,-2 1 3-16,0 0-2 0,-2-2 0 0,1 1-1 15,-4 0-2-15,-2 1-13 0,-6-1-33 0,-5 0-17 16,-3 2-8-16,-8-1 13 0,-1 0 29 16,-8 2-3-16,0-2-17 0,-14 5-44 0,-3 0-47 15,-3-2-24-15,-2 3-15 0,-4-2-2 0,-2 2 3 16,-2-3-33-16,4 1-82 0,0 0-188 0,2-2-13 16,3-4 81-16</inkml:trace>
  <inkml:trace contextRef="#ctx0" brushRef="#br0" timeOffset="56875.93">4144 7780 1815 0,'-1'0'30'0,"-7"0"38"0,2 0 30 0,0 0 37 0,0 0-1 16,0 0-12-16,0 0-6 0,1 0-22 16,1 0-18-16,2 0-18 0,-1 0-26 0,1 0-19 15,1 0-17-15,1 0-2 0,0 0-3 0,0 0 8 16,0 0 6-16,0 0-7 0,17 0 7 0,4-11-2 15,-1 11-3-15,4-10 6 0,2 1-5 0,1 2 2 16,-3 1 2-16,-2 6-4 0,-6-5 9 0,-3 5-1 16,-4-4 2-16,-9 4-5 0,0 0-8 0,0 0-5 15,-12 0 2-15,-8 0 2 0,0 0 0 0,-6 11 2 16,-1-11-2-16,-2 11 0 0,-1-2 0 0,1-1 0 16,0 1 2-16,5-1 6 0,2-4-1 15,4 4 4-15,1-4-13 0,4 1-5 0,2-2 2 16,6 0-5-16,1-2 10 0,4 0 2 0,0 1 2 15,0-2 5-15,0 2 3 0,17-2 18 0,-1 0 25 16,-2 0 24-16,4 0 14 0,4 0 8 0,0 0-7 16,3-12-15-16,2 3-7 0,0 0-10 0,-2 0-12 15,0 1-2-15,-5 3 9 0,0-1-5 0,-6 6 5 16,-5-7-1-16,-3 7-15 0,-2 0-3 0,-4 0-21 16,0 0-13-16,0 0-22 0,0 0-52 0,0 0-71 15,0 0-79-15,0 0-77 0,0 0-62 0,0 0-22 16,-7 0 13-16,7 0-21 0,0 0-121 15,0 0 86-15,0 0 70 0</inkml:trace>
  <inkml:trace contextRef="#ctx0" brushRef="#br0" timeOffset="57878.08">6231 7695 1879 0,'0'0'8'0,"0"0"-2"16,0 0 8-16,-14 0 2 0,3 0-15 0,11 0 6 16,-9 0-9-16,2 0-4 0,7 0 5 0,-6 10-23 15,6-2-28-15,0-8-47 0,0 9-57 0,0-3-80 16,0 1-124-16,0-2-22 0,0-5 60 0</inkml:trace>
  <inkml:trace contextRef="#ctx0" brushRef="#br0" timeOffset="72479.85">15347 6292 2309 0,'-24'-4'9'0,"2"0"2"15,3 4 7-15,3 0-1 0,3 0-2 0,-1 0 39 16,0 15 32-16,4 0 22 0,-1 8 6 0,0 8-40 15,-1 3-39-15,3 10-21 0,2 3-22 0,1 3-4 16,4 1 1-16,2 1-1 0,0 2 10 0,11-2 0 16,2 2 1-16,4-2 7 0,3 4 9 15,3 2 7-15,4 0-4 0,5 3 5 0,7 0-10 16,5-4 0-16,8 0 2 0,7-5-3 0,5-2-17 16,6-5-33-16,3-7-45 0,5-4-68 0,-2-5-56 15,1-5-75-15,-1-2-140 0,-2-6-172 0,-2-4 74 16</inkml:trace>
  <inkml:trace contextRef="#ctx0" brushRef="#br0" timeOffset="58580.75">7162 7700 3583 0,'0'1'47'0,"0"-1"37"0,0 0 25 0,0 0 33 15,0 0-9-15,0 0-16 0,0 0 10 0,0 0-18 16,0 0-31-16,0 0-19 0,0 0-41 0,0 0-21 16,0 0-7-16,0 0-1 0,0 0 8 0,0 0 3 15,0 0-8-15,0 0 2 0,0 0-1 0,0 0 3 16,0 0 12-16,0 0-7 0,0 0 6 0,0 0-2 16,0 0-5-16,0 0 1 0,0 0-1 0,0 0-3 15,0 0-1-15,0 0 3 0,0 0-6 0,0 0 13 16,0 0 1-16,0 0-6 0,0 0 1 0,0 0 0 15,0 0-11-15,0 0 6 0,0 0 2 16,0 0-4-16,0 0 11 0,0 0 2 0,0 0-9 0,0 0 4 16,0 0-8-16,0 0 2 0,0 0 13 15,0 0-8-15,0 0-3 0,0 0-4 0,0 0-14 16,0 0-21-16,0 0 2 0,0 0-9 0,0 0-12 16,0 0 12-16,0 0-4 0,0 0-8 0,0 0 6 15,0 0-6-15,0 0 3 0,0 0 6 0,0 0 1 16,0 0 7-16,0 0-21 0,0 0-13 0,0 0-33 15,0 0-56-15,0 0-49 0,0 0-56 0,0 0-51 16,0 0-45-16,0 0-91 0,0 0-103 0,0 0 19 16,0 0 113-16</inkml:trace>
  <inkml:trace contextRef="#ctx0" brushRef="#br0" timeOffset="59276.44">9835 7628 2621 0,'0'0'24'0,"0"0"31"0,0 0 30 0,0 0 19 16,-10-10-9-16,2 10-9 0,0 0-14 0,8 0 3 16,-6 0-1-16,6 0-14 0,-4 0-14 15,4 0-28-15,0 0-17 0,-5 0-9 0,5 0-4 0,0 0 1 16,0 0-11-16,0 0-24 0,0 0-34 15,0 0-42-15,0 0-51 0,0 0-45 0,0 0-57 16,9 0-92-16,0 0-246 0,-1 0 30 0,3 0 92 16</inkml:trace>
  <inkml:trace contextRef="#ctx0" brushRef="#br0" timeOffset="59474.71">11045 7825 3874 0,'0'0'47'0,"0"0"42"15,-14 0 23-15,4-11 16 0,10-2-52 0,0 2-38 16,-14 1-24-16,14 10-18 0,0-11-18 0,-14 4-52 16,14 7-76-16,0-8-125 0,0 1-173 0,0 2-175 15,0-1-322-15,0 6 128 0</inkml:trace>
  <inkml:trace contextRef="#ctx0" brushRef="#br0" timeOffset="54351.86">13571 7062 2079 0,'-17'17'39'0,"2"-1"33"0,0-5 36 0,4 1 42 16,0-2-5-16,5-3-10 0,0-4-21 0,3 0-23 16,0-1-20-16,3-2-7 0,0 0-6 0,0 0-18 15,17 0-12-15,0 0-13 0,4-15-11 0,3 3 4 16,7 1-2-16,4-3-20 0,4 6-51 0,7-5-55 16,1 2-86-16,3-2-59 0,0 2-4 15,1 0-75-15,0-2-211 0,0 0 30 0,0 1 54 0</inkml:trace>
  <inkml:trace contextRef="#ctx0" brushRef="#br0" timeOffset="63103.97">15833 6563 1594 0,'0'-10'14'0,"0"10"1"15,0-10 27-15,0 10 15 0,0-7-10 0,0 0 33 16,-12 1 24-16,3 0 29 0,9 0 35 0,-8 0-3 16,1 3-23-16,7-1-21 0,-6-1-11 0,6 3-8 15,0-1-7-15,0-1-4 0,0 3-14 0,0 0-10 16,0-1-21-16,0 2-16 0,0 0-16 0,0 0-16 15,0 0-6-15,0 0-18 0,0 0-4 0,0 0-8 16,0 0 1-16,0 0 5 0,0 11 1 0,0-2 21 16,0 2 36-16,0 4 4 0,0 2 3 0,9 0-6 15,-9 4-33-15,11 1 0 0,1 4 1 16,-2-4-9-16,0 0 5 0,-1 0 5 0,-3-2 3 16,0-3 9-16,-2 0 1 0,-1-3 0 0,-3 1 5 15,3-2-8-15,-3-1 7 0,0-2 17 0,0-2 20 16,0-3 37-16,0 0 11 0,0-3 9 0,0-2 6 15,0 0 3-15,0 0 14 0,0 0 36 0,0 0 39 16,0 0 37-16,0 0 36 0,0-8-47 0,0 8-65 16,0-12-80-16,0 1-61 0,0-2-20 0,0-2 0 15,0-2 1-15,0-2-13 0,-9 1 1 0,9-6-6 16,-7 4 23-16,7 1-7 0,0 0 2 0,-6 3-6 16,6 4-18-16,-3 1 3 0,1 3-14 0,-1 3 4 15,3 3-14-15,-1-1-15 0,1 3-43 0,0 0-65 16,0 0-28-16,0 0 9 0,0 10 47 15,0 1 67-15,0-1 33 0,0 2 11 0,0 3 8 16,0 2-13-16,10 0 1 0,-10 5 4 0,12-2 2 16,-12 6 13-16,9-1 5 0,-9 0 7 0,7 3 0 15,-7-3 4-15,0 2 9 0,0-2-7 0,0-2 6 16,0-2 6-16,0-6 15 0,0-1 37 0,0-4 32 16,0-4 61-16,0-5 76 0,0-1 55 0,0 0 16 15,0 0-59-15,0 0-93 0,0-11-85 0,0-3-50 16,0 1-4-16,0-4 18 0,0-6-7 0,0-1 6 15,0-6-9-15,0-1-27 0,0-3-30 0,0-5 7 16,0 2 23-16,0 2 17 0,0-1 28 0,0 6-15 16,7 3-22-16,-7 5-12 0,0 6-3 15,0 5-8-15,0 1-29 0,0 7-58 0,0 1-110 16,0 1-132-16,0 1-100 0,0 0-26 0,0 0 23 16,0 0-1-16,0 0-11 0,0 0-16 0,0 0 31 15,9 9 52-15,-9-1-12 0,11 2-132 0,-3-4 60 16</inkml:trace>
  <inkml:trace contextRef="#ctx0" brushRef="#br0" timeOffset="63448.12">16495 6793 3190 0,'-10'0'55'0,"-1"0"43"0,2 0 29 16,0 0 15-16,1 0-44 0,4 0-39 0,4 0-31 16,-5 0-19-16,5 0-11 0,0 0-11 0,0 0 3 15,15 0 3-15,2 0 1 0,6 0 14 0,6-8-1 16,10-3-10-16,8 0-2 0,8 0 1 0,5 0-3 15,5 1 18-15,5-1 7 0,0-2-12 16,0 2 3-16,-3 1-11 0,-6 2-18 0,-6 0-24 0,-5 1-12 16,-9 3-9-16,-8 1 3 0,-7-1 2 15,-9 3-40-15,-6 0-84 0,-11 1-92 0,0 0-70 16,0 0-57-16,-17 0-99 0,-1 0-95 0,-5 0 96 16</inkml:trace>
  <inkml:trace contextRef="#ctx0" brushRef="#br0" timeOffset="63760.73">16730 6576 2509 0,'-9'-12'48'0,"-1"1"59"16,0 1 51-16,2 3 38 0,2 0-51 0,-2 1-61 15,2 6-57-15,0 0-39 0,3 0 11 0,-1 0 15 16,2 16 8-16,-1 3 0 0,2 0-20 0,-1 7-22 15,2 2-16-15,0 4 1 0,0 0 121 0,0 5 83 16,12 5 21-16,-1-2-1 0,-2 6-123 0,3 1-67 16,-1 1-5-16,1 4-2 0,-1-2 18 0,1-5-10 15,-3-2 0-15,0-5 6 0,-1-4-7 0,-2-11 6 16,-2 0-3-16,1-5-1 0,-2-5-1 16,0-3-7-16,-3-3 1 0,1-2-2 0,1-3-4 0,0-2-7 15,-1 0-16-15,-1 0-21 0,3 0-32 16,-3 0-47-16,2 0-59 0,-1 0-65 0,1 0-126 15,-1-11-216-15,-1 2-148 0,0-4 87 0</inkml:trace>
  <inkml:trace contextRef="#ctx0" brushRef="#br0" timeOffset="66159.83">16698 6404 916 0,'-5'-4'28'16,"5"0"40"-16,-4 1 15 0,4 0 14 0,0 2-25 16,0-3-26-16,0 2 14 0,0 1 7 0,0-4 29 15,0 2 3-15,0 1 3 0,0 0-1 0,0 0-10 16,0-1 6-16,0 2-12 0,0-2-3 0,0 1 1 15,0 0-3-15,0 0 0 0,0 1-2 16,0 0-3-16,0-2-4 0,0 3-5 16,0 0-5-16,-7 0-6 0,7 0-5 0,0 0-5 0,-7 0-11 15,2 0-9-15,1 0-16 0,-1 0 1 0,-1 0 10 16,0 0 10-16,-2 10 17 0,-1-2 3 0,0 0-9 16,3-1-10-16,-3 3-11 0,0-2 1 0,1 0 11 15,2 1 15-15,-2 3 5 0,2 1 1 0,2 0 10 16,-1 3 1-16,2 3-3 0,2 1-17 0,1 5-21 15,0-3-20-15,0 1-12 0,0 1 0 16,0 1-5-16,0-3-2 0,10-1 4 0,-2 1-5 0,1-4 3 16,-9 0-4-16,9-3 7 0,-1 0 6 15,-1 2 14-15,0 2 125 0,-1 5-14 0,1 0-3 0,1 2-6 16,-1-1-121-16,1 2 12 0,-2-2 0 16,0-1-5-16,-1-5-1 0,-1-3-1 0,-2 0 7 15,-1-3 4-15,-1 2 5 0,0-1-1 0,0 4-2 16,0-1-2-16,0 1-1 0,0 2-5 0,0-2 2 15,0-1-1-15,0-2-2 0,-9 0-1 0,9-6-2 16,0 2-2-16,-6-3 2 0,6-1 9 0,-6-3-5 16,6 0 2-16,-3 2 3 0,3-5-2 0,-5 3 1 15,4-4 0-15,-1 2 1 0,2-2-5 0,0 3 4 16,0-2-7-16,0-1 1 0,0 0 6 0,0 0-1 16,0 0 1-16,0 0 3 0,0 0-2 0,0 0-6 15,0 0 1-15,0 0-6 0,0 0-3 16,0 0 1-16,0 0 2 0,0 0-3 0,0 0 3 15,0 0-4-15,0 0 2 0,0 0-2 0,0 0 0 16,0 0 6-16,0 0-5 0,0 0-3 0,0 0 5 16,0 0-2-16,0 0 4 0,0 0 6 0,0 0-1 15,0 0-8-15,0 0 8 0,0 0-3 0,0 0-3 16,0 0 13-16,0 0-7 0,0 0 5 0,0 0 3 16,0 0-6-16,0 0-5 0,0 0 7 0,0 0 4 15,0 0-4-15,0 0 6 0,0-11-8 0,0-1-7 16,0 3 15-16,0-4-5 0,11 0 1 0,-11-4 1 15,11-5-7-15,-11-1-1 0,7-4 5 0,-7-2-22 16,9-4 8-16,-4-3 0 0,-5-1 15 0,6-1 27 16,-6-1-13-16,0 0 1 0,0-4-53 15,0-1-11-15,0 3 1 0,0-4 0 0,0 4 35 16,0-2 4-16,0 0 7 0,0 4 1 0,0 4-4 16,0 5 3-16,0 6-2 0,0 5 1 0,0 3 6 15,0 4-2-15,0 5-8 0,0 0-1 0,0 3-11 16,0 4 3-16,0 0 0 0,0 0 4 0,0 0 3 15,0 0-3-15,0 17 4 0,0 0 3 0,0 1-3 16,0 4 2-16,0 3-2 0,0 2-2 0,0 1 3 16,0 2-9-16,0 0-2 0,0-3-7 15,0 2 9-15,0-2 3 0,11-1 10 0,-1 3 9 0,3 1-8 16,-1 1 7-16,1 5-10 0,1 1-2 16,1 1 1-16,2 2-4 0,-2-1 8 0,1-3-3 15,-3-5 1-15,-1-3-3 0,1-7 2 0,-4 3-8 16,-2-9-18-16,-1-1-32 0,-1-2-55 0,0-2-50 15,-4-3-35-15,2 0-26 0,0-3-2 0,-1-1 21 16,-1-2 19-16,-1 1 5 0,0-2-84 0,0 0-288 16,0 0 3-16,-15 0 53 0</inkml:trace>
  <inkml:trace contextRef="#ctx0" brushRef="#br0" timeOffset="66691.27">16396 6858 1837 0,'0'-2'37'0,"0"-1"31"0,-13 1 37 16,5 0 28-16,-1 2-12 0,0 0-11 15,1 0-21-15,1 0-10 0,1 0-11 0,-1 0-3 0,1 0-7 16,2 0-10-16,-1 0-5 0,4 0-7 16,-2 0-4-16,1 0 5 0,-1 0-2 0,2 7-8 15,-2-7-3-15,3 0-17 0,0 0-7 0,0 6-2 16,0-6-5-16,0 0 6 0,0 5 5 0,0-5 0 16,9 4 9-16,3 1 7 0,3-3 5 0,8-2 6 15,6 0-10-15,6 0-5 0,7 0-4 0,10 0 0 16,7-11 1-16,10 0-6 0,6-2-3 0,2 0-5 15,5-3 5-15,-1 4-5 0,3-5 5 0,-7 1-1 16,-2 3 0-16,-8-2 2 0,-8 2-5 0,-7 5 3 16,-10-3 21-16,-8 6 39 0,-7-3 40 15,-8 7 24-15,-7-2 1 0,-5 0-27 0,-7 1-27 16,0 2-19-16,0 0-27 0,0 0-7 0,0 0-13 16,0 0-7-16,0 0 9 0,0 0-11 0,0 0 0 15,0 0-4-15,0 0 4 0,0 0-1 0,0 0 4 16,0 0 2-16,0 0-11 0,0 0 7 0,0 0-4 15,0 0 1-15,0 0 3 0,0 0-9 0,0 0-11 16,0 0-14-16,0 0-20 0,0 0-9 0,0 0-4 16,0 0-14-16,0 0-18 0,0 0-38 0,0 0-58 15,0 0-67-15,0 0-81 0,0 0-116 0,0 0-188 16,0 0 28-16,0 0 122 0</inkml:trace>
  <inkml:trace contextRef="#ctx0" brushRef="#br0" timeOffset="69208.05">18510 6459 1752 0,'1'-7'43'0,"-1"1"37"16,0-3 33-16,0 2 28 0,0 3-13 0,0-3-10 16,0 3-12-16,0 0-16 0,0 2-29 0,0-1-29 15,0 1-24-15,0 2-22 0,0 0-10 0,0 0 2 16,0 0 3-16,0 0 23 0,0 11 27 0,0-2 30 15,0 2 11-15,0 1-15 0,0 2-23 0,0 1-30 16,0 2-11-16,0 1 14 0,0 2 46 0,0 2 32 16,0 0 18-16,0 2 28 0,0 1-28 15,0 3-25-15,-10 4-19 0,-4-1-38 0,2 2-15 16,0-3-10-16,0-2-1 0,-2-2-2 0,5-4 3 16,0-3 3-16,-1-2 0 0,6-4 2 0,4-4-1 15,-8 0-6-15,5 0 6 0,-1-6 0 0,4 2-1 16,0-2 6-16,-2-1 3 0,2-2-14 0,-3 1 4 15,3-1 2-15,0 0-8 0,-1 0 18 0,-1 0-7 16,2 0-9-16,0 0-8 0,0 0-20 0,0 0-2 16,0 0-20-16,-1 0-19 0,1 0-19 0,0 0-28 15,0 0-16-15,-2 0-19 0,1 0-42 0,-1 0-43 16,-3 0-42-16,1 0-53 0,-1 0-57 0,-2 0-24 16,1 0 33-16,1 0 100 0</inkml:trace>
  <inkml:trace contextRef="#ctx0" brushRef="#br0" timeOffset="69632.61">18280 6577 1813 0,'-6'-4'41'16,"2"-3"33"-16,-1 4 32 0,5-2 19 0,-5 5-38 16,5-2-30-16,-3 0-41 0,3 2-21 15,-1 0 2-15,1 0 14 0,0 0 29 0,0 0 25 16,0 15 22-16,0-4 3 0,0 0 4 0,12 0-10 16,0 0-12-16,-1 5-3 0,2-3 4 0,1 3 6 15,3-1-15-15,1 4-15 0,2-2-32 0,0 2-17 16,1 1-6-16,2 0 1 0,0-2-1 0,-2 2-3 15,0 2 1-15,-1-1-1 0,-2-3 0 0,1-1 4 16,-3-5 5-16,-2 4 1 0,-3-3 1 16,1-2 6-16,-3-3 1 0,0 1 2 0,-3-1 6 0,3 1-7 15,-1-2 2-15,-2 1-6 0,0-4 1 16,0 3-4-16,-3-5-1 0,0 5 5 0,-1-7-2 16,-1 2 8-16,1-1-4 0,-2-1-2 0,0 0 0 15,0 0-10-15,0 0-20 0,0 0-39 0,0 0-56 16,0 0-59-16,0 0-57 0,0 0-44 0,0 0-50 15,0 0-130-15,0-10-105 0,0 3 82 0</inkml:trace>
  <inkml:trace contextRef="#ctx0" brushRef="#br0" timeOffset="69928.88">19009 6878 3931 0,'9'0'61'0,"-4"-13"56"0,-4 2 69 0,-1 11 69 16,0-10 6-16,0 2-17 0,0 8-73 0,0-10-79 16,0 10-63-16,0-5-48 0,0 5-4 0,0 0-61 15,0 0-99-15,0 0-72 0,0 0-59 0,0 0-10 16,0 0-9-16,0 0-40 0,0 0-26 0,0 0-14 15,0 0-16-15,0 0-146 0,0 0-29 0,0 0 95 16</inkml:trace>
  <inkml:trace contextRef="#ctx0" brushRef="#br0" timeOffset="70912.63">19301 6488 2312 0,'0'-5'53'15,"0"0"55"-15,0 1 58 0,0 1 57 0,0-2-5 16,-9 4-20-16,9-5-29 0,-9 5-29 0,9-1-25 16,-5 1-20-16,5-2-9 0,-6 3-28 0,2-2-19 15,4 2-21-15,0 0-7 0,0 0-8 0,0 0-6 16,0 0 8-16,0 0-12 0,0 0 6 0,0 0 3 15,0 0-3-15,0 0-2 0,0 0 0 0,0 0 1 16,0 0 0-16,0 0 7 0,0 0 0 16,0 0-1-16,0 0-1 0,0 0-9 0,7 0 8 15,-1 0-1-15,4 0 4 0,-1 0 2 0,4 0-3 16,1 0-2-16,1 0-12 0,0 0-1 0,1 0-5 16,-4 0 8-16,0 0 8 0,-4 0 0 0,-2 0 3 15,0 0-2-15,-5 0 2 0,2 0-8 0,-3 0 5 16,0 0-2-16,0 0-3 0,3 0 2 0,-3 0-3 15,0 0-6-15,0 0 3 0,0 0 5 0,0 0-11 16,0 0 5-16,0 6-16 0,0-6-3 0,0 5 1 16,0 0-5-16,0 0 7 0,0-2 3 15,0 3 4-15,0-3 3 0,0 2 6 0,0 0 1 0,0 0 4 16,0 1 4-16,0 1 3 0,0-1 2 16,0 0 6-16,0 2 5 0,0 4 6 0,0 1 4 15,0 4-13-15,-12 1-5 0,12 3-7 0,-15-2-2 16,1 6 5-16,1-3-2 0,-4 0 1 0,-1 1-2 15,-1-1 1-15,0-1 4 0,-1-2-6 0,2 2-2 16,-1-2 3-16,1-1-5 0,4-1 5 0,1-4 2 16,4 0-4-16,-1-3 3 0,4-2-5 0,2 0-1 15,-1-1 2-15,2-1-2 0,2-4 2 16,1 2 2-16,0-4 1 0,0 1-2 0,0 0 4 0,0-1-4 16,0 0 4-16,0 3 3 0,0-3 0 15,9 0-2-15,0 2 0 0,0-2 3 0,5 0 10 16,4 0 18-16,3 0-9 0,7 0-6 0,4 0-4 15,4 0 4-15,5-12 16 0,9 2 11 0,4 1-8 16,0-2-23-16,4-1-5 0,2-1-9 0,-4 2-3 16,0 0 2-16,-7 3-2 0,-7 0 1 0,-7 3 3 15,-9 2 6-15,-6-1 8 0,-6 2 3 0,-5 2 9 16,-4-2-9-16,-2 2-9 0,-3 0-4 0,0 0-8 16,0 0 5-16,0 0-2 0,0 0-3 0,0 0-1 15,0 0 2-15,0 0 0 0,0 0-2 0,0 0 5 16,0 0-11-16,0 0-14 0,0 0-17 0,0 0-35 15,0 0-32-15,0 0-50 0,-10 0-67 0,3 0-89 16,1 0-101-16,0 0-148 0,-2 0-211 0,-3 0 118 16</inkml:trace>
  <inkml:trace contextRef="#ctx0" brushRef="#br0" timeOffset="71457.39">19143 6508 2035 0,'-9'0'35'0,"1"0"32"16,2 0 37-16,-2 0 24 0,1 0-22 0,1 0-21 15,0 0-39-15,6 0-21 0,0 0-12 0,0 0-1 16,0 0 10-16,0 0-2 0,16 0-4 0,1 0-8 15,3 0-9-15,1 0 1 0,7 0 2 0,-1-8-4 16,3 8-24-16,1-9-52 0,-1 5-10 0,-1 4-29 16,-1-5-14-16,-1-1-51 0,2 2-203 15,-2-1-177-15,2 1 40 0</inkml:trace>
  <inkml:trace contextRef="#ctx0" brushRef="#br0" timeOffset="71758.16">20216 6091 2235 0,'13'-12'-2'0,"1"1"9"0,3 0 24 16,-2 5 11-16,3 6 1 0,2 0 111 0,6 0-3 16,4 19 64-16,7 2 37 0,2 4-99 0,6 7 9 15,-1 5-69-15,0 4-31 0,0 8-17 0,-5 4 12 16,-2 2-3-16,-5 1-3 0,-5 3 0 16,-5-1-42-16,-6-1-4 0,-6 0 8 0,-10 0-7 15,0 1 7-15,0-2-10 0,-26-1-39 0,-3 2-24 16,-5-2-31-16,-5-1-117 0,-8-4-154 0,-8 1-164 15,-3-5-350-15,-6-2 113 0,-3-6 183 0</inkml:trace>
  <inkml:trace contextRef="#ctx0" brushRef="#br0" timeOffset="141148.44">18639 7217 1280 0,'-5'4'13'0,"2"-4"9"0,0 0 15 0,-2 0 19 15,1 0 3-15,1 0 7 0,-2 0-1 0,2 0-10 16,0 0 2-16,-1 0-5 0,0 0 2 0,0 0 8 16,-1 0 2-16,1 0 7 0,-2 0-1 15,1-4-4-15,1 4-9 0,-1-9-7 0,0 9-19 16,2 0-7-16,0-5-18 0,0 5-14 0,3 0 4 16,-1 0-2-16,1 0 13 0,0 0 18 0,0 0 10 15,0 0-3-15,0 0-7 0,0 9-7 16,10-1 0-16,1-1 15 0,0 0 14 0,-1 1-1 0,4 2-15 15,0 0-9-15,-1-1-20 0,3 2-2 16,-3-1 8-16,2 1-9 0,1 0 4 0,-1 2 0 0,-1-2-8 16,-1-3 6-16,1 2-1 0,-2-1-2 15,0 0 6-15,0 0-2 0,2-1 2 0,-2-3 1 0,-1 2-2 16,-1-1-1-16,3-2-1 0,0 1 1 16,3-2 1-16,-1 0-1 0,1 1 0 0,3-2-2 15,0 0-3-15,-2 1 6 0,3-1-4 0,-3-1-2 16,-1 2 3-16,3 0-5 0,-6-1 5 0,1-2 0 15,0 4 2-15,-1-3 5 0,2 2-3 0,-1-1 5 16,0-2-3-16,0 2 0 0,4 0 10 0,0-1 0 16,3 0-3-16,4-1-1 0,0 0-5 0,4 0-9 15,3 0 2-15,2 0 1 0,-1 0 0 0,2 0 2 16,-2-12 0-16,-1 12-4 0,-3-10 1 0,-3 10 1 16,-3-8 2-16,-3 0 0 0,-4 8 0 15,3-7 3-15,-4 1-2 0,-2-2 1 0,3 2-2 16,-1 0 1-16,2-2 4 0,-1 1 3 0,-2 0 0 15,1-3-3-15,0 4 0 0,1-1 4 0,-3-1 4 16,-1 1 5-16,1 1-2 0,-1-1 1 16,0 0 1-16,-2 0 1 15,1 1-2-15,1 0 2 0,-1-1-7 0,0 2-4 0,1-2 2 0,-2 0-7 0,1 3-4 16,-2-5-3-16,2 5 0 0,-4 0-3 0,2-1 4 16,1 1 7-16,-1-1 1 0,-2 1 4 0,-1 0 10 15,3 1-2-15,-1 0 11 0,1-5-2 0,2 0-9 16,-1 0 3-16,0-1 0 0,0 1 19 15,1 1 20-15,-2-4 7 0,-3 5-1 0,2-2-2 16,-4 2-5-16,1 1 1 0,-1 0 1 0,-1 0-7 16,0-2-21-16,2 1-14 0,-2-4-14 0,0 1 1 15,-1 1 14-15,1-5-8 0,0 2 1 0,0-3 5 16,-2-1-2-16,1 3 25 0,-2-1 11 0,1 4 1 16,1-2-12-16,-2 1-25 0,0-4-84 0,0-3-26 15,0 0 6-15,10-3 6 0,1-3 73 0,0-3 9 16,-1-1-4-16,2 0 1 0,-1 1-1 0,0 4 0 15,-2 3 1-15,-3 2 8 0,0 1-1 0,-1 1-5 16,-1 2 3-16,1 0-10 0,-2 1 0 0,-2-1 7 16,2 2-5-16,-3-3 6 0,2 2 1 0,-1 1 1 15,-1-4 0-15,0 0-6 0,0 3 0 16,0-2-1-16,0-1 0 0,0 0 3 0,0-1-2 16,0 0 0-16,0 0 0 0,0 1 4 0,0-2 4 15,0-3-4-15,0 1-2 0,0 2-2 0,0-1-1 16,0-1 4-16,0-1-3 0,-10 1 5 0,10-1-5 15,-11 3 4-15,2 0-5 0,-3-3 0 0,3 1 5 16,0 1-6-16,-2-1 1 0,0 1-3 0,-1-2-5 16,-2-1 3-16,-1 0 9 0,-1 0 0 0,0 4-3 15,-2 0 3-15,0 0-3 0,-3 2-1 0,1-1 8 16,0 6-4-16,-1-4 0 0,-2 0 0 16,2 2-6-16,-4-1 3 0,3 2 2 0,-3 1 10 0,1-1-9 15,-3-2 0-15,-1 4 5 0,-1-2-14 16,1 1 11-16,-1-1-2 0,0 3-3 0,1-2 3 15,1 0-1-15,0 3 3 0,1-1-3 0,0 1 0 16,0 2-2-16,0-3 1 0,-1 2 1 0,3 3-1 16,-4-2 3-16,1 0-3 0,-3 3 2 0,1-2-3 15,-2 0 1-15,2 3-8 0,-1-3 4 0,1 3 7 16,-1-1-5-16,2 1 10 0,3 1 0 0,-3 0-10 16,1 0 0-16,0 0 0 0,-2 0-5 0,0 0 10 15,0 0 2-15,-1 0-7 0,-5 0 8 0,1 0-8 16,1 0 1-16,-2 0 8 0,-2 9-7 0,1-9 3 15,-1 10-2-15,2-10-4 0,0 6 3 0,1-1-3 16,-1 0 1-16,0 0 2 0,1 1 2 16,-1-1-11-16,2 2 0 0,-2 0-13 0,-2 1-14 15,2 3 3-15,0 1 0 0,1-1 8 0,0 3 11 16,-1-2 9-16,3-1 8 0,2 3-9 0,-1-2 2 16,3 1 2-16,2 2-2 0,0-2 4 0,5-2-2 15,1-2 0-15,0 0-4 0,3 3 4 0,1-3 2 16,0-1-3-16,3 3-2 0,-1 0 3 0,3 2-2 15,-1 5 1-15,3-1-2 0,3 2 3 0,-1-1 2 16,2 4-5-16,2 1 6 0,0-2 7 0,0 4-9 16,3 0 5-16,-2 0 2 0,2 1-10 0,0 1 4 15,0-1-1-15,0 3 0 0,0-1-4 0,0-4 4 16,0 0 3-16,0 2-5 0,0-4 4 16,0 0 1-16,0-1 1 0,0-2 0 0,-9 4 2 15,9-2-8-15,0 0 4 0,-9 3 1 0,9-2-2 16,-7 0 8-16,7 1-2 0,0 3-1 0,0-2-4 15,0 1 5-15,0 1-7 0,0-2 6 0,0 0-11 16,0 0-7-16,0 0 1 0,0-1-1 0,0-3 2 16,0-1 6-16,0-2-1 0,0 0 3 0,0-1 4 15,0 1 0-15,10-3-3 0,-2 1 1 0,-8-1 11 16,6 4 88-16,-6 1 2 0,7 2-8 0,1-1 3 16,0 0-95-16,2 1 0 0,1-1 9 15,4-1-9-15,2 0 3 0,1-4 1 0,2 1-5 16,1 1 1-16,2-4 0 0,-2 2 1 0,2 2 1 15,0-4 2-15,-2 2-3 0,-1-2 1 0,-4-2-2 16,3 2-4-16,-4-4 3 0,-3 2 9 0,0-2 3 16,2 0 3-16,3 3 2 0,2-5-7 15,7 1-2-15,3 0-5 0,8-2 2 0,4 1-7 0,1 0 3 16,4-3 2-16,-1-1-2 0,1 2 6 0,-5-2-2 16,-2 0-2-16,-1 0-3 0,-3-3 1 0,-3 2-3 15,-1-2 4-15,-4 0 0 0,-3 0 1 0,-1 0 1 16,-3 0-2-16,-3 0 5 0,-2 0-5 0,-3 0 11 15,-4 0 8-15,-1 0 2 0,-1 0 13 0,-3 0-3 16,0 0-11-16,-1 0-4 0,-2 0-7 16,0 0-6-16,0 0 1 0,0 0 2 0,0 0-5 0,0 0 3 15,0 0-4-15,0 0-6 0,0 0 9 16,0 0-9-16,0 0 10 0,0 0-2 0,0 0-7 16,0 0 12-16,0 0-10 0,0 0 6 0,6 0-2 15,-6 0-2-15,9 0 2 0,-1 0-1 0,-8 0-2 16,6 0 3-16,-2-10-4 0,-1 10 9 0,2 0-9 15,-4-7 3-15,2 7 2 0,-1 0-7 0,1 0 13 16,-1 0-6-16,1-8-2 0,-2 8 3 0,2 0-5 16,0 0 3-16,-1 0 2 0,-1 0-5 15,1-5 11-15,1 5-6 0,-3 0 2 0,1-3 0 0,-1 3-11 16,0 0 5-16,0 0-1 0,0 0 0 16,0 0 7-16,0 0-7 0,0 0 0 0,0 0 2 15,0 0-4-15,0 0 2 0,0 0 4 0,0 0-2 16,0 0 2-16,0 0 0 0,0 0-4 0,0 0 1 15,0 0-2-15,0 0-3 0,0 0 6 0,0 0-4 16,0 0 9-16,0 0-2 0,0 0 0 0,0 0-4 16,0 0-1-16,0 0 5 0,0 0-1 0,0 0 1 15,0 0-3-15,0 0-2 0,0 0-6 0,0 0 8 16,0 0-1-16,0 0 2 0,0 0 2 0,0 0-4 16,0 0 1-16,0 0 7 0,0 0 0 0,0 0-3 15,0 0 4-15,0 0-8 0,0 0 1 16,9 0 2-16,-9 0-4 0,0 0 4 0,0 0 5 15,6 0-2-15,-6 0 3 0,0 0-8 0,0 0-2 16,0 0-1-16,0 0 3 0,0 0-1 0,0 0 2 16,0 0 1-16,0 0-2 0,0 0 7 0,0 0-7 15,0 0 4-15,0 0-3 0,0 0-8 0,0 0 5 16,0 0-4-16,0 0 5 0,0 0 4 0,0 0-4 16,0 0 4-16,0 0-4 0,0 0-2 0,0 0 2 15,0 0-4-15,0 0-4 0,0 0-19 0,0 0-20 16,0 0-35-16,0 0-43 0,0 0-24 0,0 0-44 15,0 0-103-15,0 0-115 0,0-15-160 16,0 5-238-16,-13 2 140 0</inkml:trace>
  <inkml:trace contextRef="#ctx0" brushRef="#br0" timeOffset="168536.41">19588 7057 1559 0,'0'0'12'0,"0"0"14"0,0 0 14 0,0 0 15 16,0 0-2-16,0 0-4 0,0 0 3 0,0 0-7 16,0-10-4-16,0 10 0 0,0 0-11 0,0-8-2 15,0 8-8-15,0-7-3 0,0 7-6 0,0-6-5 16,0 6 4-16,0-7-3 0,0 3 3 0,0 4 0 16,0 0-8-16,0-5 4 0,0 5-6 0,0-2 2 15,0 2-2-15,0 0-1 0,0 0 1 0,0 0-6 16,0 0 7-16,0 0-3 0,0 0-2 15,0 0 8-15,0 0-3 0,0 0-18 0,0 0-41 16,0 0-58-16,0 0-74 0,0 0-98 0,0 0-105 16,0 0-25-16,0 0 77 0</inkml:trace>
</inkml:ink>
</file>

<file path=ppt/ink/ink34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7:44.434"/>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69 60 1766 0,'-9'3'33'0,"1"0"26"16,1 1 33-16,-1-4 25 0,4 1 0 0,-4 1 0 15,2-2-7-15,3 0-5 0,0 0-10 0,-2 0 2 16,2 0-3-16,2 0 4 0,-1 0-1 0,1 0-8 16,-1 0-2-16,2 0-12 0,0 0-3 0,0 0-16 15,0 0-12-15,0 0-16 0,0 0-20 16,0 0 3-16,0 0-11 0,0 0 0 0,0 0 9 0,0 0-15 16,0 0 1-16,0 0 7 0,0 0-12 15,0 0 12-15,0 0 2 0,0 0-6 0,0 0 3 16,0 0-5-16,0 0-5 0,0 0 6 0,0 0-5 15,0 0 11-15,0 0-3 0,0 0-9 0,0 0 11 16,0 0-5-16,0 0 8 0,0 0 2 0,14 0-5 16,-2 0-1-16,3 0-3 0,3 0 2 0,4 0 0 15,4 0-1-15,4 0 3 0,5 0-1 0,4 0 6 16,5 0-9-16,5 0 0 0,7-7 7 0,3-2-9 16,5 5-4-16,6-3 13 0,1 3-10 15,5-2 7-15,6-2 19 0,2 3-23 0,4 3 7 0,2-2 0 16,5 1-11-16,4 1 19 0,1 0-11 15,5 2-3-15,4 0 7 0,-1 0-12 0,2 0 8 16,-1 0-5-16,-1 0 4 0,-2 11-6 0,0-3 5 16,-7 1 0-16,-3-9-3 0,-7 11 8 0,-1-5-6 15,-4 1 6-15,-5-1 2 0,-3-1-10 0,0-1 5 16,-5 1 5-16,-1-4-6 0,3 3 7 0,-3-1-3 16,-5-1-7-16,5 0 2 0,-8 0 0 0,0 0 4 15,-1 0-2-15,-6 1-2 0,-2-3 2 0,-6 1-6 16,-4-1 6-16,-7 1 0 0,-2-1-1 0,-9 0-3 15,-2 0 0-15,-3 0 0 0,-3 0 10 0,-5 0-1 16,-5 0-7-16,2 0-3 0,-4 0-2 0,1 0 1 16,-3 0 7-16,0 0-3 0,-1 0-5 15,1 0 0-15,0 0 6 0,0 0 3 0,0 0-9 16,0 0 5-16,3 0-3 0,1 0-2 0,-3 0 11 16,3 0-7-16,-1 0 1 0,3 0 1 0,2 0-14 15,-2 0 11-15,-1 0-2 0,1 0 3 0,-2 0 8 16,-1 0-7-16,1 0 1 0,-1 0-8 0,-2 0 12 15,-1 0 0-15,3 0-8 0,-6 0 8 0,5 0-7 16,-2 0 4-16,-2 0 1 0,1 0-3 0,1 0 1 16,3 0-1-16,-1 0-3 0,-1 0 6 0,1 0-2 15,1 0-5-15,-2 0 13 0,-1 0-4 0,0 0 1 16,0 0 1-16,-3 0-4 0,0 0 4 16,0 0 0-16,0 0 10 0,0 0-5 0,0 0-3 15,0 0 3-15,0 0-11 0,0 0 8 0,0 0 5 16,0 0-14-16,-7 0 3 0,-2 0-3 0,3 0-8 15,-2 0 13-15,-1 0 0 0,0-8-5 0,-2 8-1 16,-2-9-15-16,-1 3 11 0,-3 6 0 0,-3-6 6 16,-1 1 10-16,-6 5-23 0,1-5 10 0,-7 5-2 15,-7 0-4-15,1 0 18 0,-8 0-15 0,-8 0 5 16,-1 0-3-16,-5 0-4 0,-4 0 13 0,1 0 1 16,-8 0-2-16,3 0-3 0,-4 0-10 0,3 0 1 15,-5 0 8-15,-4 9 3 0,3-2-1 0,-4-1-4 16,1 0-3-16,0-2-7 0,-3 2 7 15,-1 0 1-15,1 2 1 0,-1 1 4 0,0-3 1 16,4-2-3-16,0 5-3 0,0-3 6 0,3 3-4 16,3-1-3-16,-3 2 9 0,3 0-2 0,-1 1-1 15,4-1-3-15,-6 0 1 0,6 0 3 0,-3 1 2 16,1-1 0-16,0 1-5 0,2-4 0 0,5 1 0 16,1-1 0-16,5 0 5 0,3 0-5 0,1-3-2 15,8 0 6-15,3 1-12 0,1 0 14 0,5-2-11 16,2 1 7-16,3 0 0 0,2-1-16 0,2-1 4 15,2 2 5-15,0-3 12 0,2 2-4 0,3-3 7 16,0 3-11-16,3-3-4 0,-1 0 6 16,3 0 2-16,2 2-1 0,3-2 1 0,3 0-5 15,-3 0-2-15,4 0 9 0,2 0-5 0,-2 0 0 16,2 0 3-16,0 0-3 0,-1 0 3 0,1 0 6 16,-1 0-1-16,1 0 7 0,2 0 1 0,-2 0-6 15,0 0 13-15,0 0-8 0,1 0 6 0,2 0 5 16,-2 0-1-16,4 0 4 0,-2 0-12 0,1 0 3 15,1 0-2-15,-1 0-6 0,2 0 5 0,0 0-6 16,0 0-14-16,0 0 7 0,0 0 3 0,0 0-3 16,0 0 7-16,0 0-9 0,0 0-6 0,0 0 1 15,0 0-1-15,0 0 0 0,0 0-4 0,0 0 6 16,0 0-6-16,0 0 9 0,0 0 9 16,0 0-12-16,0 0 5 15,0 0-13-15,0 0 2 0,0 0-5 0,0 0 11 0,0 0 1 0,8 0-12 16,-8 0 24-16,0 0-17 0,6 0 7 0,-3 0 6 15,0 0-14-15,2 0 9 0,1 0 0 0,3 0-6 16,-2 0 14-16,7 0-9 0,4 0 4 0,5 0 4 16,4 0-7-16,7 0 4 0,8 0-10 0,4 0 4 15,10 0-9-15,6 0 10 0,8 0 3 0,11-9-1 16,7 9 8-16,4-10-15 0,7 3 2 0,1 7 0 16,5-8 1-16,1 8 10 0,2-6-1 0,-4 6-6 15,-3-3 2-15,-2 0-9 0,-6 2 5 16,-1-2 2-16,1 3-5 0,0 0 7 0,-5 0-4 15,1 0 6-15,-7 0-6 0,5 0 9 0,-2 0-8 16,-6 0-1-16,-3 0-2 0,-3 0-9 0,-3 0 9 16,-5 0 2-16,-1 0 6 0,-7-7-4 0,0 7 2 15,-4-8-6-15,-3 8 2 0,-5-5 5 0,-1 5-6 16,-4-6 3-16,-7 2-1 0,-1 1-2 0,-4 2-3 16,-7-3 1-16,-3 4-5 0,-1 0 10 0,-5-3 11 15,-1 3-13-15,-2-3 10 0,-5 2-7 0,1-2-9 16,-4 3 11-16,-1 0-2 0,0-1 0 0,0 1 9 15,0 0-6-15,0 0 2 0,0 0-5 0,0 0-3 16,0 0 4-16,0 0 3 0,-7 0 4 16,7 0-1-16,0 0 9 0,0 0-14 0,0 0 9 15,0 0-3-15,0 0-3 0,0 0 8 0,-12 0-3 16,12 0 0-16,-11 0-2 0,-1 0-3 0,1 0-9 16,-3 0 4-16,2 0-6 0,-1 0-4 0,-4-11 8 15,-3 11-1-15,0-9-1 0,-2 1 5 0,-3 8 2 16,-3-9-9-16,-3 1 2 0,-2 0 4 0,-7 4-15 15,-2-2 13-15,-10 2-2 0,-1 0-1 0,-8-1 4 16,-7 3-7-16,-8-1 15 0,-6 2-16 16,-11 1 7-16,-5 0 4 0,-9 0-16 0,-5 0 17 0,-4 0-8 15,1 0 3-15,-6 11-1 0,2-11 1 16,2 9-4-16,5-1-5 0,1-8 28 0,8 6-3 0,7-6 8 16,3 4 15-16,11-4-11 0,9 0 6 15,8 0 5-15,9 0-3 0,9 0 12 0,10 0-7 16,5 0-10-16,5 0-14 0,7 0-28 0,2 0-2 15,8 0 5-15,-1 0 0 0,5 0-1 0,3-6 0 16,-2 6-5-16,4 0-25 0,1 0-24 0,0 0-51 16,0 0-58-16,0 0-70 0,0 0-46 0,0 0-29 15,0 0-17-15,9 0-21 0,-9 0-171 0,10 0-147 16,-3 14 81-16</inkml:trace>
</inkml:ink>
</file>

<file path=ppt/ink/ink34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7:49.341"/>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243 11 251 0,'-9'-5'1'0,"2"2"1"0,-1 3-2 15,8 0-1-15,-7 0 0 0,0 0 12 0,3 0 63 16,-1 0 134-16,1 0 71 0,1 0 14 0,1 0-23 16,-2 0-127-16,2 0-59 0,-1 0-3 0,0 0-30 15,2 0 15-15,-4 0-8 0,2 0-26 0,-2 0 15 16,2 0-17-16,0 0 6 0,0 0 4 15,0 0 1-15,-1 0-5 0,1 0-1 0,1 0 1 16,-1 0-14-16,0 0 23 0,-1 0-13 0,2 0 4 16,-3 0 2-16,4 0-14 0,-4 0 19 0,2 0 2 15,-3 0 0-15,3 0 7 0,-1 0-3 0,-2 0-10 16,1 0 6-16,-1 0-9 0,0 0-10 0,1 0-1 16,-1 0-17-16,-1 0-8 0,1 0-7 0,1 0-6 15,0 0 0-15,1 0 0 0,-1 11 0 0,1 0 13 16,2 2 0-16,-1-4-2 0,-1 5 6 0,-1 4-8 15,2 3-3-15,0 2 4 0,-1 4-1 0,0 3 12 16,4 1-11-16,0 1-3 0,0 2 3 0,0 0-15 16,0-3 18-16,13 2-4 0,-1-2 0 0,3-3 5 15,2-1-3-15,4 0 5 0,2-2-3 16,3-1 2-16,2-3 1 0,1-1-1 0,0-6-10 16,1 0 8-16,-2-1 0 0,-4-4 0 0,-1-3 13 15,0-1-14-15,-5-3 14 0,0-2 58 0,-3 0 51 16,-1 0 53-16,0 0 12 0,-2-15-38 0,-2-1-48 15,1-3-41-15,-2-2-21 0,2-4-20 0,-4-1 21 16,3-4 3-16,-3-1 2 0,-1-4 7 0,-3 2-35 16,-3 1-11-16,0-2-7 0,0 3-4 0,0-2 8 15,-18 5-7-15,0 0-5 0,1 4-21 16,-1 2-40-16,-2 3-38 0,-3 4-62 0,2 4-69 0,-3 4-56 16,1 2-45-16,0 3-52 0,0 2-198 15,2 0-11-15,0 0 90 0</inkml:trace>
  <inkml:trace contextRef="#ctx0" brushRef="#br0" timeOffset="440.89">793-578 2002 0,'0'-8'33'0,"0"1"19"0,0 2 14 0,-10 1 24 0,-1 4-34 16,11 0-15-16,-15 0-15 0,3 0-13 15,-1 19 12-15,3 1 12 0,-1 2 6 0,2 4 0 16,1 6-11-16,4 2-15 0,4 5-7 0,0 3-6 16,0 3 2-16,0 3-4 0,15 1 10 0,3 3 0 15,1-2 0-15,2-1 3 0,3 0-16 0,2-4 4 16,1-3-2-16,2-3-2 0,0-7 9 0,3-5-18 15,0-6 14-15,1-7-2 0,2-4-33 0,-1-10-38 16,2 0-71-16,-1 0-88 0,3-17-103 16,-2-3-238-16,4-1 37 0,-4-7 96 0</inkml:trace>
  <inkml:trace contextRef="#ctx0" brushRef="#br0" timeOffset="940.83">1574-939 2454 0,'-11'-11'45'0,"1"0"60"0,0 0 31 15,3 4 15-15,-2 2-35 0,3 4-86 0,1-3-36 16,1 4-20-16,4 0-12 0,0 0 21 0,0 14 9 16,0 0 5-16,13 4 2 0,4 5 5 0,3 6 2 15,2 3 0-15,7 5 1 0,2 4 6 16,1 4-7-16,4 3-8 0,-3-3 7 0,2 1-9 15,0-1 5-15,0-6 9 0,-1-1-9 0,-4-5 7 16,-3-5-5-16,-2-4-2 0,-3-5 3 0,-3-4-6 16,-4-2 10-16,-3-4 13 0,-6-4 12 0,0-1 47 15,-3-4 1-15,-3 0-10 0,0 0-19 0,0 0-39 16,-13 0-16-16,-1-15 2 0,-3 1 5 0,-3 0-13 16,-2 1 6-16,-3-2-5 0,-2 1 0 0,-3 2 6 15,-4-2-3-15,1 4-2 0,-2 1-3 0,0 5-2 16,3 4-1-16,2 0 3 0,1 0-4 0,5 0 0 15,1 14-1-15,4 2 1 0,1 1 8 0,5 5 3 16,0 2-4-16,6 2 6 0,1 3-10 16,1-1 2-16,5 0 6 0,0 1-5 0,0-3 8 0,0 1-1 15,17-1 4-15,-2-3-4 0,-1-2 0 16,2-1-1-16,3-3 0 0,-3-4 11 0,4 0 17 16,-2-2 53-16,2-5 29 0,0-6 16 0,1 0-7 15,2 0-43-15,0-19-32 0,3-3-31 0,4-5-4 16,-3-6-10-16,4-4-4 0,-1-3 14 0,0-5-23 15,-1-2-39-15,-1 0-59 0,-4-3-87 0,-4-1-69 16,-2 0-58-16,-5 0-56 0,0 1-230 0,-3 1-42 16,-5 3 100-16</inkml:trace>
  <inkml:trace contextRef="#ctx0" brushRef="#br0" timeOffset="1491.13">1335-1570 2470 0,'10'-13'64'0,"-1"0"42"0,-9 3 40 16,0 0 30-16,0 2-13 0,0-1-5 0,0 5-4 15,0-1-13-15,0 4-36 0,-11-2-26 0,11 1-30 16,-9 0-12-16,9 1-5 0,-9 1-19 15,9 0-8-15,-8 0-9 0,8 0-7 0,-4 0 2 16,4 0 1-16,0 0 7 0,-5 0 0 0,5 0 0 16,-5 9 4-16,5-9-12 0,-3 9 12 0,0-2 0 15,0-7-6-15,2 4 17 0,-4 0-19 0,2-2 20 16,2-2 21-16,1 0-1 0,-2 0 22 0,2 0 7 16,0 0-8-16,0 0 9 0,0 0-1 0,0 0-27 15,0 0-3-15,0 0-12 0,0 0-16 0,0 0 5 16,8 0-7-16,-8-8-4 0,7 8 0 0,-7-9-1 15,0 5 0-15,6-2-8 0,1-2 9 0,-3 2-12 16,-1-2 0-16,3 3 1 0,-3-1-30 0,2 0-13 16,1-1-10-16,-2 5-5 0,3 2 29 15,-1 0 22-15,1 0 10 0,4 0 6 0,1 11-12 16,2-1 10-16,2 7-8 0,1-1 18 0,1 4-4 16,2 1-2-16,-2 3 4 0,0-3-11 0,1 3 26 15,-4-3-27-15,0-2-1 0,0-3 7 0,-4-4-21 16,0-2 37-16,-1 0-12 0,-4-3-6 0,2-3 7 15,-4-1-12-15,-1-1 15 0,0-2 8 0,-1 0-16 16,0 0 12-16,-1 0 1 0,4 0-6 0,-1 0 12 16,5-15-12-16,2 2-1 0,4-5-1 0,3 1-4 15,4-4-27-15,0-3-36 0,1 0-63 16,1-1-95-16,-1-1-89 0,-3 3-84 0,-3-1-83 16,-1 1-254-16,-2-3 55 0,-3 2 119 0</inkml:trace>
</inkml:ink>
</file>

<file path=ppt/ink/ink34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7:51.989"/>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38 2566 2443 0,'-4'2'20'0,"-4"-2"17"16,2 0 11-16,0 0 12 0,3 0-2 0,-3 0 11 15,3 0 37-15,1 0 20 0,1 0 3 0,1 0-11 16,0 0-39-16,0 0-24 0,0 0-17 0,0 0-8 15,0 0-14-15,0 0 1 0,0 0 6 0,9 0-3 16,2 0 15-16,1 0 23 0,1 0 0 0,4-14 8 16,4 3-5-16,5-3-27 0,6-3-8 0,6-3-4 15,8-3-2 1,4-7-7-16,10-2-6 0,9-8-6 16,8-7-8-16,11-5 4 0,9-8 7 0,10-7-5 0,8-7 1 0,13-6-2 0,7-4 0 0,15-8-3 15,10-2 5-15,8-7-2 0,5-5-3 16,7-5-12-16,5 0 11 0,2-7 11 0,-2 4 4 15,-4-5 17-15,-8 4-3 0,-8 3-30 0,-10 10-3 16,-10 5-5-16,-15 10-14 0,-14 8 26 0,-13 11-2 16,-13 8 11-16,-15 10-5 0,-14 7 7 0,-11 7 33 15,-12 8 19-15,-10 8 47 0,-9 3 26 0,-5 9 9 16,-8 2 7-16,-3 1-18 0,-3 3-26 0,0 2-18 16,0 0-20-16,0 0-12 0,0 0 19 0,0 0-18 15,-10 0 5-15,10 0-8 0,-13 0-24 0,7 0-9 16,-1 0-25-16,7 0 5 0,-6 0-9 0,0 0 4 15,6 0 5-15,0 0-14 0,0 0 13 16,0 0-9-16,0 0-4 0,0 0 4 0,0 0-5 16,0 0 6-16,0 0-2 0,0 0 1 0,0 0-10 0,0 0 0 15,0 0 5-15,0 0 5 0,0 0 6 16,0 0 4-16,0 0 0 0,0 0-17 0,0 0 13 16,0 0-1-16,0 0 1 0,0 0 8 0,0 0-12 15,0 0-1-15,0 0 13 0,0 0 1 0,0 0-5 16,0 0 4-16,0 0-17 0,0 0 22 15,0 0-9-15,0 0-5 0,0 0 14 0,0 0-22 16,0 0 22-16,0 0-13 0,0 0 4 0,0 0 4 0,0 0-13 16,0 0 22-16,0 0-17 0,0 0-1 0,0 0 14 15,0 0-9-15,0 0-4 0,0 0 8 16,0 0-4-16,0 0-9 0,0 0 14 0,0 0-10 0,0 0 1 16,0 0 13-16,0 0-9 0,0 0-8 15,0 0 8-15,0 0-5 0,0 0 10 0,0 0 7 16,0 0-16-16,0 0 4 0,0 0-9 0,0 0 9 15,0 0 9-15,0 0-10 0,0 0 10 0,0 0-8 16,0 0 3-16,0 0 0 0,0 0 0 0,0 0 0 16,0 0-4-16,0 0 4 0,0 0 11 0,0 0-6 15,0 0-9-15,0 0 4 0,0 0-18 0,0 0-16 16,0 0-37-16,0 0-67 0,0 0-48 0,0 0-13 16,0 0-4-16,0 0 20 0,0 0-11 0,0 0-32 15,0 0-55-15,0 0-65 0,0 0-51 0,0 0-82 16,0 0-191-16,0 0 56 0,0 0 114 15</inkml:trace>
</inkml:ink>
</file>

<file path=ppt/ink/ink34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7:53.022"/>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35 212 2382 0,'-4'0'26'0,"-2"0"30"0,1-9 15 0,-1 9 12 16,3 0-15-16,0-9-26 0,-1 9-7 0,4 0-7 16,-3 0-17-16,3 0-4 0,0-6-9 0,0 2 12 15,0-3 9-15,0 1 11 0,13-6 4 16,1 0-14-16,0-2 2 0,1-3-11 0,-2-1-6 0,4-1-5 16,-2 1 2-16,0 3-1 0,-1 2 8 15,-3 0-6-15,-1 6 6 0,-2 1 3 0,-3 2 4 16,-1 2 11-16,-2 1-13 0,-2 1-2 0,0 0-14 15,0 0-3-15,0 0-3 0,0 0-4 0,0 0 6 16,0 0-2-16,0 0-5 0,0 0 14 0,0 0-5 16,0 0 2-16,0 0 10 0,0 0-14 0,0 9 10 15,9-9 1-15,-9 10-4 0,10-4 3 0,-1 3-7 16,-1 1 2-16,1-3-4 0,0 3 6 0,0 1 9 16,1 1-9-16,-4 2 6 0,1-3 3 0,2 1-15 15,-3 0 6-15,2 1 0 0,-3 0 3 16,-1-1-3-16,2 0 1 0,-1-2-1 0,-1 1-2 0,-1 2-19 15,2-4-47-15,-1 0-63 0,1-3-93 16,1 2-71-16,-3-5-137 0,0-3-199 0,0 0 86 16</inkml:trace>
  <inkml:trace contextRef="#ctx0" brushRef="#br0" timeOffset="943.69">663-360 2620 0,'6'-21'25'0,"-2"4"32"16,-4 2 35-16,0 1 22 0,0 6-4 0,0 2-20 16,0 2-22-16,0 0-21 0,0 4-32 0,0 0-14 15,0 0-17-15,0 0-9 0,0 0 12 0,0 0-2 16,0 0 8-16,0 14 7 0,0-2-2 16,0 2 5-16,0-3 0 0,0 3-4 0,0 3 0 15,0 0-1-15,0 0-2 0,0 0 9 0,0-3-2 16,0 0-3-16,0-2-4 0,0-1 1 15,0 2 5-15,0-5-1 0,0 2 1 0,0 0-6 0,0-2 6 16,0-1-4-16,0 1 4 0,8 1-3 0,0 0-3 16,-1-1 2-16,1 1 0 0,-2 0 6 0,3-2-4 15,0 1 5-15,0-2-4 0,3-1-4 0,0 4 3 16,1-7-6-16,0 4 7 0,1-2-6 16,0-4 3-16,-1 5 9 0,-1-5-10 0,-1 2 11 15,0 0-13-15,-2-2 6 0,-2 2-1 0,-1-2-3 16,-1 3 6-16,1-1-15 0,-3-2 8 0,0 1-2 15,-1 2-2-15,-2-1 12 0,0 0-8 0,0 2 4 16,0-3 4-16,0 3-3 0,0-1 13 0,0 1-3 16,0 2 2-16,-9 0 5 0,9 1-8 0,-11 1 5 15,0-1 0-15,1 1-9 0,-1 3 2 0,0-4-4 16,-1-1-5-16,2-2 13 0,-1-2-4 0,-3 1 2 16,4-3-3-16,-2 0-8 0,1 0-5 0,2 0-1 15,-2 0 6-15,4-13-5 0,-3 4 3 0,3-3-6 16,1-4 1-16,1 1 2 0,2 0 1 15,0-3 2-15,3 1 2 0,0-4 6 0,0 1 0 16,0-5-1-16,0 0-5 0,14 2-7 0,-5-3 5 16,0 0 2-16,-1 0 6 0,1 1-1 0,-2-2-2 15,-1 0 3-15,-1 3-1 0,0 0 20 0,1 3 18 16,-3-2 21-16,1 6 12 0,-4 0-6 0,0 3-17 16,0 3-8-16,0 0-26 0,0 2-12 0,0 1-4 15,-13 0-12-15,2 5 10 0,-3-2-12 0,-2 2 4 16,-1 3-10-16,-3 0 0 0,2 0 10 0,-2 0-3 15,-1 14 5-15,1 1 1 0,-1 3 1 0,0 3 6 16,-1 3-2-16,3 1 0 0,-1 5-9 16,2-2-12-16,1 0 6 0,2 0 2 0,3-1 4 15,4-1 11-15,3-5-7 0,2 2-4 0,3-5 7 16,0-1-3-16,0 1-3 0,16-1 8 0,-1 0-6 16,0-3 1-16,2 0 11 0,1 0-8 0,3-6 9 15,2 1-1-15,4-3-1 0,2 0 6 0,6-3 0 16,1-3-3-16,2 0 2 0,2 0-4 0,1 0-15 15,-2 0 23-15,1-13-7 0,-5 13 3 0,-3-7-1 16,-5 7-23-16,-4 0 7 0,-5 0-8 0,-3 0 9 16,-6 0 4-16,-1 0 3 0,-3 0 16 15,-4 0-4-15,-1 11 1 0,0 6 1 0,0 2-9 16,-17 4 0-16,1 0 5 0,-6 3-9 0,1 1 5 16,0 2 3-16,-3-3-1 0,1-1 6 0,-2-4 19 15,4-4 21-15,1-5 21 0,2-2 3 0,2-10-16 16,0 0-27-16,3 0-29 0,1-20-13 0,1-3 3 15,2-8 21-15,1-4-8 0,2-8 13 0,6-9-10 16,0-3-9-16,0-8 11 0,0 0-10 0,14-2 6 16,-1 2-17-16,1 2-1 0,1-1 4 0,2 7-8 15,-3 0 14-15,1 8-6 0,2 2-7 0,-2 3-38 16,-2 3-44-16,1 7-87 0,-3 2-84 0,1 4-52 16,0 1-44-16,0 4-41 0,-1 4-242 15,1 4-4-15,0 2 88 0</inkml:trace>
  <inkml:trace contextRef="#ctx0" brushRef="#br0" timeOffset="1427.46">1346-1039 3094 0,'5'-15'67'0,"-2"1"74"0,-3 0 49 16,0 3 35-16,0 4-39 0,0 4-52 0,0-4-23 15,-9 6-31-15,9 1-5 0,0 0-21 0,-11 0-30 16,11 0-19-16,0 0-18 0,-8 0-7 0,8 0-6 15,-4 0 29-15,-1 18-19 0,-1 2 20 0,3 1 6 16,-3 3-22-16,-2 6 28 0,2 4-19 0,-1 4 2 16,-1 4 1-16,2-3-11 0,0 4 8 0,-2-1-2 15,5-3 6-15,2 0 4 0,-2-2-16 16,3-5 2-16,0-1-3 0,0-4-8 0,0-4 19 16,0-2 4-16,12-4 5 0,-1-1-4 0,-1-4-2 15,1 1-6-15,3-5 0 0,-1 1 5 0,1-3 5 16,4-3 6-16,2-3-4 0,1 0-1 15,2 0 3-15,0-9-9 0,1-5-4 0,-1 1-33 0,0-2-30 16,-4-1-19-16,0 1-37 0,-3-4-13 16,-1-2-39-16,-4 0-23 0,-2-2-15 0,-3-1-8 0,-6-4 41 15,0-2 46-15,0 1 59 0,0-3 54 16,-13 1 13-16,-1-1 3 0,-3 2 25 0,2 2 29 16,-2 1 58-16,2 0 57 0,-2 3 26 0,4 6 19 15,2 4-30-15,0 1-50 0,4 4-42 0,1 5-51 16,3 4-36-16,3 0-11 0,0 0-13 0,0 0 1 15,0 0 5-15,0 9 12 0,0 0 3 0,10 3-4 16,4 7 13-16,0 1-9 0,4 5 6 0,3 4 5 16,4 4-5-16,0 5 7 0,3 3-11 0,1 0 8 15,-1 4-19-15,1 2-56 0,0-1-50 0,-3 2-103 16,0 2-97-16,-7-1-93 0,0-1-187 0,-7 3-133 16,-3-3 113-16</inkml:trace>
  <inkml:trace contextRef="#ctx0" brushRef="#br0" timeOffset="2029.85">-188 353 2585 0,'0'0'32'0,"0"0"31"15,0 0 17-15,0 0 22 0,0 0-24 16,0 0-7-16,0 0-7 0,0 0-11 0,0 0-8 0,0 0-22 16,0 0-10-16,0 0-10 0,9-14-7 15,2 0 3 1,1-5 5-16,5-2 2 0,3-4 10 0,5-4-1 0,4-2 5 0,3-4-9 0,5 0 1 15,1-4-9-15,1 5-5 0,-1 4-5 0,1 5-2 16,-2 4-1-16,-2 6 5 0,-5 4 0 0,-4 5 1 16,-3 6 1-16,-3 0-7 0,-4 11 39 0,-2 6 32 15,-2 3 43-15,-1 7-1 0,-2 3-27 0,0 6-34 16,0 4-35-16,0 1 7 0,-1 0-2 0,-1 3-7 16,1-3-4-16,0 2-11 0,-1-4 9 0,2 2 2 15,0-7 1-15,0 1 8 0,2-2-11 0,1-3 2 16,-3-3 0-16,2-2 0 0,0-5 3 15,-4-3 7-15,2-1 0 0,-1-4-3 0,0-1 3 16,-2-3-9-16,-2 1-32 0,1-3-56 0,-1 1-90 16,-1-3-95-16,0 0-41 0,0-1-47 0,-1-1-78 15,-2 0-184-15,0 1 32 0,0 0 99 0</inkml:trace>
  <inkml:trace contextRef="#ctx0" brushRef="#br0" timeOffset="3061.71">2383-812 2418 0,'-9'9'35'0,"-1"-3"49"0,-3 0 54 0,1-3 51 0,0 2 23 16,2-1-2-16,-3-2-6 0,4 2-22 0,0-3-54 16,3 2-50-16,2 0-47 0,1-1-31 0,-1 0-6 15,3-2 4-15,1 0-10 0,0 0 7 0,0 0-3 16,0 0-2-16,0 0 5 0,12 0 2 16,2-15 11-16,2 2 2 0,4-5-1 0,1-3 5 0,5-1-16 15,2-4 4-15,5-2-6 0,-1-4-2 16,4 2 12-16,-2-3-1 0,1 3 5 0,-5 2-7 15,-1-3-2-15,-3 6-6 0,-5 3 11 0,-6 3-1 16,-1 6 8-16,-8-2-10 0,-6 5 0 0,0-1-4 16,0 0-7-16,-14 3 1 0,-2 1 4 0,-3 0-3 15,0 1 5-15,-4 5 9 0,-1-2-1 0,-1 3 22 16,1 0 9-16,1 0 2 0,0 0-4 0,7 0-24 16,2 11-12-16,3-11-9 0,2 10-4 0,5-10 6 15,4 0 0-15,0 0 4 0,0 8-14 0,0-2 19 16,16-6 0-16,0 7-28 0,2 0 46 15,6-1-20-15,2 3-2 0,3-5 24 0,6-1-32 0,0 2 2 16,0 0 4-16,-2-1 13 0,0-2-8 16,-2 3 2-16,-7 0 2 0,-1 1-15 0,-5 0 10 15,-4 4-2-15,-5-1 0 0,-5 7 10 0,-4 2-20 16,0 9-47-16,-15 2-121 0,-3 9-134 0,-6 5-131 16,-4 3-190-16,-4 1-193 0,-2 0 129 0</inkml:trace>
  <inkml:trace contextRef="#ctx0" brushRef="#br0" timeOffset="5199.6">3205-1787 1521 0,'-8'0'54'0,"8"0"22"0,0 0 18 0,0 0 13 16,-6 0-38-16,6 0 2 0,0 0-15 15,-3 0 4-15,3 0-1 0,0 0-12 0,0 0 15 16,0 0-15-16,0 0-1 0,0 0-1 0,0 0-13 15,0-11 3-15,0 11-10 0,0 0-11 0,0-7 2 16,6 7 8-16,3-10 7 0,2 2 6 0,0-6-3 16,4 0-7-16,3-4-5 0,5 0-8 0,3-3-3 15,3-2-6-15,-1-1-5 0,3 3 0 0,-1 1-10 16,1 3 7-16,-4 3-10 0,-4 3 3 0,-2 4 11 16,-1 2-8-16,-5 5 5 0,-3 0 3 0,0 0-7 15,-4 0 8-15,-1 11 4 0,-1 0 4 0,-3 4 5 16,-1 2-4-16,-2 3 1 0,0 4 13 15,0 4-17-15,-14-1-5 0,2 4 2 0,-3-2-17 16,1 0 14-16,1-3 1 0,2-2-1 0,-1-6 3 16,1-2-5-16,4-5 5 0,1-3-10 0,6-1 0 15,-5-2 5-15,5-4-7 0,0-1 5 0,0 0-6 16,0 0 1-16,0 0 5 0,0 0 2 0,0 0 0 16,14 0-3-16,-4-10 1 0,4 1-1 0,3 9 1 15,-2-11 0-15,2 3 3 0,-2 0-7 0,0 0-1 16,0 4-4-16,-1 4 1 0,-2 0 5 0,0-4-2 15,-3 4 6-15,0 0 2 0,-1 0-1 0,-2 0 5 16,0 0-5-16,-1 0 2 0,-1 11 8 0,-1-2 6 16,-1-9 29-16,-1 10 12 0,1-3 0 0,-2 3-1 15,0-1-26-15,0 2-9 0,0 2-3 16,0 2-6-16,-12 0-1 0,-2 2-34 0,3-1-74 16,-2 3-64-16,-1 2-63 0,-1-5-45 0,0 1-53 15,-1-2-233-15,1-2 19 0,0-2 72 0</inkml:trace>
  <inkml:trace contextRef="#ctx0" brushRef="#br0" timeOffset="5620.15">3958-2240 2626 0,'0'-9'29'0,"0"-2"43"15,-10 3 26-15,10 1 33 0,-17 2-10 0,5 0-4 16,1 4 0-16,4-1-22 0,-1 0-12 0,0 2-48 16,8 0-25-16,-7 0-9 0,2 0-20 0,2 0 4 15,3 11 8-15,0 0-5 0,-4-1 8 0,4 1 11 16,0 3-11-16,0 3 2 0,0 0 2 0,0 3 4 16,0 1-4-16,12 1 6 0,-2 0 4 0,3 1-11 15,-3 0 6-15,4-1-3 0,-4-3 0 0,3 2-2 16,-3-4 5-16,4-1-3 15,-3-2-4-15,-1-4 5 0,-1 0-5 0,2-2 1 0,-2-4 5 16,-1-1 1-16,2-3 5 0,-1 0 12 0,2 0 25 16,1-11 1-16,2-5-1 0,0-3-13 0,1-3 3 15,0-2-7-15,2-4-8 0,-2 0 5 0,-2-2-14 16,0-2 3-16,-4-2-3 0,-3 3 8 0,-3-3-24 16,-3 5 4-16,0 1 3 0,0 0-8 0,0 2 7 15,-17 5-17-15,3 1-9 0,-1 5-50 0,-1 1-52 16,0 4-52-16,-2 2-67 0,0 4-46 0,0 4-23 15,-2 0-28-15,3 0-62 0,2 0-204 16,-2 12 68-16,2-1 93 0</inkml:trace>
  <inkml:trace contextRef="#ctx0" brushRef="#br0" timeOffset="6087.92">4516-2638 1947 0,'0'-2'20'16,"-11"-3"18"-16,11 2 29 0,-8 2 26 0,8-3 4 15,-9 3 13-15,3-1 4 0,6 1 4 0,-4-2 5 16,4 2-9-16,-3 1-12 0,-2 0-18 0,4 0-12 15,-2 0-18-15,3 0-14 0,-4 0-13 0,3 0-18 16,-1 0-6-16,1 0-7 0,-1 8-5 0,2-8 2 16,0 13-1-16,0-4 0 0,0 2 6 0,0 1-3 15,0 1 5-15,0 2-3 0,0 0-1 0,0 3 9 16,0 1-8-16,14 0 11 0,-2-1-3 0,-3 0 0 16,2 0-3-16,-2 2 0 0,2-2 1 15,-2-1-9-15,0-2 10 0,0-2-5 0,0-1 3 0,0-2 4 16,0-4 0-16,-1-1 36 0,1-1 49 15,2-4 32-15,-1 0 4 0,2 0-26 0,1-18-30 16,2 0-36-16,-2-1 7 0,4-2 0 0,0-5-10 16,0-2 0-16,-2 0 1 0,2-3-8 0,-5 1-10 15,-2-1 0-15,-2 0-12 0,-2 0-1 0,-5 3 1 16,-1 1 7-16,0 3-10 0,0 2-6 0,-12 1-1 16,0 3-21-16,-1 3-29 0,-1 4-52 0,-3 1-95 15,-1 3-93-15,1 1-86 0,-1 3-54 0,-3 3-139 16,1 0-118-16,-3 0 120 0</inkml:trace>
  <inkml:trace contextRef="#ctx0" brushRef="#br0" timeOffset="9228.19">4862-2225 2524 0,'0'-8'26'0,"0"8"7"0,0-7 10 16,0 7 24-16,7 0 2 0,-7 0 7 15,11 0-1-15,-3 0-13 0,2 0-32 0,2 0-10 16,-1 0 0-16,4 0 20 0,2 0 4 0,1 0-1 16,0 0-8-16,2 0-25 0,1 8-1 0,-1 3-2 15,-2 0 5-15,1 1 2 0,-6 1 8 0,-1 5 8 16,-4 7-56-16,-8 6-130 0,0 8-164 15,0 5-323-15,-20 6-148 0,-2 4 122 0</inkml:trace>
  <inkml:trace contextRef="#ctx0" brushRef="#br0" timeOffset="7765.32">6323-3950 1353 0,'0'-2'41'0,"0"1"33"0,0 1 34 15,0 0 19-15,0 0-20 0,0 0-9 0,0 0-10 16,0 0 3-16,0 0 7 0,0 0 7 0,0 0-4 16,0 0 3-16,0 0 2 0,0 0-9 0,0 0-2 15,-6 0-5-15,6 0-8 0,-5 0-11 0,5 0-4 16,-6 0-5-16,3 9-12 0,0-9-1 16,2 3-16-16,-4-3-14 0,0 5-6 0,2-5-13 15,0 3 4-15,-1 0 2 0,1-1-9 0,-2 1 9 16,2 0-11-16,0-2 3 0,0 3 7 0,2-2-12 15,-2-2 14-15,1 2-10 0,1 1 1 0,-1-2 2 16,1 2-5-16,-3-1 6 0,4 0 0 0,-3 3-5 16,0-5 1-16,2 4-2 0,-2 1-1 0,0 0 12 15,-2-1-4-15,4 1-3 0,-2 1 3 0,1-1-12 16,-1 1 10-16,0-4-1 0,0 3 13 0,3-3-3 16,0-2-5-16,0 2 6 0,0 0-13 0,0-1 14 15,0-1 11-15,0 0 0 0,0 0 8 16,0 0-10-16,0 0 5 0,0 0-9 0,0 0-10 15,0 0 10-15,0 0-12 0,0 0 21 0,0 0-11 16,0 0-6-16,0 0 4 0,0 0-20 0,0 0 13 16,0 0 1-16,0 0-7 0,0 0 4 0,0 0 0 15,0 0-10-15,0 0 6 0,0 0-4 0,0 0-4 16,0 0 5-16,0 0-3 0,0 0-6 0,0 9 13 16,0 1 5-16,0-1-11 0,0 2 16 0,0 3-12 15,0 2-2-15,0 3 5 0,0 3-8 0,9 1 10 16,0 1 0-16,0 3 3 0,1-2 1 0,-1 1-6 15,1-1-3-15,2 1-4 0,-1-3 7 0,1-2-3 16,0-3 1-16,2-4 12 0,-2-1-9 0,0-4 0 16,0-1 0-16,2-3 0 0,0-5 36 15,-1 0 25-15,3 0 14 0,0 0 5 0,1 0-31 16,3-18-11-16,1 1-3 0,2 0-3 0,-2-7 24 16,2-2-5-16,-3-1 4 0,1-4-6 0,-4-2-19 15,-2 2 1-15,-5-3-8 0,-2 0-17 0,-3 2 4 16,-5-2-10-16,0 3 3 0,0-2 3 15,-19 4-20-15,0 1-12 0,-1 3-28 0,-3 4-15 0,0-1-45 16,-3 7-64-16,1 0-95 0,-3 6-109 0,-1 3-71 16,1 6-103-16,-3 0-212 0,-1 0 134 15</inkml:trace>
  <inkml:trace contextRef="#ctx0" brushRef="#br0" timeOffset="6991.86">5770-3506 2351 0,'0'-9'37'0,"0"2"42"0,0 0 48 16,0-1 39-16,0 6 6 0,-12 0-6 0,12-1-11 16,-12 1-15-16,12 0-32 0,-11 2-25 0,4 0-34 15,7 0-15-15,-7 0-34 0,7 0-20 0,-6 0-1 16,6 0-11-16,-3 11 19 0,0 2 12 16,3-1 7-16,-4 4 0 0,1-1 5 0,0 7-3 15,0 4-7-15,1 4-3 0,-1-1 2 0,3 0 2 16,0 4-8-16,0-4 4 0,0 1 4 0,0-5-12 15,9-3 8-15,-9-3 0 0,14-2-9 0,-3-3 18 16,-1-4-5-16,-1-3 0 0,2-2 12 0,0 0 18 16,1-5 27-16,1 0 11 0,3 0-5 0,2-18-16 15,3 0-28-15,0-2 7 0,2-3 4 0,-2-4 9 16,2-1 12-16,-3 1-2 0,-2 0-10 0,-4-2-11 16,-2 2-18-16,-5-1-18 0,-2 1 15 0,-5 0-14 15,0-1 13-15,0 2-13 0,0-2-37 16,-15 2-19-16,0 3-32 0,-1 3-40 0,0 0-74 15,-1 6-102-15,-3-2-98 0,2 5-96 0,-3 7-242 16,0 4 70-16,-2 0 122 0</inkml:trace>
  <inkml:trace contextRef="#ctx0" brushRef="#br0" timeOffset="6550.01">5109-2995 2614 0,'0'-4'33'16,"0"0"33"-16,0 0 19 0,-12-3 15 0,12 5 5 15,-15-3 4-15,4 3 24 0,1-1 12 0,-1 2-32 16,4 1-26-16,-1 0-51 0,2 0-27 16,6 0-14-16,-6 0-8 0,6 0-5 0,0 0 7 15,0 0 8-15,0 11-4 0,0-2 40 0,0 3-31 16,-3 0 0-16,1 2 5 0,2 2-30 0,0 3 30 15,-3-1-7-15,3 1-9 0,0-2 9 0,0 1-2 16,0-2-4-16,0 1 2 0,0-1 4 0,0-1-7 16,0-2 5-16,0 3 11 0,11-6-18 0,-5 3 11 15,2-3-2-15,-8 0-3 0,10-2-6 0,-2-2 3 16,1 1 15-16,0-3-5 0,2-4 15 0,-1 0-14 16,4 0 6-16,0 0 5 0,4-12 15 15,0-1 16-15,3-5-4 0,-1-1 5 0,3-1-6 0,-2-4-8 16,0-1 0-16,1-2 1 0,-6 2-3 15,0-1-1-15,-4 0-7 0,-5 1-11 0,-1 0-10 16,-6-1-4-16,0 3 1 0,0 1-4 0,-12 0-4 16,-3 1-13-16,-2 3-20 0,1 2-24 15,-4 0-41-15,-1 5-60 0,-1 2-74 0,0 3-77 0,-1 6-56 16,0 0-52-16,0 0-221 0,0 11 20 0,2 0 103 16</inkml:trace>
</inkml:ink>
</file>

<file path=ppt/ink/ink34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7:51.025"/>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552-278 1755 0,'12'0'32'0,"2"0"37"15,4 0 39-15,2 0 47 0,3 0-5 0,4 0-6 16,6 0 10-16,4 0-25 0,7 0 22 0,3 11-8 16,6-2-51-16,6 3-18 0,5 4-35 0,8 5-15 15,5 3 6-15,3 6-2 0,4 6-12 0,0 5-10 16,-1 7 5-16,-6 3 2 0,-4 6 13 15,-9 6-26-15,-11 6-37 0,-7 2-85 0,-14 3-89 16,-9 2-54-16,-10 3-82 0,-13 0-100 0,0 1-193 16,-23-3 79-16</inkml:trace>
</inkml:ink>
</file>

<file path=ppt/ink/ink34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7:55.574"/>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100 1769 3032 0,'-14'17'5'0,"0"-3"19"15,1-5 32-15,-3 0 16 0,6 1 28 0,-1-6 1 16,2 0-15-16,1 1-16 0,2-4-45 0,5 0-12 15,1-1-20-15,0 0 30 0,0 0 34 0,14-13-17 16,2-4 13-16,10-9-20 0,9-7-22 0,14-12 11 16,11-13-12-16,18-10-11 0,14-13-1 15,15-13 2-15,11-6-1 0,10-7 8 0,8-5 1 0,6-3-5 16,2 1-1-16,2 3-12 0,-3 4 4 16,-5 7 0-16,-5 10 5 0,-8 5 5 0,-10 12 4 15,-13 9-4-15,-11 6-7 0,-15 11 12 0,-14 8 11 16,-13 9 49-16,-14 6 67 0,-11 10 76 0,-7 3 76 15,-8 6 65-15,-9 3-20 0,0 2-70 0,0 0-104 16,0 0-109-16,0 0-42 0,-11 0-19 0,1 0 7 16,2 0-5-16,-1 0 0 0,2 0-4 0,-3 0 3 15,3 0 0-15,1 0 1 0,6 0-5 0,-8 0-4 16,8 0-2-16,0 0 2 0,0 0-1 16,0 0-11-16,0 0-16 0,0 0-21 0,0 0-8 0,0 0 4 15,0 0 21-15,0 0 21 0,0 0 22 0,0 0-11 16,0 0 6-16,0 0 6 0,0 0-19 15,0 0 37-15,0 0-18 0,0 0-13 0,0 0 6 16,0 0-37-16,0 0-19 0,0 0-27 0,0 0-23 16,0 0-8-16,0 0-6 0,0 0-6 0,0 0-6 15,0 0-11-15,0 0-55 0,0 0-69 0,0 0-96 16,0 0-65-16,0 0-31 0,0 0-147 0,0 0-8 16,0 0 112-16</inkml:trace>
</inkml:ink>
</file>

<file path=ppt/ink/ink34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8:01.852"/>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-2 2400 2119 0,'3'0'22'0,"-1"-8"6"0,-1 8 9 16,-1-10 15-16,0 10 2 0,0 0 29 0,0 0 27 15,0 0 15-15,0 0 4 0,0 0-20 0,0 0-15 16,0 0-24-16,0 0-17 0,0 0-15 0,0 0-9 16,0 0-4-16,0 0 5 0,0 0 2 0,0 0-1 15,0 0 16-15,0 7-10 0,0-7 14 16,0 0-4-16,0 0-11 0,0 0-5 0,0 0-14 0,0 0-4 15,0 0-9-15,0 0 3 0,0 0-16 16,0 0 1-16,0 0 3 0,0 0-1 0,0 0 14 16,0 0 1-16,0 0 15 0,0 0 2 0,8 0 10 15,-1 0 13-15,3 0-9 0,0 0 9 0,2 0-14 16,5-10-12-16,1-1-10 0,7-3-8 0,3-5-2 16,7 0 3-16,5-7 13 0,7-5-4 0,9-3-3 15,8-6-6-15,10-6-9 0,10-6-5 0,11-5 8 16,10-2-5-16,9-7 1 0,9-5 8 0,6-4-13 15,6-4 14-15,7-5-18 0,3-5 2 0,6-4 9 16,5 1-3-16,1-3 6 0,2-1-12 0,-1 0 2 16,2 0-5-16,-4 8-3 0,-4-1 8 15,-6 7 4-15,-10 1 2 0,-5 5 0 0,-7 3 3 16,-10 5-7-16,-10 5-1 0,-10 5 10 0,-12 6-5 16,-9 5 6-16,-13 7 31 0,-11 6 30 0,-8 6 21 15,-11 8 32-15,-10 5 7 0,-5 4-3 0,-4 4-4 16,-5 1-22-16,-6 6-31 0,0 0-12 0,0 0-11 15,0 0-22-15,0 0 3 0,0 0-25 0,0 0 5 16,0 0 21-16,0 0-17 0,0 0 10 0,0 0-26 16,0 0-3-16,-6 0-2 0,6 0 6 15,0 0 7-15,0 0-26 0,0 0-3 0,0 0-50 0,0 0-23 16,0 0-12-16,0 0-27 0,0 0 20 16,-6 0-17-16,3 0-64 0,0 0-54 0,-5 0-83 15,2 0-63-15,-6 0-94 0,-3 16-249 0,-9-16 106 16</inkml:trace>
</inkml:ink>
</file>

<file path=ppt/ink/ink35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8:27.790"/>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-5716 4330 1877 0,'-15'0'28'15,"-5"0"34"-15,2 0 32 0,-2 0 25 0,2-8 5 0,-3 8 3 16,1-12-1-16,2 4-7 0,-2 1-9 0,0 7-6 16,2-7 8-16,1 1 7 0,1-1-10 15,1 3-18-15,-1-1-23 0,3 1-12 0,1-3-13 16,-1 6-9-16,4 1-13 0,3-5-21 0,3 4-5 15,2 1-5-15,-2 0 2 0,3 0 6 0,0 0 3 16,0 0 2-16,18 0-1 0,0 0-2 0,6 0 1 16,5 0 1-16,6 0-9 0,9 0 6 0,2-12-1 15,7 12-4-15,2-11 4 0,-1 11 0 0,-1-8 0 16,1 8 1-16,-3 0 2 0,-4 0-7 0,-3 0-3 16,-4 0 7-16,-2 0 4 0,0 0 3 0,-2 0-5 15,1 0-35-15,-4 0-17 0,-6 0-6 0,1 0 7 16,-7 0 31-16,-3 0 15 0,-6 0 9 0,0 0 0 15,-7 0 3-15,-3 0 0 0,-2 0 2 16,0 0 3-16,0 0-5 0,0 0 0 0,0 0-8 16,-14 0 0-16,0 0 5 0,-1 0 10 0,0 0 9 15,-3 0-38-15,-4 0-4 0,-2 0 0 0,-5 0 3 16,-1 0 49-16,-1 0 17 0,1 0-1 0,-5 0-24 16,-1 0-16-16,-5 0-23 0,-2 0-12 0,-2 0 17 15,-6 13-1-15,-2-1 7 0,-4 0 4 0,-1-4 0 16,0 1 5-16,5 0 6 0,4-1-5 0,4-1 4 15,7-3-7-15,6 0-4 0,8 0-1 0,6-4-11 16,4 3 7-16,5 0 0 0,4-3 1 16,5 1 7-16,0 1 2 0,0 0-1 0,17-1 3 0,4-1-2 15,6 0 2-15,8 0-3 0,8 0-1 16,9 0 0-16,7-16-9 0,5 3-2 0,2 2 9 16,3-2-5-16,-1 1 3 0,2 0 10 0,-2 2-9 15,-4-1 1-15,-3 3 5 0,-7 1-4 0,-2-2-32 16,-2 1 4-16,-4-3-8 0,-5 5-4 0,-5-2 32 15,-7 0-3-15,-6 5 3 0,-3-2 7 16,-4 2-7-16,-10 1 1 0,-6 2-3 0,0 0-6 0,0 0 8 16,-19 0-3-16,-3 0 3 0,3 0 5 0,-3 11 1 15,-2-2 9-15,-3-3 0 0,-4 3 2 16,0 2 1-16,-6-3-12 0,-2 2 15 0,-5 0 2 0,-4 3 2 16,1-1 10-16,0 1-12 0,2 0-6 15,4 1-6-15,7-4-6 0,4-1-3 0,10-2-6 16,5-2 11-16,6-2-4 0,9 0 2 0,0-2 8 15,0 1-6-15,15-2 5 0,3 0 0 0,4 0-4 16,-1 0-3-16,5 0 4 0,1 0 0 0,2 0-5 16,0-12 2-16,-2 12-4 0,-1-9 1 0,-2 9 2 15,-3-9 1-15,-1 9-1 0,0-9 2 0,-3 6 2 16,-4 3 0-16,1-5 1 0,-3 1-4 0,-2 4 1 16,0 0-1-16,-3 0 3 0,-3 0 14 0,0 0 8 15,-2 0 14-15,1 0 7 0,-2 0-6 0,0 0-8 16,0 0-5-16,0 0-4 0,0 0 8 15,0 0-1-15,0 0 3 0,0 0-2 0,0 0-4 16,0 0-2-16,0 0-13 0,0 0-1 0,0 0-8 16,0 0 6-16,0 0 2 0,0 0-2 0,0 0-3 15,0 0-8-15,0 0 8 0,0 0-1 0,0 0 1 16,0 0-2-16,0 0-1 0,0 0-1 0,0 0 2 16,0 0 11-16,0 0-11 0,0 0-4 0,0 0 8 15,0 0-7-15,0 0 11 0,0 0-4 16,-12 0-3-16,12 0-3 0,0 0-1 0,0 0 0 0,0 0-6 15,0 0 4-15,0 0 1 0,0 0-3 0,0 0 6 16,0 0-6-16,0 0 4 0,0 0 3 0,0 0-1 16,0 0-2-16,0 0-5 0,0 0 4 15,0 0-1-15,0 0 1 0,0 0-1 0,0 0 8 16,0 0-6-16,0 0 2 0,0 0 1 0,0 0-2 16,0 0 9-16,0 0 1 0,0 0-2 0,0 0-2 15,0 0-2-15,0 0 3 0,0 0 0 0,0 0 1 16,0 0-9-16,0 0-2 0,0 0 6 0,0 0-3 15,0 0 5-15,-12 0 1 0,12 0-9 0,0 0-3 16,0 0-30-16,0 0-56 0,0 0-78 0,0 0-142 16,0 0-142-16,0 0-214 0,0 0-191 0,-9 0 146 15</inkml:trace>
  <inkml:trace contextRef="#ctx0" brushRef="#br0" timeOffset="-1520.3">-5283 3413 2016 0,'-8'0'34'0,"-1"-9"25"0,0 9 24 16,0-9 22-16,0 9-13 0,0 0-14 15,-3 0-7-15,4-6-8 0,1 6-2 0,-1 0 2 16,0 0 0-16,2 0 3 0,2 0 0 0,-1 0 4 15,4 0-8-15,-1 0-9 0,1 0-19 0,1 0-13 16,0 0-3-16,0 0-9 0,0 0 3 0,0 0-3 16,0 0-9-16,0 0 4 0,0 0-6 0,0 0-2 15,0 0 2-15,0 0-3 0,0 0 4 0,0 0 2 16,0 0 2-16,0 0-6 0,9 0 2 0,-2-8 5 16,2 8-2-16,-1-8 0 0,0 0 2 0,1 0-10 15,0 2 2-15,0 0 5 0,0 0 2 0,-1 1 1 16,-1-1-4-16,-1 2 1 0,0 0-7 15,-1 0 1-15,-1 1 7 0,4-2-3 0,-2 0 5 16,3 0-5-16,2 1 0 0,0-3 1 0,1 1-4 16,0 0 5-16,3-3-1 0,-1 5-1 0,-1-1 4 15,1 1-2-15,0-1 0 0,-1 3-1 0,1 0-3 16,0 1 3-16,1 1-2 0,3 0 0 0,5 0 3 16,4-1-3-16,5-3-13 0,6 4 11 0,5 0-6 15,5 0 3-15,4 0 16 0,-1 0-9 0,3 0 7 16,0 0-2-16,-1 0-1 0,2 0 1 0,0 0-2 15,3 0 1-15,2 0 0 0,1 0 3 0,3 0-6 16,3 0 5-16,1 0-6 0,0 0-3 0,-1 0-1 16,0 0-1-16,-3 0-1 0,-7 0 8 15,-2 0 1-15,-5 0-5 0,-4 0 9 0,-4 0-9 16,-5 10 2-16,-4-10 6 0,-1 11-6 0,-5-4 1 16,1-7-1-16,-5 9-2 0,-5-9 5 0,-2 6-3 15,-3-1 1-15,-4-5 3 0,-2 4-7 0,-2-4 3 16,-1 0 1-16,-2 2-3 0,-2 2 2 0,0-4 4 15,0 0-1-15,0 1-1 0,0 0-1 0,0-1 2 16,0 0 0-16,0 0 6 0,0 0 3 0,0 0-2 16,0 0-6-16,0 0 0 0,0 0-5 0,0 0 6 15,0 0-2-15,0 0-1 0,0 0 0 0,0 0-6 16,0 0 7-16,0 0-3 0,0 0 3 16,0 0 1-16,0 0-3 0,0 0 1 0,0 0 2 15,0 0-4-15,0 0 3 0,0-8 5 0,0 8-8 16,0-9 4-16,0 9 0 0,0-6-7 0,0 6 3 15,0-6 2-15,0 2-2 0,0 1-3 0,0-2 1 16,-11 2-9-16,1 2-5 0,-2-1-3 0,1-1 1 16,-3 3 3-16,-2-2-5 0,-1 2 7 0,-4-2 0 15,-2 1 7-15,0 1 10 0,-3 0-34 0,-3 0-126 16,-4 0-14-16,-8 0-3 0,-5 0 31 0,-4 0 132 16,-9 12 6-16,-6-1 4 0,-5-1 2 0,-2 0-1 15,1 1 12-15,-2-1 3 0,2-4-3 0,2 1 0 16,0 1-8-16,0-1-6 0,-1 3 28 15,-1-3 3-15,3 3 0 0,-4 0 26 0,2-4-5 16,4 5 4-16,0-5 20 0,3 3-10 0,6-3-6 16,4 0 10-16,6-3-5 0,5-1 14 0,4-2-13 15,4 0-3-15,4 0 20 0,6 0-3 0,2 0 14 16,4 0-16-16,4 0-27 0,5 0-30 0,2 0-18 16,1 0-2-16,6 0-7 0,0 0 2 0,0 0 2 15,0-5 0-15,0 5-1 0,16 0 4 0,4-7 4 16,3-2-10-16,6 2 2 0,3 1 0 0,6 1-1 15,6-3 13-15,6 1 0 0,6-1 0 0,9-3-3 16,7 2-8-16,5-3-2 0,10 1 2 16,7-3 5-16,4 2 3 0,4 2 2 0,1-1-10 15,-1 5 6-15,0 0-5 0,-5 2-6 0,-4-1 1 16,-8 3 0-16,-9 0 0 0,-8 2 10 0,-12 0 4 16,-6 0-10-16,-12 0 3 0,-6 0-7 0,-6 0 0 15,-6 0 3-15,-3 0 6 0,-7 0 9 0,-2 0-4 16,-2 0-2-16,-5 0 1 0,-1 0 0 0,0 0-5 15,0 0 13-15,0 0 6 0,0 7 15 0,0-7 16 16,0 0 7-16,0 0 3 0,0 0 0 0,-9 0 3 16,9 0-12-16,-7 0-8 0,7 0-13 0,-8 0-8 15,4 0 1-15,4 0 0 0,-5 0-6 0,5 0 8 16,-5 0-9-16,1 0-6 0,4 0 0 16,-3 0-10-16,1 0-2 0,2 0 2 0,-1 0-2 15,-1 0 5-15,2 0-10 0,0 0-1 0,0 0 3 16,0 0-4-16,0 0 11 0,0 0-7 0,0 0 7 15,0 0 1-15,0 0-1 0,0 0 7 0,0 0-13 16,0 0-10-16,0 0 10 0,0 0-2 0,0 0 4 16,0 0 4-16,0 0-9 0,0 0 8 0,0 0 2 15,0 0-7-15,0 0 6 0,0 0-3 0,0 0-2 16,0 0 7-16,0 0-4 0,0 0-9 0,0 0 5 16,0 0-2-16,0 0 3 0,0 0 4 0,0 0-4 15,0 0 2-15,0 0-2 0,0 0 0 0,0 0-3 16,0 0 0-16,0 0 4 0,0 0 5 0,0 0 0 15,0 0 1-15,0 0-4 0,0 0-6 0,0 0 6 16,0 0-1-16,0 0 3 0,0 0-2 16,0 0-2-16,0 0 1 0,0 0-7 0,0 0 8 15,0 0 7-15,0 0-6 0,0 0 6 0,0 0-7 16,0 0-3-16,0 0 7 0,0 0-1 0,0 8-5 16,0-8 4-16,0 0-8 0,0 0 1 0,0 0 6 15,0 0-7-15,0 0 3 0,0 0 8 0,0 0-2 16,0 0-2-16,0 0-1 0,0 0-4 0,0 0-3 15,0 0 4-15,0 0-4 0,0 0 6 0,0 0 0 16,0 0-1-16,0 0 7 0,0 0-9 0,0 0 7 16,0 0-2-16,0 0 0 0,0 0 4 0,0 0-10 15,0 0 9-15,0 0-7 0,0 0 2 16,0 0 5-16,0 0-13 0,0 0 3 0,0 0 1 16,0 0 1-16,0 0 4 0,0 0 4 0,0 0-7 15,0 0 3-15,0 0-1 0,0 0-3 0,0 0 8 16,0 0-2-16,0 0-3 0,0 0 0 0,0 0-5 15,0 0-2-15,0 0 4 0,0 0 7 0,0 0-6 16,0 0 3-16,0 0 2 0,0 0-8 0,0 0 11 16,0 0-3-16,-12 0-2 0,12 0-1 15,0 0-5-15,0 0-3 0,0 0 11 0,0 0 3 0,0 0 2 16,0 0 1-16,0 0-14 0,0 0 2 0,0 0-3 16,-9 0 8-16,9 0 7 0,0 0-8 15,0 0 12-15,0 0-11 0,0 0 0 0,0 0 3 16,0 0-9-16,0 0 7 0,0 0-9 0,0 0 3 15,0 0 6-15,0 0-6 0,0 0 4 0,0 0 0 16,0 0-5-16,0 0 6 0,0 0-1 0,-11 0 7 16,11 0-7-16,0 0-3 0,0 0 8 0,0 0-12 15,0 0 9-15,0 0-1 0,0 0-5 0,0 0 1 16,0 0-6-16,0 0 5 0,0 0 2 0,0 0 2 16,0 0-5-16,0 0 1 0,0 0-7 0,0 0 5 15,0 0 4-15,0 0-1 0,0 0 3 0,0 0-6 16,0 0 8-16,0 0-1 0,0 0 1 15,0 0-3-15,0 0 0 0,0 0-4 0,0 0-1 16,0 0 2-16,0 0-4 0,0 0 9 0,0 0 1 16,0 0-6-16,0 0 6 0,0 0-8 0,0 0 6 15,0 0-1-15,0 0 0 0,0 0 2 0,0 0-5 16,0 0 11-16,0 0-12 0,0 0 5 0,0 0-3 16,0 0-4-16,0 0 11 0,0 0-6 0,0 0 4 15,0 0-3-15,0 0-4 0,0 0 4 0,0 0-1 16,0 0 1-16,0 0 4 0,0 0 0 0,0 0-1 15,-10 0-3-15,10 0-3 0,0 0-4 16,0 0 2-16,0 0 4 0,0 0 3 0,0 0 6 16,0 0-11-16,0 0 8 0,0 0 1 0,0 0-7 15,0 0 12-15,0 0-9 0,0 0-1 0,0 0-1 16,0 0-2-16,0 0-2 0,0 0 5 0,0 0 1 16,0 0-2-16,0 0 1 0,0 0-4 0,0 0 0 15,0 0 4-15,0 0 3 0,0 0-3 0,0 0 2 16,0 0-5-16,0 0-1 0,0 0-1 0,0 0 6 15,0 0 2-15,0 0 0 0,0 0 1 0,0 0-8 16,0 0-4-16,0 0 7 0,0 0 0 0,0 0 2 16,0 0 0-16,0 0-3 0,0 0-2 15,0 0 3-15,0 0 1 0,0 0 1 0,0 0-2 0,0 0 3 16,0 0 0-16,0 0-8 0,0 0 8 16,0 0-11-16,0 0 3 0,0 0 5 0,0 0-2 15,0 0 8-15,0 0-6 0,0 0 3 0,0 0-3 16,0 0-3-16,0 0 5 0,0 0-14 0,0 0 9 15,0 0-4-15,0 0 10 0,0 0 7 0,-11 0-5 16,11 0 5-16,0 0-10 0,0 11 0 0,0-11-2 16,0 0-1-16,0 0 1 0,0 0 1 15,0 0 3-15,0 0-1 0,0 0 2 0,0 0-9 0,0 0 5 16,0 0 1-16,0 0 2 0,0 0 10 0,0 0-10 16,0 0-4-16,0 0-3 0,0 0-2 0,0 0 2 15,0 0 9-15,0 0-2 0,0 0-2 16,0 0 5-16,0 0-12 0,0 0 4 0,0 0 5 15,0 0-2-15,0 0 2 0,0 0 1 0,0 0 2 16,0 0 1-16,0 0-6 0,0 0 2 0,0 0-2 16,0 0-8-16,0 0 8 0,0 0-2 0,0 0 0 15,0 0 6-15,0 0-1 0,0 0 4 0,0 0-5 16,0 0-6-16,0 0 2 0,0 0-8 0,0 0 6 16,0 0 11-16,0 0-3 0,0 0-1 0,0 0-4 15,0 0-2-15,0 0 4 0,0 0 1 0,0 0 4 16,0 0-13-16,0 0 6 0,0 0-1 0,0 0-4 15,0 0 11-15,0 0-9 0,0 0 2 0,0 0 1 16,0 0 6-16,0 0 2 0,0 0-7 0,0 0-2 16,0 0-5-16,0 0 4 0,0 0 3 0,0 0 4 15,0 0-2-15,0 0-6 0,0 0 3 16,0 0 0-16,0 0 0 0,0 0 4 0,0 0-1 16,0 0 1-16,0 0-9 0,0 0 9 0,0 0-3 15,0 0 0-15,0 0 5 0,0 0-11 0,0 0 6 16,0 0 5-16,0 0-6 0,0 0 9 0,0 0-8 15,0 0 0-15,0 0-1 0,0 0-6 0,0 0 5 16,0 0-3-16,0 0 7 0,0 0 3 0,0 0 0 16,0 0-10-16,0 0 4 0,0 0 2 0,0 0-3 15,0 0 7-15,0 0-7 0,0 0 2 16,0 0 2-16,0 0 0 0,0 0-7 0,0 0 8 16,0 0 0-16,0 0-3 0,0 0 1 0,0 0-8 15,0 0 6-15,0 0 0 0,0 0 6 0,0 0 2 16,0 0-13-16,0 0 1 0,0 0 1 0,0 0 4 15,0 0 9-15,0 0-2 0,0 0-5 0,0 0-7 16,0 0 0-16,0 0 3 0,0 0 0 0,0 0 2 16,0 0-9-16,0 0 3 0,0 0 10 0,0 0-2 15,0 0 3-15,0 0-7 0,0 0-3 0,0 0 5 16,0 0 2-16,0 0 2 0,0 0-9 0,0 0-3 16,0 0 2-16,0 0 2 0,0 0 0 15,0 0-3-15,0 0-3 0,0 0 4 0,0 0 4 0,0 0-3 16,0 0 10-16,0 0-5 0,0 0-5 15,0 0 11-15,0 0-21 0,0 0 3 0,0 0 11 16,0 0-17-16,0 0-6 0,0 0-13 0,0 0-9 16,0 0-2-16,0 0 13 0,0 0 0 0,5 0-5 15,-5 0 0-15,6 0 3 0,-2 0 3 0,1 0 7 16,-1 0 13-16,4 0-2 0,-2 0 5 0,-1 0 4 16,4 0 3-16,-2 0 5 0,6 0-2 0,-1 0 0 15,1 0 4-15,3 0-1 0,2 0-1 0,0 0 3 16,2 0-8-16,1 0-10 0,0 0 0 0,-1 0-5 15,0-7-5-15,-2 7 3 0,-1-6-9 0,-2 6-4 16,-3-3 4-16,0 3-4 0,-3 0 8 16,2-1 0-16,0-4-6 0,-4 5 0 0,2 0-4 15,-1-2-9-15,2 2 9 0,1 0 6 0,-2 0 14 16,-1 0 14-16,1-2-1 0,-2 2 5 0,0 0-1 16,-3 0-1-16,2-1 7 0,-3 1-1 0,0 0-3 15,-3 0 5-15,2 0-6 0,-2 0-1 0,0 0 2 16,0 0-5-16,0 0 6 0,0 0 2 0,0 0 6 15,0 0 3-15,0 0 0 0,0 0 1 0,0 0 1 16,0 0 7-16,0 0-1 0,0 0 0 0,0 0-3 16,0 0-6-16,0 0-5 0,0 0 6 15,0 0-4-15,0 0 7 0,0 0-6 0,0 0 2 0,0 0-6 16,0 0-4-16,-8 0 12 0,8 0-10 16,0 0 4-16,-4 0-1 0,4 0 1 0,0 0-3 15,0 0 1-15,0 0 4 0,0 0-2 0,0 0 2 16,0 0-4-16,0 0-4 0,-3 0-7 0,3 0 5 15,0 0 7-15,-3 0 2 0,3 0-4 0,0 0 2 16,0 0-5-16,0 0-3 0,0 0 4 16,0 0 1-16,0 0-6 0,0 0-4 0,0 0 5 0,0 0-3 15,0 0 10-15,0 0 0 0,0 0-1 0,0 0-5 16,0 0-5-16,0 0 12 0,0 0-4 0,0 0 0 16,0 0-3-16,0 0-1 0,0 0-1 15,0 0 1-15,0 0 3 0,0 0-7 0,0 0 5 0,0 0 5 16,0 0-7-16,0 0 6 0,0 0 3 0,0 0-7 15,0 0 8-15,0 0 2 0,0 0-8 16,0 0 10-16,0 0 1 0,0 0-9 0,0 0 14 16,0 0-12-16,0 0 1 0,0 0 3 0,0 0-9 15,0 0 7-15,0 0-1 0,0 0-1 0,0 0 2 16,0 0-7-16,0 0-5 0,0 0 3 0,0 0-6 16,0 0 9-16,0 0-3 0,0 0 3 0,0 0-4 15,0 0 0-15,0 0 1 0,0 0-2 0,0 0 5 16,0 0-2-16,0 0 2 0,0 0-4 0,0 0 5 15,0 0-12-15,0 0 10 0,0 0-5 16,0 0 1-16,0 0 2 0,0 0-2 16,0 0 6-16,0 0-9 0,0 0 9 0,0 0-5 0,0 0-2 15,0 0 2-15,0 0-1 0,0 0 2 0,0 0 1 0,0 0 2 16,0 0-2-16,0 0-2 0,0 0 0 16,0 0-5-16,0 0-5 0,0 0-17 0,0 0-12 15,0 0-9-15,0 0-14 0,0 0-10 0,0 0-19 16,0 0-30-16,0 0-44 0,0 0-46 15,0 0-40-15,0 0-26 0,0 0-23 0,0 0-23 0,0 0-94 16,0 0-136-16,-11 0 85 0</inkml:trace>
  <inkml:trace contextRef="#ctx0" brushRef="#br0" timeOffset="-19004.14">198 14 1912 0,'0'0'13'0,"0"0"16"0,-12 0 15 15,3-7 21-15,9 7 9 0,-11 0 9 0,-1 0 0 16,1 0-6-16,2 0-4 0,0 0-6 15,0 0-6-15,3 0-1 0,-2 0-7 0,1 0-5 0,-1 0 0 16,1 0-8-16,2 0 1 0,-1 0-2 16,-2 0 6-16,2 0 3 0,-1 0 4 0,1 0 3 15,-1 0 0-15,1 7-4 0,0-7 4 0,0 5-8 16,2-5-14-16,-1 6-10 0,2-6-19 0,2 2-2 16,-2 1-5-16,3 0-3 0,-2-3 6 0,2 2-6 15,0-2 3-15,0 1 6 0,0 0-3 0,0 1 24 16,0-2 19-16,9 5 5 0,2-3 1 0,-2 0-16 15,3 0-16-15,0 1-12 0,5 1 2 0,3-2-7 16,-1 1-6-16,4-2 14 0,3-1-5 0,4 0-2 16,5 0 4-16,5 0-7 0,-1 0-9 0,5 0 10 15,3 0-8-15,-1 0 6 0,0 0 8 0,-4 0-13 16,4 0 12-16,-4 0-9 0,2 0-3 16,-1-8 11-16,-2 8-9 0,0-7 5 0,-2 7 4 15,1-9 4-15,-8 9-7 0,-2 0 2 0,-4-4 1 16,-7 4-3-16,-5 0 9 0,-2 0-4 0,-6-4 7 15,-1 4-2-15,-5 0-2 0,0-4-4 0,0 4-6 16,0 0 0-16,-14-2-6 0,1-1 6 16,-4 3-2-16,-4-2-1 0,-4 1 13 0,-5 0-8 0,0 1 4 15,-2 0 2-15,-3-2-3 0,3 2 1 16,1 0 0-16,1-2-4 0,1 1-1 0,2-1-21 0,-3 1-83 16,1 1 3-16,-5 0-2 0,-2 0 25 15,-5 0 78-15,-3 0 1 0,-2 10 0 0,1-10 2 16,1 10-2-16,1-3-2 0,2-7 5 0,6 9 0 15,5-4 22-15,1 1 10 0,5-6 10 0,4 6-1 16,3-2-21-16,5-1-18 0,3 0-16 0,4-3 3 16,2 1 5-16,3 0 8 0,0 0 15 0,0-1 7 15,17 0-1-15,0 0 5 0,4 0-9 0,6 0-11 16,4 0 0-16,5 0-14 0,5 0-4 0,8 0 4 16,-2 0-3-16,4 0 6 0,0 0 0 0,-1-8 1 15,-3 8-2-15,0 0 4 0,-3-7 0 16,-2 7-5-16,-1-8 3 0,-3 1 0 0,-1 2 0 0,-2 0 1 15,-5 2 11-15,-4-2-5 0,-8 4 11 16,-3-4 3-16,-4 3-9 0,-5 0-1 0,-6 0-8 16,0 0-9-16,0-1 0 0,-15 2 1 15,-2-2 2-15,-4 1 1 0,-5 0 1 0,-1 2 5 0,-5-1-9 16,0-1 6-16,-3 2 0 0,2 0-41 0,-5 0-23 16,-2 0-6-16,-1 0-1 0,-3 10 37 0,-6-10 38 15,0 15 9-15,0-5 6 0,-2 1 4 0,1 0-6 16,3-3-2-16,6 1-4 0,4-2 3 0,8-1-5 15,4-1-2-15,5 1-6 0,2-2-6 0,9 0 0 16,4-1-1-16,3-2 2 0,3 2 5 0,0-3 7 16,0 2 13-16,19-2 5 0,9 0-4 0,4 0-8 15,7 0-11-15,8 0 3 0,8 0-13 16,4-11 2-16,3 0 3 0,2 11 0 0,0-10 21 16,-2 1 4-16,-3 0-11 0,-1 2-7 0,-6-1-7 15,-5 2-1-15,-3-3 7 0,-8 1 11 0,-5 3 11 16,-10-1 13-16,-4 3 7 0,-7 0-12 0,-10 0-13 15,0-1-22-15,0 4-7 0,-21 0 3 0,-3 0 5 16,-5 0-2-16,-5 0-1 0,-4 0-5 0,0 0-2 16,-1 0 12-16,-2 0-44 0,-2 13 7 0,-2-2-5 15,-4 1 1-15,-1 4 40 0,-3-3-2 0,0 2 3 16,-2 2-6-16,5-2 1 0,9-2-2 16,6-1-2-16,9-2-1 0,13-4 8 0,13 1 1 15,0-2 12-15,0 1 12 0,22-6-6 0,6 0 1 16,7 0-10-16,7 0-11 0,5 0-4 0,5-12 1 15,3 2 2-15,1 10 27 0,2-13 9 0,-4 1 4 16,2 0 9-16,-4 1-37 0,-5 2 2 0,-1-1 0 16,-5 1 2-16,-6 1 39 0,-8 1 13 0,-4 1 21 15,-8 2 6-15,-6 1-10 0,-3 3-5 0,-4 0-19 16,-2 0-11-16,0 0-14 0,0 0-19 0,0 0-7 16,0 0-6-16,0 0-11 0,0 0 2 0,0 0-1 15,0 0-3-15,0 0 5 0,0 0-4 0,0 0-20 16,-8 0-33-16,8 0-37 0,0 0-23 0,-6 0-20 15,6 0-16-15,-5 0-38 0,-1 0-63 16,3 0-58-16,-3 0-50 0,0 0-47 0,2 0-221 16,-4 0-31-16,2 0 102 15</inkml:trace>
  <inkml:trace contextRef="#ctx0" brushRef="#br0" timeOffset="-17524.59">244 39 1750 0,'0'5'25'0,"0"-5"13"0,9 2 18 0,-9 2 22 0,0-1-2 16,0-1 0-16,0 1 4 0,0-2-5 0,0 2-3 16,0-2 1-16,0 1-8 0,0 1-1 0,0-1 2 15,0 0-2-15,0 0 2 0,0 0-5 0,0 1-11 16,0-1 2-16,0 0-7 0,0 0 9 0,0-1-1 16,0 0-1-16,0 1-2 0,0-1-20 0,0 1-1 15,0-2-18-15,0 0-6 0,0 0 6 0,0 0-9 16,0 0 6-16,0 0 9 0,12 0 1 0,-12 0 13 15,10 0 3-15,0 0-2 0,0 0-6 16,-1 0-14-16,2 0-1 0,1 0-9 0,2 0-1 16,1 0 10-16,2 0-11 0,2 0 1 0,3 0-3 15,2 0-5-15,-1 0 4 0,1-9 2 0,-1 9-1 16,0 0 2-16,-4-8-5 0,1 8 4 0,-5 0-1 16,-1-5 3-16,-3 5 8 0,2-3-4 0,1 3 4 15,1-4 0-15,0 0-5 0,0 0 1 0,2 2-4 16,-2-3-4-16,-1 3 9 0,-2 0 1 0,-4-1 7 15,-1 1 0-15,-5 0 1 0,-2 1-4 0,0 0-5 16,0 1-5-16,0 0-8 0,0 0-6 0,-14-2-1 16,2 2 2-16,0 0 4 0,-2 0 0 15,1 0 4-15,-1 0-5 0,0 0 2 0,2 0 3 16,0 0-7-16,0 8 8 0,3-8-5 0,3 9-10 16,0-9-3-16,2 7-14 0,1-7-9 0,3 5 9 15,0-5 7-15,0 3 16 0,0-3 6 0,0 3 3 16,10 1 1-16,-1-2 3 0,1-1 3 0,1 0 2 15,3-1 4-15,-1 3-2 0,2-3 0 0,4 0-4 16,0 0 0-16,4 0-2 0,-2 0 1 0,2 0-1 16,0 0 1-16,-2-11-3 0,1 11 2 0,0-10 3 15,-2 10-3-15,1-12 0 0,1 3 4 16,0 2-6-16,1-1 0 0,-2-1 4 0,-1-1-7 16,1 1 8-16,2 1 6 0,-3-3-6 0,-3 1-5 15,-2-2 0-15,0-2-6 0,-1 2 3 0,-2-1 6 16,0-2-3-16,-1-1 1 0,1 0 1 0,0 1-3 15,2-1-2-15,-2-1 0 0,-2 0 3 0,3 2 5 16,-3-4-3-16,1 1-1 0,-1 2-2 0,1-1 3 16,-2 0 1-16,0 0 2 0,3 2-2 0,1-1-7 15,-3-1-2-15,1 3 4 0,1-1 8 0,-1 1 0 16,-1 1-1-16,2 0-4 0,-1 2-2 0,-2 3 10 16,0-5 10-16,-3 7 10 0,2-1 2 0,-2 4-5 15,-1-1 5-15,-1 1 1 0,-2-2-4 0,1 1 7 16,0 2 0-16,-3-4 7 0,1 0 0 15,1-2-3-15,-2 1-10 0,1-1-20 0,1-3 14 16,-2 2-23-16,0-4-1 0,0 0 6 0,0-2-23 16,0-2 17-16,0 1-1 0,0-2-1 0,0 0 1 15,0-2-1-15,0 3 3 0,0-3-1 0,0 1 1 16,0 0 0-16,-14-1 0 0,2 1-6 0,0 0 12 16,-2-1-6-16,-1 1 6 0,-2 1 11 0,-1 1-7 15,0-1 8-15,-2 1 1 0,-1 3 4 0,3 0 3 16,-2 1-7-16,-1 0-4 0,1 1-14 0,2 1-4 15,-1 2 2-15,1-1 0 0,0 0 3 0,0 2-4 16,-2 0 0-16,-3 0 0 0,0 0-4 16,-2 4 0-16,-4-2 5 0,-3-1 1 0,1 3 2 15,1-1-1-15,-3 2 5 0,-1 0-9 0,2 1 1 16,-3-2 9-16,-1 1-12 0,0 1 5 0,1 0-1 16,-2 0-3-16,1-1 6 0,1 2 1 0,0-2-2 15,1 2-2-15,4-1-6 0,-2 2 4 0,2 0 4 16,-1 0-1-16,3 0 3 0,-1 0-6 0,1 0 3 15,3 0 0-15,0 0-6 0,1 0 5 0,1 0-1 16,0 10-1-16,4-10 4 0,-3 8 0 0,3-3-3 16,-3 1 1-16,1-1-5 0,0 0 3 0,-2 3-1 15,2-2-3-15,0 0 10 0,1 3-4 16,0 2-3-16,0-1 10 0,1 3-11 0,-1 3 3 16,0 1 2-16,0 2-7 0,1 1 11 0,-1 1-10 15,-1 3 11-15,1 0-3 0,0 2-8 0,0 1 10 16,2 0-5-16,-2-1-3 0,4 0-8 0,1-5-9 15,-1-1 5-15,6 2 2 0,1-2 3 0,3 1 7 16,1-2-4-16,2 0 42 0,1 7 47 0,2 1-3 16,0 4-2-16,0 2-30 0,0 2-48 0,0 1 2 15,0-1-4-15,0 4-3 0,16-4 7 0,0-1 6 16,3-2 11-16,-1-3 22 0,5 2-5 0,2-4 7 16,4-1-12-16,5-3-16 0,1-1 1 15,4-1-12-15,5-4 4 0,3-1-4 0,0-5 4 16,5-2-6-16,-2-1-30 0,3-3-53 0,-4-1-83 15,-1-1-115-15,-5-3-134 0,-4 0-120 0,-5 0-261 16,-5 0 12-16,-7-13 166 0</inkml:trace>
  <inkml:trace contextRef="#ctx0" brushRef="#br0" timeOffset="-11461.61">760 18 2208 0,'11'4'1'0,"-7"-1"2"0,-4-3 7 16,0 0 4-16,0 0 12 0,0 0 17 0,0 0 18 15,0 0 25-15,0 0 16 0,0 0 3 0,0 0-7 16,0 0-10-16,0 0-14 0,-7 0-15 0,7-9-12 16,-8 9-8-16,8-6-10 0,-6 6-9 0,0 0-6 15,6-5-10-15,-3 5-6 0,3-3 4 16,0 3-2-16,0-3-1 0,0 3 0 0,0 0-8 16,0 0 4-16,0 0 2 0,0 0 1 0,0 0 0 15,0 0-1-15,0 0-4 0,0 0 2 0,0 0 5 16,0 0 1-16,0 0 2 0,0 0 0 0,0 0-3 15,0 0 1-15,0 0-1 0,0 0-1 0,0 0 3 16,0 0 0-16,0 0 1 0,0 0-2 0,0 0 2 16,0 0-6-16,0 0 3 0,0 0 3 0,0 0-2 15,0 0 5-15,0 0-2 0,0 0-5 0,0 0 1 16,0 0-4-16,0 0 7 0,0 0 3 0,0 0-4 16,0 0 3-16,0 0-5 0,0 0-4 15,0 0 4-15,0 0 0 0,0 0 1 0,0 0 3 16,0 0 0-16,0 0-2 0,0 0-3 0,0 0-3 15,0 0 0-15,0 0 1 0,0 0 6 0,0 0-3 16,0 0 4-16,0 0-4 0,0 0-4 0,0 0 6 16,0 0-5-16,0 0 6 0,0 0-2 0,0 0-3 15,0 0 6-15,0 0-5 0,0 0 6 0,0 0-3 16,0 0-2-16,0 0 3 0,0 0-3 0,0 0 3 16,0 0-7-16,0 0 6 0,0 0-1 0,0 0-2 15,0 0 5-15,0 0 1 0,0 0-8 0,0 0 8 16,0 0-2-16,0 0-8 0,0 0 7 0,0 0-5 15,0 0 2-15,0 0 0 0,0 0 5 16,0 0-3-16,0 0 2 0,0 0 3 0,0 0-5 16,0-7-1-16,0 7-20 0,0 0-30 0,0 0-29 15,0-6-36-15,0 1-19 0,0 5-8 0,0-6-15 16,0 4-17-16,0-3-26 0,0 0-63 0,0 1-151 16,0-1-88-16,0-1 66 0</inkml:trace>
  <inkml:trace contextRef="#ctx0" brushRef="#br0" timeOffset="-10677.34">-1473-453 1799 0,'0'2'11'16,"5"-2"-3"-16,-5 0 1 0,0 0 2 0,0 0-6 0,0 0 16 15,0 0 11-15,0 0 14 0,0 0 11 0,0 0-1 16,0 0 6-16,0 0 0 0,0 0-8 16,0 0-8-16,0 0-15 0,0 0-12 0,0 0-4 15,0 0-1-15,0 0-2 0,0 0-2 0,0 0 5 16,0 0 7-16,0 0 4 0,0 0 5 0,0 0-4 15,0 0-3-15,0 0-7 0,0 0-2 0,0 0-4 16,0 0-3-16,0 0-2 0,0-10-7 0,0 10 1 16,0 0 0-16,0 0 1 0,0 0 0 15,0 0 2-15,0 0-3 0,0 0-3 0,0 0 5 0,0 0 0 16,0 0-4-16,0 0 4 0,0 0-1 0,0 0-3 16,0 0 6-16,0 0-15 0,0 0-45 15,0 0-50-15,0 0-12 0,0 0-33 0,0 0-32 16,17 0-83-16,-17 0-264 0,19 0 46 0</inkml:trace>
</inkml:ink>
</file>

<file path=ppt/ink/ink35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8:11.710"/>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3 26 1054 0,'-3'-2'45'0,"3"-1"7"0,0 2 2 0,0-1-5 16,0 1-70-16,0-1-31 0,0-1-44 0,0 1-56 15,0-1-12-15,0 0 10 0,0 2 37 0,0 0 51 16,0 0 38-16,0 0 1 0,0 1-8 16,0 0-16-16,0 0-26 0,0 0-7 0,0 0 15 0</inkml:trace>
</inkml:ink>
</file>

<file path=ppt/ink/ink35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8:12.270"/>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13 78 1635 0,'0'0'11'0,"-3"0"5"0,0 0 0 15,3 0 5-15,0 0-13 0,-3 0 9 0,3 0 11 16,-3 0 13-16,3 0 14 0,-2 0 2 0,2 0 8 16,0 0-7-16,0 0-6 0,0 0-17 0,0 0-19 15,0 0-13-15,0 0-9 0,0 0 1 0,0 0-1 16,0 0 0-16,0 0 1 0,0 0-1 0,0 0 12 16,0 0 9-16,0 0 9 0,14-7 4 0,-4 7-12 15,4-6-8-15,1 6-2 0,-1-8-4 0,3 0 9 16,5 4-8-16,1-1-1 0,8 2-30 15,-3-4-35-15,9 2-41 0,2 0-70 0,8 2-111 16,2-2-186-16,4 0 20 0,3-2 71 0</inkml:trace>
</inkml:ink>
</file>

<file path=ppt/ink/ink35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8:18.137"/>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1350 48 1899 0,'-11'0'29'0,"-1"0"34"0,1 0 37 0,1 0 25 16,-1 0-3-16,0-11 5 0,1 11-3 0,-2-10 12 15,3 10 0-15,-2-9-6 0,2 9-6 0,0-8-8 16,0 8-11-16,1-6-23 0,2 6-27 0,-2 0-28 16,4-4-21-16,-1 4-13 0,4 0-7 0,-1 0-4 15,2 0 6-15,0 0-1 0,0 0 10 0,0 0 6 16,15 0 1-16,5 0 3 0,9 0 1 15,9 0-6-15,14 0-3 0,13 8 3 0,12-8-7 0,13 0 6 16,12 6 2-16,12-6-3 0,4 5 6 16,8 0-6-16,5-5-3 0,4 3 2 0,2-2-1 15,-2 2 0-15,0-3 0 0,-1 2 2 0,-2-2 2 16,-5 2 5-16,-2 0-4 0,-7 0-5 0,-7 0-4 16,-6-1-1-16,-9 2 3 0,-11-3-1 0,-9 2-1 15,-11-1-6-15,-14 2 5 0,-8-2 0 0,-11-1 2 16,-9 0 5-16,-10 0-12 0,-13 0 4 0,0 0-7 15,-12 0-10-15,-11 0-6 0,-10 0-7 0,-11 0 4 16,-11 0 3-16,-13 0 10 0,-16 0-1 0,-13 0 2 16,-15 0 4-16,-14 0 5 0,-14 0 9 0,-13 0-1 15,-16 0 4-15,-13 9 0 0,-10-2-5 16,-10 1 5-16,-6-2 63 0,-4 4-2 0,-4-4 4 16,-1-2 8-16,4 3 19 0,8-1 81 0,16-2-46 15,11-4 25-15,15 0-53 0,24 0-33 0,17 0 77 16,25 0-25-16,22-10-39 0,21 10-51 0,13-9-38 15,12 9-14-15,15 0-8 0,14 0-3 0,0 0 3 16,0 0 5-16,0 0 11 0,12 0 11 0,8 0 6 16,12 0-1-16,11 0 10 0,19 9 6 0,21-9-10 15,25 0 8-15,26 0-7 0,24 0-9 0,24 0 3 16,25 0-1-16,19 0 1 0,14-9 4 16,9 9 0-16,1-8-6 0,3 8-7 0,-7-10-5 0,-9 10-8 15,-13 0-7-15,-17 0-14 0,-17 0-12 16,-23 0-17-16,-15 0-30 0,-23 0-44 0,-20 0-64 15,-19 0-109-15,-19 0-111 0,-16 0-141 0,-17 0-252 16,-11 0 134-16</inkml:trace>
</inkml:ink>
</file>

<file path=ppt/ink/ink35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8:40.350"/>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848-868 1747 0,'-5'0'28'16,"5"0"26"-16,-6 0 20 0,3 0 16 0,0-7-13 15,-1 7-6-15,-2-9 8 0,2 4 2 0,-2 0 5 16,2-1 4-16,-2 2-11 0,0-1 2 0,3 0-2 15,-2 2 2-15,-1-1 4 0,3 3-2 0,0-3-5 16,1 3-9-16,-1-3-12 0,0 3-13 0,0 1-18 16,3 0-15-16,0 0-13 0,0 0-4 0,0 0-1 15,0 0 2-15,0 0 7 0,0 0-9 0,0 0 4 16,-3 0-2-16,3 0-4 0,-3 0 8 0,3 0-4 16,0 0 1-16,0 0 2 0,0 0-8 0,0 0 8 15,0 0-4-15,0 8-3 0,0-8 12 16,0 0-2-16,0 0 1 0,15 0 6 0,-4 0-5 15,0 0-8-15,5 0 5 0,3 0 1 0,2 0-1 16,5 0 6-16,0 0-9 0,7 0 1 0,3 0 7 16,4 0-7-16,2 0 7 0,9-9 2 0,5 0-9 15,3 1 2-15,8-1 2 0,4 0-8 0,5-2 8 16,6 3 1-16,2-1-1 0,7-1 4 0,1 1-11 16,4 2 10-16,3-1-4 0,-2 1-2 0,5 3 7 15,1 0-8-15,-1 2 2 0,0 1 6 0,-2 1-6 16,-2 0 1-16,-2 0 7 0,-3 0-7 15,-5 0 5-15,-5 0 0 0,-4 10-10 0,-3-10 6 16,-7 8-3-16,-4-8 3 0,-4 8 2 0,-5-8-5 16,-4 0 3-16,-8 0-6 0,-2 0 2 0,-9 0 2 15,-2 0 0-15,-7 0 6 0,-6 0 1 0,-4 0 6 16,-5 0-19-16,-3 0-29 0,-6 0-44 0,0-11-53 16,0 11-38-16,0-8-41 0,0 1-27 0,-16-1-41 15,-3 2-149-15,0 1-140 0,-6-1 70 0</inkml:trace>
</inkml:ink>
</file>

<file path=ppt/ink/ink35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8:42.337"/>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1068-895 2008 0,'-14'0'21'0,"5"-12"23"16,-1 12 22-16,4 0 23 0,0 0 6 0,2-8-8 15,0 8-18-15,4-7-17 0,0 7-19 0,0-5-6 16,0-1 3-16,0 6-1 0,0-5 6 0,14 1 2 15,-1 2 2-15,-4 2 5 0,5-1-4 16,-2 1-7-16,2 0-8 0,0 0-10 0,2 0-6 16,-2 0 5-16,-2 0 12 0,2 0 14 0,-2 0 5 15,-1 0-1-15,2 10-6 0,1-10-14 0,-2 8 8 16,5-8 2-16,2 0 9 0,1 6 4 0,8-6-9 16,-3 0-10-16,7 0-14 0,2 6-1 0,2-6-10 15,5 0 5-15,0 0 1 0,6 0-8 0,6 0 3 16,4 0-4-16,2 0 6 0,9 0 1 0,5 0 0 15,7 0-2-15,6-12-6 0,9 1 4 0,7 3-5 16,7-1 6-16,4 2-1 0,2 0-3 0,4-3 9 16,-1 4-8-16,-1 3 4 0,-3-3-5 15,-5 4 1-15,-4-1-4 0,-9 2 0 0,-4-1 7 16,-7 0-8-16,-7 1 6 0,-7 1-1 0,-10 0 0 16,-8 0 0-16,-4 0 2 0,-11 0-7 0,-9 0-4 15,-5 0 14-15,-6 0 7 0,-6 0 3 0,-4 0 13 16,-8 0 10-16,0 0 3 0,0 0 5 0,0 0-17 15,0 0-21-15,0 0-8 0,0 0-3 0,-15 0 7 16,-2 0-7-16,0-10-4 0,-4 10-4 0,-3-11-3 16,-5 11 19-16,0-7-6 0,-3 7-5 0,-1-5-10 15,-5 0-11-15,-3 5 1 0,-5 0 0 0,-1 0 4 16,-3 0 13-16,-8 0 0 0,-4 0 5 0,-3 0 5 16,-7 0-13-16,-2 0 5 0,-5 0 6 15,-3 0-2-15,-5 9 8 0,-1-2-6 0,-4-1 8 16,-3 0-8-16,0 1-6 0,2 1 5 0,-1-1-8 15,1 0 2-15,5 0 4 0,5 0 10 0,5-3 6 16,4 2 11-16,5-3 17 0,7 0 15 0,6-2 8 16,7 0-10-16,5 1-11 0,5-2-3 0,5 0-20 15,6 0 11-15,2 0-1 0,5 0-23 0,1 0 0 16,6 0 0-16,2 0-15 0,3 0 0 0,1 0 7 16,5 0-12-16,0 0 14 0,2 0-4 0,1 0-2 15,0 0 4-15,0 0-5 0,0 0 6 0,0 0-2 16,15 0 10-16,-3 0-6 0,2 8 6 0,1-1-2 15,6 1-13-15,5-1 2 0,6-3 10 16,9-4-2-16,7 4 2 0,10-4 6 0,10 0-10 16,8 0-3-16,9 0 3 0,5 0-16 0,9 0-30 15,1 0-20-15,2-8-28 0,1 8-23 0,-3 0-23 16,-6 0-34-16,-4 0-52 0,-9 0-44 0,-7 0-31 16,-10 0-67-16,-7 0-251 0,-11 0 32 0,-13 0 79 15</inkml:trace>
</inkml:ink>
</file>

<file path=ppt/ink/ink35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8:52.347"/>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1489 165 2295 0,'16'-9'41'15,"-6"2"31"-15,-2-1 31 0,-2-1 38 0,-3 3 5 16,0-3 11-16,-3 1 8 0,0-3-1 0,0 0-14 16,0 2-10-16,0-1-10 0,0 1-19 0,0 0-23 15,0 1-21-15,-11 1-23 0,2-1-18 0,9 2-18 16,-10 3-3-16,-1-2-3 0,0 1-3 0,-4 2 6 15,-2 2-12-15,-5 0 1 0,-6 0 0 0,-5 0-6 16,-8 0 16-16,-6 11-8 0,-6-1 7 16,-5 1 1-16,-6 0-4 0,-3 1 1 0,-6-1 4 15,1-1-1-15,-4-2-3 0,1-1 2 0,1-2-8 0,1-5 7 16,3 0-5-16,3 0 0 0,5 0 2 16,6 0 2-16,6 0 1 0,3 0 6 0,6 0 0 15,4 0-3-15,5 0 14 0,2-10 0 0,6 10 12 16,2-8 6-16,6 8 0 0,0-7-10 0,4 7-12 15,5-5-1-15,2 5-17 0,1-5 1 0,2 1-3 16,-1 4-2-16,3 0-1 0,0 0 4 0,0 0 1 16,0 0-8-16,0 0-3 0,0 0 1 15,0 0 3-15,0 0 8 0,0 0 7 16,9 0-7-16,-9 0-3 0,9 12 5 0,0 2-2 0,-1 0 3 0,1 6 1 16,0 2-4-16,2 5 1 0,1 3-5 15,-1 5 8-15,-2 4-1 0,3 4-6 0,-2 3 9 16,-2 5-4-16,1 1-2 0,-1 4 15 0,1-2-23 15,-2 5 4-15,0-1 0 0,0 0-5 0,-1 1 23 16,2-5-11-16,-2 2 7 0,1-4-4 0,-2 2-9 16,0-4 7-16,1 0-6 0,-3-4 2 0,1 1 2 15,1-2-1-15,-2 0-2 0,0 0 1 0,1-2-2 16,-2 0 0-16,1-3 7 0,0 3 0 0,-1 0 0 16,-2-2 5-16,0 3-10 0,0-1-5 0,0 0 5 15,0 2-2-15,0 2 5 0,0-3 3 16,0 1-5-16,-10 1-4 0,10-3 8 0,-9 0 2 0,9-4-6 15,-6 0 3-15,6 0-14 0,0-1 5 16,-4-4 15-16,4 0-7 0,0-2 0 0,0-2-4 16,0-1-1-16,0-1 1 0,0-2 7 0,0 0 1 15,0-1-5-15,0 2-5 0,0-2 6 0,0-1-8 16,0 2-2-16,0-2 16 0,9-3-7 0,-9 1 4 16,6 0-3-16,-6-2-1 0,6 1 1 0,0 1 2 15,-3 1 5-15,2 1-12 0,-2-1 0 0,0-1 6 16,-2 1-6-16,-1-2 10 0,0 0-7 0,0-5-6 15,0 1 6-15,0 0-5 0,0-2 6 0,0 0-1 16,0 0 3-16,0 0-3 0,0 1 1 0,0-1 4 16,0 1-5-16,0 2 3 0,0 2-5 0,0 0 4 15,0 0 6-15,0 1-3 0,0-2-6 16,0 3-2-16,0-1-1 0,0 0 4 0,0 0 6 16,0-1 2-16,0 4-3 0,0-1-3 0,0 3 14 15,0 1-20-15,0 1 6 0,0 0 0 0,0-1-15 16,-7 2 9-16,7-1 4 0,-9 1-1 0,2-2 2 15,7-1 2-15,-6 1-7 0,2 1 6 0,-1-1 3 16,2 0 2-16,0 1-4 0,2 0-6 0,-1-2 3 16,-1 0 1-16,0-3-2 0,2 3 3 0,-2 1-8 15,1-6 4-15,0 3 2 0,1-3-1 16,-1 3 3-16,1 0-2 0,1 0-4 0,-2-3 7 0,1 3-8 16,1 2 6-16,0-1 5 0,0 2-12 15,-2 0 12-15,2 0-11 0,0 0-2 0,0 2 10 16,0-1-11-16,-1 2 2 0,1-2-8 0,0-1 8 15,0 3 6-15,-2-1 0 0,1 4 11 0,1-1-17 16,0 1 0-16,0 0 10 0,0 2 0 0,0 1 4 16,0-1-9-16,0-3-3 0,0 2 0 0,0 1 0 15,0-2 8-15,0 1-1 0,0-1-6 0,0 1 6 16,0-1 0-16,9-3-2 0,-9 6 2 0,6-3-3 16,-6-1-4-16,6 4 0 0,-6 1-4 0,5 1 11 15,-2 3-1-15,0 2 1 0,-2 2 2 0,2 1-6 16,0 1-2-16,0 0 2 0,2 1 2 15,-2-2 0-15,3-1-1 0,-1 0 7 0,-1-1-4 16,2-2 1-16,-1 5 3 0,-1-5-4 0,2-2 3 16,-1 5-13-16,1-2 3 0,0 0-7 0,-1 1 4 15,1-2 11-15,0 1-4 0,-5-1 5 0,2-2-7 16,2-1 5-16,-4 1-1 0,2-4 2 0,-1 1 0 16,1-4-1-16,0-1 1 0,0 0-3 0,-1-2 6 15,2-3 1-15,-2 1 0 0,1-2 0 0,0 2-1 16,-2 2-2-16,1-2 0 0,-1 1-1 0,1 0 2 15,-1 4-6-15,-1-3-1 0,3 0-1 0,0 0 0 16,0-3 2-16,1 0 5 0,-1-4-4 0,1 0-3 16,-1 2-1-16,3-3-2 0,-1 2 7 0,-1 2 3 15,1 0 4-15,-1 2-1 0,3 2 1 16,0 1-9-16,-1-3 3 0,-1 0 1 0,-1 2 0 16,1-4 7-16,-1-4-16 0,1-1 5 0,0 1 1 15,-2-3 0-15,1-1 8 0,-2-1-8 0,2-2 1 16,-1 1-3-16,2-1 4 0,-4-1-3 0,4 4 2 15,-2-3 4-15,0 0-4 0,0 2 2 0,2 2 0 16,-2-2 0-16,1 1-3 0,-1 2 9 0,2-1-9 16,-2 3-1-16,1-4 7 0,-2 0-5 0,2 2 0 15,-1-3 6-15,2 3 3 0,-4-2 1 16,3 1 2-16,0-2-2 0,-2 2 0 0,1 2 4 0,-3-2-9 16,1 2 7-16,2 1-5 0,-1-2-4 15,-2 0 26-15,0 0-8 0,3-1 6 0,-3-1-13 16,0 0-14-16,0 0 1 0,0-4-2 0,0 0 5 15,1-5-2-15,-1 1-3 0,0-3 8 0,0 0-1 16,0-4 8-16,0 3-10 0,0-6-3 0,0 0 7 16,0 0 0-16,0 0 6 0,0 0-8 0,0 0-1 15,0 0-17-15,0 0 5 0,0 0 3 0,0 0-3 16,0 0 9-16,9 0 13 0,5 0 34 0,3 0 14 16,7 0 3-16,9 0 7 0,8 0-30 0,13 0-11 15,9-12 0-15,12 1-18 0,10 1 0 16,9-1 12-16,6 1-19 0,10-4-3 0,2 1-4 0,5 1-15 15,-2 1 40-15,-1 0-23 0,-3 3-10 16,-8 2 7-16,-5 0-29 0,-10 6 21 0,-11 0 11 16,-9 0-10-16,-10 0-8 0,-9 0-41 0,-8 0-40 15,-11 0-30-15,-6 9-12 0,-5-9 14 0,-7 9 10 16,-5-9 17-16,-2 0-4 0,-2 0-5 0,-1 0-20 16,-2 0-98-16,0 7-132 0,0-7-119 0,-16 0-329 15,1 6 38-15,-5-6 158 0</inkml:trace>
</inkml:ink>
</file>

<file path=ppt/ink/ink35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8:53.518"/>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1189 8 2241 0,'-5'0'40'16,"-1"0"47"-16,0 0 46 0,-3 0 39 0,1 0-5 15,-1 0-18-15,0 0-19 0,1-8-16 0,1 8-29 16,2 0-21-16,1 0-32 0,-1 0-28 0,-1 0-12 15,0 0-8-15,2 14 12 0,-3 4 35 0,0 5 35 16,-7 8 14-16,-1 10 2 0,-8 9-23 0,-4 14-29 16,-7 12 6-16,-5 11-12 0,-8 10-1 15,-3 8 2-15,-5 5-15 0,-1 1 4 0,-3-1-4 0,1-1 4 16,-1-6 7-16,4-1-3 0,2-8-8 16,4-5 0-16,2-8-10 0,6-6-7 0,2-6 3 15,5-4-3-15,4-9 0 0,6-5 14 0,4-4 4 16,2-6-7-16,3-5 0 0,2-6-11 0,4 0-3 15,0-5 7-15,2-4 2 0,0 1 5 0,1-3 7 16,2-3-9-16,-1 0-3 0,2-2 1 0,0-2-7 16,0-1 9-16,0-2 4 0,2 1-2 0,-2-3-4 15,3 1 4-15,-3-3-5 0,1-2 2 0,1 1 2 16,1-2-7-16,-4 3 4 0,4-5 10 0,-1 1-1 16,1-1-5-16,-2 0 15 0,2 0-9 0,0 0-9 15,0 0 8-15,0 0-10 0,0 0-13 0,0 0-4 16,0 0-36-16,0 0-64 0,0 0-60 15,0 0-75-15,0 0-76 0,0 0-35 0,0 0-26 16,0 0-92-16,-15 0-136 0,2-8 93 0</inkml:trace>
</inkml:ink>
</file>

<file path=ppt/ink/ink35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8:53.947"/>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82 280 3039 0,'-7'-33'68'0,"-2"-2"50"0,1 3 40 0,-1-3 44 16,1 6-37-16,-1 0-16 0,2 5-1 0,1 5-21 15,1 3-36-15,2 4-39 0,0 3-36 0,2 2-25 16,-2 6 2-16,3 1-4 0,-2 0-3 0,2 0-9 15,0 0 4-15,0 0 6 0,0 12-3 0,0 2 20 16,0-3-11-16,15 5 2 0,2 1 3 0,3 7-5 16,4 6 18-16,5 8-1 0,4 5 5 0,8 4-12 15,2 7-3-15,7 7-5 0,6 4-1 0,5 4 9 16,6 4-5-16,4-2 5 0,6 7-3 16,7-4 8-16,4 3-4 0,2-1-3 0,-1-2-3 15,-2-1-9-15,-1-2 6 0,-5-4-2 0,-7-2 10 16,-7-3 6-16,-6-6-4 0,-6 3 8 0,-8-6-10 15,-3-4-7-15,-8-1 13 0,-2-5-12 0,-6-7 2 16,-5-1-3-16,-2-5-7 0,-4-3 11 0,-3-6 0 16,-2-4 16-16,-3-2-3 0,-4-6-1 0,1-3-22 15,-3-1-42-15,-2 0-58 0,1-5-114 0,-1 0-138 16,-1 0-153-16,0 0-359 0,0 0 25 0,0 0 159 16</inkml:trace>
</inkml:ink>
</file>

<file path=ppt/ink/ink35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9:03.219"/>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91 308 1690 0,'-6'-16'24'0,"0"0"21"16,-2-1 21-16,2 4 23 0,0 0-1 0,-2 2 4 16,2 1 3-16,-1 2-5 0,1-2-2 0,1 4 3 15,0-1 3-15,1 0 13 0,-1 1 2 0,1 0-16 16,1 0-25-16,1 3-35 0,-1-3-24 0,2 4-24 16,1 2-11-16,0 0-3 0,0 0-2 0,0 0 7 15,0 0 7-15,0 0 5 0,0 14-1 0,9-2 4 16,0-1 5-16,2 2 1 0,1 4 5 15,1 0-1-15,4 4-8 0,0 3 7 0,3-3-3 0,-2 7 2 16,3 0 6-16,-1-2-8 0,0 0 3 16,1 0-3-16,-1 0-3 0,-2-2 3 0,0-3 0 15,0-3 2-15,0-3 3 0,-4-2 37 0,1-4 43 16,-1-1 49-16,0-3 49 0,-1-5 5 0,4 0-14 16,1 0-37-16,3-13-55 0,7-2-36 0,2-9-25 15,8-3-9-15,2-4-3 0,5-6-1 0,2-4-4 16,0 0-6-16,0-4 9 0,-3 4-3 0,-3 0 5 15,-3 3 1-15,-6 5-1 0,-3 4 2 0,-6 5-7 16,-5 1 6-16,-4 5-6 0,-2 5 2 16,-3 2 3-16,-4 2-1 0,-2 4-1 0,0 2-3 0,-2 1 4 15,-1-1-16-15,0 1-18 0,0 2-53 0,0 0-74 16,0 0-71-16,0 0-67 0,-10 0-29 16,1 0 8-16,-5 15 4 0,-1-2-42 0,-5 4-177 15,-4 4 20-15,-2 2 80 0</inkml:trace>
  <inkml:trace contextRef="#ctx0" brushRef="#br0" timeOffset="366.63">594 199 2376 0,'-5'-8'44'0,"-3"1"44"0,1-1 32 0,-1 3 19 16,2-2-37-16,0 2-45 0,1 0-37 15,1 4-27-15,2 1-22 0,-1 0-5 0,3 0-5 16,0 0 6-16,0 0 13 0,0 9 6 0,0 1 7 16,0 2 1-16,11 2 4 0,1 1-3 0,0 4 3 15,3 4 1-15,2 4 0 0,1 2 3 0,2 1-5 16,0 2-2-16,1 0 5 0,-1-3 0 0,1-1 5 16,-1-3 17-16,0-5 41 0,1 0 38 0,-3-7 32 15,0-1 13-15,-2-5-11 0,0-3 27 0,-1-4-5 16,4 0-9-16,-1 0-21 0,5-14-57 15,1-3-28-15,5-6-18 0,1-3-15 0,7-5-12 16,-1-4 4-16,2-2 3 0,0-2-8 0,2 1 11 16,-4 0-7-16,-1 1-8 0,-2 4-7 0,-2 3-25 15,-4 5-36-15,-3 3-46 0,-1 4-63 0,-3 3-60 16,-3 4-39-16,-1 3-25 0,2 8-2 0,1 0-2 16,2 0-77-16,0 0-195 0,5 15 77 0</inkml:trace>
</inkml:ink>
</file>

<file path=ppt/ink/ink36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9:14.886"/>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 0 1424 0,'0'0'31'0,"0"0"11"0,0 0 10 0,0 0 11 0,0 0-14 16,0 0 0-16,0 0 0 0,0 0-4 16,0 0-13-16,0 0-9 0,0 0-13 0,0 0-4 15,0 0-9-15,0 0-2 0,0 0 4 0,0 0 0 16,0 0 8-16,0 8 1 0,0-8 5 0,0 4 2 15,0-1 3-15,0 0 2 0,0 1-3 0,0-3-3 16,0 3-3-16,5-3 5 0,4 4 11 0,-3-3 17 16,0 0 9-16,4 1 5 0,0 2-19 0,0-4-10 15,4 2-10-15,-2-1-15 0,2 1 5 16,2-2-8-16,1 3 2 0,-3-1 2 0,2-2-1 0,0 1-4 16,0 1-4-16,-2-1-2 0,3 0 8 15,-2-2-4-15,-1 2 4 0,-1-2 3 0,1 2-7 0,0-2 2 16,1 0 1-16,1 1-2 0,1-1-1 15,0 2 4-15,0 0 1 0,2-2-8 0,1 1 7 16,0 3-5-16,3-3-2 0,-4 0 10 0,6 1-4 16,0 0 0-16,4-2 6 0,-1 0-2 0,4 0-4 15,-2 0 5-15,0 0-5 0,5 0-5 0,-4 0 1 16,-1 0 0-16,2 0 2 0,-2 0 3 0,2 0 9 16,2 0-11-16,-4 0 2 0,0 0-3 0,2-6-5 15,2 6 9-15,-1 0 1 0,-4 0-1 0,4 0 2 16,-2 0-4-16,1 0-3 0,1 0 6 15,-4 0-4-15,4 0 5 0,1 0-2 0,2 0-6 16,0 0 5-16,-2 0-3 0,1 0 1 0,1 0-3 16,1 0 3-16,-1 0-7 0,-2 0 8 0,2 0 5 15,0 0-6-15,1 0 7 0,-2 0-11 0,1 0 1 16,1 0 0-16,-1 0 1 0,1 0 3 0,-1 0 1 16,1 7-6-16,-4-7 5 0,-1 10-3 0,4-4 2 15,-2 0 4-15,-4 1-5 0,5-1 3 0,-5 1 0 16,4-3 2-16,1 2 0 0,-5-3 3 0,0 1-4 15,2-1-5-15,-1-2 2 0,-1 2-3 16,2-3 0-16,1 0 4 0,-2 0 1 0,5 0-1 0,1 0 0 16,1 0 1-16,-5 0-2 0,4 0-1 0,-1 0 1 15,0 0-2-15,1 0-2 0,-2 0 5 16,0-9 1-16,0 9-1 0,1 0 2 0,-2-5-4 16,5 5 2-16,-3-6 0 0,1 6-1 0,2-3-1 15,1 0 1-15,-4 1-4 0,4 2 5 0,-4-3-2 16,1 3-2-16,-2 0 7 0,-2 0-3 0,-3 0 1 15,2 0 2-15,-4 0-8 0,2 0 8 0,-4 0-6 16,1 0-3-16,-4 0 6 0,3 0-6 0,0 0 7 16,-2 0 5-16,2 11-5 0,3-11 1 0,-2 6-1 15,0-6-4-15,-1 5 3 0,4 1-5 0,-4-6 3 16,3 5 0-16,-2-1-6 0,-1-2 3 16,3 0-3-16,-2 1 5 0,2-1 4 0,2-2 1 15,-1 1-3-15,3 0-1 0,2 2-1 0,3-2 5 16,2-1 1-16,-1 2-6 0,1 1 2 0,1 1-4 15,-3-1 2-15,-2-2 6 0,-1 3-3 0,-4-1 3 16,-1-1-3-16,-1-2-7 0,-2 2 7 0,-1-2 2 16,3 0-1-16,-2 0 6 0,7 0-2 0,0 0-15 15,1 0 9-15,3-11 3 0,2 11-2 0,2-9 7 16,1 9-2-16,-2-10-7 0,1 3 2 0,-1 1 1 16,0 6-4-16,-1-6 6 0,-2-1-6 0,-2 3 1 15,-1-1 1-15,-1-1-8 0,-4 1 11 0,-1 2-2 16,-2-2-3-16,-2 4 5 0,-1 0-4 0,-3-2-1 15,2 3-1-15,-3 0 0 0,-4 0 3 16,0 0 2-16,0 12 3 0,1-12-4 0,-2 12-1 16,-3-4-2-16,0-8-4 0,-1 9 10 0,1 0-4 15,-1-4 4-15,1 0-3 0,-3 0-6 0,0 0 9 16,0-1-5-16,0 0 2 0,1 0 1 0,-1 0-6 16,-2-3 1-16,2 3 5 0,2-1 0 0,-2-2-5 15,3 1 9-15,-1-1-10 0,1 1 2 0,0-2 7 16,2 0-7-16,0 0 4 0,-1 0-4 0,1 2 5 15,0-2-6-15,1 0 2 0,-2 0 0 0,1 0-4 16,1 2 6-16,0-2-3 0,2 2 2 0,0-2-2 16,0 2 3-16,-1-1-2 0,1 2 0 15,0-1 1-15,1-1-5 0,-1 3 6 0,1-3-4 16,-3 2 7-16,2-1-5 0,-1 1-1 0,-2-1 5 16,-2 0-6-16,-3-2 5 0,0 2-2 0,-2-1-3 15,-3 1 6-15,1-2-7 0,-2 0 15 0,-3 0 11 16,1 2 0-16,-1-2 10 0,0 0-14 0,0 0-1 15,0 0-5-15,0 0 1 0,0 0 3 0,0 0-5 16,0 0 6-16,0 0 3 0,0 0 4 0,0 0 3 16,0 0 6-16,0 0 2 0,0 0 5 0,0 0 5 15,0 0 3-15,0 0 5 0,0 0 4 0,0 2 6 16,0-2 4-16,0 0 3 0,0 0 2 0,0 0-4 16,0 0-14-16,0 0 0 0,0 0-10 15,0 0-4-15,0 0-7 0,0 0-11 0,0 0 4 16,0 0-10-16,0 0 4 0,0 0-5 0,0 0-8 15,0 0 0-15,0 0 4 0,0 0 2 0,0 0 1 16,0 0 6-16,0 0-3 0,0 0-2 0,0 0 1 16,0 0-5-16,0 0 1 0,0 0-1 0,0 0-1 15,0 0-4-15,0 0-8 0,0 0 5 0,0 0-3 16,0 0 4-16,0 0 3 0,0 0-1 0,0 0 0 16,0 0-6-16,0 0-4 0,0 0 4 0,0 0 1 15,0 0 3-15,0 0 7 0,0 0-9 0,0 0 6 16,0 0-3-16,0 0-2 0,0 0 4 0,0 0-13 15,0 0 14-15,0 0-5 0,0 0-2 16,0 0 7-16,0 0-7 0,0 0 3 0,0 0-1 16,0 0 4-16,0 0-3 0,0 0 3 0,0 0 0 15,0 0 6-15,0 0 1 0,0 0-1 0,0 0 0 16,0 0-9-16,0 0 9 0,0 0-3 0,0 0 7 16,0 0 1-16,0 0-1 0,0 0 2 0,0 0-8 15,0 0 1-15,0 0 0 0,0 0 6 0,0 0 1 16,0 0-2-16,0 0-12 0,0 0-5 0,0 0 6 15,0 0-3-15,0 0 0 0,0 0-3 0,0 0 2 16,0 0 0-16,0 0 3 0,0 0 4 0,0 0-13 16,0 0 11-16,0 0 0 0,0 0 6 0,0 0 14 15,0 0-14-15,0 0 8 0,0 0 6 0,0 0-11 16,0 0 5-16,0 0-5 0,0 0-10 16,0 0 0-16,0 0 0 0,0 0 0 0,0 0-3 15,0 0-3-15,0 0-3 0,0 0 8 16,0 0-7-16,0 0 5 0,0 0 5 0,0 0-10 0,0 0-1 15,0 0 5-15,0 0-4 0,0 0 4 0,0 0 7 16,0 0 0-16,0 0 1 0,0 0-2 0,0 0 6 16,0 0-9-16,0 0 3 0,0 0-1 0,0 0-3 15,0 0 0-15,0 0 4 0,0 0 5 16,0 0 4-16,0 0 7 0,0 0-10 0,0 0 1 0,0 0-6 16,0 0 2-16,0 0-3 0,0 0 3 15,0 0 1-15,0 0-13 0,0 0 6 0,0-7 6 16,0 7-6-16,0-5 11 0,0 5-5 0,0 0-10 15,0 0 9-15,0-4-3 0,0 4 2 0,0-3 0 16,0 0-8-16,0 3 3 0,0 0-7 0,0 0 4 16,0 0-6-16,0 0 5 0,0 0 7 0,0-2 0 15,-10 0 2-15,10 2-9 0,0-1 3 0,0 1-3 16,0-1 3-16,0 1 0 0,0 0-3 0,0 0-6 16,0-1-1-16,0 1 4 0,0 0 6 0,0-1-4 15,0 1 8-15,0 0-7 0,0-2-5 0,0 2 11 16,0 0 1-16,0 0-4 0,0 0-4 15,0 0-6-15,0-1 4 0,0 1 3 0,0 0 7 16,0 0-6-16,0 0 6 0,0 0 2 0,0 0-9 16,0 0-4-16,0 0-1 0,0 0-7 0,0 0 7 15,0 0 8-15,0 0 0 0,0 0 5 0,-13-8-5 16,13 8-3-16,0-6-7 0,0 6 2 0,0-5 11 16,0 5 3-16,0 0-8 15,0-4 4-15,0 0-8 0,0 1 2 0,0 1 5 0,0 0-13 0,0 0 15 16,0-1-14-16,0 1 7 0,0 0 5 0,0 2-16 15,0-1 12-15,0-2-6 0,0 1 5 0,0 2 4 16,0-2-6-16,0-1 3 0,0 2-2 0,0 0 5 16,-10-1 3-16,10 0-6 0,0 1 2 15,0 0-5-15,0-1 6 0,0-1 4 0,-11 2-8 16,11-1 5-16,0 1-5 0,0-1-5 0,0-1-2 16,0 1 2-16,0 1-1 0,0-1 7 0,0 1 4 15,0-1-1-15,0 0 0 0,0 1 0 0,0 0-1 16,0-1-9-16,0 2 4 0,0-2-2 0,0-1 2 15,-12 3 7-15,12-1-2 0,0 1 4 0,0 0 1 16,0-2-8-16,0 1-1 0,0-1-1 0,0 0-5 16,0 2 5-16,0-1 2 0,0 1-2 0,0-1 14 15,0-2-2-15,0 2-12 0,0 0 2 0,-14-2-2 16,14 2 0-16,0-1 0 0,-10-2 9 16,10 1-13-16,-9 2-1 0,9-2-1 0,-10-1-34 0,10 0-32 15,-7 2-40-15,2-2-35 0,4 3-23 16,1-3-42-16,-3 3-49 0,3-1-42 0,-2 2-46 15,2-2-9-15,0 2-15 0,0 0-91 0,-3 0-132 16,-3 0 93-16</inkml:trace>
</inkml:ink>
</file>

<file path=ppt/ink/ink36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9:18.516"/>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0 303 1330 0,'0'0'34'0,"0"-8"15"0,0 1 21 0,0 1 13 16,0-1-10-16,0 0 14 0,0 1 0 0,0-1 10 15,0-1-5-15,0 1-2 0,0 1-7 0,0-2-10 16,0-1-2-16,0 0-17 0,0 2 4 0,0-2 3 16,0 1-11-16,0 0 3 0,0 1-24 15,0 0-12-15,0 1-6 0,0 5-19 0,0 0 3 16,0 1-3-16,0 0-3 0,0 0 5 0,0 0-3 16,0 0-7-16,0 0 6 0,0 0 2 0,0 0 1 15,0 8 2-15,0 0-1 0,0 1 0 0,0-1 1 16,0 2 6-16,0 1-4 0,0 2 0 0,0 4 3 15,0 0-1-15,12 2 2 0,-5-1-3 0,2 1 1 16,-4 1 0-16,1-1-4 0,2-1 9 0,-2 1-4 16,0-1 2-16,0-1 4 0,-2 2-7 0,3-3 2 15,0 1-2-15,-2-2 0 0,-4 2-2 0,5-3 7 16,-3 0-3-16,2 0-4 0,-2-2 6 0,-2-1-7 16,1-2 6-16,1-1 1 0,0-2-5 15,-3-3 2-15,0 2-2 0,0-1 1 0,0-2 6 16,0 0-3-16,0-1 0 0,0 0 2 0,0-1-5 15,3 1-2-15,-3 0 1 0,0 1-1 0,0-1 3 16,0-1 4-16,3 0 0 0,-3 1-1 0,3 2-3 16,-1-3 2-16,1 1-1 0,0 0 0 0,3-1 2 15,1 1-2-15,2 0 1 0,2 1-2 0,4-2 4 16,-1 1 0-16,6-1-1 0,-1 0 0 0,4 0-3 16,2 0 2-16,0 0-4 0,4 0 4 0,-1 0-5 15,5 0 2-15,-1 0 4 0,-2 0 0 0,4-7 1 16,1 7-4-16,1-8 0 0,0 8 3 0,1-6 2 15,1 6 0-15,3-5-5 0,0 0 1 16,1 5-2-16,4-2 3 0,-2-3 5 0,2 3-6 16,2-2 2-16,-1 0-3 0,2 0-1 0,-2-3 1 15,0 3-2-15,-1-1 0 0,2 1 2 0,-1-1 0 16,-4 2-3-16,-2-2 1 0,-2 3-3 0,-4 0 0 16,-1 0 4-16,-4 2 0 0,-4 0 3 0,-3 0-3 15,-4 0-3-15,-2 0 2 0,0 0 1 0,-1 0 4 16,-2 0 6-16,-5 0-2 0,8 8-3 0,0-8-2 15,1 0-5-15,0 0-2 0,2 0 5 0,6 0 1 16,-2 0-2-16,3 0 6 0,1 0-7 0,0 0 5 16,4 0-1-16,0-9-5 0,2 9 5 0,1-7-9 15,-4 7 6-15,1 0 2 0,2-6 0 16,-2 6 2-16,1 0-1 0,0-6 0 0,2 3-2 16,3 0 5-16,2-1-7 0,2-1 3 0,2 0 0 15,0 2-3-15,1-2 7 0,-1 3-6 0,0 2 3 16,-5-3-1-16,2 2-1 0,-4 1 3 0,-1 0-9 15,-3 0 5-15,-1 0-2 0,0 0 1 0,-1 0 4 16,-3 0-1-16,1-3 1 0,-1 1-3 0,0 2 4 16,1-2-5-16,0 1 1 0,-1 0 2 0,-1-1-2 15,2-1 3-15,1 1-3 0,-1 1 1 16,-2-1-2-16,1-1 3 0,-3 2 0 0,1 0-5 16,0-1 2-16,0 2-1 0,-3-2-8 0,2 2-6 15,-2-1 2-15,0 1-1 0,0 0 10 0,-2 0 11 16,0 0-7-16,-1 0-3 0,3 0-2 0,-5 0-3 15,5 0 9-15,1 9 0 0,0-9-1 0,2 0 0 16,2 0 3-16,0 0-2 0,3 0 1 0,1 0 2 16,1 0-2-16,1 0 4 0,1 0 1 0,2 0 1 15,4 0-2-15,5 0-4 0,1 0-4 0,3 0 2 16,2 0 1-16,3 0 1 0,4 0 4 0,2-13-7 16,1 4 2-16,-1 0-2 0,-1 1-4 0,1 2 1 15,-2-2 3-15,2 2-8 0,1 3 1 0,-1-4 5 16,3 3-10-16,1-2 12 0,0 1 2 0,2 2-11 15,-1-1 3-15,-1 0-10 0,-4 0 1 16,-1 2 7-16,-3 1 5 0,-6 1 6 0,-2 0 3 0,-4 0 3 16,-1 0-6-16,-3 0-4 0,-1 0-9 15,1 0 1-15,-2 7 1 0,1-7 6 0,1 0 6 16,-2 0-1-16,2 0 3 0,-1 0 0 16,-2 0-3-16,0 0 0 0,-3 0-3 0,0 0-1 0,-2 0 3 15,2 0-1-15,-2 11 5 0,1-11 1 0,-4 0-4 16,1 0 3-16,-1 0-2 0,-1 8-1 0,0-8 4 15,-1 0-3-15,1 0-1 0,0 0 0 0,3 0-5 16,0 0 7-16,3 0 0 0,-2 0-1 0,1 0 5 16,1 0-4-16,1 0-4 0,1-10-1 0,-3 10 5 15,3 0-4-15,-1-9 4 0,1 9 1 16,-1-4-4-16,-2 4-7 0,2-4 8 0,-2 4-1 16,0 0-2-16,0-5 12 0,1 5-14 0,-3 0 6 15,-2 0 0-15,0 0-4 0,1 0 3 0,-1 0-3 16,-2 0-5-16,-1 0 4 0,0 0 5 0,2 0-1 15,0 0 1-15,1 0 1 0,-1 0-1 0,3 0-3 16,-2 0 8-16,4 0-3 0,-2 0-2 0,1 0 2 16,-1 0-5-16,1 0 0 0,2 0 0 15,-3 0 1-15,0 0 3 0,2 0-3 0,-4 0 0 0,0 0 2 16,4 0 0-16,-2 0 1 0,0 0-1 16,-1 0-1-16,4 0-1 0,0 0-1 0,0 0 3 15,2 0-4-15,-2 0 4 0,1 0 2 0,0 0-4 16,4 0 4-16,-2 0-4 0,-3 0 0 0,-2 0-1 15,2 0 4-15,-1 0-2 0,-2 0 0 0,-4 0-1 16,3 0-4-16,-2 0 6 0,-1 0 1 0,1 0 1 16,2 0-4-16,-4 0-1 0,2 0 2 0,0 0-2 15,1 0 8-15,-1 9-7 0,1-9-4 0,-1 0-2 16,-1 0 0-16,-3 4 3 0,0 0 4 0,-3 0 3 16,0-4 3-16,-1 3-3 0,-1 0-1 0,2 0-1 15,0 0-1-15,4-1 6 0,-1 1-6 16,4-2 6-16,2 1-6 0,-1 1-2 0,3-1 3 0,1-2-7 15,-1 0 6-15,4 1-1 0,1 1 2 16,3-1 3-16,3-1-1 0,0 0 0 0,1 0-3 16,4 0-3-16,1 0 2 0,2 0 0 0,-2 0 1 15,0 0 2-15,-2 0-3 0,4 0 1 0,0 0 0 16,-4 0 0-16,1 8 0 0,-5-8-1 0,0 9 1 16,-1-9-3-16,-4 10 5 0,-1-5-1 0,-5-5 0 15,2 9 0-15,-4-5-4 0,-1 0 0 0,0-1-1 16,-1 1 5-16,-1-1 1 0,-3 0-1 0,1 0 3 15,0 1-6-15,-2-2-1 0,1 2 4 0,-1-1-6 16,2 1 8-16,-3-2 1 0,-1 0-2 0,1 2 2 16,-3-2-4-16,0 2 1 0,1-3-1 0,-1-1 1 15,1 1-3-15,-3 2 1 0,2-2 0 16,-2-1 3-16,2 0-1 0,-3 0-2 0,1 0 1 16,-3 0-6-16,2 0 8 0,-2 0-1 0,2 0 1 15,-1 0 1-15,1 0-3 0,0 0 2 0,-1 0-3 16,4 0 1-16,-3 0 1 0,0 0-3 0,-2 0 0 15,0 0 2-15,2-9 4 0,-2 9 0 0,-3-4 7 16,-1 4 4-16,1 0-1 0,-2-7 2 0,-1 7 0 16,1-4 2-16,-3 4 7 0,-1 0 9 0,-1-5 9 15,-2 5 8-15,1-2 8 0,-2 1 4 0,-1 0-11 16,1 1-18-16,1-4-9 0,-1 1 5 16,-2 2 12-16,1-2 21 0,-1-1 13 0,0 0-2 15,0-1-3-15,0 1-7 0,0-3-20 0,0 1-14 16,0 0-12-16,0-1-10 0,0-3 4 0,0 1 3 15,0 0 4-15,0-2 18 0,11-2 9 0,-4 0 10 16,-7 2 17-16,9-4-10 0,-9 3-11 0,8-2-10 16,-2 1-23-16,-6-2-4 0,5 2-9 0,-5-4-9 15,3 1 3-15,-3-3-4 0,3 1 3 0,-3-1 8 16,0-1-8-16,0 2 3 0,0-1-6 0,0 3-10 16,0 3-10-16,0-2-20 0,0 2-14 0,0 0-21 15,0 2-13-15,0 2-20 0,-11 1-22 0,11 2-24 16,-9 0-17-16,1 3-11 0,2 0-9 0,0 3-7 15,-3 0-12-15,-3 0-47 0,1 0-190 16,-1 15-59-16,-3-4 62 0</inkml:trace>
</inkml:ink>
</file>

<file path=ppt/ink/ink36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9:23.709"/>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924 184 1680 0,'9'-8'19'0,"2"-2"20"0,-5-2 31 16,1 2 29-16,-1 1 8 0,-3-4 10 0,0 1-6 15,0 0-6-15,-3 2-17 0,0-2-20 0,0 1-20 16,0 2-21-16,0 0-8 0,0-1-10 0,-9 4-10 16,-1-1-4-16,1 1-4 0,-4 0-3 0,1 3 4 15,-3 1 0-15,-2 0 3 0,-2 2 1 16,-9 0 1-16,-1 0 1 0,-7 0 1 0,-2 17-2 0,-3-4 2 16,-6-1 2-16,-2 2-1 0,2-4 3 15,2 1-3-15,-1 0-1 0,4-4-1 0,4-1 2 16,0-1 1-16,4-1 1 0,1-2-4 0,4 2 1 15,2-2 0-15,-1-1 1 0,6 1 5 0,0-1-2 16,4-1 0-16,1 1-1 0,4-1-3 0,4 0 2 16,-1 0-1-16,3 0-1 0,1 0 0 0,1 0 2 15,-1 0-1-15,3 0 4 0,-1 0 0 0,1 0-2 16,-1 0 1-16,3 0 1 0,-1 0-4 0,2 0 2 16,-1 0 3-16,-1 0-2 0,1 0 0 0,1 0-2 15,-2 0-1-15,1 0-4 0,-2 0 6 0,0 0-1 16,0 0-4-16,1 0 5 0,-1 0-6 0,-1 0 4 15,2 0 2-15,-2 0-4 0,2 0 4 16,-1 0-2-16,1 0-4 0,2 0 2 0,-3 0 2 16,3 0-3-16,0 0 4 0,0 0 1 0,0 0-2 15,0 0 1-15,0 0-3 0,0 0 0 0,0 0-3 16,0 0-1-16,0 0 0 0,0 0-8 0,0 0 5 16,0 0 1-16,0 0-1 0,0 0 4 0,0 0-2 15,0 0-3-15,0 0 4 0,0 0-1 0,0 0-6 16,0 0 4-16,0 0 1 0,0 0 1 0,0 0 1 15,0 0 1-15,0 0 1 0,0 0-4 0,0 7 7 16,0-1-2-16,0 0-2 0,0 3 2 0,10 1 0 16,-10 0-4-16,9 1 2 0,-2 1 5 0,-1 1-5 15,0 3 1-15,0 1 1 0,1-2-2 0,-3 2 7 16,1 2-4-16,-1 1-4 0,2 0 8 16,-1 0-9-16,1 0 6 0,0 2-2 0,0 1-4 15,2-3 5-15,-2 2-4 0,1 0 7 0,1 1-2 16,1-1-2-16,-1-1 5 0,1 4-2 0,-2 0 3 15,1-4 1-15,0-1-4 0,-2 4 2 0,0-3-6 16,0-1-1-16,-2 2 4 0,4-1-4 0,-5-1 5 16,2 1 4-16,-2 1 1 0,1-1-3 0,-1 3-2 15,-1 0-1-15,-1 0-3 0,-1-1 4 16,0 3 1-16,0-2-5 0,0 2 2 0,0 1 1 0,0-3-4 16,0 1 6-16,0 1 2 0,0-3-7 15,0-1 2-15,0-1-3 0,0 1-4 0,0-4 7 16,0 1 1-16,0-2 0 0,0 3 3 0,0-3 0 15,0 0 0-15,0 3-1 0,0-1 1 0,0 0-2 16,0-1-4-16,0 4 4 0,0-1 2 0,0 0 2 16,0 2 0-16,0-4-2 0,0 4-6 0,0-1 2 15,0 0 7-15,0 2-3 0,0-3 5 0,0 4-1 16,-9-2-9-16,9 4 3 0,0-1-3 0,-8 3 0 16,8-1 4-16,0 0-4 0,-4 2 8 0,4 2-2 15,-5-5 0-15,5 1 4 0,-3 4-4 0,3-6-3 16,0 5 2-16,0-1-2 0,-4-4 1 15,1 0 1-15,3-3-7 0,0 1 3 0,-2-4-4 16,1-5 4-16,-1 0 7 0,2-2-5 0,0-2-3 16,0 0-1-16,0-2-3 0,0-1 1 0,0-1 5 15,0 0 4-15,0 0 1 0,0 0 1 0,0 0-1 16,0-4-4-16,0 4-4 0,0-3 4 0,0 1-1 16,0-1 3-16,0-2 0 0,0 3-2 0,0-4 1 15,0-1-1-15,0 2 3 0,0-1-1 0,0 1-1 16,0-1 3-16,0-1 0 0,0 1 13 0,0 0 34 15,0-1 8-15,0 0 8 0,0 0-9 0,0 0-31 16,0 0-6-16,0 0-8 0,0 0 3 0,0 0 3 16,0 0 15-16,0 0 10 0,0 0-1 15,0 0 2-15,0 0-20 0,0 0-9 0,0 0-8 16,0 0-10-16,0 0 10 0,9 0 43 0,2 0 40 16,1 0 10-16,5 0-1 0,6 0-40 0,2-8-36 15,10 0-8-15,6 2-6 0,3-1-6 0,6-1 0 16,-1-1-7-16,1 1 2 0,0-1 1 0,-1 1 0 15,1 1 2-15,-7 2 1 0,-2-2-1 0,-3 3-3 16,-5-2 2-16,-3 4-1 0,-4 0-2 0,-5-1 2 16,-4 3 4-16,-5 0-3 0,-4 0 6 0,-1 0 5 15,-4 0 4-15,-1 0 4 0,1 0 2 0,-3 0 6 16,0 0 3-16,0 0 6 0,0 0 1 16,0 0-8-16,0 0-9 0,0 0-6 0,0 0-6 15,0 0-1-15,0 0 2 0,0 0-8 0,0 0 6 16,0 0-3-16,0 0-8 0,0 0 5 0,0 0-9 15,0 0 2-15,0 0 0 0,0 0 4 0,0 0-1 16,0 0 5-16,-12 0 1 0,12 0-5 0,0 0 0 16,0 0 7-16,0 0-3 0,0 0-2 0,0 0 9 15,0 0-11-15,0 0 3 0,0 0 4 0,0 0-8 16,0 0-3-16,0 0 1 0,0 0 3 0,0 0 0 16,0 0 6-16,0 0 1 0,0 0-4 0,0 0 4 15,0 0-5-15,0 0-6 0,0 0 3 0,0 0 0 16,0 0 4-16,0 0 2 0,0 0 1 15,0 0-3-15,0 0-1 0,0 0 3 0,0 0-4 16,-8 0 1-16,8 0-1 0,0 0 1 0,0 0 4 16,0 0 1-16,0 0 1 0,0 0-2 0,0 0 2 15,0 0-3-15,0 0-1 0,0 0 4 0,0 0-2 16,0 0 5-16,0 0-3 0,0 0-1 0,0 0-2 16,0 0 8-16,0 0-2 0,0 0 5 0,0 0-3 15,0 0-11-15,0 0 5 0,0 0-9 0,0 0 5 16,-10 0 1-16,10 0 0 0,0 0-4 0,0 0-1 15,0 0-3-15,0 0-1 0,0 0 6 0,0 0-1 16,0 0-1-16,0 0 0 0,0 0 0 0,0 0-2 16,0 0 1-16,0 0 6 0,0 0-3 15,0 0 3-15,0 0 0 0,0 0-5 0,0 0 4 16,0 0-8-16,0 0 7 0,0 0-1 0,0 0-6 16,0 0 8-16,0 0-5 0,0 0 3 0,0 0 4 15,0 0 0-15,0 0 1 0,0 0-9 0,0 0 3 16,0 0-1-16,0 0 2 0,0 0 8 0,0 0-3 15,0 0-1-15,0 0-4 0,0 0 0 0,0 0 0 16,0 0-3-16,0 0 4 0,0 0-5 0,0 0 4 16,0 0 2-16,-14 0-4 0,14 0 6 0,0 0-4 15,0 0 1-15,0 0 4 0,0 0 3 0,0 0-10 16,-9-6 3-16,9 0-3 0,0 3-2 16,0-3 8-16,0-1-3 0,0 5-2 0,0-3 1 15,0 1-4-15,0 2 4 0,0-4 0 0,0 5 2 16,0-3-2-16,0 0 3 0,0 0-5 0,0 2 1 15,0-1-2-15,0 2-1 0,0-2 3 0,0 1-6 16,0 0 12-16,0-1-5 0,0 3-2 0,0-1 7 16,0-1-3-16,0 1-4 0,0 1 0 0,0-2-2 15,0 2 1-15,0 0 3 0,0 0 6 0,0 0-5 16,0 0-5-16,0 0 5 0,0 0-4 0,0 0 5 16,0 0-1-16,0 0 4 0,0 0 0 0,0 0-6 15,0 0 5-15,0 0-14 0,0 0 10 0,0 0-1 16,0 0 0-16,0 0 6 0,0 0-9 15,0 0 10-15,0 0-5 0,0 0-4 0,0 0 2 16,0 0-5-16,0 0 5 0,0 0 4 0,0 0-6 16,0 0 5-16,-9 0 0 0,9 0-2 0,0 0 3 15,0 0-10-15,0 0 4 0,0 0 4 0,0 0 3 16,0 0-3-16,0 0-6 0,0 0 4 16,0 0-5-16,0 0 7 0,0 0 0 15,0 0-8-15,0 0 6 0,0 0-5 0,0 0 3 0,0 0 13 0,0 0-16 16,0 0 0-16,0 0-6 0,0 0-21 0,0 0 1 15,0 0 1-15,0 0 1 0,0 0 7 0,0 0 14 16,0 0 2-16,0 0 2 0,0 0 9 16,0 0-7-16,0 0 6 0,0 0-13 0,0 0-32 0,0 0-21 15,0 0-49-15,0 0-43 0,0 0-41 0,0 0-56 16,0 0-36-16,0 0-47 0,0 0-106 16,0 0-135-16,0 0 59 0,0 0 103 0</inkml:trace>
</inkml:ink>
</file>

<file path=ppt/ink/ink36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9:20.100"/>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92 129 1241 0,'-3'-3'11'0,"0"-2"30"0,-1 1 26 16,-1-3 15-16,2 1 9 0,-2-1-16 0,1 2-19 15,-1-1-3-15,1 0-8 0,1-1 0 0,0 0 6 16,0 1 9-16,-2-1-2 0,2 1-5 16,0 0-1-16,0 1-11 0,-2 1 3 0,4-1 3 15,-4 0 2-15,2 0 2 0,-1 1-6 0,2-1-12 16,-1 3-13-16,2 0-12 0,-2-2-11 0,1 4-3 15,1-1-2-15,-1 1-6 0,2 0 6 0,0 0-1 16,0 0 4-16,0 0 3 0,0 0 2 0,0 9-6 16,0 2 2-16,0 0 3 0,0 2-6 15,0 0 9-15,0 3-1 0,0 0-3 0,9 2 4 0,-1 1-4 16,-1 1 1-16,1 1 3 0,1 1-4 16,-1 0 0-16,1 2-1 0,1-3-2 0,0 5 4 15,0-6 2-15,1 2 0 0,-1 1-2 0,1-2 2 16,1-1-1-16,-3-2-1 0,2 0 7 0,1-1-6 15,-1-1 2-15,-2-3 2 0,3 0 11 0,-3-1 22 16,0-2 19-16,2-1 28 0,-2-1 10 16,3-7 4-16,-1 1 0 0,2-2-23 0,1 0-23 0,1 0-20 15,2-14-21-15,3-3-3 0,2 1 1 0,3-1-5 16,2-4 2-16,3-3 0 0,4 2-1 0,1-4-5 16,-2 0-1-16,1 2 3 0,-1-1-4 0,0 0 4 15,1 2-1-15,-2-1-5 0,0 3 5 0,0 1-1 16,-2 1 0-16,-1 2 5 0,-2 3-5 0,-3 2 1 15,-4 1 0-15,-2 2-2 0,-4 0-1 16,-5 4 3-16,-1 2 1 0,-2-2-2 0,-5 3 1 16,1 1-1-16,-1-1-5 0,-1 2-3 0,0 0-20 15,0 0-28-15,0 0-24 0,0 0-31 0,0 0-1 16,0 0 12-16,0 0-2 0,0 0 1 0,0 0-20 16,0 10-29-16,0-2-15 0,0 1-29 0,0 0-39 15,0 0-143-15,0 1-34 0,0-1 61 0</inkml:trace>
</inkml:ink>
</file>

<file path=ppt/ink/ink36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9:20.625"/>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806 197 1572 0,'0'0'12'0,"-6"0"16"16,6 0 22-16,-8-11 26 0,8 11 4 0,-6-10 5 15,6 4-2-15,-6 0-11 0,2-1 3 0,4 3-8 16,-6-2-4-16,6 1 0 0,-5-2-5 0,5 1-1 15,0 3 0-15,0 0-6 0,0-2-4 0,-5 2 3 16,5 0-7-16,0 0 1 0,0 0 5 0,-4-2 6 16,2 4 0-16,2-2 4 0,0 1-7 0,0-1-17 15,0-1-7-15,0 3-12 0,0-3-6 0,0 3 0 16,0-1 2-16,0 0 0 0,0 1 1 16,0-1-6-16,0 0-7 0,0 2 2 0,0 0-7 15,0 0-3-15,0 0-2 0,0 0-5 0,0 0 3 16,0 0 3-16,0 0-1 0,0 0 8 0,0 0-4 15,0 0 1-15,0 9 1 0,0-3-6 0,0 3 4 16,11-2 1-16,-11 1 0 0,11 3 3 0,-2 0 3 16,-2 2-3-16,2 0-1 0,1 1-1 0,-1 0 2 15,0 1 1-15,0 0 7 0,0 2-7 0,0 0-3 16,2-1 0-16,-2 3-2 0,1-2 10 0,1 1 0 16,3-1 0-16,-1-1 2 0,0 1-3 0,2-2 5 15,3-2 7-15,2-2-4 0,1 0-3 0,3-2 7 16,4-3 7-16,2-3 20 0,5-3 11 15,1 0 13-15,7 0-17 0,-1-12-19 0,7-4-6 0,1-1-19 16,3-3 4-16,4-1-7 0,0-3 4 16,4-1-8-16,-2-4 6 0,-3 3-3 0,-1 1 3 15,-5 0 2-15,-4 1-5 0,-5 5 6 0,-5 0-7 16,-7 4 1-16,-2 1-2 0,-4 2 0 0,-3 3 1 16,-5 1-3-16,-3 1-1 0,-1 3-27 0,-4 0-45 15,-2 3-59-15,-5-1-62 0,0 2-5 0,0 0 4 16,0 0 11-16,5 0-9 0,-5 0-53 0,0 18-219 15,0-3-63-15,0 2 73 0</inkml:trace>
</inkml:ink>
</file>

<file path=ppt/ink/ink36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9:30.733"/>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89 78 1702 0,'-6'-2'26'15,"2"-1"20"-15,-2 2 11 0,1-2 18 0,-1-1-3 16,0 4-12-16,-2-4 6 0,2-1 30 0,-3 1 18 16,3-1 33-16,-2 2 6 0,4-2-42 0,-2 2-39 15,3 0-41-15,-2 3-30 0,5-3-13 0,-1 3-6 16,1 0 3-16,0 0-2 0,0 0 5 0,0 0 6 16,0 0-7-16,13 0 16 0,-2 0 2 0,3 0 2 15,2 0 5-15,6 11-3 0,3-11 4 0,7 9-4 16,6-9-3-16,8 0-2 0,5 0-6 0,4 0 2 15,6 0 3-15,1 0-1 0,0 0-4 16,5 0 7-16,-1 0-4 0,-1 0 1 0,3 0 2 16,2 0-4-16,0 0 1 0,3 0 1 0,0 0-1 15,1-6 1-15,-1 6-2 0,0-7 1 0,-6 7-1 16,0 0 0-16,-5-4-1 0,-3 1-1 0,-4 3 4 16,-5-3-4-16,-2 0 5 0,-2 1-1 0,0-1-2 15,-2 1 0-15,-2-1 0 0,2 0 0 0,-1 1 0 16,-1 0 0-16,-2 2 0 0,-5-3-2 0,-2 2-2 15,-7 0 0-15,-5 1 1 0,-4 0 0 0,-7 0 1 16,-2 0 4-16,-3 0-2 0,-5 0 3 0,3 0 1 16,-2 0 2-16,-1 0-6 0,3 0 0 0,-3 0 1 15,0 0-5-15,0 0 8 0,0 0 9 0,0 0 7 16,0 0 10-16,0 0 1 0,0 0-2 16,0 0-1-16,0 0-1 0,0 0-1 0,0 0 1 15,0 0 0-15,0 0-3 0,0 0-2 0,0 0-1 16,0 0-1-16,0 0-1 0,0 0 4 15,0 0-3-15,0 0 5 0,0 0 3 0,0 0-4 16,0 0 5-16,0 0-5 0,0 0 5 0,0 0 6 0,0 0-2 16,0 0 1-16,0 0-6 0,0 0 2 0,0 0-2 15,0 0 2-15,0 0 7 0,0 0-6 0,0 0 4 16,0 0-5-16,0 0-5 0,0 0-4 16,0 0 4-16,0 0-4 0,0 0 0 0,0 0 5 15,0 0-6-15,0 0 6 0,0 0-8 0,0 0-6 16,0 0-1-16,0 0-6 0,0 0 7 0,0 0-3 15,0 0-1-15,0 0-4 0,-9 0-2 0,9 0-1 16,0 0 1-16,0 0-3 0,-7 0 0 0,7 0-2 16,0 0-3-16,-5 0 5 0,5 0-1 0,-3 0-1 15,0 0 2-15,3 0-4 0,0 0 0 0,0 0 2 16,0 0 5-16,0 0 1 0,0 0 1 16,0 0-1-16,0 0-5 0,0 0 2 0,0 0-6 0,0 0 1 15,0 0-1-15,0 0-5 0,0 0 4 0,0 0 4 16,0 0-2-16,0 0 2 0,0 0-8 0,0 0 2 15,0 7 1-15,0 1-1 0,0-1 10 16,0 2 0-16,0 2-1 0,0 3 6 0,0 2-2 16,-14 3-6-16,5 5 7 0,9 2-5 0,-14-2 2 15,2 6 3-15,3 0-6 0,2 2 2 0,-1 1-1 16,2-3 5-16,0 1-6 0,6 1 2 0,-6-2-5 16,3 3-6-16,3 2 12 0,0-1-11 0,0 0 7 15,0 2 7-15,0 1-1 0,0-1 5 0,0-1 0 16,0-2-9-16,0-2-4 0,0-3 3 0,0-4-6 15,0 0 6-15,0-6-2 0,0-2 2 0,0-3 3 16,0 0-2-16,0-2 6 0,0-3-10 0,0-1-3 16,0 1 2-16,0-1-3 0,0-1 4 0,0-1 5 15,0-1-3-15,0-1 2 0,0-2 1 16,0 2 1-16,0-1 5 0,0-2-1 0,0 0-2 16,0 0 6-16,0 0-1 0,0 0-1 0,0 0 6 15,0 0-8-15,0 0-1 0,0 0-1 16,0 0-3-16,0 0 5 0,0 0-6 0,0 0 0 0,0 0 1 15,0 0-2-15,0 0-1 0,0 0-3 0,0 0-1 16,0 0 0-16,0 0 5 0,0 0-1 0,0 0 0 16,0 0 2-16,0 0-13 0,0 0-8 0,0 0-13 15,0 0-22-15,0 0-5 0,0 0 4 0,0 0-1 16,9 0 11-16,-9 0 10 0,0 11 8 0,7-11 11 16,-7 11 7-16,7-5 8 0,-7 0 1 15,6 0 5-15,-2 5 4 0,-1-4-2 0,2 0-1 16,-2 1 0-16,0 3-4 0,0 0 3 0,0-1 2 15,0 1-4-15,-2 2 4 0,2-4-1 0,1 2 0 16,-1-4 4-16,-3 3-6 0,0-3-1 0,0 1 5 16,0-1-3-16,0 0 6 0,0 1-5 0,0-4 2 15,0 3-7-15,0-4 1 0,0 3-2 0,0-2-1 16,0-3 3-16,0 3 4 0,0-2 2 0,0-1-6 16,0 2 1-16,0-2-3 0,0-1 3 0,0 0 4 15,0 0 3-15,0 0-4 0,0 0-1 0,0 0-2 16,0 0-5-16,0 0 0 0,0 0 6 0,0 0 4 15,0 0 0-15,0 0 2 0,0 0 11 16,0 0 7-16,0 0 7 0,0 0-5 0,-11 0-11 16,-1 0-12-16,-8 0-5 0,-3 0 5 0,-9 0-1 15,-4 0-7-15,-8 0 11 0,-8 10-10 0,-1-10 2 16,-5 0 5-16,2 0-8 0,-3 0 7 0,-2 0-1 16,-3 0-5-16,1 0-1 0,-3 0-2 0,3 0-3 15,-6 0 7-15,2 0 2 0,2-10 1 0,0 10-1 16,4-6-1-16,3 6 7 0,4-5-7 0,5 5 3 15,7-5 0-15,0 0-9 0,9 3 5 0,3 0 11 16,4 0 15-16,5 0 9 0,2-1-1 0,6 2-6 16,4 0-17-16,3-1-4 0,3 0-2 0,1-1-8 15,2 3-6-15,0 0 3 0,0-1 2 16,0 1 8-16,0-2 2 0,11 1-22 0,-1 1-36 16,4-2-35-16,3 2-50 0,-1-2-54 0,4 1-43 15,3 0-61-15,1 1-42 0,-1 0-43 0,0 0-152 16,0 0-64-16,-5 0 97 0</inkml:trace>
</inkml:ink>
</file>

<file path=ppt/ink/ink36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9:35.021"/>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0 35 1570 0,'0'0'21'16,"0"0"15"-16,0 0 16 0,10 11-1 0,-10-11-15 15,0 0-12-15,0 0-19 0,0 0 5 0,0 0-7 16,0 0 7-16,0 0 19 0,0 6 9 0,0-6 4 16,0 0-5-16,10 0 2 0,-10 5 10 15,11-5 20-15,-4 5 10 0,3-3-10 0,-1 1-16 16,0-2-22-16,3 0 2 0,0-1-2 0,2 2 0 15,1 0 3-15,2-2-8 0,-1 0 2 0,4 0-2 16,1 0-3-16,4 0-4 0,0 0-8 0,1 0-5 16,2 0-1-16,-1 0 0 0,2-9-5 0,0 9 8 15,-2 0-2-15,2-8-3 0,0 8 9 0,0-9-3 16,2 4-1-16,1-2 5 0,3 2-4 0,3 0-3 16,2 2-4-16,-1-4-1 0,4 6-2 0,2-2 5 15,4-3 2-15,-2 4 9 0,5 1 7 0,2-4-3 16,7 3 7-16,3-1-14 0,3 2-12 15,-1 1 0-15,3 0-2 0,-1 0 2 0,-3 0 10 0,-1 0-1 16,-3 11-6-16,-2-2 1 0,-1-9-8 16,-2 11 2-16,0-4 3 0,0-7-4 0,1 6 0 15,-4 1 3-15,-2-2-1 0,-2-1 4 0,-5 2-3 16,-3-1-5-16,-4 0-1 0,-6-3-6 0,-2 5 1 16,-6-5 2-16,-3-1-3 0,-5 0 6 0,0 1 2 15,-3 0 1-15,-1-2 6 0,-2 0 6 0,5 0-3 16,2 0 13-16,6 0-2 0,7 0-5 0,2 0 0 15,6 0-15-15,4 0 0 0,1 0-5 0,4 0 5 16,-3 0 2-16,1 9 2 0,-3-9 5 0,-2 11-4 16,2-4 4-16,3-1-9 0,-3 0-6 0,2 3 7 15,-1-2-17-15,4-2 8 0,1 3 5 0,1-2-3 16,4-1 10-16,-2 2 4 0,3-2-5 16,2-1-2-16,0-2 6 0,2 3-6 0,-3-3 7 15,0 0-4-15,-4-2-2 0,0 3 1 0,1-1-2 16,-4 1 1-16,-2-3-1 0,1 1 1 0,-4 1-4 15,-1 0-1-15,-3 0 1 0,-1 0 2 0,-5 0 0 16,-2 1 5-16,-4 0-2 0,-3-2-8 0,-5 1 7 16,-2 2-1-16,-3-4-1 0,-4 1 5 15,0 1-5-15,-2-2-5 0,-2 0 8 0,0 0 3 0,-1 0 6 16,2 0 6-16,3 0-4 0,3 0-2 16,2 0-7-16,4 0 1 0,2 0-3 0,3 0 0 15,4 0 3-15,1 0-8 0,-1 0 7 0,2 0-3 16,0 0 0-16,2-9-2 0,0 9-6 0,1 0 3 15,1 0-1-15,1 0 3 0,-3 0 8 0,3 0 0 16,1 0 1-16,-2 0 4 0,5 0-7 0,-1 0-4 16,4 0 1-16,0 0-5 0,1 0 2 0,1 0 5 15,-1 0-1-15,-1 0-2 0,0 7 0 0,-1-7-1 16,-2 4 0-16,-3 0 7 0,0 0-6 0,-2-1 2 16,-1-1 1-16,0 2-3 0,-2-2 5 0,-1-2-3 15,0 3 2-15,0-1 1 0,-2-2-3 0,0 0 0 16,1 0 0-16,1 0 2 0,-4 0 0 15,3 0-2-15,1 0-1 0,-2 0-3 0,2 0 4 16,0 0 2-16,-1 0-2 0,3 0 5 0,-1 0-5 16,-2 0-5-16,0 0 5 0,3 0-4 0,-2 0 3 15,1 0 4-15,0 0-2 0,-1 0-5 0,2 0 2 16,-3 0 2-16,3 0-5 0,-1 0 5 0,-2 0 0 16,-3 0 3-16,3 0-6 0,-6 0 10 0,1 0-7 15,-1 0-6-15,0 0 6 0,1-11-4 0,0 11 6 16,-2 0 1-16,3 0 3 0,-1 0-7 0,0 0-1 15,0-6 1-15,-2 6-1 0,-1 0 2 0,-2 0 2 16,-1 0-1-16,-2 0 2 0,-1 0-1 0,-1-7-4 16,-2 7-1-16,-1 0 2 0,1 0 2 15,-2 0 1-15,2 0 1 0,-2 0-1 0,0 0-2 16,0 0-2-16,-1 0 2 0,1 0-5 0,-2 0 5 16,3 0 0-16,-4 0 2 0,1 0-1 0,2 0-2 15,0 0 1-15,1 0-1 0,0 0 0 0,2 0 1 16,-1 0-3-16,0 0 0 0,1 0 1 0,0 0-3 15,-1 0 1-15,-2 0-2 0,1 0 3 0,-1 0 6 16,1 0 3-16,-3 0 0 0,4 0-1 0,-2 0-9 16,3 0 4-16,-1 0-4 0,1 0-2 0,1 0 3 15,1 0-1-15,-2 0 6 0,0 0 8 0,4 0 5 16,2 0-4-16,5 0 2 0,2 0-4 16,7 0-4-16,3 0 0 0,6 0-7 0,5 0-2 15,-1 0 0-15,1 0 3 0,-2 0-3 0,0 0 0 16,-4 0-1-16,-6 0 4 0,0 10 0 0,-2-10-1 15,-2 0 2-15,2 7-6 0,-3-7 9 0,3 0 3 16,1 7-5-16,4-7 3 0,1 0-4 0,-2 1-6 16,2 2 4-16,-2-3 3 0,-2 4-4 0,-2-4 6 15,-2 0-3-15,-4 0-1 0,-2 0 4 0,-2 0-5 16,-4 0 4-16,-3 0-4 0,-1 0 2 0,-4 0 5 16,-1 0-7-16,-1 0 7 0,-2 0-3 0,-1 0 1 15,-2 0 5-15,-2 0 6 0,-1 0 9 0,0 0 9 16,0 0 6-16,0 0 4 0,0 0-1 0,0 0-4 15,0 0-10-15,0 0-11 0,0 0-8 0,0 0-8 16,0 0-1-16,0 0-1 0,0 0 0 16,0 0 0-16,0 0 1 0,0 0-1 0,0 0 2 15,0 0 1-15,0 0-2 0,0 0 0 0,0 0 1 16,0 0-3-16,0 0 1 0,0 0 3 0,0 0-3 16,0 0 4-16,0 0 1 0,0 0 0 0,0 0-1 15,0 0 3-15,0 0-3 0,0 0 5 0,0 0-4 16,0 0 0-16,0 0 5 0,0 0-1 0,0 0 14 15,0 0 2-15,0 0 3 0,0 0 6 0,0 0 1 16,0 0 1-16,0 0-5 0,0 0-4 0,0 0-14 16,0 0-5-16,0 0 2 0,0 0-8 0,0 0 2 15,0 0 3-15,0 0-8 0,0 0 4 16,0 0 2-16,0 0-3 0,0-8 3 0,0 8-5 16,0 0 5-16,0-7-9 0,0 7 2 0,0-6 1 15,0 3-3-15,0 3 10 0,5-4-4 0,-5 0 1 16,7 3-1-16,-2-2-2 0,-1 2 0 0,-1-3 3 15,0 2-3-15,-1 1 2 0,1-2 8 0,0 1-10 16,-1 1 11-16,-1-3-10 0,1 4 1 0,-2-1 8 16,1 0-8-16,-1-1 10 0,0 0-10 15,0 1 3-15,0 1-4 0,0 0 1 0,0 0-1 0,0 0-1 16,0 0 3-16,0 0 1 0,0 0-2 16,0 0 1-16,0 0 0 0,0 0 6 0,0 0 9 15,0 0 4-15,0 0 7 0,0 0 0 0,0 0-3 16,0 0 1-16,0 0 2 0,0-8 5 0,0 8 4 15,0 0 0-15,0 0-2 0,0-6 2 0,0 6-7 16,0 0-8-16,0-5-7 0,0 5-11 0,0-4 0 16,0 1-6-16,-9 1 2 0,9 2-2 0,-5-1-2 15,5 1 11-15,-6-3-4 0,3 1 0 0,-1 2-3 16,4 0-3-16,-3-1-2 0,0 0 3 0,0 1 6 16,0 0-11-16,1-2 9 0,-1 2 3 0,0-2-3 15,0 2 5-15,3 0-2 0,-3 0-4 0,0 0 2 16,1-3-1-16,1 1-14 0,-1 1-24 0,-1 1-49 15,0-2-71-15,0 1-89 0,0-1-87 16,-1-1-71-16,-2 1-112 0,-3 0-175 0,-5-2 111 16</inkml:trace>
</inkml:ink>
</file>

<file path=ppt/ink/ink36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8:41.296"/>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-1 163 1341 0,'0'-7'24'0,"14"7"19"16,-5 0 14-16,1-6 12 0,-10 6-5 0,6 0-10 15,0-4 7-15,-6 4 2 0,8 0 0 0,-8-4 14 16,3 4 3-16,-3-2 6 0,0 2 6 0,6 0-2 15,-6 0-4-15,0 0-2 0,0 0-11 0,0 0-13 16,0 0-5-16,0 0-10 0,0 0-10 0,0 0 2 16,0 0-7-16,0 0-1 0,0 0 10 0,0 0 7 15,0 0-1-15,0 0 6 0,0 0-11 16,0 0-19-16,0 6-4 0,0-6-11 0,0 0-3 16,0 0-3-16,0 0 0 0,0 5-4 0,0-5 1 15,0 0 5-15,0 5-4 0,0-5 9 0,0 2 2 16,0 1-4-16,11-1 15 0,1-2 6 0,5 1 13 15,-1 2 1-15,7-3-6 0,1 0-3 0,5 0-14 16,5 0 4-16,5 0 13 0,4 0 4 0,7-13-6 16,6 13-1-16,3-17-19 0,7 4-16 0,3 0 10 15,4-2-7-15,3 1 4 0,0 1-1 0,0 1-4 16,-3-1-3-16,-5 4 5 0,-2 1 6 16,-9 1-4-16,0 1 4 0,-12-1-16 0,-2 4-8 15,-10 2-5-15,-7-2 7 0,-3 2 8 0,-10 1 3 16,-13 0 11-16,0 0-11 0,0 0 2 0,-19 0 3 15,-7 10-17-15,-8 1 7 0,-8-3-3 0,-8 4 6 16,-9 0 7-16,-7 4 1 16,-4 1-1-16,-3 0-6 0,-6 1 7 0,-3-1-2 0,2 4 1 0,-2-1-3 15,3-2 9-15,0-1 20 0,3-2 15 0,6 0 34 16,8-2 9-16,9-2-4 0,4-3-12 0,13-2-31 16,8-1-21-16,6-1-20 0,9-2 1 0,6 1-4 15,7-1 8-15,0-2-3 0,0 0 4 0,14 0-2 16,-1 0-12-16,10 0 14 0,6 0 2 0,7 0 1 15,7 0 4-15,7-16 5 0,9 4-15 16,6-4 7-16,5 1-7 0,3-1-33 0,3-2-57 16,0-1-105-16,3 1-100 0,-6 1-101 0,0 0-111 15,-8 0-242-15,-3 1 107 0</inkml:trace>
</inkml:ink>
</file>

<file path=ppt/ink/ink36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8:44.149"/>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256 219 2129 0,'-10'-3'30'0,"4"-3"23"0,-1 6 24 0,1 0 39 15,0-3 4-15,1 3 20 0,-1-3 11 0,0 1 8 0,1 1-5 16,2-1-14-16,0 2-19 0,0 0-38 16,0-1-18-16,0 1-14 0,0 0-10 0,2 0 5 15,-2 0-26-15,3 0-5 0,0 0-6 0,-3 0-5 16,3 0 20-16,0 0-11 0,0 0 1 0,0 0-9 16,0 0-7-16,0 0 6 0,0 0-4 0,0 0 1 15,13 0 8-15,4 0-4 0,3 0-6 0,6 0 12 16,4 0 0-16,6 0-6 0,10 0 8 0,7 0-14 15,0 0-2-15,9-9 1 0,4 9 1 0,1-9 1 16,-2 0-3-16,5 9 6 0,-2-7-5 0,-4 1 3 16,1 1 1-16,-3 2-5 0,-2-1 6 15,-6 1 0-15,-5 1 2 0,-3-2 0 0,-7 3-5 16,-6-1 8-16,-5 1-4 0,-5-1 4 0,-7 2 16 16,-1 0 1-16,-7 0 2 0,-8-1 3 0,0 1-17 15,0 0-15-15,-14-2-4 0,-5 2-2 16,-4 0 7-16,-6 0-3 0,-12 0 0 0,-5 0 10 0,-7 0-10 15,-6 0 7-15,-8 0 6 0,-1 0-10 0,-5 12-1 16,-3-2 1-16,3-10-3 0,0 11 1 0,-1-2 3 16,7-1 2-16,2-2 2 0,4 1 2 0,6 0 4 15,8-1 11-15,2-3 5 0,8 0 12 16,7 0-7-16,4 0-11 0,3-3-6 0,10 0-19 16,-1 0 3-16,8 0 5 0,3 0-11 0,3 0 9 15,0 0-3-15,0 0-3 0,0 0 2 0,12 0 0 16,2 0 4-16,5 0 2 0,1 0 3 0,3 0-8 15,1 0-1-15,5 0-2 0,1 0 5 0,4 0 6 16,1 0-2-16,-5 0 2 0,3 0-5 0,-4 0-2 16,2 0 3-16,-5 0-3 0,-4 0-4 0,-5 0 8 15,0-6 3-15,-1 6-8 0,-2 0 11 0,-2 0-10 16,-4-6-3-16,1 6 8 0,-1 0-1 0,-2 0-3 16,0-3 3-16,0 3-5 0,-2-3 0 0,-4 0 3 15,3 1 4-15,-3-1-1 0,3 2-4 0,0 1 5 16,-3-2-4-16,0 0 4 0,0 1 0 0,3-1-6 15,-1 2-3-15,-2-2-1 0,0 2 8 16,2 0-6-16,-2-2-3 0,1 2-3 0,-1 0-5 16,0-3 9-16,0 3-3 0,0 0 7 0,0 0-4 15,0 0-1-15,0 0-4 0,0 0 2 0,0 0 8 16,0 0-7-16,0 0 17 0,0 0-12 0,0 0-1 16,0 0 10-16,0 0-7 0,0 0 5 0,0 0-20 15,0 0 12-15,0 0-3 0,0 0-2 0,0 0 19 16,0 0-12-16,0 0 3 0,0 0 7 0,0 0-7 15,0 0-4-15,0 0-4 0,0 0 0 0,0 0 2 16,0 0 1-16,0 0 5 0,0 0-10 0,0 0 7 16,0 0-3-16,0 0 2 0,0 0 2 15,0 0-8-15,0 0 7 0,0 0-7 0,0 0 4 16,0 0 1-16,0 0-1 0,0 0-3 0,0 0 4 16,0 0-1-16,0 0-10 0,0 0 9 0,0 0-8 15,0 0-2-15,0 0 1 0,0 0-1 0,0 0 4 16,0 0-3-16,0 0 13 0,0 0-7 0,0 0-2 15,0 0 5-15,0 0-9 0,0 0 1 0,0 0 8 16,0 0 5-16,0 0 1 0,0 0-3 0,0 0-3 16,0 0-2-16,0 0 4 0,0 0 1 15,0 0 11-15,0 0-8 0,0 0 0 0,0 0 1 0,0 0-12 16,0 0 8-16,0 0-6 0,0 0 17 16,0 0-5-16,0 0-3 0,0 0 4 0,0 0-9 15,0 0 5-15,0 0 1 0,0 0 0 0,0 0 4 16,0 0-3-16,0 0-5 0,0 0 4 0,0 0-8 15,0 0 9-15,0 0 3 0,0 0-5 0,0 0 1 16,0 0-5-16,0 0 2 0,0 0 1 0,0 0-3 16,0 0 6-16,0 0-3 0,0 0 0 0,0 0 7 15,0 0-9-15,0 0 6 0,-8 0 2 0,8 0-6 16,0 0-1-16,0 0-5 0,-9 0-6 0,9 0 8 16,0 0 5-16,-4 0-3 0,4 0 13 0,-6 0-13 15,6 0 3-15,0 0 4 0,-3 0-9 0,0 0 2 16,3 0 0-16,-3 0 1 0,3 0-3 15,0 0 6-15,0 0-1 0,-3 0 0 0,3 0-2 16,-2 0-1-16,-1 0 2 0,3 0 1 0,0 0 4 16,-3 0-2-16,3 0-2 0,-3 0-10 0,3 0 3 15,0 0-3-15,0 0 4 0,-3 0 14 0,3 0-3 16,-3 0-2-16,3 0 1 0,-3 0-8 0,3 0 0 16,-5 0 2-16,5 0-1 0,-3 0 0 0,-3 0 4 15,6 0 4-15,-6 0 2 0,5 0-5 0,-6 0 3 16,4 0-9-16,0 0-2 0,0 0-3 0,-1 0 3 15,-2 0 7-15,3 0 4 0,-3 0-2 0,-2 0-8 16,5 0-4-16,-3 0-3 0,-2 0 8 0,2 0 9 16,-3 0 1-16,5 0 1 0,-6 0-2 0,3 0-10 15,1 0 1-15,-3 0-6 0,1 0 7 16,2 0 4-16,0 0-1 0,1 0 0 0,-1 0 14 16,3 0-17-16,0 0-1 0,3 0 12 0,-3 0-24 15,3 0 11-15,0 0 2 0,0 0 3 0,0 0-1 16,0 0 7-16,0 0-16 0,0 0-6 0,0 0 17 15,0 0-5-15,0 0 16 0,0 0-14 0,0 0-1 16,0 0-1-16,0 0 5 0,0 0 7 0,0 0-1 16,0 0-10-16,0 0-4 0,0 0 4 0,0 0-11 15,0 0 13-15,0 0-1 0,0 0 3 16,0 0 3-16,0 0-3 0,0 0 7 0,0 0-6 16,0 0 5-16,0 0-6 0,0 0-3 0,0 0-14 15,0 0 5-15,0 0 9 0,0 0-1 0,0 0 17 16,0 0-21-16,0 0 4 0,0 0-34 0,0 0-56 15,0 0-70-15,0 0-103 0,0 0-67 0,0 0-41 16,0 0-30-16,9 0-206 0,0 0 15 0,-9 0 94 16</inkml:trace>
</inkml:ink>
</file>

<file path=ppt/ink/ink36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9:46.513"/>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19 84 1424 0,'-2'-11'20'0,"-1"0"25"0,0 1 22 16,0 1 13-16,3 0-1 0,-2 1-7 0,-1 1-2 15,3 1-12-15,-3 1-17 0,3 0-20 0,-1 4-22 16,1-1-10-16,0 2-4 0,0 0 9 0,0 0 18 15,0 0 19-15,0 0 19 0,0 14 6 0,0-2 2 16,0 2 6-16,9 2-3 0,-9 4-13 0,9 3-14 16,-9 3-21-16,0 1-20 0,6 2-1 15,-6 0-9-15,0 1 1 0,5 0 1 0,-5-2-2 16,7-2 5-16,-1 0 5 0,0 0 55 0,2 7 63 0,0 4 9 16,1 3 6-16,-2 2-58 0,2 6-61 15,1 5-3-15,-3-2-20 0,2 3 9 0,2-8-2 16,-1-3-6-16,1-2 17 0,1-4 4 0,-1-5 17 15,0 3 84-15,2-2-3 0,-2-3-3 0,1 2-15 16,-3 1-80-16,0-1-3 0,-1-5 1 0,-2 2 2 16,-3-7 2-16,0-3-3 0,-3-3-3 0,0-5 0 15,0 0-4-15,0-3 10 0,0-4 4 0,0 0-3 16,0-1 7-16,0-2-6 0,0-1 4 0,0 0 3 16,0 0-3-16,0 0 0 0,0 0-1 0,0 0-3 15,0 0-4-15,0-9-16 0,0 0-40 0,0 9-56 16,-12-13-48-16,12 3-47 0,-12 3-28 0,3-3-8 15,1 2-17-15,0-1-40 0,1-2-145 16,-1 3-49-16,1-3 67 0</inkml:trace>
  <inkml:trace contextRef="#ctx0" brushRef="#br0" timeOffset="1800.05">295 223 1465 0,'-9'-9'44'16,"0"-4"25"-16,0 4 24 0,0-2 23 0,-1 3-23 16,1 1 1-16,0 1-3 0,2 1-12 0,1-1-6 15,1 2-13-15,-1 0-9 0,4 3-6 0,-1 1-10 16,3-4-5-16,-1 4-9 0,1-2-3 0,0 2 1 15,-2 0-6-15,2 0 2 0,0 0-2 0,0 0 1 16,0 0-1-16,-1 0-8 0,1 0 4 0,0 0-7 16,0 0-2-16,0 0-2 0,0 0-1 0,0 0 2 15,0 0 0-15,0 0 3 0,0 0-2 0,0 0 2 16,0 0 2-16,12 0 0 0,-4 0-3 0,1 0 0 16,-2 0-2-16,1 0-1 0,-1 0 5 15,-1 0-1-15,-6 0 3 0,7 0 0 0,-7 0 0 0,0 0 1 16,0 0 8-16,0 0 10 0,3 0-2 15,-3 0 1-15,0 0-16 0,0 0-10 0,3 0-3 16,0 0 0-16,0 0 4 0,3-6 1 0,3 6 3 16,3-6-4-16,5 1-1 15,2 0-3-15,4 1-5 0,3 0 2 0,3-1 3 0,-2 3 1 0,2 0 8 16,-2 2-1-16,1 0 1 0,-2 0 0 0,1 0 8 16,2 0 0-16,6 0-3 0,4 0 5 0,10 0-16 15,5 0-3-15,6 0 6 0,4 0-1 0,4-11 2 16,2 0 5-16,-2 0-9 0,2 1 3 15,-3 10 0-15,-3-9 2 0,-4 1-2 0,1 2-1 0,-5 6-3 16,-1-6-3-16,-3 6 4 0,-7 0 1 16,-4 0-1-16,-3 0 2 0,-6 0-5 0,-5 0 1 15,-5 11 1-15,-4-11 2 0,-5 6 1 0,-2-6-2 16,-3 6 2-16,-2-6 1 0,-2 0 0 0,-1 0 5 16,-1 6-5-16,1-6-2 0,-2 0 2 0,2 0-2 15,-1 0 5-15,1 2 1 0,0-2 0 0,0 3 1 16,0 0 0-16,0-1-1 0,2-2 0 15,1 0-3-15,0 1-2 0,1-1-1 0,1 2 0 0,1-2 6 16,-1 0-4-16,-2 0 2 0,1 0-2 16,1 0 0-16,-2 0 2 0,0 0 0 0,2 0 4 0,-2 0-6 15,3 0-3-15,0 0 3 0,0 0-3 16,3 0 3-16,-1 0 0 0,0 0 0 0,-1 0-4 16,1 0-1-16,-2 0 2 0,-3 0-1 0,-1 0 3 15,2 0 2-15,-1 6 0 0,-3-6-1 0,0 0 3 16,-1 0-2-16,-1 0-1 0,1 5-1 0,-1-5 1 15,-1 0 0-15,2 0-1 0,-1 0 2 0,1 0-2 16,-1 0 0-16,3 0 4 0,-3 0-3 0,4 0 3 16,-2 0-2-16,1 0-2 0,1 0 3 0,-2 0-4 15,3 0 0-15,-2 0 1 0,2 0-1 0,-1 0 0 16,1 0 3-16,-1 0-1 0,1 0 0 0,0 0 0 16,-2 0-2-16,1 8 2 0,-1-8 0 0,1 0 0 15,-3 0 3-15,1 0-3 0,-2 0 2 16,2 0-2-16,-1 0 1 0,-1 0 0 0,-1 0 0 15,0 0 2-15,0 0-6 0,0 0 10 0,0 0 30 16,0 0 19-16,0 0 30 0,0 0 14 0,0 0-5 16,0 0-11-16,0 0-14 0,0 0-16 0,0 0-20 15,0 0-2-15,0 0-13 0,0 0 4 0,0 0 2 16,0 0 0-16,0 0 9 0,0 0-5 0,0 0-6 16,0 0 4-16,0 0-4 0,0 0 12 0,0 0 4 15,0 0-5-15,0 0-8 0,0 0-16 0,0 0-3 16,0 0 1-16,0 0 3 0,0 0 0 0,0 0-7 15,0 0-6-15,0 0-1 0,0 0 2 16,0 0 1-16,0 0 5 0,0 0-4 0,0 0-9 16,0 0 5-16,0 0-4 0,0 0 0 0,0 9 1 15,0-9-4-15,0 0-3 0,0 0-1 0,0 6 4 16,0-6-6-16,0 6 3 0,0-3 3 0,0 4 6 16,0-1 8-16,0 1 6 0,0 5-5 0,0 0-10 15,0 0 4-15,0 5-8 0,0 0 0 0,8 1 1 16,1 1-3-16,-2 1 2 0,0-1 5 0,0-1 7 15,1 0-10-15,-2 0-5 0,1 2 11 0,1 2-3 16,0 4 7-16,-1 2 5 0,2 2-12 0,0 2 8 16,1 4 5-16,2 1-8 0,-2 1 8 0,1-2-11 15,0 0 3-15,-4-5-1 0,2 0-1 0,-3-3-5 16,0-2-2-16,-1-3 4 0,-2-1-3 16,0-3 7-16,-1-1 0 0,-1-3-1 0,-1 4 6 15,0-2-5-15,0-2-2 0,0 1 4 0,0 1 3 16,0 0-3-16,0-3 1 0,0 1 3 0,0-2-10 15,0-3 6-15,0-2 3 0,0-1-7 0,0 0 4 16,0-2-1-16,0-1-2 0,0 0 3 0,0 0 0 16,0 0-1-16,0-1 4 0,0 0 0 0,0 0-8 15,0 0 7-15,0 1-9 0,0-2 2 0,0 0 9 16,0 0-7-16,0 0 5 0,0 3-9 0,0-4 4 16,0 4 1-16,0-2 4 0,0 0 5 15,0 2-6-15,0-1-1 0,0 0 2 0,0 1-2 0,0-1 3 16,0 0-1-16,0 3 7 0,0-4-2 15,0 3-5-15,0-2 4 0,0 1-10 0,0-2 2 16,0 2 1-16,0-1-3 0,0-2 3 0,0 5 2 16,0-1-3-16,0-2 4 0,0 1-8 0,0-1 2 15,0 3 0-15,0-4 1 0,0 3 1 0,0-1 5 16,0 0-4-16,0-3-2 0,0 2 5 0,0 0-3 16,0-2 8-16,0-1-4 0,0-1-2 0,0 3-2 15,0-3-1-15,0 0 7 0,0 0 1 0,0 0 1 16,0 0 2-16,0 0-8 0,0 0 2 0,0 0-1 15,0 0 0-15,0 0 6 0,0 0-9 0,0 0-2 16,-11 0 3-16,1 0-6 0,-1 0 5 16,-1-7 4-16,-3 7-4 0,-5-8-8 0,-3 8 2 15,-6 0-11-15,-4 0-8 0,-6 0 12 0,-7 0-9 16,-4 0 6-16,-6 11 13 0,-4-11-5 0,0 14 8 16,-1-3-1-16,0-11-2 0,1 9-2 0,-1 0 1 15,-3-1 2-15,-1-1-3 0,-5 3 3 0,-5-2 1 16,-2 6 2-16,-5-4-6 0,-2 3 1 0,-1-2 14 15,5 0 33-15,2-2 32 0,7-2 32 0,9-2-2 16,6 1-26-16,8-4-18 0,7 1-27 0,10 0-6 16,5-3-2-16,6 0 8 0,5 0 11 0,3 0 6 15,3 0-10-15,3 0-23 0,1 0-7 16,0 0-20-16,5 0 10 0,-3 0-2 0,3 0-8 16,0 0 8-16,0-9-5 0,0 9 4 0,0 0 1 15,0 0-5-15,0-7 1 0,0 7-3 0,9-3 6 16,-9 3-4-16,0 0-4 0,8 0 12 0,-8-4-6 15,0 4 4-15,0 0 4 0,0 0-12 0,5 0-20 16,-5 0-28-16,0 0-35 0,3 0-33 0,0 0-26 16,0 0-33-16,0 0-32 0,0 0-36 0,4 0-32 15,-1 0 6-15,5 0 7 0,1 0-6 16,5 0-63-16,3 0-240 0,2 9 59 0</inkml:trace>
</inkml:ink>
</file>

<file path=ppt/ink/ink37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9:12.586"/>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-1146 2258 172 0,'-6'0'0'0,"1"0"-16"0,2 0-27 0,0 0 0 15</inkml:trace>
</inkml:ink>
</file>

<file path=ppt/ink/ink37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8:45.260"/>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-1183 2367 1864 0,'0'0'32'15,"0"0"23"-15,-10 0 33 0,10 0 29 0,0 0-7 16,-6 0 9-16,6 9 2 0,-9-9 1 0,9 0 13 16,-5 6-6-16,5-6-22 0,-3 0-15 0,3 0-24 15,0 0-21-15,0 0-13 0,0 0-13 0,0 0-8 16,0 0-10-16,0 4-7 0,0-4 0 0,0 0-3 15,0 0 1-15,0 0 6 0,9 0 1 0,5 0-5 16,2 0 7-16,4 0-4 0,3 0 1 0,7 0 5 16,4-9-3-16,5 9 5 0,1-12-2 0,2 1-2 15,-1 1-6-15,2-2 5 0,-1 4-3 16,-2 1-1-16,-8-1 5 16,-2 2-5-16,-4 0-3 0,-5 2-5 0,-6 3-7 0,-1 1-2 0,-6 0 3 15,-5 0 10-15,-3 0 1 0,0 0-19 0,0 0-3 16,-22 0-19-16,0 12 10 0,-4-3 17 0,-5 2 9 15,-5-1 11-15,-5 1-2 0,0 1 1 0,-5-2 2 16,-1 1 1-16,2-3-4 0,-4 3-4 0,2-3 0 16,5 0 15-16,1-1 31 0,4-1 21 0,5 0 13 15,0 0 8-15,8-2-9 0,1 1 1 16,6-2-7-16,4-2-18 0,1 2-24 0,4-3-23 0,2 0-11 16,1 0-1-16,4 0 1 0,1 0 6 15,0 0 2-15,0 0 0 0,12 0 1 0,2 0 3 16,-4 0-6-16,6 0 4 0,0-11 0 0,4 11-6 15,1-10 8-15,1 4-6 0,-1 6-2 0,0-6 9 16,0 2-6-16,-1 0 4 0,-5-1 4 16,0 3-10-16,-2 2 3 0,-3-3 0 0,-1 2 8 0,-4-1 1 15,1 1 0-15,0 1-14 0,-3 0-1 0,0 0 6 16,-3 0 0-16,2 0 9 0,-2 0-11 0,0 0 11 16,0 0 12-16,0 0 9 0,0 0 1 0,0 0-8 15,0 0-15-15,0 0-14 0,0 0 9 0,0 0-13 16,0 0-21-16,0 0-76 0,0 0-129 15,0 0-118-15,0 0-92 0,0 0-213 0,0 0-38 16,0 0 130-16</inkml:trace>
</inkml:ink>
</file>

<file path=ppt/ink/ink37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8:48.596"/>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1632 2622 2549 0,'0'0'22'0,"0"0"27"0,0 0 24 0,0 0 26 15,0 0-6-15,0 0-9 0,0 0 4 0,0 0 7 16,0 0 14-16,0 0 4 0,0 0 8 0,-10 0-15 15,10 0-9-15,-6 0-4 0,6 0-28 0,-6 0-13 16,6 0-13-16,-7 0 1 0,4 0-6 0,0 0-2 16,3 0-9-16,0 0-19 0,-3 0-3 0,3 0 6 15,0 0-6-15,0 0 8 0,0 0-8 0,0 0-6 16,0 0 7-16,0 0-15 0,0 0 19 16,0 0-3-16,0 0-6 0,0 0 8 0,0 0-9 15,0 0 1-15,0 0 2 0,0 0 5 0,0 0-7 16,0 0-1-16,0 0 4 0,0 0 4 0,0 0 14 15,0 0-12-15,-8 0 11 0,8 0-9 0,0 0 2 16,0 0 13-16,0 0-13 0,0 0 12 0,0 0-9 16,0 0 1-16,0 0 1 0,0 0-11 0,0 0 1 15,0 0-2-15,0 0 3 0,0 0 8 0,0 0-3 16,0 0-6-16,0 0-2 0,-9 0-10 16,9 0 5-16,0 0 0 0,0 0-2 0,-8 0 2 15,8 0 1-15,-6 0 8 0,6 0-6 0,0 0 2 16,0 0-1-16,0 0 1 0,-6 0 1 0,6 0-7 15,0 0-1-15,0 0-4 0,0 0 4 0,0 0 9 16,0 0 6-16,0 0-9 0,0 0 5 0,0 0-9 16,0 0-8-16,0 0 0 0,0 0 2 0,0 0 8 15,0 0 2-15,0 0 4 0,0 0-8 0,0 0-1 16,0 0-1-16,0 0-2 0,0 0 9 0,0 0 0 16,0 0 5-16,0 0 1 0,0 0-6 0,0 0-6 15,0 0-2-15,0 0 9 0,0 0-6 0,0 0 0 16,0 0 0-16,0 0-3 0,0 0 6 0,0 0 1 15,0 0 9-15,-11 0-8 0,11 0 7 16,0 0-6-16,0 0-13 0,-9 0 11 0,9 0-15 16,-4 0 5-16,4 0 10 0,-6 0-1 0,0 0 6 15,3 0 1-15,-2 0-10 0,2 0-5 0,-3 0 6 16,3-4 0-16,0 4 4 0,0 0 2 0,-2 0-5 16,2 0 0-16,0 0-5 0,0 0 2 0,3 0 3 15,-1 0-3-15,1 0 6 0,-2 0-4 0,1 0-7 16,1 0 6-16,0 0 0 0,0 0 0 0,0 0-4 15,-2 0 7-15,2 0-13 0,0 0 9 0,0 0-3 16,0 0-12-16,0 0 12 0,0 0-11 0,0 0 9 16,0 0-5-16,0 0 5 0,0 0 8 0,0 0 0 15,0 0 4-15,0 0-5 0,0 0-4 16,0 0 8-16,0 0 4 0,0 0-8 0,0 0 3 16,0 0-12-16,0 0 2 0,0 0 14 0,0 0-8 15,0 0 6-15,0 0-1 0,0 0-9 0,0 0 10 16,0 0-4-16,0 0-2 0,0 0 8 0,0 0-10 15,0 0 8-15,0 0 1 0,0 0-10 0,0 0 5 16,0 0 0-16,0 0 0 0,0 0 1 0,0 0 11 16,0 0-13-16,0 0 2 0,0 0-4 15,0 0-5-15,0 0 17 0,0 0-16 0,0 0 13 0,0 0-2 16,0 0-13-16,0 0 9 0,0 0-5 16,0 0 1-16,0 0 5 0,0 0 2 0,0 0-4 15,0 0 0-15,0 0 1 0,0 0-3 0,0 0 6 16,0 0-7-16,0 0 3 0,0 0 2 0,0 0-5 15,0 0 8-15,0 0-3 0,0 0-8 0,0 0 2 16,0 0 4-16,0 0 0 0,0 0 3 0,0 0 1 16,0 0-4-16,0 0-3 0,0 0 7 0,0 0-4 15,0 0-6-15,0 0 9 0,0 0-4 0,0 0 5 16,0 0 7-16,0 0-16 0,0 0 4 0,0 0 2 16,9 0-1-16,-9 0 2 0,0 0-1 0,6 0 0 15,-6 0 0-15,0 0 6 0,0 0-2 0,0 0-9 16,0 0 0-16,0 0 1 0,0 0 6 0,0 0 0 15,0 0 3-15,0 0-1 0,8 0-10 0,-8 0 0 16,0 0 0-16,0 0 5 0,0 0 8 16,0 0 0-16,0 0-2 0,0 0-3 0,0 0-4 15,0 0 4-15,0 0 1 0,0 0-4 0,0 0-4 16,0 0 10-16,0 0-2 0,0 0 1 0,0 0 5 16,0 0-16-16,0 0 2 0,0 0 0 15,0 0 4-15,0 0 6 0,0 0-10 16,0 0 10-16,0 0-11 0,0 0 6 0,0 0 2 0,0 0 7 0,0 0-4 15,0 0-2-15,0 0-2 0,0 0-9 16,0 0 10-16,0 0 3 0,0 0-3 0,0 0-4 0,0 0-3 16,0 0 0-16,0 0 2 0,0 0 3 0,0 0 3 15,0 0-2-15,0 0-1 0,0 0 6 16,0 0-7-16,0 0-4 0,0 0 3 16,0 0 5-16,0 0-3 0,0 0-2 0,0 0 5 0,0 0-13 15,0 0 9-15,0 0 9 0,0 0-6 0,0 0 2 16,0 0-4-16,0 0-2 0,0 0-1 0,0 0-5 15,0 0 0-15,0 0 4 0,0 0 4 0,0 0 0 16,0 0 1-16,0 0 1 0,0 0-7 16,0 0 9-16,0 0 5 0,0 0-6 0,0 0 3 0,0 0-4 15,0 0-9-15,0 0-1 0,0 0 11 0,0 0-2 16,0 0 3-16,0 0 3 0,0 0-10 16,0 0-3-16,0 0 2 0,0 0 8 0,0 0 1 15,0 0-1-15,0 0 0 0,0 0-6 0,0 0-1 16,0 0 7-16,0 0 0 0,0 0-2 0,0 0 5 15,0 0-4-15,0 0 0 0,0 0-5 0,0 0-9 16,0 0 11-16,0 0-2 0,0 0 8 16,0 0 3-16,0 0-7 0,0 0-3 0,0 0-4 0,0 0 3 15,0 0 1-15,0 0 2 0,0 0 2 0,0 0 3 16,0 0-10-16,0 0 4 0,0 0 1 0,0 0 0 16,0 0-3-16,0 0 0 0,0 0-2 0,0 0-3 15,0 0 16-15,0 0-7 0,0 0 3 0,0 0-4 16,0 0-7-16,0 0 10 0,0 0-10 15,0 0 9-15,0 0 0 0,0 0-12 0,0 0 11 16,0 0 0-16,0 0-2 0,0 0 6 0,0 0-7 16,0 0 2-16,0 0 0 0,0 0 0 0,0 0 0 15,0 0-13-15,0 0 12 0,0 0-8 0,0 0 8 16,0 0 9-16,0 0-6 0,0 0 7 0,0 0-8 16,0 0-1-16,0 0 0 0,0 0-5 0,0 0 5 15,0 0 7-15,0 0-5 0,0 0 10 0,0 0-16 16,0 0 5-16,0 0-1 0,0 0-3 0,0 0 14 15,0 0-7-15,0 0-4 0,0 0-4 0,0 0 4 16,0 0-8-16,0 0 10 0,0 0 1 0,0 0-8 16,0 0 5-16,0 0 5 0,0 0-7 15,0 0 8-15,0 0-3 0,0 0-14 0,0 0 14 16,0 0-9-16,0 0 5 0,0 0 10 0,0 0-8 16,0 0 2-16,0 0-10 0,0 0 2 0,0 0 5 15,0 0-10-15,0 0 19 0,0 0-10 0,0 0-5 16,0 0 13-16,0 0-11 0,0 0 3 0,0 0-3 15,0 0-1-15,0 0-2 0,0 0 0 0,0 0 14 16,0 0-3-16,0 0-5 0,0 0 8 0,0 0-17 16,0 0 9-16,0 0 0 0,0 0-11 15,0 0 10-15,0 0-2 0,0 0 2 0,0 0 9 0,0 0-7 16,0 0 4-16,0 0 1 0,0 0-7 0,0 0 4 16,0 0-10-16,0 0 4 0,0 0-5 15,0 0 6-15,0 0 1 0,0 0-2 0,0 0 9 16,0 0-4-16,0 0-3 0,0 0 5 0,0 0-4 15,0 0 2-15,0 0 3 0,0 0-15 0,0 0 10 16,0 0-2-16,0 0-8 0,0 0 15 0,0 0-9 16,0 0-1-16,0 0 5 0,0 0-3 0,0 0-1 15,0 0 9-15,0 0-4 0,0 0 2 0,0 0-7 16,0 0-3-16,0 0 10 0,0 0-7 0,0 0 4 16,0 0-3-16,0 0-2 0,0 0 9 0,0 0 0 15,0 0 7-15,0 0-10 0,0 0-1 0,0 0 6 16,0 0-11-16,0 0 6 0,0 0 6 15,0 0-9-15,0 0 4 0,0 0-3 0,0 0-3 16,0 0 3-16,0 0 6 0,0 0-6 0,0 0-2 16,0 0-1-16,0 0-2 0,0 0 10 0,0 0 0 15,0 0-3-15,0 0-1 0,0 0 0 0,0 0 2 16,0 0-2-16,0 0 2 0,0 0 1 0,0 0-9 16,0 0 11-16,0 0-3 0,0 0-5 0,0 0-1 15,0 0-4-15,0 0 7 0,0 0-2 0,0 0 2 16,0 0 4-16,0 0-5 0,0 0 8 0,0 0-5 15,0 0 4-15,0 0 0 0,0 0-1 0,0 0-4 16,0 0 2-16,0 0-12 0,0 0 6 0,0 0 7 16,0 0-4-16,0 0 2 0,0 0-1 0,0 0-3 15,0 0-3-15,0 0 10 0,0 0-4 16,0 0 8-16,0 0-2 0,0 0-7 0,0 0-2 16,0 0 3-16,0 0 1 0,0 0-1 0,0 0 3 15,0 0-5-15,0 0 2 0,0 0 10 0,0 0-17 16,0 0 4-16,0 0-3 0,0 0 0 0,0 0 9 15,0 0-4-15,0 0 1 0,0 0 7 0,0 0-4 16,0 0 0-16,0 0 2 0,0 0-15 0,0 0 9 16,0 0-5-16,0 0-1 0,0 0 16 0,0 0-22 15,0 0 18-15,0 0-24 0,0 0-32 0,0 0-16 16,0 0-48-16,0 0-71 0,0 0-81 16,0 0-80-16,0 0-48 0,0 0 13 0,0 0 3 15,0 0-192-15,0 0 23 0,-11 0 81 0</inkml:trace>
</inkml:ink>
</file>

<file path=ppt/ink/ink37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9:50.124"/>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19-1 2401 0,'5'0'21'0,"-5"0"17"0,0 0 8 0,0 0 12 16,0 0-24-16,0 0-7 0,0 0-12 0,0 0-13 16,0 0 1-16,-11 0-6 0,11 0-5 0,0 0-17 15,-7 0-32-15,7 0-52 0,0 0-51 0,0 0-62 16,-6 0-78-16,6 0-99 0,0 0-91 0,0 0 76 15,0 0 112-15</inkml:trace>
</inkml:ink>
</file>

<file path=ppt/ink/ink37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9:49.218"/>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24 90 1260 0,'12'-5'16'0,"-7"2"11"0,-5-4 10 16,6 4 4-16,-6-3-14 0,0 3-3 0,0-2 12 16,0 3 7-16,0-5 6 0,0 4 5 0,0-2-10 15,0 2-1-15,0-3 13 0,-11 4 6 0,4-3-2 16,7 1-3-16,-10 2-12 0,4-3-9 0,6 2-3 15,-4 1 1-15,-1 0 0 0,5-2-3 16,0 3-3-16,-4 1-13 0,4-2-12 0,0 2-12 0,0 0-9 16,0 0 8-16,0 0 7 0,0 11 26 15,0-2 1-15,0 3-6 0,13 4-7 0,-2 1-23 16,1 2-1-16,2 0 2 0,-4 3-1 0,4 0 2 16,-2-2 6-16,0 0-1 0,1 2 6 0,0-2 2 15,1-1 73-15,0 2 62 0,-1 4 2 0,-2-6-3 16,2 2-72-16,0-3-63 0,-1-1 1 15,0 1 2-15,0-6-7 0,-4-3 10 0,-1 0-5 0,2-2 2 16,-4-3 7-16,1-2-2 0,0 2 19 0,-1-4 14 16,1 0 12-16,0 0 1 0,3 0-19 0,0 0-16 15,0 0-13-15,5-13-8 0,-2 4 0 16,2-1-20-16,1 2-7 0,3-2-105 0,2-3-30 16,6 2-51-16,2-6-88 0,6 0-30 0,5 0-205 15,2-1 13-15,5-3 96 0</inkml:trace>
</inkml:ink>
</file>

<file path=ppt/ink/ink37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9:50.719"/>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0-1 1681 0,'50'0'25'0,"-11"0"19"15,-8 0 18-15,-12 0 16 0,-7 0-4 0,-12 0 11 0,0 0 16 16,0 0 19-16,0 0 16 0,0 0-12 0,0 0-20 16,0 0-30-16,0 0-36 0,0 0-19 15,0 0-15-15,0 0-14 0,-7 0-33 0,7 0-34 16,0 0-40-16,-6 0-39 0,6 0-24 0,0 0-18 0,0 0-38 16,0 0-150-16,0 0-85 0,0 0 54 15</inkml:trace>
</inkml:ink>
</file>

<file path=ppt/ink/ink37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9:51.503"/>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-1797 240 1825 0,'-16'0'30'0,"-1"0"21"0,5 0 19 16,1 0 28-16,0 0-10 0,4 0-13 0,1 0-18 15,1 0-30-15,2-8-21 0,3 8-10 0,-1 0-3 16,1 0 5-16,0-9-1 0,0 9 2 0,0 0 4 16,0 0-2-16,0 0 0 0,9 0-14 0,-9 0-22 15,10 0-40-15,0 0-35 0,-1 0-32 0,-2 9-42 16,-1-1-72-16,0 0-172 0,0-2 4 0,1 0 64 15</inkml:trace>
  <inkml:trace contextRef="#ctx0" brushRef="#br0" timeOffset="522.78">-1977 368 2234 0,'-8'0'27'16,"0"0"18"-16,4 0 25 0,-1 0 16 0,2-10-16 16,0 10-10-16,2-10-24 0,1 10-16 0,0-6-14 15,0 6-7-15,0 0-4 0,0 0-5 0,0-5 8 16,0 5-20-16,0 0-31 0,0 0-34 0,0 0-28 15,0 0-13-15,0 0-11 0,7 0-20 0,1 0-45 16,-1 0-165-16,4 10-98 0,-2-10 57 16</inkml:trace>
  <inkml:trace contextRef="#ctx0" brushRef="#br0" timeOffset="-531.01">-2073 237 2187 0,'-8'0'17'0,"2"0"2"16,0 0 7-16,3 0 6 0,2 0-18 0,-2 0-6 16,3-9-7-16,0 9-6 0,0 0-1 0,0-9 6 15,0 9 1-15,10-6-1 0,-1 6 6 0,-1 0-5 16,1 0-6-16,-1 0-23 0,1 0-27 0,-2 0-30 16,1 0-43-16,-2 0-39 0,-1 0-73 0,1 10-178 15,-3-1-23-15,0-9 61 0</inkml:trace>
  <inkml:trace contextRef="#ctx0" brushRef="#br0" timeOffset="-1031.61">-2301 110 1564 0,'9'0'17'0,"-9"-8"17"0,0 8 18 0,6-6 11 15,-6 6-16-15,0-3-10 0,0 3-4 0,8-3-4 16,-8 0 7-16,0 3-5 0,0 0-15 0,0 0-2 16,0 0-5-16,0 0-4 0,0 0 3 0,0 0-8 15,0 0-2-15,0 0 2 0,0 0-4 0,0 0 6 16,0 0-10-16,0 0-5 0,0 0-23 0,0 0-51 16,0 0-55-16,0 0-89 0,9 0-178 0,-9 7-2 15,11-7 62-15</inkml:trace>
  <inkml:trace contextRef="#ctx0" brushRef="#br0" timeOffset="-1620.09">-1248 302 497 0,'0'0'70'0,"0"0"57"0,0 0 24 16,0 0 31-16,0 0-56 0,0 0-29 0,0 0-12 15,0 0-16-15,0 0 1 0,0 0-19 16,0 0 3-16,0 0-12 0,0 0-3 0,0 0-1 0,0 0-12 16,0 0-3-16,0 0-9 0,0 0-7 15,0 0-2-15,0 0-2 0,0 0-2 0,0 0-3 0,0 0-1 16,0 0-10-16,0 0-37 0,0 0-64 15,0 0-125-15,0 0-141 0,0 0-14 0,0 0 64 16</inkml:trace>
  <inkml:trace contextRef="#ctx0" brushRef="#br0" timeOffset="-284.8">138 12 2389 0,'0'0'40'16,"0"0"24"-16,-20 0 23 0,4 0 15 0,2 0-29 16,0 0-11-16,4 0-17 0,-4-10-12 0,3 10-10 15,2 0-17-15,0 0-5 0,2 0-4 16,2 0-12-16,0 0-33 0,1 0-64 0,4 0-72 16,0 0-79-16,0 0-72 0,0 0-117 0,0 0-75 15,0 0 70-15,0 0 112 0</inkml:trace>
  <inkml:trace contextRef="#ctx0" brushRef="#br0" timeOffset="256.58">-53 56 2100 0,'9'0'23'15,"-9"0"27"-15,0 0 28 0,0 0 29 0,0 0 18 0,0 0 17 16,0 0 4-16,0 0 1 0,-11 0-24 16,11 0-41-16,-9-7-30 0,9 7-29 0,-6 0-20 15,-2-6-4-15,8 6-28 0,-6-4-39 0,3 4-48 16,0 0-53-16,0 0-32 0,0 0-22 0,2 0-28 15,1 0-88-15,-3 0-210 0,0 0 38 0,-5 0 80 16</inkml:trace>
  <inkml:trace contextRef="#ctx0" brushRef="#br0" timeOffset="1574.94">11 153 2190 0,'33'-3'47'0,"-9"0"44"0,-10 2 39 15,-14-4 37-15,0 0-11 0,0 1-8 16,0 0 8-16,0-3 10 0,-15 1 7 0,3 0 11 16,-2 1-13-16,2 2-20 0,0-4-28 0,-1 3-29 15,4 1-23-15,0 1-20 0,0-1-18 0,3 2-20 16,-2-1-16-16,4-1 4 0,1 0-7 0,0 3 7 15,0 0 1-15,0 0-7 0,1 0 3 0,2 0-8 16,0 0 0-16,0 0 11 0,0 0 0 0,0 0 0 16,0 0 3-16,0 0-15 0,0 0 8 0,0 0-1 15,0 0 2-15,0 0 1 0,0 0 0 0,0 0 3 16,0 0 2-16,0 0-2 0,0 0 1 0,0 0 3 16,0 0-9-16,0 0 0 0,0 0 5 15,0 0-8-15,0 0 7 0,0 0 8 0,0 0-13 0,0 0 8 16,0 0-4-16,0 0-4 0,0 0 10 15,0 0-4-15,0 0 0 0,0 0 1 0,0 0-6 16,0 0 1-16,0 0 4 0,0 0-4 0,0 0 2 16,0 0 5-16,0 0-9 0,0 0 3 0,0 0 8 15,0 0-9-15,0 0 1 0,0 0 9 0,0 0-14 16,0 0 9-16,0 0 3 0,0 0-9 0,0 0 11 16,0 0-5-16,0 0 1 0,0 0 4 15,0 0-10-15,0 0 8 0,0 0-8 0,0 0 0 0,0 0 11 16,0 0-4-16,0 0 7 0,-6 0 2 0,6 0-7 15,-9 0 3-15,1-7 0 0,2 7 7 16,2 0 0-16,-1-6 0 0,1 6 16 0,1-6-1 16,-2 6 6-16,1-4-10 0,2 4-18 0,-1-1-6 15,1 1-9-15,1-4 3 0,1 4-10 0,0-2 6 16,0 2 8-16,0 0-1 0,0 0 3 0,0-1-12 16,0-2 2-16,0 3-7 0,0 0 4 0,0 0 17 15,0 0-14-15,0 0 11 0,0 0-1 0,0 0-10 16,0 0 0-16,0 0 2 0,0 0 0 0,0 0 1 15,0 0 3-15,0 0-1 0,0 0-2 0,0 0 1 16,0 0 11-16,0 0-11 0,0 0 4 0,0 0 5 16,0 0-13-16,0 0 2 0,0 0 8 0,0 0-11 15,0 0 10-15,0 0 7 0,0 0-12 0,0 0 7 16,0 0-5-16,0 0-8 0,0 0 11 16,0 0-11-16,0 0-2 0,0 0 8 0,0 0 0 15,0 0 12-15,0 0-3 0,0 0-5 0,0 0-1 16,0 0-1-16,0 0 5 0,0 0 4 0,0 0 0 15,0 0-11-15,0 0 3 0,0 0-4 0,0 0 3 16,0 0 0-16,0 0-3 0,0 0 8 0,0 0-5 16,0 0-4-16,0 0 4 0,0 0-7 0,0 0 5 15,0 0 10-15,0 0-5 0,0 0-4 0,0 0 4 16,0 0-3-16,0 0 0 0,0 0 7 0,0 0-3 16,0 0-7-16,0 0 6 0,0 0 5 0,0 0-9 15,0 0 10-15,0 0-5 0,0 0-9 0,0 0 5 16,0 0 1-16,0 0 10 0,0 0-5 15,0 0-3-15,0 0 0 0,0 0-11 0,0 0 13 16,0 0-4-16,0 0 2 0,0 0-1 0,0 0-6 16,0 0 7-16,0 0-11 0,0 0 5 0,0 0 4 15,0 0-2-15,0 0 5 0,0 0-15 0,0 0 2 16,6 0 9-16,-6 0-11 0,0 0 21 0,8 0-17 16,-8 0 4-16,4 0-2 0,-4-6-10 0,3 6 23 15,0 0-8-15,-3 0 5 0,0 0 9 0,0 0-14 16,0 0-2-16,0 0 8 0,0 0-5 15,0 0 5-15,0 0 3 0,0 0-7 0,0 0 7 0,0 0-1 16,0 0-8-16,0 0 1 0,0 0-9 16,0 0-9-16,0 0-22 0,0 0-45 0,0 0-48 15,0 0-44-15,0 0-38 0,0 0-38 0,0 0-38 16,0 0-79-16,0 0-53 0,0 0-45 0,-13 0-175 16,0 0 46-16,1 0 119 0</inkml:trace>
</inkml:ink>
</file>

<file path=ppt/ink/ink37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9:57.295"/>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653-469 1722 0,'-5'-4'13'0,"-2"1"25"0,2 1 2 16,0 2 18-16,1 0-5 0,1 0-9 0,-3 0 7 16,1 0-4-16,1 0 3 0,-1 16-3 0,1-4 1 15,-1 5-8-15,-1 2-10 0,1 2 0 0,2 4-10 16,0 4-9-16,0 1 1 0,0 0-11 0,2-1-1 15,1 0 7-15,0 1-3 0,0-3-2 0,0-1 6 16,0-4-2-16,13-1-26 0,-2-1-26 0,-2-5-54 16,3-2-60-16,2 0-71 0,1-5-229 0,2-3-38 15,1-5 60-15</inkml:trace>
  <inkml:trace contextRef="#ctx0" brushRef="#br0" timeOffset="422.19">847-294 2100 0,'-8'-7'17'0,"8"1"25"15,-7 0 29-15,2-1 21 0,5 1-4 0,-3 0-18 16,3-2-25-16,0-1-23 0,0 2-12 0,0 0-9 16,0-4-2-16,0 5 0 0,12-3 0 0,-2-1-1 15,0 3-1-15,1-1 3 0,-1 1-8 0,1 2 4 16,0 3-1-16,-1 0-1 0,1 2 8 0,1 0 2 15,-1 0 3-15,-2 0 1 0,0 16-1 0,0-2-2 16,2 1-4-16,-2 2-2 0,0-1 6 16,-1 5-5-16,-1-1 0 0,1 2 2 0,-2 0-6 15,-2 1 8-15,1 0 2 0,-5 1-3 0,3-1 0 16,-3 0-2-16,0-1 0 0,0-2-1 0,0 0 1 16,-14-2 5-16,2-1 0 0,0 2-4 0,-2-1 5 15,1-3-6-15,-3-2 4 0,0 2 2 0,-1-2-1 16,-1 0-3-16,1-5 0 0,0 4 3 0,1-9 0 15,1 2 1-15,1-2 0 0,3-3-1 0,1 0 4 16,2 0 3-16,3 0-2 0,1-11-2 0,4-3-1 16,0 3-9-16,0-1 1 0,0 1-4 0,14-3 3 15,2-2 2-15,1 0-1 0,4-1 2 0,-1 2-9 16,4-2-20-16,2 2-40 0,1 1-45 16,-2 0-53-16,1 1-60 0,-2 3-95 0,-1 0-228 15,-4-2 42-15,3-2 81 0</inkml:trace>
  <inkml:trace contextRef="#ctx0" brushRef="#br0" timeOffset="-410.03">100 93 1472 0,'-9'-2'25'0,"-3"0"15"16,1-3 19-16,0 5 33 0,2-4-6 0,2 2 10 15,-2-3-1-15,-1 4-18 0,4-5-7 0,2 5-12 16,-1-3-7-16,2 3 0 0,2-3-1 15,-1 2 4-15,2 1-2 0,0 0 0 0,0 1-9 16,0-4-11-16,0 4-6 0,0-1-15 0,0 0-3 16,0-1-8-16,0 1 0 0,0 0 1 0,0-2 3 15,0 3 2-15,17-4 4 0,-3 2-4 0,4-1-3 16,0-1 1-16,5-1 0 0,-2 3-1 0,3 1 1 16,-1-2 0-16,1 3-6 0,-1 0 3 0,-3 0-3 15,1 0 2-15,-1 0-1 0,-3 11-3 0,-2-11 3 16,-5 11-2-16,1-2-2 0,-2-2 2 0,-3 0 1 15,0-1-5-15,0 1 4 0,-1 4 3 0,-2-2-2 16,0 2 5-16,0 3 2 0,-1-1 0 16,-2 3-2-16,0 0 1 0,0 1-3 15,0 0-1-15,0 0 5 0,-14 5 0 0,2-4-1 16,1 0 1-16,1-2-2 0,-4 2 0 0,0 0-3 0,-3 0 1 16,4-2-1-16,-2-2 0 0,-2 0 5 0,2-2 0 15,-2 1-3-15,2-2 2 0,-2-2-4 0,0 0 0 16,-1 1 3-16,1-1-3 0,2 0 1 0,-1-1 3 15,0-4 1-15,4 3 4 0,2-4 6 16,4 0 1-16,-2-2 8 0,5-1-1 0,1 0-9 0,2 0-3 16,0 0-11-16,0 0-5 0,0-15 7 0,13 3 0 15,0-3 0-15,1 2 1 0,4-4-4 0,3-1-1 16,2-1 1-16,3-1 1 0,1-3 4 0,1 1-1 16,-3-3 4-16,3 1-3 0,-1-2 0 15,-3 0-3-15,1-2-3 0,-4 2 1 0,-1-1 1 16,-4 2 3-16,-2 2-2 0,0 0 2 0,-7 4-2 15,1 4 15-15,-2 1 16 0,-3 6 3 0,-3 2-6 16,0 3-22-16,0 1-21 0,0 2-7 0,0 0 4 16,0 0 7-16,0 11 3 0,-11 2 4 0,2 0 1 15,0 3 1-15,0 3-1 0,0 0 5 0,1 3-3 16,2 2 0-16,0 2 2 0,6-3-2 16,0 3 5-16,0 0-2 0,0-3 7 0,0 1-3 15,14-2 1-15,1 0-1 0,0-4-1 0,5-4-3 16,3 2-35-16,3-6-49 0,1 0-56 0,2-4-43 15,1-5-31-15,2-1-66 0,0 0-236 0,-3 0-38 16,0-10 63-16</inkml:trace>
  <inkml:trace contextRef="#ctx0" brushRef="#br0" timeOffset="-1526.09">-1041 415 2144 0,'-6'0'24'16,"6"0"31"-16,-6 0 27 0,0 0 37 0,3 0-1 15,-2-11 5-15,2 11-1 0,0-10-19 0,2 10-8 16,1-8-11-16,-2 8-11 0,2-5-1 16,0 5-3-16,0-6-8 0,0 6-10 0,0 0-11 15,0 0-12-15,0 0-7 0,0 0 3 0,0 0-2 16,0 0 9-16,0 0 0 0,0 0-7 0,0 0 3 15,0 0-17-15,0 0-5 0,0 0 8 0,0 0-2 16,0 0 6-16,0 0 9 0,0 0 0 0,0 0-10 16,0 0 3-16,0 0-11 0,0 0-10 0,0 0 7 15,0 0-9-15,0 0 4 0,0 0-1 0,0 0-1 16,0 0 3-16,0 0-2 0,0 0 1 0,0 0 2 16,0 0-4-16,0 0-3 0,0 0 1 0,0 0 5 15,0 0 0-15,0 0 5 0,0 0 1 0,0 0-9 16,0 0 3-16,0 0-2 0,-12 0 2 15,12 0 7-15,0 0 5 0,0 0 5 0,0 0 8 0,0 0-9 16,0 0 7-16,0 0-2 0,0 0-10 0,0 0 8 16,0 0-13-16,0 0-8 0,0 0 2 15,0 0 2-15,0 0-3 0,0 0 10 0,0 0-4 16,0 0 1-16,0 0 2 0,0 0-3 0,0 0 5 16,0 0 4-16,0 0 1 0,0 0 1 0,0 0-6 15,-9 0 3-15,9 0-6 0,0 0-3 0,0 0 5 16,0 0-21-16,0 0 10 0,0 0-3 0,0 0-1 15,0 0 11-15,14 0-7 0,6 0 0 0,4 0 2 16,9-14 3-16,8 3-3 0,6 1 5 0,6-3-4 16,2-1-15-16,1 4 2 0,-1-1-7 0,-3 1-11 15,-5 0 9-15,-5 2-3 0,-2-1 3 0,-5 4 12 16,-5 0-1-16,-6 0 9 0,-2 1 3 16,-6-1-4-16,-4 4 6 0,-2-1-3 0,-4 1-6 15,-3 1 2-15,-3 0-14 0,0 0-25 0,0 0-49 16,0 0-56-16,0-3-63 0,0 2-56 0,-9 0-16 15,9-1-6-15,-14 1 3 0,2 1-4 0,0 0-51 16,-2 0-182-16,-3 0 37 0,2 0 85 0</inkml:trace>
  <inkml:trace contextRef="#ctx0" brushRef="#br0" timeOffset="-1289.86">-678 130 2060 0,'-4'-9'29'15,"-2"1"35"-15,-2-1 40 0,4 2 35 0,-1 0 11 16,0 0-3-16,2-1-31 0,0 5-33 0,0-3-48 16,0 5-41-16,2 1-15 0,1 0 1 0,0 0 13 15,0 0 19-15,0 15 23 0,0 0 6 0,10 3-6 16,-10 0-8-16,16 2-19 0,-6 2-4 0,2 2 2 16,-1-1-1-16,-2 2 3 0,0-2-4 0,-1 1 0 15,-1-1 4-15,1 2-2 0,-2-4 3 0,0 3-40 16,0-3-77-16,0 2-72 0,2-2-101 0,-4 0-68 15,6-2-223-15,-6-1-20 0,2-2 97 16</inkml:trace>
  <inkml:trace contextRef="#ctx0" brushRef="#br0" timeOffset="754.3">1054-700 2425 0,'0'-7'31'0,"0"0"5"0,0 4 4 16,0-5 16-16,0 2-12 0,10 0 9 0,1 1 11 15,3-1 3-15,2 5-10 0,6 1-8 0,2 0 7 16,5 0-17-16,1 0-6 0,3 11-6 0,1 1-23 16,1 3-2-16,-3 2-4 0,-3 3-1 0,-1 4 5 15,-6 1 13-15,-3 4 14 0,-5-2 8 0,-5 1 10 16,-4 1-14-16,-2 1-7 0,-3-1-6 0,0 1-11 16,0-2 8-16,-14-1-6 0,0 3-3 0,1-1 2 15,-4-3-6-15,-1 0 1 0,0-5 4 0,-2 1-5 16,3-2 0-16,-1-3 0 0,1 0 0 0,4-4-1 15,-1 1-13-15,2-2-23 0,1 0-43 0,4-2-47 16,-1 3-36-16,0-2-23 0,4-3-6 16,-2 3 6-16,1-2-8 0,-1-1-37 0,3 1-94 15,0-5-210-15,3 3 47 0,0-5 81 0</inkml:trace>
  <inkml:trace contextRef="#ctx0" brushRef="#br0" timeOffset="1188.1">1174 284 1370 0,'0'4'23'0,"0"1"26"0,0-3 30 16,0-1 22-16,9 1 10 0,-9-2 0 0,10 0-7 15,-1 0-3-15,-1 0-12 0,-2-13-6 0,2 13-10 16,-2-13-10-16,-2 2-13 0,-1 4-19 0,-3 7-11 16,5-12-11-16,-5 6-2 0,1 0-9 0,-1 6-33 15,0-7-54-15,0 3-117 0,0-1-254 0,3 4-125 16,-3-2 57-16</inkml:trace>
  <inkml:trace contextRef="#ctx0" brushRef="#br0" timeOffset="1787">1769 93 1506 0,'8'-7'24'0,"-1"1"19"0,1-1 22 0,1 1 25 15,0 2-14-15,-1-1-8 0,1 0-17 0,-2 0-23 16,1 1-8-16,1 2-9 0,0 2-9 0,2 0 10 16,-2 0 9-16,3 0 7 0,-1 14 21 0,-1 2-2 15,1-4-13-15,-2 5 1 0,0 2-22 16,-1 2 9-16,-2 3 4 0,0 1-2 0,-5-2 5 16,1 4-15-16,-2-1 2 0,0 0 1 0,0 0-1 0,-12-1 2 15,0-2 4-15,-1-2-7 0,0-2 3 16,-1 0-7-16,-1-4-9 0,0-3 3 0,-1-2 0 15,3-1 5-15,-1-4-1 0,0-5 0 0,4 0-3 16,1 0 3-16,1 0-6 0,2-17 2 0,6 0-7 16,0-3-4-16,0-4 3 0,0-2 1 0,20-3 6 15,3-7-3-15,1 0-1 0,3-5-1 0,4-3 1 16,-1 3 0-16,2-1 4 0,0 0 18 0,0 6 11 16,-3 1 23-16,-4 6 21 0,-2 5 8 0,-5 5 13 15,-4 2-18-15,-3 8-25 0,-4 3-33 0,-4 4-28 16,0 2 2-16,-3 0 17 0,0 0 22 0,0 13 21 15,0 4 3-15,0-2-12 0,0 6-13 0,0 1-20 16,-10 4-4-16,10 2-6 0,-9 0 0 16,9 2 1-16,-5-2-5 0,5 0 4 0,0-2-2 15,0 2-13-15,0-3-35 0,0-2-39 0,0 0-46 16,0-4-41-16,0-2-25 0,14-6-37 0,-1-3-80 16,3-4-244-16,2-4-31 0,-2 0 73 0</inkml:trace>
</inkml:ink>
</file>

<file path=ppt/ink/ink37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9:59.293"/>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0 68 2292 0,'13'-22'1'0,"3"1"12"0,0 8 29 16,-1 3 6-16,4 10 51 0,0 0 5 0,1 0-13 16,1 13 49-16,2 5-11 0,0 4 10 0,4 6 50 15,2 9-35-15,3 8-37 0,3 3-31 0,1 4-60 16,-2 2-29-16,-1 4-6 0,-1-2 23 0,-6 2 14 15,-6-1 12-15,-5 2 6 0,-7-1-19 0,-8-1-27 16,0 4-52-16,-16 2-69 0,-5 0-59 0,-5 2-110 16,-9 2-51-16,-9-1-96 0,-12 2-320 0,-6 1 97 15,-11-5 99-15</inkml:trace>
  <inkml:trace contextRef="#ctx0" brushRef="#br0" timeOffset="5140.71">-1953 1511 1537 0,'-11'0'25'15,"2"0"30"-15,-2-9 30 0,2 9 42 0,-1-9 11 16,-1 2 5-16,0 2-19 0,-1-3-32 0,1-1-20 16,1 2-15-16,-2-1 6 0,3 1-7 15,-2 1-9-15,0-2-14 0,2 1-8 0,0 2 13 16,0-2 7-16,0 1 16 0,1 1-8 0,2 0 0 15,2 1-5-15,-1 2-19 0,4-1 4 0,-2 0-23 16,1 3-7-16,2 0-10 0,-3 0-3 0,3 0 3 16,0 0-9-16,0 0 10 0,0 0-5 0,0 0-2 15,0 0 7-15,0 0-11 0,0 0 8 0,14 12 8 16,-2-12 5-16,1 12 4 0,3-1 2 0,5 1-8 16,2-2-1-16,6-2 5 0,2 3-6 0,3 2 8 15,4-2-3-15,3 0-1 0,1-2-2 0,2 0-3 16,-1 3 2-16,1-6-3 0,0 4 4 15,0-4 4-15,0 2 0 0,2-4 0 0,-1-1 0 0,4 2-10 16,-2-4 0-16,3 1 9 0,2-1-5 16,1-1 3-16,0 0 1 0,0 0-9 0,2 0 7 15,1 0-3-15,0-12-3 0,-1 2 6 0,1 10-6 16,-1-11 3-16,-4 0 2 0,-1 5-1 0,1-2-1 16,-6 0 6-16,-2 2-3 0,-4 0-4 0,-4-1 5 15,-1 3-5-15,-4 0 2 0,-4-1 2 0,-2 1-2 16,0 1 4-16,-2 0 0 0,-3 0 0 0,1 1-5 15,-2-2 0-15,0 2-1 0,1-1 3 16,0 2 4-16,1-4-3 0,-2-1-3 0,1 0 0 0,-1-2 4 16,2 2 8-16,-1-3 4 0,-2 1 6 15,-2-1-7-15,2 2-1 0,-3-3 6 0,-1-1-14 16,-1 3 1-16,1-4-4 0,-3 0 1 0,2 0 6 16,2-2-3-16,0 1-3 0,-1-2-5 0,3 2-1 15,-3-4 4-15,4 3 4 0,-2 0-4 0,0-2-2 16,-1 5 5-16,0 1 4 0,-1-1 5 0,-4-2 15 15,1 4 6-15,-3 0 1 0,-1-1 2 0,-1-1-2 16,-1 0-11-16,-1-1-4 0,-1-2-2 0,1 1 3 16,-2-3-1-16,1 0 0 0,1 0 3 0,-1 0-17 15,1 0-5-15,1 1 3 0,-1-2-7 16,0 2-1-16,3 0 8 0,-1 0-7 0,1 0 3 0,-2 1 3 16,1 1-5-16,1 1 4 0,-1 0 1 15,-1 4 2-15,-1-3 0 0,2 0-7 0,-2 2 1 16,0-1 2-16,1-2 6 0,-1-2 2 0,0 0 8 15,1-4 10-15,-4 0-1 0,3-3 5 0,-3-1-10 16,0 1-14-16,0-8 2 0,0 4-4 0,0-2 5 16,0-1 37-16,0-1 6 0,0 3 22 0,-13-1 12 15,4 1-26-15,9 3-12 0,-9 1 3 0,3 3-18 16,-1-1-4-16,0 3 27 0,-2 0-30 0,2-3-42 16,-4 0-28-16,-4-5-19 0,-3-1 10 0,-5 0 42 15,-4-5 26-15,-2-1-11 0,-3-3-16 0,-2-1 4 16,1 3-4-16,0 0 2 0,-1-1 16 0,-1 2-6 15,0 1-7-15,-1 0 6 0,-2 2-5 16,-2 2-1-16,-4 1 8 0,0-1 1 0,0 2-4 16,-1 3-6-16,-1-3 8 0,-1 3-5 0,-2 2-2 15,-1-3 13-15,0 3-4 0,-3 2-4 0,-2 1 4 16,-1-1-7-16,0 2-9 0,-3 2 9 0,4 2 5 16,-1 0-3-16,4 2 8 0,2 1-4 0,5 3-3 15,2 0 2-15,2 0-5 0,3 3 3 0,2 0-1 16,2-1 0-16,-1 4 2 0,-1 0-3 0,-1 0-1 15,3 0 5-15,-1 0-4 0,-2 0 3 0,1 0 7 16,1 14-8-16,-2-3 2 0,1 1-3 0,-1-2-8 16,1 4 6-16,-2-2-1 0,3 1 3 0,-1 2 1 15,1 1 3-15,0 1-1 0,0 1-4 0,0 2 1 16,1 2-7-16,1 1 8 0,0 2-10 16,1 3 13-16,1 1-2 0,0 4 3 0,0 3 6 15,4 3-7-15,-1 3-4 0,4 3-11 0,1 1 0 16,4 6 2-16,2-1 6 0,6 4-2 0,1-1 5 15,4 5-5-15,6-3 0 0,0 3 8 0,0-2-10 16,0 2 7-16,9-3 6 0,1-2-5 0,1-3 6 16,1-1-1-16,-1-3-7 0,2-5 1 0,-2 3 4 15,3-8-5-15,2-1 11 0,4-3 9 0,3-4 2 16,4-3 9-16,5-4-3 0,9-2-4 0,5-2 3 16,5-4-7-16,10-2-8 0,4-4-1 15,7 0-9-15,1-5-4 0,0 1 6 0,-5 0-3 16,-1-2 7-16,-2-2 4 0,-4 0 1 0,3 0 2 15,-2 0-12-15,2 0 7 0,-1-10-6 0,4 10-6 16,-3-12 7-16,-6 4-9 0,-7 8-1 0,-8-10-9 16,-11 10-24-16,-6-5-37 0,-10 5-46 0,-5 0-106 15,-5-5-122-15,-6 0-116 0,0 2-298 0,0-3-20 16,0 3 144-16</inkml:trace>
</inkml:ink>
</file>

<file path=ppt/ink/ink37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9:59.874"/>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124 144 1527 0,'-8'-23'42'0,"1"1"26"0,-1 2 43 15,1 1 40-15,-1 1-1 0,0 2 9 0,2 2-23 16,-3 6-38-16,3 4-46 0,-1 4-42 0,0 0-25 15,1 0-4-15,-1 12 1 0,1 5 17 0,1 3 29 16,-1 8-3-16,2 6 13 0,0 6 53 0,1 12-5 16,0 6-3-16,3 5 16 0,0 11-51 15,0 6 2-15,0 8 6 0,14 10-24 0,-2 4-14 0,3-1-54 16,4-1-75-16,0-6-7 0,7-3 5 16,6-12 40-16,6-11 72 0,9-11-11 0,6-13-48 15,10-8-72-15,8-12-63 0,9-8-94 0,13-6-184 16,12-10-63-16,9 0 68 0</inkml:trace>
</inkml:ink>
</file>

<file path=ppt/ink/ink38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4:59:28.502"/>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80 97 1755 0,'-1'0'26'0,"1"0"15"0,0 0 12 15,0 0 7-15,0 0-15 0,0 0-3 0,0 0 5 16,0 0 13-16,0 0 10 0,0 0-4 16,0 0-6-16,0 0-18 0,0 0-18 0,0 0-5 15,0 0-9-15,0 0-1 0,0 0 0 0,0 0-5 16,0 0 2-16,0 0 3 0,0 0 8 0,0 0 10 15,0 0 12-15,0 0 7 0,0 0 0 0,0 0 5 16,0 0-8-16,0 0-2 0,0 0-6 0,0 0-6 16,0 0-3-16,0 0-8 0,0 0-2 0,0 0-6 15,0 0-1-15,0 0 1 0,0 0-4 16,0 0 3-16,0 0-2 0,0 0 1 16,0 0 0-16,0 0 0 0,0 0 1 0,0 0 1 0,0 0 8 15,0 0 3-15,0 0 6 0,0 0 5 0,0 0-1 16,0 0-3-16,0 0 11 0,0 0-6 0,0 0 3 15,0 0-1-15,0 0-12 0,0 0 5 0,0 0-7 16,0 0-5-16,0 0-2 0,0 0-9 0,0 0-3 16,0 0-2-16,0 0 2 0,0 0 3 0,0 0-2 15,0 0 3-15,0 0-5 0,0 0 0 0,0 0 5 16,0 0-5-16,0 0-1 0,0 0-1 0,0 0-7 16,0 0 0-16,0 0 1 0,0 0-9 0,0 5 8 15,0-5-2-15,0 7 1 0,0-7 6 0,0 3-3 16,0 2 6-16,0-3 0 0,0 2 2 0,0-1-3 15,0 1 3-15,0-2-1 0,0 0 0 0,0 2 5 16,0 1-2-16,0-1 3 0,0 1 1 16,0 1 4-16,6-1 4 0,-6 3 9 0,7 1 12 15,-7 2 12-15,5 1-2 0,1 4 6 0,-3 1-9 16,0 4-1-16,-3 3-2 0,0 4-21 0,0 1-8 16,0 7-17-16,0-3 0 0,0 3 6 0,0 5 7 15,-11-3-7-15,11 1-4 0,0-4-1 0,0 0-2 16,0-3 4-16,0-3-1 0,0-1 2 0,0-3-5 15,0-3 0-15,0 0 2 0,0 0 2 0,0-3 1 16,0 4 4-16,0-5-10 0,0 1-1 0,9 1-3 16,-2-3 4-16,-7 1 4 0,6-5 2 0,-2 0 1 15,-1-2-5-15,-3-1 4 0,3-2-6 16,0-3 7-16,-3 2-2 0,3-3 3 0,-1 0 4 16,-1 1-1-16,-1-1 1 0,2 0-2 0,-1 1 1 15,1-2-1-15,1 3 4 0,-3-6 2 0,3 6 1 16,0-4 1-16,0 5 1 0,2 3-9 0,1 2 0 15,1 0-1-15,1 1-8 0,-1 1 13 0,1 1-6 16,-2-4 1-16,0-2 2 0,-1-1-5 0,-1 0 3 16,-1-5 1-16,-3 2-6 0,2-2 9 0,-1 0-8 15,1 1-1-15,-1-2 10 0,-1-1-9 0,0 3 7 16,0-4-3-16,0 3-6 0,0-2 4 16,0 0 4-16,0 0-2 0,0 0 2 0,0 2-6 0,0-3-4 15,0 3 6-15,0-1 0 0,0-1 3 16,0 1-3-16,0 0-1 0,0-2 1 0,0 0 2 15,0 0 3-15,0 0-1 0,0 0-2 0,0 0-4 16,0 0 2-16,0 0 3 0,0 0-1 0,0 0 5 16,0 0-4-16,0 0-5 0,0 0 6 0,0 0-1 15,0 0 3-15,0 0 4 0,0 0-4 0,0 0-3 16,0 0 4-16,0 0 1 0,0 0-1 0,0 0 2 16,0 0-3-16,0 0 1 0,0 0 5 0,0 0-3 15,0-7-2-15,0 7-43 0,0-8-111 0,0 2-128 16,0 0-124-16,0-1-100 0,-10-1-78 0,10 1-127 15,-12-5 123-15,0 3 139 0</inkml:trace>
</inkml:ink>
</file>

<file path=ppt/ink/ink38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0:00.852"/>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0 668 3475 0,'-14'7'-2'0,"14"-7"1"16,0 0 3-16,18 0 20 0,13-20 17 0,16-6 34 15,21 3 12-15,23-4-17 0,28-4-5 16,25-3-33-16,29-6-17 0,25-3-3 0,23-2-6 16,27-3-1-16,18-2-4 0,16 3-64 0,13 0-101 0,9 3-151 15,5 3-155-15,4 2-276 0,2 3-59 16,-3 2 151-16</inkml:trace>
</inkml:ink>
</file>

<file path=ppt/ink/ink38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0:00.518"/>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119 272 1900 0,'6'-7'41'0,"2"-1"29"0,-5 0 33 16,-2-2 25-16,1 3-15 0,-1-1 2 0,-1-1 6 16,0 0 16-16,0 0-1 0,0 1-17 0,0-2-35 15,-10 1-36-15,10 2-20 0,-10 0-14 16,10 0-6-16,-7-3-3 0,7 4-4 0,-8-2 0 0,2 1 5 15,0-1 21-15,0 0 15 0,0-2 13 0,-2 2 6 16,1-1-13-16,-1 0 1 0,1-1-3 0,0 2 7 16,1-1 5-16,0 1 0 0,2 0 1 0,-1 1-18 15,4 1-13-15,-2 0-15 0,1 4-21 0,1-1-10 16,1 3-1-16,0 0-2 0,0 0 4 0,0 0 12 16,0 11 4-16,0 2-3 0,0 6 6 15,0 3-9-15,0 2 3 0,0 4 0 0,0 5 1 16,0 1 5-16,0 1-3 0,0-1-8 0,0 3 2 15,0-7-1-15,0 1-3 0,0-6 21 0,0-4 1 16,10-3 28-16,-1-5 30 0,0-2 14 0,4-5 27 16,2-1-6-16,3-5-19 0,5 0-26 0,4-14-16 15,7-2-21-15,7-1-6 0,6-6-4 0,4-2-5 16,5-1-1-16,1 0-11 0,2-3 12 0,0 4-10 16,-1-1 7-16,-7 2-1 0,0 5-12 0,-6 3 9 15,-10 2-12-15,-3 3-22 0,-6 4-41 0,-6 3-57 16,-5 1-48-16,-3 3-26 0,-6 0-6 0,-6 0-30 15,0 14-31-15,0 4-38 0,0 1-73 0,-15 4-216 16,0 5-26-16,-5 2 90 0</inkml:trace>
</inkml:ink>
</file>

<file path=ppt/ink/ink38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0:51.559"/>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30 211 1890 0,'-3'0'32'0,"2"0"19"0,-1 0 19 16,1 0 21-16,-2 0-9 0,1 0-4 15,-2 0 8-15,1 0-3 0,1 0-6 0,-1 0-1 16,0 0-19-16,0 0-20 0,1 0-20 0,1 0-12 15,1 0-7-15,0 0 14 0,0 0 37 0,0 0 29 16,14 0 6-16,2 0-8 0,7 6-20 0,7-6-32 16,10 0-2-16,12 3-10 0,7-3-14 0,11 0 1 15,9 0-3-15,10 0 6 0,5 0 3 0,7 0 1 16,2 0-6-16,5 0 4 0,0-9-8 0,-2 9 4 16,-3-6 3-16,-6 6-3 0,-6 0-3 15,-7-7 5-15,-10 7-4 0,-8 0 4 0,-13 0 8 16,-11-4 9-16,-8 4 42 0,-8 0 41 0,-10 0 20 15,-5-5-25-15,-11 3-39 0,0 0-48 0,0-3-24 16,-17-1 7-16,-6 1 3 0,-4-3 0 0,-9 1 14 16,-8 0-10-16,-8 0 0 0,-9 0-3 0,-6 3-7 15,-7-1 12-15,0 1-5 0,-2 0-1 0,0 4 4 16,3 0-1-16,3 0 9 0,6 0 9 0,11 0 8 16,7 0-1-16,5 0-12 0,11 10-8 0,7-10-12 15,7 0-15-15,7 0 15 0,9 6 0 0,0-6 3 16,0 0 18-16,0 0 11 0,19 5 3 0,7-5-2 15,6 0 1-15,7 0-16 0,10 0-6 16,9 0-2-16,9 0-17 0,7-13-31 0,6 1-27 16,6-1-44-16,0 1-67 0,1 0-38 0,-4-4-56 15,-1 6-36-15,-6-3-28 0,-4 0-224 0,-6 2-24 16,-8-1 84-16</inkml:trace>
  <inkml:trace contextRef="#ctx0" brushRef="#br0" timeOffset="522.21">1880-697 2489 0,'0'5'-2'0,"0"1"-8"16,0-2-7-16,0 1 2 0,0-3-1 0,9 0 26 15,-9 3 37-15,9-2 29 0,0-2 42 0,1 3 2 16,2-3-15-16,4 0-22 0,6 1-32 0,4-2-13 15,7 0-11-15,5 0-13 0,4 0-1 0,4 0-8 16,4-12-7-16,3-1 9 0,-1 3-7 16,1 0 1-16,-4 3-7 0,-2-1-23 0,-5 0-28 15,-1 2-27-15,-6-2-25 0,-4 2-20 0,-6 0-13 16,-3-1-19-16,-6 2-16 0,0 1-24 0,-7 0-69 16,-2-1-197-16,-2 1-24 0,-5-2 63 0</inkml:trace>
</inkml:ink>
</file>

<file path=ppt/ink/ink38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1:49.891"/>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31 100 3080 0,'1'0'47'0,"-1"0"24"16,0 0 28-16,0 0 20 0,0 0-33 15,0 0 3-15,-10 0-16 0,10-9-5 0,0 9 8 16,-9 0-19-16,9-8 0 0,0 8-15 0,0 0-22 16,-7 0-7-16,7 0-21 0,-6 0 6 0,6 0 0 15,0 0-6-15,0 0 2 0,0 0-8 0,0 0-8 16,0 12 13-16,0-1 1 0,0 3 12 0,0 0-2 16,14 4-1-16,-2 1 4 0,0 5-9 0,2 2 9 15,0 2-3-15,-1 0 6 0,3 0 1 0,-1 0-7 16,0 2-7-16,2-2-3 0,-2-5 9 0,0-2 5 15,2-3 1-15,-1 1 5 0,4-7-2 0,-2-3 16 16,7-4 7-16,1-5-11 0,5 0 0 0,6-13-10 16,7-5-9-16,9-4 10 0,5-3 5 15,4-3 7-15,0-1 20 0,7-6-22 0,1 1-3 16,-2-7-24-16,-3 4-3 0,-4 0 6 0,-6 1-6 16,-5 4 17-16,-8-1-10 0,-7 9 6 0,-8 3 5 15,-7 8-11-15,-8 4-10 0,-4 3-18 0,-5 2-28 16,-3 3-25-16,0 1-34 0,0 0-65 0,0 0-98 15,0 0-119-15,-11 0-42 0,-2 0-32 0,-1 0-95 16,-3 0-18-16,-2 11 88 0</inkml:trace>
</inkml:ink>
</file>

<file path=ppt/ink/ink38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1:50.782"/>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78 246 2044 0,'0'-21'32'0,"0"-3"40"16,0 5 30-16,0 1 32 0,0-1 13 0,0 1-9 15,0 0 15-15,0 0 17 0,-12 2 4 0,1 2-2 16,11-2-9-16,-10 5-27 0,2 2-31 0,2 0-23 16,0 1-47-16,6 3-20 0,-6 2-20 15,1 3-13-15,1 0 4 0,4 0 0 0,-2 0-2 0,2 16 10 16,0 1 0-16,-3 2-3 0,3 4 5 15,0 4-2-15,0 7 18 0,0 3-6 0,0 4 8 16,0 1-3-16,0 1-13 0,0 2 5 0,0-3-2 16,0-4 1-16,9-1 10 0,2-5 22 0,0-4 16 15,-1-7 20-15,2-3-3 0,2-7-13 0,3-3-11 16,1-8-18-16,8 0-5 0,3 0-5 0,4-18-15 16,3-3 4-16,5-5 7 0,5 2-9 0,-3-4 7 15,-4 1-1-15,-3 4-3 0,-2-2-12 0,-4-1-8 16,-1-3-29-16,0-1-8 0,1-4-5 0,1-1-31 15,1-1-30-15,-2-1-61 0,-1 0-74 0,-6 5-51 16,-5 8-28-16,-8 5-29 0,-10 5-41 0,0 2-231 16,0 6 63-16,-15 1 92 0</inkml:trace>
  <inkml:trace contextRef="#ctx0" brushRef="#br0" timeOffset="234.86">484 180 2762 0,'0'4'28'0,"0"4"33"0,0-3 15 0,0-1 12 0,0 3-26 16,-11-3-36-16,11-1-11 0,0 2 4 0,0 0 14 16,0-1 8-16,0 3 5 0,0-1-16 0,0 3-6 15,0-3-5-15,0 3-6 0,0-1 5 0,12-1 8 16,0 2 24-16,-1-5 42 0,3 0 22 0,2-4-1 16,4 0-23-16,7 0-43 0,4 0-31 15,7-17-14-15,6-2-6 0,4-3-27 0,4 2-59 16,3-3-49-16,-4 0-69 0,-1 1-8 0,-4 2 1 15,-4-2-40-15,-5 5-20 0,-7 2-114 0,-2 0-270 16,-4 0 73-16,-4 1 93 0</inkml:trace>
</inkml:ink>
</file>

<file path=ppt/ink/ink38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1:50.202"/>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70 295 2436 0,'-3'-11'49'16,"-2"-1"42"-16,1 2 60 0,-1 1 59 0,-1 0-4 15,2 1 9-15,-2-1-20 0,1 0-36 0,-1 2-19 16,1-1-34-16,1 4-47 0,-1 2-21 0,2-1-29 16,0 3-19-16,0 0 0 0,2 0 6 0,-1 0-9 15,2 18 5-15,0 0 11 0,0 5-15 0,0 0 15 16,0 5-1-16,0 3-11 0,9 1 14 16,2 3-8-16,1 2 1 0,0-2 5 0,3-4 2 15,2-1-4-15,0 1 3 0,0-8-2 0,1 0-2 16,0-3 3-16,2-4 9 0,1-5 7 0,3-2-12 15,-1-5 5-15,3-4-14 0,3 0 5 0,-2 0 4 16,2-14-2-16,1-4 34 0,1-4-15 0,4-4 8 16,3-7 2-16,4-4-44 0,4-5-13 0,1-4-25 15,4-3-40-15,-2-1-36 0,0 0-129 0,-7 2-55 16,-4 3-78-16,-3 4-46 0,-3 0 51 0,-3 4-278 16,-5 0 75-16,-1 1 97 0</inkml:trace>
</inkml:ink>
</file>

<file path=ppt/ink/ink38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1:53.319"/>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-2 0 1197 0,'0'0'42'0,"0"0"26"0,0 0 13 16,0 0 21-16,0 0-25 0,0 0-10 0,0 0-2 16,0 0-14-16,0 0-8 0,0 0-9 15,0 0 3-15,0 0 6 0,0 0 1 0,0 0-5 16,0 0 2-16,0 0-5 0,0 0-7 0,0 0 4 15,0 0-16-15,0 0-4 0,0 0-7 0,0 0-5 16,0 0 2-16,0 0-1 0,0 0 3 0,0 0-1 16,0 0 4-16,0 0 0 0,0 0 2 0,0 0 4 15,0 0-6-15,0 0 2 0,0 0-7 0,0 7 1 16,0-7 5-16,0 0 17 0,0 0 15 0,0 0 9 16,0 0 0-16,0 0-17 0,0 0-14 0,9 10 4 15,5-10-14-15,1 0 7 0,2 9 8 16,1-9-6-16,5 0 14 0,0 0-13 0,8 0-4 15,3 0-2-15,2 0-13 0,7 0 7 0,1 0-3 16,8 0-9-16,1 0 8 0,9 0-4 0,2 0-3 16,6 8 7-16,3-8 2 0,2 0 0 0,7 4 1 15,0-4-4-15,7 7-2 0,0-3 0 0,1 3 3 16,2-1-3-16,4 1 0 0,-2 1 5 16,2-2-2-16,-2 6 3 0,2-4 4 0,-1 1-5 0,-2-2 3 15,1 1-5-15,0-2-3 0,1 1-2 0,0-3-7 16,2 0 13-16,-2-1-2 0,-1 2-1 0,-3 0 10 15,-6 1-13-15,-2-3 3 0,-4 4 0 16,-6-2-7-16,-6 0 3 0,-8 0-1 0,-7-2-6 0,-5 2 2 16,-7-2-7-16,-7 0-17 0,-6 1-19 15,-4-1-27-15,-8-3-24 0,-1 2-24 0,-3-2-31 16,-5 1-51-16,0-1-131 0,-5 0-178 0,1 0 56 16</inkml:trace>
</inkml:ink>
</file>

<file path=ppt/ink/ink38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1:55.313"/>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0-2 1198 0,'0'0'18'0,"9"0"1"16,-9 0 7-16,7 0 20 0,-7 0 4 0,10 0 16 16,-10 0 14-16,0 0 4 0,4 0-14 0,-4 11 0 15,0-11-18-15,0 0-9 0,0 0 4 0,0 0-7 16,0 7 18-16,0-7-1 0,0 0-6 16,0 5 15-16,0-5-16 0,0 0 5 0,0 0-1 15,0 3-14-15,0 2 6 0,0-4-7 0,0-1-2 16,0 0-3-16,0 3-7 0,0-3-12 0,0 2 9 15,0-1 2-15,0-1 14 0,0 1 30 16,0 0 4-16,0-1-1 0,12 0-11 0,-1 0-5 0,3 1 0 16,4-1 6-16,3 0 3 0,3 2-21 0,5-2-13 15,3 0-8-15,6 0-4 0,3 0 6 0,9 0-5 16,5 0-1-16,6 0-6 0,7 0-6 0,9 0 2 16,10 0-7-16,7 0-4 0,8-8 3 0,7 8 0 15,5-4 2-15,5 4 0 0,5-7-5 16,5 7 0-16,2-2-2 0,1 2 2 0,0 0 0 0,2 0 3 15,-4 0-4-15,-2 0 3 0,-4 0-1 16,-8 0 0-16,-5 0 3 0,-6 10-2 0,-13-1-4 16,-5 0 2-16,-13 0-4 0,-9-5 6 0,-5 2 1 15,-13 2-5-15,-8-3 3 0,-10 0-5 0,-5-2 7 16,-5 0 2-16,-7-3 0 0,-3 3 5 0,-5-3 0 16,-4 0-5-16,0 0 4 0,0 0-2 0,0 0 1 15,0 0-3-15,0 0 3 0,0 0 1 0,0 0-5 16,0 0 2-16,0 0-1 0,0 0-7 0,0 0 4 15,0 0-5-15,0 0-28 0,0 0-23 16,0 0-47-16,0 0-39 0,0 0-24 0,0 0-18 16,0 0 4-16,-13 0 2 0,1 0 10 0,1 0 5 15,0 0-13-15,-2-7-12 0,-2 7-115 0,-1 0-144 16,1 0 39-16,-6 0 55 0</inkml:trace>
</inkml:ink>
</file>

<file path=ppt/ink/ink38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1:54.497"/>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104 23 1920 0,'-12'0'22'0,"0"0"26"0,1 0 28 0,2 0 32 15,0 0 6-15,3 0-9 0,-3-7-5 0,1 7-9 16,2-7-6-16,2 7 3 0,-1 0 3 0,0-5-2 15,4 5-2-15,-2 0-16 0,0-5-19 0,3 5-17 16,-2 0-18-16,2 0 2 0,0 0-7 0,0 0-6 16,0 0 0-16,0 0-12 0,0 0 1 15,0 0-4-15,0 0-2 0,0 0 6 0,0 0-1 0,9 0 9 16,-3 0 4-16,4 0-2 0,0 0-7 0,4 0 2 16,1 0-3-16,2 0 0 0,3 0 3 15,1 0-6-15,2 0 5 0,-1 0 3 0,4 0 3 16,0 0 1-16,3 0-8 0,1 0-2 0,5 0 3 15,5 0 1-15,2 0 2 0,2 0 5 0,5 0-9 16,2 0 6-16,7 0-3 0,3 0-2 0,0 0 4 16,2 0-1-16,0 0 2 0,4 0-1 0,-1 0 3 15,0 0-7-15,0 0 2 0,1 0-1 16,-1 5 0-16,0-5 0 0,3 5 1 0,1-4-1 0,3 3 9 16,-1-3-8-16,3 0-2 0,1 0 2 15,3 1-11-15,1 1 21 0,-2-2-12 0,1 3 0 0,-5-1 1 16,0-1-8-16,-4 0 13 0,-3 0-5 15,-5-1 7-15,-4 1-10 0,-5-2 2 0,-4 2 6 16,-7-1-8-16,-2 0 12 0,-5-1-11 0,-5 2 2 16,-5-2 4-16,-6 0-6 0,-4 0 16 0,-2 0 30 15,-6 2 25-15,-2-2 8 0,-2 0 3 0,-3 0-24 16,0 0-16-16,0 0 2 0,0 0-11 0,0 0-12 16,0 0-4-16,0 0-11 0,0 0-2 0,0 0 2 15,0 0-4-15,0 0-4 0,0 0-1 0,0 0 6 16,0 0 1-16,0 0 0 0,0 0-2 0,0 0-9 15,0 0 3-15,0 0 8 0,0 0-2 16,0 0 8-16,0 0-6 0,0 0-4 0,0 0 7 16,0 0-8-16,0 0 4 0,0 0 4 0,0 0-3 15,0 0 2-15,0 0-6 0,0 0 3 0,0 0 1 16,0 0 2-16,0 0 1 0,0 0-8 16,0 0 2-16,0 0-3 0,0 0 0 0,0 0 2 0,0 0-1 15,0 0 1-15,0 0 10 0,0 0-8 0,0 0 3 16,0 0 0-16,0 0-6 0,0 0 6 0,0 0-2 15,0 0-1-15,0 0 0 0,0 0 7 0,0 0-7 16,0 0 2-16,0 0-1 0,0 0-5 0,0 0 17 16,0 0-13-16,0 0-3 0,0 0 7 0,0 0-10 15,0 0 6-15,0 0 2 0,0 0-2 16,0 0-4-16,0 0-7 0,0 0-4 0,0 0-24 0,0 0-28 16,0 0-27-16,0 0-63 0,0 0-51 15,0 0-43-15,0 0-24 0,-12 0 6 0,12 0 16 16,-14 0 2-16,3 0-70 0,-2 0-149 0,1 0 24 15,-4-11 71-15</inkml:trace>
</inkml:ink>
</file>

<file path=ppt/ink/ink39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1:55.931"/>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30 0 2081 0,'-4'9'4'15,"-1"-1"-1"-15,-1-8 7 0,3 7 5 0,0-4-3 16,2 2 3-16,-2-5-1 0,0 4 10 16,1-4 29-16,2 3 61 0,0-1 42 0,0 1 25 15,18 0 9-15,7 0-42 0,6 1-37 0,17 0-39 16,15-1-40-16,22 1-15 0,22 0-12 16,22 0 3-16,23-1-4 0,22 1-3 0,19 1 2 0,17 1-5 15,10 1 2-15,3 1-9 0,-1 3 0 0,-8-2 0 16,-6 3 6-16,-15 1 6 0,-18-3 0 0,-19 1 4 15,-19-4-18-15,-19 2 9 0,-18-2-4 0,-16-2-10 16,-20 0 17-16,-13-2 0 0,-14-1 2 0,-10-1 5 16,-13-1-7-16,-14 0-47 0,0 0-92 0,0 0-97 15,-21-11-120-15,-8 11-217 0,-9-15-101 0,-12 2 102 16</inkml:trace>
</inkml:ink>
</file>

<file path=ppt/ink/ink39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2:24.969"/>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160 263 2778 0,'-9'11'38'16,"-4"-3"37"-16,-1-2 53 0,2-6 43 16,-2 0 1-16,1 0-8 0,5 0-20 0,-4 0-23 0,6 0-29 15,1 0-23-15,2 0-35 0,0 0-21 16,3 0-13-16,0 0-13 0,0-10 7 0,20 2-3 15,4-6 3-15,5-1 11 0,10-2-20 0,7-2-7 16,7-5-6-16,8 1-10 0,6 0 10 0,3 0 1 16,-4 0 4-16,6 4 3 0,-11 2-4 0,-5 0 8 15,-6 5 9-15,-11 3 1 0,-13 0-4 0,-6 5 5 16,-20 2-5-16,0 2-3 0,-17 0 8 0,-10 0-8 16,-11 15 2-16,-9 0 3 0,-12 3 3 0,-5 0 11 15,-11 5 9-15,-1-2 21 0,1 5 21 16,-1 0 9-16,6-5 0 0,11 1-23 0,5-4-19 15,12-4-15-15,10-1-18 0,8-4 5 0,13-1-4 16,11-3 8-16,0-3 1 0,0 2 12 0,18-4 22 16,8 0 1-16,7 0 3 0,10 0-12 0,12 0-24 15,5-17-15-15,13 2 6 0,9-1-3 0,3-1 3 16,5 0 11-16,-3 2-9 0,-2 5-27 0,-6-3-64 16,-7 3-107-16,-8 3-137 0,-11 1-115 0,-7 2-104 15,-10 4-259-15,-5 0 144 0</inkml:trace>
</inkml:ink>
</file>

<file path=ppt/ink/ink39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2:25.910"/>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164 122 3210 0,'6'0'16'0,"-4"0"32"16,-2 0 30-16,0 0 29 0,0 0 9 0,0-8-17 16,-13 8-11-16,13-10-25 0,-12 10-22 0,12 0-15 15,0-8-25-15,0 8-1 0,0-7-6 0,0 1-3 16,25 0 8-16,5-4-9 0,12 4 5 0,13-2 10 16,13 1-10-16,16-3 11 0,13 3-7 0,9-1 2 15,8 3 2-15,11 2 0 0,-1-1 1 0,1 4-15 16,-5 0 13-16,-6 0-6 0,-9 0 2 0,-11 0 7 15,-12 0-12-15,-15 0 3 0,-14 11-6 0,-15-11 11 16,-11 7 1-16,-27-7-4 0,0 6 13 16,0-6-11-16,-27 0 4 0,-16 7 1 0,-11-7-7 15,-19 4 6-15,-14 1-6 0,-15-1 9 0,-10 1 6 16,-14 1 15-16,-11 0 21 0,-2-1 10 0,-1 0-9 16,5 0-1-16,4 0-14 0,10-1-22 0,16 0 6 15,14 0-18-15,18-2 0 0,13 1 0 0,19-1-6 16,11 3 9-16,15-5-4 0,15 4 4 15,0-2 4-15,32 0-3 0,15-2-2 0,15 0 6 0,19 0-8 16,19 0-3-16,18 0 6 0,18 0-8 0,14 0 6 16,8-13-9-16,6 13 3 0,0 0 5 0,-3 0-9 15,-9 0 12-15,-13 0-8 0,-14 0-3 16,-20 0 4-16,-19 0 10 0,-17 0-5 0,-22 0 8 0,-20 0-1 16,-27 0-11-16,0 0 3 0,-24 0-7 15,-20 0 16-15,-20 0-10 0,-17 0-2 0,-16 0 4 16,-18 0-5-16,-11 0 44 0,-9 0 25 0,-7 15 40 15,4-7 23-15,6-8 11 0,14 11 3 0,13-3-37 16,20-8-40-16,18 6-58 0,18-6-17 0,20 4-3 16,29-4 16-16,0 0 17 0,29 0-8 0,15 0 6 15,19 0-9-15,17-10-10 0,17 0 0 0,17 1-6 16,11-3 1-16,11 1 0 0,4 3 5 0,0 2-4 16,-2 0 4-16,-9 6 10 0,-10-5-5 0,-15 1 10 15,-15 4-5-15,-18-3 20 0,-16 0 41 16,-14 1 33-16,-14 0 27 0,-9-1-20 0,-7 3-65 15,-11 0-42-15,0 0-100 0,0-1-140 0,0-1-62 16,-20-1-64-16,-3 3 7 0,-1 0 12 0,-8 0-103 16,-4 0-157-16,-8 0-352 0,-7 0 122 0</inkml:trace>
</inkml:ink>
</file>

<file path=ppt/ink/ink39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2:38.680"/>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153 413 2418 0,'0'-25'18'0,"0"0"4"15,-15-1 12-15,2 1 23 0,-3 1 14 0,3 5 23 16,2-3 17-16,-3 5 8 0,4 2 6 0,1-1 0 15,0 4 5-15,1-2-9 0,2 3-25 0,-2-1-20 16,4 3-27-16,-1 3-23 0,2-1-12 0,-1 4-14 16,1 0-4-16,3-2-2 0,-2 5 2 0,2 0 4 15,0 0-7-15,0 0 4 0,0 0-9 16,0 0-3-16,0 0 0 0,0 0-8 0,0 0 1 0,0 13 0 16,0-3 4-16,0 2 4 0,0 1 10 0,12 4 0 15,0 6 8-15,-1 0-1 0,3 5-1 16,2 5-3-16,4 3-8 0,-5-1 8 0,4-1-8 15,0 3 7-15,-1-3 3 0,2-3-3 0,-2 0 10 16,1-6-1-16,-1-2 27 0,-1-3 23 0,-1-1 16 16,3-6 37-16,-1-3 11 15,2-2 10-15,2-8 5 0,10 0-27 0,2 0-29 0,5-17-30 0,11-3-21 16,8-8-16-16,9-6-7 0,9-3-2 0,6-9-6 16,4-1 5-16,2 0 1 0,-4-2-5 15,-2 2 17-15,-12 2-13 0,-5 4 8 0,-12 6-1 0,-9 5-12 16,-9 2 15-16,-8 5-17 0,-4 5 8 15,-6 3-10-15,-6 3-8 0,-2 2-26 0,-3 1-35 16,-3 5-18-16,0 2-30 0,-3 1-13 0,0 1-55 16,0 0-61-16,0 0-79 0,0 0-43 0,0 0-13 15,-20 15-43-15,0-1-209 0,1 4 57 0,-10 1 96 16</inkml:trace>
  <inkml:trace contextRef="#ctx0" brushRef="#br0" timeOffset="323.34">1081 163 2804 0,'0'-22'59'0,"0"1"58"0,0 1 47 16,0 1 43-16,0 1-12 0,0 3-25 0,0 2-18 0,0 4-32 15,0 1-37-15,0 0-36 0,0 4-28 16,0 1-18-16,0 3-16 0,0 0-3 0,0 0 11 16,0 12 2-16,0 2 0 0,0 1 10 0,0 7-9 15,0 6-2-15,0 3 11 0,14 7-3 0,-3 5 0 16,1 6 7-16,-3 1-8 0,5 0 0 0,-4-2-1 15,2-4-3-15,2-5 9 0,0-5 21 0,-2-8 18 16,3-6 40-16,0-4 30 0,5-7 9 0,1-9 12 16,8 0-25-16,5 0-41 0,5-17-34 0,13-7-22 15,4 0-15-15,11-9 3 0,1-3-5 0,8-3-6 16,-3-3 23-16,0 3-13 0,-3 1 13 16,-8 0 4-16,-6 2-61 0,-6 2-38 0,-7 4-45 15,-4 2-45-15,-8 1 4 0,-3 2 0 0,-2 4-42 16,-6 2-90-16,0 4-100 0,-7 3-80 0,1 1-33 15,-8 11-177-15,2 0 67 0,-5 0 131 0</inkml:trace>
</inkml:ink>
</file>

<file path=ppt/ink/ink39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2:40.802"/>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46-2 2054 0,'0'0'17'16,"0"0"10"-16,0 0 6 0,-9 0 6 0,9 0-6 16,-11 0 0-16,11 0 4 0,-9 0-6 0,5 0 4 15,4 0-3-15,-10 0 0 0,10 0 12 0,0 0-6 16,-3 0 1-16,3 0-7 0,0 0-15 0,0 0 4 15,0 0 1-15,0 0 13 0,0 0 11 16,0 7 0-16,0-1 3 0,10 1-6 0,0-1-4 16,5 0-7-16,1 1-13 0,-1 0-4 0,4 1-9 15,6-1-4-15,1 0 2 0,4 2-4 0,2-6 5 16,1 6 3-16,7-4-3 0,2 0-1 0,5 0 5 16,6-1 5-16,5-2 7 0,9 1-2 0,4-3-3 15,10 0-11-15,5 0-2 0,9 0-2 0,6 0-1 16,4 0 4-16,6 0-4 0,1 0 2 0,7 0-21 15,4 0-4-15,1 0-3 0,4 0 1 0,3 0 9 16,4 0-9-16,3 0-21 0,0 0-17 0,0 0-5 16,-1 8-16-16,-2-8 11 0,0 0 2 15,-2 7 0-15,-6-7 22 0,-1 6 1 0,-3-1 8 16,-3-3-1-16,-8 0 0 0,-2 0-3 0,-8 3-13 16,-8-4 4-16,-9 2-6 0,-5-1 6 0,-8 0-2 15,-9-1 1-15,-9 0 13 0,-7-1 11 0,-12 0 18 16,-5 0 24-16,-10 0 16 0,-10 0 20 0,-10 0 15 15,0 0 0-15,0-10-10 0,0 1-19 0,-16 9-3 16,-1-8-12-16,0 8-6 0,-2-10 4 0,-4 6-14 16,-2 4-3-16,-2-6 7 0,-2 6 4 15,-1-3 1-15,-4 3 2 0,-4 0-7 0,-1 0-11 0,-5 0-21 16,-5 0-10-16,-4 0-8 0,-8 0-15 16,-2 0 12-16,-9 0-5 0,-4 0-7 0,-6 0 1 15,-4 0 29-15,-4 0 14 0,-4 0 13 0,-3 0 7 16,-3 0-16-16,-2 0 3 0,-3 0 8 0,-1 0 35 15,-2 0 4-15,0 0 13 0,-1 0 7 0,-1 0 16 16,1 0 7-16,-2 0-6 0,5 0 4 0,1 0-37 16,3 0-7-16,2 0-1 0,-2 0-1 0,7 0 20 15,-4 0 22-15,5 0 25 0,-2 0 28 0,5 0-3 16,1 0 7-16,5-10-15 0,5 10-25 0,5-8 3 16,6 8-10-16,9-7-14 0,10 0 1 15,5 1-22-15,8 6-15 0,10-4-10 0,7 1-20 0,5-1-3 16,9 2-10-16,6 0 4 0,0-1 8 15,26 0 2-15,12 0-3 0,6-1 2 0,15-1-2 16,17 0 1-16,12 2 2 0,12-4-3 0,16 4-4 16,10-3-3-16,15 4 4 0,8 2-1 0,13-1-6 15,7 1 6-15,7 0-3 0,6 0 2 0,-1 0-3 16,-2 0 1-16,-6 12-2 0,-7-2 0 0,-7 0 7 16,-8 0-11-16,-12-2 5 0,-10 2-1 0,-9-4 2 15,-13 2 0-15,-10-2-5 0,-14-2-1 0,-11 0 2 16,-19 0 6-16,-10-3 1 0,-10 0 6 0,-10-1-6 15,-10 0 10-15,-5 0-1 0,-5 0-2 0,-3 0 6 16,0 0-19-16,0 0-21 0,0 0-51 16,0-10-80-16,-15 10-84 0,-2-10-96 0,2 2-54 15,-5-2-52-15,-1 1-217 0,-5-2 80 0,-3 1 104 16</inkml:trace>
</inkml:ink>
</file>

<file path=ppt/ink/ink39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2:55.842"/>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389-691 1743 0,'-13'-20'17'0,"-1"-1"25"0,-3 1 15 15,-1 3 13-15,0 0-6 0,-2 0 14 0,0 1 2 16,-1 3-11-16,3 2-14 0,-2 0-33 0,-1 1-12 15,1 2 0-15,2 3 0 0,0 0-6 16,1 5-10-16,0 0 1 0,1 0 2 0,-1 10 3 0,0 5 5 16,3 2-3-16,-2 2 4 0,1 5 1 15,-2 3 10-15,0 2-1 0,0 5-5 0,4 1 1 16,-4 2-13-16,0 1 1 0,4 2 5 0,-2 1-7 16,-2-3 2-16,2 6 6 0,-2-3-8 0,2-2 5 15,0 2-3-15,-1-4-4 0,1 0 6 0,2-2-5 16,-1-2 6-16,0-4-3 0,4 1-2 0,0-5 2 15,3-2-6-15,1-2 8 0,1-5 0 0,5 1 37 16,0-3 33-16,0-3 12 0,14 0 8 16,0-2-28-16,4-2-31 0,5-2-12 0,4-2-9 0,3-3-4 15,7 0-1-15,-1 0-3 0,5 0 0 0,0 0-2 16,2-14-2-16,-1 5 6 0,-1-3-6 0,-1 1 24 16,1 1 31-16,-5-3 30 0,-1 0 53 15,-3-1-3-15,0 2 5 0,-5-4-27 0,1 1-39 16,-4-4-3-16,-1-1-10 0,-2-3-7 0,-3-3-7 15,0-4-23-15,1-5-25 0,-4-2-6 0,-2-5 11 16,-3 0-9-16,-4-1 4 0,-6-2 9 0,0-2-21 16,0 4 1-16,-16-1-11 0,-2 3-12 0,-5 2-1 15,-4 1-33-15,0 4-6 0,-4 2-13 0,1 4-38 16,1 6-16-16,0 4-49 0,0 6-39 16,5 4-18-16,-2 8-19 0,4 0-53 0,2 0-251 0,3 14 23 15,2-1 77-15</inkml:trace>
  <inkml:trace contextRef="#ctx0" brushRef="#br0" timeOffset="-1893.7">32 46 2077 0,'-4'0'7'0,"-2"0"12"16,1 0 6-16,2 0 6 0,0 0-2 0,-1 0-12 0,1 0-7 15,1 0-6-15,-1 0-7 0,2 0-4 16,1 0 5-16,0 0 3 0,0 0 11 0,13 0 6 0,4 0-3 16,3 0-3-16,4 0-9 0,6 0-1 15,4 0 2-15,4 0-4 0,3 0 6 0,4 0-2 16,1 0-3-16,-2 0 1 0,1 0 1 0,-4-10 0 15,-3 10-2-15,-1-8 3 0,-4 8-8 0,-2-6 8 16,-7 6 1-16,-3-6 2 0,-6 6 31 0,-1-3 16 16,-5 0 4-16,-4 2-7 0,-5-1-30 0,0-1-20 15,0 1 0-15,-23 2-1 0,0 0 2 0,-6 0-2 16,-4 0-3-16,-8 0 1 0,-3 0 0 16,-5 0 2-16,1 0-4 0,-1 0 3 0,0 13-2 0,5-13 11 15,3 9 12-15,6-3 4 0,7-6-3 0,3 9-6 16,6-9-19-16,5 8-4 0,5-3 6 15,3-2-4-15,6 1 8 0,0 0 2 0,0-1 13 16,0 1 10-16,13-1 12 0,3 1-3 0,-1-1-1 16,1 0-9-16,6-3-10 0,-3 0 3 0,4 0-13 15,0 0-3-15,1 0 5 0,-1 0-19 0,0 0-67 16,-3 0-103-16,-4 0-150 0,-2-10-306 0,0 10 10 16,-7-8 101-16</inkml:trace>
  <inkml:trace contextRef="#ctx0" brushRef="#br0" timeOffset="945.45">1053-840 1452 0,'-8'0'30'0,"1"0"13"16,-1 0 14-16,-1 0 12 0,-2 0-15 0,1 0 17 15,-2 0 9-15,0 0 8 0,-1 0-2 0,3 0-24 16,-2 0-16-16,1 0-12 0,0 0-5 0,2 0 9 16,2 0 4-16,1 0-1 0,-2 0-12 0,2 0-11 15,0 0-8-15,-2 0-9 0,2 0 7 16,-1 0-5-16,1 0-3 0,-2 0 2 0,2 10-6 0,-2-10 5 16,-2 11 6-16,-3 1 5 0,3-2 7 0,-4 1-5 15,0 2-4-15,-4 1-1 0,0 3 2 0,-3 0 3 16,0 4 0-16,-1 0-3 0,3-1-5 0,-1-1-5 15,0 2 1-15,0 2 2 0,5-2 1 0,0 1-1 16,0-1-5-16,1 2-7 0,2-1 2 0,1 1-2 16,2-2 6-16,3 3 3 0,2-3-2 15,4 1 1-15,0 0-5 0,0-3 7 0,0 2-1 16,0-1 2-16,0 0 4 0,13 0-7 0,1-1 0 16,-3 2 0-16,-1-2 1 0,2-1 3 0,0 0 1 15,2-1 18-15,1 1 27 0,0-2 6 0,4 1 14 16,2-3-15-16,3 3-27 0,4-5-5 0,2 1-14 15,0-2-5-15,2 0 0 0,3-3 3 0,-1 1-5 16,-1 0 4-16,2-5-4 0,-2-1-8 0,-1 0 8 16,0-3 4-16,2 0 21 0,-4 0 29 15,-1 0 36-15,-2 0 33 0,-1-10 15 0,0 10 1 0,-3-15-36 16,1-1-24-16,-1 0-33 0,1-2-28 16,0-3 5-16,0-5-8 0,2 0-5 0,-1-5-1 15,-3-6-6-15,1 0-2 0,-3-4 1 0,-3-2-1 16,-4-2 10-16,-4-2-26 15,-4 1-18-15,-5-1-19 0,0-1-39 0,0 4-10 0,-18 0-40 0,0 3-27 16,-4 4-26-16,-2 2-21 0,-2 5 15 0,0 4-15 16,-3 4-36-16,1 5-104 0,-1 2-224 0,1 4 60 15</inkml:trace>
  <inkml:trace contextRef="#ctx0" brushRef="#br0" timeOffset="-1085.75">1109 171 2221 0,'0'0'20'15,"-10"0"20"-15,-1 0 26 0,11 0 11 0,-12 0-3 16,0 0-13-16,1 0-24 0,-1 0 2 0,1 0-13 15,1 0 0-15,-1 0 4 0,3 0-19 0,1 0-11 16,1 0-7-16,1 0-4 0,4 0 3 0,1 0 10 16,0 0 1-16,0 0 0 0,13 0 3 15,2 0-4-15,2 0 2 0,4 0-2 0,2 0 2 16,2 0-1-16,2 0 3 0,2 0-6 0,1 0 4 16,-1 0 0-16,1 0-4 0,-2-9 6 0,-6 9-4 15,-2-10 1-15,-3 10 10 0,-5 0 8 0,-4-7-4 16,-4 7-2-16,-4 0-13 0,0 0-9 15,0 0-1-15,-18 0 5 0,-2 0 2 0,-3 0-1 0,-2 0 8 16,-4 0-10-16,-2 11 0 0,0-1-2 16,0-1-7-16,2-1 5 0,3 2 1 0,4-3-3 0,3-1-1 15,6-1 0-15,4 0-2 0,3-1 8 16,1 1 3-16,5 0-2 0,0-1 3 0,0-3 3 16,0 2 4-16,15-1 3 0,0 0-3 0,2 0-1 15,1-2 3-15,2 0-3 0,1 0 3 0,2 0 1 16,-2 0-5-16,1 0-4 0,-3-10-47 0,0 10-66 15,-4-11-90-15,-5 11-230 0,-2-10-212 16,-5 3 63-16</inkml:trace>
</inkml:ink>
</file>

<file path=ppt/ink/ink39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2:52.042"/>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4402-39 2153 0,'-8'0'41'0,"-1"-13"50"0,3 13 41 0,-2-8 40 16,2 8-5-16,-1-9-11 0,1 9-7 0,1-6-9 15,2 6-14-15,3-6-28 0,-6 6-16 0,6-3-30 16,0 0-13-16,0 3-1 0,0 0-17 0,0 0-6 16,0 0-7-16,0 0-13 0,0 0-4 0,0 0 4 15,0 0 1-15,0 0 4 0,0 0 3 16,0 0-2-16,0 0 1 0,0 0-6 0,0 0 0 0,0 0 0 15,0 0-1-15,0 0 11 0,0 0-9 16,0 0 1-16,0 0 3 0,0 0-6 0,0 0 3 16,0 0 4-16,9 0-2 0,-9 0-2 0,0 0 4 15,8 0 2-15,-8 0 1 0,0 0-1 0,6 0-7 16,-6 0 1-16,0 0-1 0,4 0 4 0,-4 0 9 16,5 0-4-16,-5 0 0 0,3 0 0 0,-3 0 0 15,3 0-6-15,-3 0 2 0,0 0 5 0,0 0-1 16,0 0 8-16,0 0-6 0,0 0-8 15,0 0 0-15,0 0-2 0,0 0 6 0,12 0-6 16,-12 0 7-16,11 0-3 0,-2 0-3 0,-9 0 6 0,10 0-4 16,0 0 2-16,-1 0-6 0,0 0 4 15,0 0-1-15,-2 0 3 0,3 0 5 0,-1 0-10 16,0 0 5-16,-2 0-9 0,4 0-7 0,0 0 17 16,2 0-8-16,1 0 6 0,3 0 7 0,-2 0-16 15,5 0 6-15,-2 0-1 0,2 0 2 0,-1 0 4 16,4 0 2-16,1 0-3 0,1 0-2 0,4 0 2 15,1 0-8-15,2 0 9 0,1 0-2 0,7 0-1 16,-2 0-3-16,3 6 2 0,1-6 2 0,1 0-2 16,-2 7 9-16,0-2-9 0,1-5 0 0,-1 5 2 15,-1-1-2-15,-1 0-3 0,-2 0 4 16,2-2-1-16,-1 2-7 0,-1-1 11 0,-1 1-4 0,1-2 4 16,-4 3-1-16,2-1-6 0,1 0 2 15,-1-2 0-15,2 2 4 0,-1-2 2 0,2 1-3 16,0 0-1-16,2 1-4 0,1-3 3 0,-3 2 1 15,1 0-10-15,-1 0 12 0,-2 2-3 0,2-1-4 16,-1-2 10-16,-1 2-8 0,1-1 0 0,-1 2-1 16,1-2-3-16,-2 3 7 0,1 0-6 0,1-2 5 15,-3 0 8-15,0 1-8 0,-1-1 4 0,1 0-8 16,-1-1-2-16,0 2 19 0,1-1-14 0,1-1 5 16,1 2 2-16,2 1-18 0,2-4 15 0,1 2 0 15,1 2 2-15,1-3 0 0,-1 1-5 16,2-2 4-16,0 2-15 0,0-1 9 0,-1-1-2 15,1 0 3-15,-1-2 2 0,-1 3-1 0,-1-2 0 16,2-1-3-16,-1 0 12 0,1 0-9 0,-1 0 2 16,-1 0-2-16,2 0-7 0,-2 0 4 0,0 0-3 15,-2 0 12-15,1 0-5 0,1 0 3 0,-3 0 1 16,3 0-13-16,0 0 12 0,0 0-10 0,0 0 4 16,-2 0 8-16,1 0-12 0,1 0 9 0,-3 0 8 15,-2 0-13-15,0 0 3 0,-2 0-1 0,-1 0-9 16,-1 0 12-16,-1 0-3 0,-3 0 0 0,1 0 5 15,-1 0-7-15,-3 0 7 0,0 0-5 0,-2 0-9 16,-2 0 6-16,-1-6-2 0,-1 6 4 16,-2-5 4-16,-2 5-4 0,-1 0 2 0,-2-4 2 15,-3 4 0-15,-1 0-3 0,-2 0 7 0,-2 0-6 16,-1 0-2-16,0-2 6 0,-3-2-7 0,2 4 5 16,-2 0 14-16,0-3-14 0,1 3-5 0,-1 0-1 15,2 0-9-15,-2 0 9 0,1 0 3 0,-1 0-1 16,2-3-2-16,3 2 2 0,-2-1 6 15,1 2-8-15,4-2 6 0,-2 2 4 0,3-2-7 0,0 2 8 16,0-2-9-16,-1 2 0 0,2-2 1 0,-1 1 0 16,-1-2-1-16,1 3 3 0,-1 0-5 15,1-3 3-15,-2 1-5 0,1 1 3 0,-2 0 5 0,0 0-2 16,-1 1 9-16,-2-2-9 0,0 2 0 16,0 0 8-16,-2 0-3 0,-1 0 16 0,0 0 11 0,0 0 6 15,0 0 8-15,0 0-10 0,0 0-5 16,0 0-19-16,0 0-6 0,0 0 5 0,-10 0-8 15,10 0 3-15,0 0-5 0,-9 0-10 0,9 0 3 16,-8 0-2-16,0-2 3 0,1 1 11 0,-1 1-9 16,-1-3 4-16,0 3 2 0,-5 0-12 0,-2 0 8 15,-3 0 0-15,0 0-6 0,-7 0 8 0,-3 0-3 16,-1 0-1-16,-4 0 5 0,-5 0-2 16,-2 0-5-16,-5 10 5 0,-1-10-3 0,-1 6-4 0,-1-6 10 15,-1 0-3-15,0 8-3 0,4-8 4 0,-1 4-4 16,3-1-4-16,0 0 17 0,0 0-7 15,1-1-7-15,2 0 12 0,-1 0-15 0,-1 0 0 16,4 0 10-16,-2-1-4 0,3 2-1 0,-2-2 1 16,4 0 0-16,-2 0 1 0,2 2 5 0,-2-2 0 15,1 2-7-15,-1-2 3 0,-1 0-9 0,1 1-5 16,-3 1-2-16,0-2-8 0,-2 0 16 0,2 0-2 16,-4 1-3-16,-1-1 3 0,2 0-12 0,0 0 5 15,0-1 15-15,1 0 0 0,-1 2 1 0,3-2 6 16,0 2-5-16,0-2-4 0,0 0 2 0,2 0 1 15,-2 0-2-15,0 0-2 0,0 0 2 0,0 0-3 16,-2 0 6-16,2 0 4 0,-1 0-7 0,1 0 3 16,-3 0-3-16,3 0-8 0,1 0 6 15,-1 0 0-15,0 0-1 0,-1 0 7 0,1 0-1 16,0 0-1-16,0 0 10 0,-3 0-9 0,0 0-3 16,0 0 4-16,1 0-11 0,2 0 8 0,-1 0 1 15,-1 0-8-15,0 0 6 0,2 0 0 0,2 0 2 16,-2 0 5-16,0 0-1 0,3 0-2 0,-1 0-5 15,1 0-3-15,1 0 1 0,2 0 5 0,0 0-2 16,2 6 4-16,1-6-2 0,3 0-11 0,-1 7 13 16,2-7-6-16,3 5-2 0,-1-1 6 0,1-4-8 15,1 2 6-15,-2 1-2 0,4-2 3 16,-4-1 10-16,3 2-8 0,-1 1-1 0,-2-1 5 16,2-1-17-16,-1-1 9 0,-1 0 5 0,2 2-11 15,-3 2 7-15,1-3-2 0,0 3-1 0,0-4 7 16,4 2 6-16,-1-1-4 0,1 1 3 0,3-1-11 15,2 0-2-15,2-1 1 0,3 0 5 0,1 0 4 16,3 0-4-16,-1 0 7 0,5 0-12 0,-2 0 5 16,6 0 11-16,0 0-6 0,0 0 9 0,0 0 1 15,0 0-22-15,0 0 5 0,0 0-6 0,0 0-1 16,0 0 16-16,0 0-5 0,0 0-8 0,0 0 2 16,0 0 4-16,12 0-10 0,-1 0 16 0,-1 0-2 15,1 0-6-15,1 0 2 0,3-8 0 16,3 8-1-16,2-10 1 0,4 10 6 0,2-8-8 15,5 4-4-15,2-1-8 0,3 1 13 0,4-1-5 16,2 1 6-16,2-1 5 0,4 2-8 0,0-1 6 16,4 0 0-16,1 2-5 0,2-1-1 0,1 1 3 15,0 0-2-15,2-1 3 0,2-1-1 0,-2 3-2 16,1-1 1-16,4 1-2 0,-3-1 4 0,4 1 0 16,0-1-5-16,1 0 4 0,4 2-2 0,1 0-1 15,-1 0 5-15,3 0-1 0,-2 0-4 0,1 0-2 16,-1 0 6-16,1 0-9 0,1 0 13 0,-1 10-2 15,0-2-4-15,4-8-1 0,-2 8-6 0,1-2 8 16,4-1-6-16,-1 0 8 0,2-1 0 16,-2 2-4-16,2-3 0 0,-1 1 1 0,2-2 0 15,-2 2-2-15,-4 3 5 0,4-6-8 0,-4 5 0 16,4-2 7-16,-4-1-5 0,0 1 6 0,-1-1 4 16,0 1-3-16,-3-1 10 0,-2-1-11 0,-4 0-3 15,-3 1-1-15,-3-2-7 0,-4 1 12 0,-4-2 4 16,-1 0-7-16,-6 0-8 0,-2 0 5 0,-2 0-6 15,-4 0 13-15,-3 0 0 0,-2 0-4 0,-4 0-2 16,-3 0 2-16,-2 0 7 0,-6 0 0 0,-1 0 3 16,-5-9-9-16,-1 9-2 0,-4 0 2 15,2-8-3-15,-4 8 3 0,1 0 0 0,-3 0-7 16,1 0 5-16,-1 0 2 0,0 0 4 0,0 0 8 16,0 0-1-16,0 0-2 0,0 0 3 0,0-3-5 15,0 3 2-15,0 0-6 0,0 0-5 0,0 0-1 16,-9 0-2-16,9 0-5 0,-9 0 11 0,2 0-7 15,-1 0-1-15,-1 0 12 0,-5 0-18 0,0 0 1 16,-5 0 0-16,-7-10-5 0,-4 10-1 0,-5-8 13 16,-6 8-8-16,-6-11 4 0,-5 6 6 0,-6-1 2 15,0-1 7-15,-1 2-6 0,-5 0 1 0,1-1-8 16,-3 1-3-16,3 1 6 0,-1 0 2 0,-2-1-2 16,1 0 4-16,0 0-4 0,0 0 5 15,-2 2-3-15,1-3 0 0,-2 2 2 0,0 0-15 0,-2 0 10 16,0-2-2-16,-4 2 3 0,1 1 5 15,-2 0-4-15,1 1-3 0,3 0 3 0,1-1 2 16,1 2 5-16,6 1-2 0,3 0-6 0,3 0-3 16,3 0 0-16,3 0 6 0,2 0-3 0,4 0 8 15,-1 0-7-15,4 0 0 0,1 0-1 0,1 0-16 16,-1 7-2-16,3-7-6 0,0 7 6 0,-1-7 3 16,-1 5-2-16,-1 0 8 0,-4-1-3 0,-1 0 8 15,-1-2 2-15,-2 2-14 0,2 0 5 0,-1-1-1 16,-1 1 5-16,2-2 10 0,1 0-9 0,1 1 5 15,2 0 3-15,2-1 4 0,0-1-2 0,2 2-3 16,1-2 6-16,1 0-11 0,6 1 1 16,-1-1 7-16,1 0-9 0,1-1 11 0,1 2-1 15,2-2-8-15,-1 3-3 0,1-2-13 0,0 0-1 16,-1 0-5-16,1 1-3 0,1-1 15 0,0 0 9 16,-1 0 8-16,3-1 3 0,1 2-2 0,0 0-8 15,3-2 2-15,2 0 1 0,0 0-2 0,1 0 7 16,2 0 0-16,1 1-1 0,2-1 2 0,0 0-7 15,0 0 1-15,-2 1 5 0,4-1-9 0,-4 0 3 16,0 2 2-16,-2-2-5 0,2 1 4 0,-3 0 4 16,1 2-5-16,-4-3 3 0,0 1-3 0,0 0 3 15,-1 1-3-15,0 0-2 0,-2 1 7 0,2-2-5 16,1-1 3-16,-1 3 1 0,-2-1 1 16,2-2-4-16,1 4 2 0,2-4-3 0,-3 2-1 15,1 1-1-15,-1-1-1 0,1-1-1 0,-2 1 16 16,1 2-3-16,1-3-8 15,1 2 7-15,-1-2-11 0,2 2 4 0,0-1 17 0,2-1-3 0,3 0 7 16,1 0 9-16,1 0-3 0,2-1 5 0,1 3-11 16,4-3 0-16,-1 1 1 0,1-1-3 0,2 1 5 15,-1-1-3-15,1 0-3 0,2 2-1 0,0-2-6 16,0 0-6-16,0 0 2 0,0 0-7 16,0 0 7-16,0 0 3 0,0 0-11 0,0 0 6 0,0 0-2 15,0 0-6-15,0 0 4 0,0 0 2 0,0 0 1 16,0 0 3-16,8 0 4 0,-8 0-11 15,12 0 2-15,2 0 4 0,0 0-2 0,4 0 3 16,3 0 6-16,6 0-8 0,4-10-7 0,2 10 9 16,4-10-13-16,4 3 1 0,3 1 12 0,1 6-8 15,4-6 3-15,2 1 7 0,3 1-10 0,2 0 5 16,0 2-1-16,3-1-3 0,0 2 4 0,1-2 1 16,-3 2-8-16,3 0 5 0,-3-1 0 0,4-1-2 15,-2 2 9-15,-1 0-6 0,1-1 8 0,0 0-7 16,2 1-5-16,-3-2 0 0,0 3-4 0,1-2 3 15,0 2 9-15,2-1-2 0,3 1-10 0,-4 0 7 16,0-1-15-16,0-1 16 0,1 2 3 16,-2 0-5-16,1 0 9 0,-1 0 4 0,0-1-15 15,2 1 1-15,3 0-2 0,2 0-10 0,7 0 17 16,2 0-4-16,7 0 4 0,1 0-5 0,7 0 3 16,-1 0 3-16,4 0-8 0,-2 0 5 0,-1 0-1 15,-1 0-1-15,-4 0-4 0,1 0 6 0,-4 0 2 16,-2 0-5-16,0 7 10 0,1-7-5 0,-2 0-2 15,0 0 1-15,0 6 0 0,-2-6-8 0,-4 4 0 16,0 1 9-16,-8-5-9 0,-4 0 12 0,-6 0-4 16,-8 0-4-16,-8 0 11 0,-5 0-5 15,-10 0-4-15,-6 0 16 0,-4 0 13 0,-5 0 11 0,-3 0 16 16,-3 0-7-16,-3 0-3 0,0 0-13 16,0 0-13-16,0 0-2 0,0 0-21 0,0 0 0 15,0 0 3-15,0 0-6 0,0 0 4 0,0 0 2 16,0 0 0-16,0 0-6 0,0 0 7 0,0 0-9 15,0 0-4-15,0 0 1 0,0 0-28 0,0 0-20 16,0 0-53-16,0 0-97 0,0 0-108 0,0 0-123 16,0 0-112-16,0 0-216 0,0 0 76 0,0 0 146 15</inkml:trace>
</inkml:ink>
</file>

<file path=ppt/ink/ink39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2:57.830"/>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40 2145 1669 0,'-6'4'24'0,"3"1"25"0,-2-1 12 16,2-2 13-16,0 3-11 0,0-3-12 0,3 0 4 15,-1-1 4-15,-1-1 6 0,0 0-5 0,2 0-8 16,-1 0-7-16,-2 0-15 0,1 0 5 0,2 0 9 16,-3 0 0-16,3 0 8 0,-3 0 5 0,2 0-7 15,1 0 8-15,0 0 5 0,0 0-2 0,0 0 9 16,0 0-1-16,0 0 15 0,0 0 18 15,0 0 5-15,0 0-14 0,0 0-26 0,0 0-25 0,0-11-15 16,10 4-7-16,0-3-7 0,2-2-14 16,1-6 0-16,4 3 6 0,6-6 3 0,4-3-2 15,5-2-4-15,6-7-7 0,5 1 2 0,4-2 6 16,4-4 1-16,7-4 1 0,6 1-8 0,4-6 6 16,5-4-13-16,8-1 11 0,5-6 1 0,5-3 0 15,5-3 10-15,4-1-11 0,5-4 6 0,1 0-14 16,1 1 4-16,-1 2 7 0,-3 1-7 0,2 4 5 15,-5 4-2-15,-3 4-10 0,-2-1 6 0,-4 5-4 16,0 1 0-16,0-2 0 0,3-1-12 0,-1 3 1 16,-1 0-5-16,4 0 15 0,-2-1 1 15,0 5 2-15,0 1-4 0,-1 5-7 0,-3 1 6 16,-5 4-1-16,-3 3 6 0,-5 2 4 0,-4 4 0 16,-6 0 5-16,-3 6-4 0,-5-1-4 0,-4 3 6 15,-5 0-7-15,-3 3 2 0,-6-1 6 0,-5 3 2 16,-2 0-13-16,-10 2 15 0,-3 2 2 0,-4 1 12 15,-5-1 41-15,-4 6-1 0,-4-1 19 0,-4-1-6 16,0 1-17-16,0 2-8 0,0 0-20 0,0 0-8 16,0 0-15-16,0 0-2 0,0 0-5 15,0 0 6-15,-9 0-5 0,9 0-1 0,0 0 1 0,0 0-13 16,0 0 11-16,-6 0-1 0,6 0-3 16,0 0 8-16,0 0-1 0,-6 0-1 0,1 0 5 15,5 0-11-15,-3 0 5 0,0 0-1 0,3 0 6 16,-3 0 9-16,3 0-11 0,-1 0 1 0,-1 0-4 15,1 0-6-15,-1 0 10 0,2 0 6 0,-3 0-11 16,2 0 5-16,-2 0-8 0,0 0-6 0,0 0-12 16,1 0-36-16,-1 0-35 0,-2 0-55 0,-1 0-42 15,-3 0-25-15,-3 0-16 0,-6 15 0 0,-2-15 7 16,-7 12-5-16,-1-2-26 0,-3 1-13 0,-3 2-120 16,1-1-49-16,-1-5 81 0</inkml:trace>
</inkml:ink>
</file>

<file path=ppt/ink/ink39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3:07.529"/>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-62-99 1670 0,'0'5'12'0,"0"-1"27"15,0-2 29-15,0 3 31 0,0-3 8 0,0 3-11 16,17 0-23-16,-2-4-26 0,5 4-17 0,3-1-15 16,1-1-4-16,6 2-5 0,2-4 2 15,5 1-5-15,-1-1 0 0,4-1 1 0,-1 0-4 16,-1 0 8-16,1 0-2 0,-2 0 0 0,-1 0-4 16,-4-12-1-16,-3 12 0 0,-5-10 11 0,-5 10 21 15,-4 0 8-15,-5-7 3 0,-3 7-17 0,-7-5-18 16,0 5-16-16,0-5-2 0,0 5-1 0,-17 0 4 15,-4 0 6-15,-5 0-4 0,-8 0 6 0,-2 0-4 16,-5 0-3-16,-3 12 0 0,0-1 2 0,3-4-3 16,-2 4 5-16,4-2-6 0,2-1 2 0,7 1-5 15,3 1-11-15,4-4 12 0,6 3-7 16,3-3 3-16,5 0 20 0,9 0 6 0,0-2 29 0,0 1 18 16,0 1 0-16,19-2-5 0,-1 1-21 15,5-2-9-15,4 0-12 0,5 2-2 0,6-5-6 16,3 0-3-16,3 0 5 0,6 0-5 0,0 0 4 15,3-13-4-15,0 4-32 0,2 9-49 0,1-13-71 16,0 2-72-16,1 3-78 0,-3-3-255 0,-1 2 31 16,5-2 76-16</inkml:trace>
  <inkml:trace contextRef="#ctx0" brushRef="#br0" timeOffset="-472.67">172 303 1824 0,'-17'0'21'0,"-1"0"22"16,1 0 33-16,2 0 20 0,0 0-4 0,0-10-5 16,1 10-6-16,2-7 0 0,3 7 9 0,0-9 2 15,1 9-13-15,2-5-16 0,0 5-18 0,2 0-22 16,0-3-12-16,3 3-8 0,-1 0-13 0,2 0 6 15,0 0-6-15,0 0-2 0,0 0 8 0,0 0 3 16,0 0 1-16,20 0 8 0,0 0-2 16,7 0-7-16,7-12 3 15,5 0 0-15,7 2 0 0,4 0 1 0,1 1-1 0,1 0 0 0,-3 1-2 16,-5 2 3-16,-5 0 5 0,-7-1 2 0,-5 2 5 16,-5 0 26-16,-7 0-2 0,-4 2-6 0,-5-2-8 15,-6 0-32-15,0 0-6 0,0-1 2 0,-19-1-3 16,-2 1 5-16,-8 1 1 0,-4 1 6 0,-10 2 2 15,-1 0-6-15,-6 2 6 0,-1 0-10 0,0 0 1 16,4 0 7-16,5 11 7 0,5-11 7 0,7 10 4 16,4-10-4-16,8 7-10 0,6-7-10 0,4 0 0 15,2 0-2-15,6 8 2 0,0-8 9 16,0 0 12-16,0 0 31 0,14 0 22 0,-4 3 12 16,4-3 0-16,3 0-19 0,1 0-19 0,5 0-16 15,0 0-4-15,4 0-8 0,0 0 3 0,2 0 0 16,2-11-8-16,-1 0-6 0,0 2 1 0,1 1 2 15,1-2-3-15,-4 2 9 0,1-1-17 0,-4 1-19 16,-3-1-27-16,1 2-53 0,-3 0-34 0,-3-1-28 16,-1 0-18-16,-1 2-3 0,-1 0-6 0,0 0-24 15,-1 1-75-15,0 0-207 0,-1-1 0 0,-2-1 69 16</inkml:trace>
  <inkml:trace contextRef="#ctx0" brushRef="#br0" timeOffset="2820.92">-876-120 1500 0,'0'0'27'16,"0"0"22"-16,0 0 2 0,0 0 12 0,0 0-24 16,0 0-8-16,0 0 15 0,0 0-4 0,0 0 11 15,0 0-1-15,0 0-3 0,0 0 2 0,0 0 1 16,0 0-8-16,0 6 4 0,0-6 3 0,0 7-6 16,0-7 9-16,0 0-7 0,0 3 3 0,0-3 11 15,0 1-2-15,0-1 10 0,0 4-7 16,0-4-8-16,0 0-11 0,0 1-13 0,0-1-16 15,0 0-10-15,0 0-2 0,0 0-6 0,0 1 22 16,0-1 32-16,0 3 10 0,21-3 7 0,-1 2-16 16,8 0-31-16,8-2-13 0,11 2-4 0,11-2 7 15,9 0-8-15,8 0 6 0,9 0-4 0,9 0-5 16,7 0 5-16,2 0-4 0,4 0 7 0,0-9-8 16,4 9 2-16,-3-7 1 0,0 7-7 0,-1 0 11 15,-4-6-4-15,-3 6 2 0,-7-5-2 16,-4 5-2-16,-6-3-3 0,-7 0 1 0,-8 1 3 15,-8 2-2-15,-8-1 2 0,-8 0 6 0,-10 1 5 16,-7-2 18-16,-6 0 15 0,-9 2 5 0,-2-2-2 16,-9 2-22-16,0-4-17 0,0 4-12 0,-14 0-9 15,-3-3 5-15,-9 3 3 0,-5-3 3 0,-14 3-3 16,-9 0 2-16,-15 0 1 0,-11 0-4 0,-7 16 0 16,-8-3 2-16,-5 0 1 0,-5 0 6 0,3 0-3 15,3-1-2-15,7-1-2 0,10 1-3 0,4-4 2 16,11 1-1-16,10-3 3 0,10 2 1 0,6-3 5 15,10 0 6-15,5-2-12 0,8 0-3 0,6-1 2 16,4-1-12-16,2 0 10 0,6 2-1 0,0-3 4 16,0 0 9-16,0 1 6 0,17 0 17 0,1 1 3 15,5 0 1-15,3-2-4 0,9 1-19 16,4 0-2-16,7-1-3 0,7 0 1 0,3 0-3 16,5 0-31-16,3-11-71 0,4 2-97 0,0-1-96 15,2 0-97-15,5-2-237 0,-1 2-52 0,4-2 100 16</inkml:trace>
  <inkml:trace contextRef="#ctx0" brushRef="#br0" timeOffset="10832.9">3304 57 1422 0,'-9'0'9'15,"1"0"9"-15,-3 0 1 0,1 0 15 0,-4 0 1 16,3 0 16-16,-1 0 15 0,-1 0-1 0,-1 0 3 15,2 0-2-15,-2 0 1 0,0 0-2 0,1 0-4 16,-2 0-17-16,1 0-7 0,2 0-14 0,-2 0-5 16,2 0 1-16,1 0-2 0,2 0 10 15,0 0 2-15,3 0 8 0,6 0-1 0,-8 0-3 0,8 0-6 16,0 0-8-16,0 0-3 0,0 0-6 16,-4 0 4-16,4 0 6 0,0-7 0 0,0 7 9 0,0 0-1 15,0 0-3-15,0 0-2 0,0 0-3 16,0 0-3-16,0 0-7 0,0 0-2 0,0 0-2 15,-5 0 7-15,5 0 3 0,0 0-2 16,0 0-3-16,0 0-2 0,0 0-2 0,0 0 0 0,0 0 0 16,0 0-5-16,0 0-2 0,0 0 3 0,0 0-1 15,0 0 14-15,0 0 2 0,0 0 9 0,0 0 0 16,0 0-8-16,0 0-2 0,0 0-8 0,0 0 1 16,0 0 4-16,0 0 1 0,0 0-3 0,0 0 0 15,0 0 3-15,0 0-9 0,0 0-2 16,0 0 8-16,0 0-10 0,0 0 12 0,0 0-2 15,0 0-6-15,0 0 2 0,0 0-5 0,0 0 4 16,0 0 6-16,0 0 3 0,0 0 2 0,0 0 2 16,0 0-8-16,0 0 0 0,0 0 1 0,0 0 1 15,0 0 8-15,0 0-4 0,0 0-5 0,0 0-3 16,0 0-14-16,0 0-3 0,-16 0-1 0,16 0-1 16,-16 0 4-16,3 0 4 0,1-9-5 0,-1 9 3 15,0 0 2-15,1-9-6 0,-2 9 13 0,2 0-10 16,0-6 5-16,1 6 4 0,0-4-5 0,4 4 7 15,2 0-4-15,-1-5 15 0,3 4-8 0,0-3-5 16,-2 4 4-16,4 0-8 0,-2 0 6 16,1-1 2-16,-1 1-6 0,2 0-4 0,-2 0-5 15,-2 0-4-15,4 0 1 0,-4-1-1 0,2 0 11 0,0 1 4 16,0-2-7-16,-1 2 6 0,0 0-6 16,1-1-4-16,0 0 7 0,0 1-6 0,3 0 3 15,0 0 10-15,0-1-9 0,0 1 1 0,0 0 0 16,0 0-6-16,0 0 6 0,0 0 5 0,0 0-5 15,0 0-1-15,0 0 0 0,0 0-1 0,0 0 0 16,0 0 5-16,0 0-1 0,0 0 3 0,0 0 4 16,0 0 6-16,0 0 5 0,0 0-4 0,0 0 1 15,0 0-13-15,0 0 1 0,0 0-1 16,0 0-3-16,14 0 4 0,-2 0-1 0,3 0 0 0,4 0-3 16,3 0 2-16,3 0-5 0,4 0 6 15,4 0-7-15,0 0 5 0,2 0 0 0,3 0-6 16,-1 0 8-16,1 0 0 0,1 0-6 0,1 0 5 15,1 0 1-15,-2 0-8 0,1 0 8 0,1 0-5 16,0 0 1-16,1 0 3 0,-1-9-6 0,0 2 0 16,-1 7 4-16,-2-6-5 0,-2 6 3 0,-3-6 1 15,-4 0-7-15,-1 6 8 0,-6-2-1 0,0 2 3 16,-7-2 2-16,-1 2-3 0,-4 0 1 0,-2 0-3 16,-2 0-2-16,0 0-5 0,-5 0 4 0,3 0 0 15,-3 0 3-15,-1 0 1 0,2-2 0 16,-1 2 0-16,1 0-5 0,-1 0 5 0,4 0-4 15,-2 0-5-15,3 0 9 0,-2 0 0 0,1 0 1 16,-1 0 7-16,1 0-5 0,0 0-2 0,-2 0 7 16,-2 0-2-16,-1 0 1 0,3 0-7 0,-3 0-3 15,0 0 8-15,0 0-9 0,0 0 7 0,0 0 2 16,0 0-4-16,0 0 7 0,0 0-2 0,0 0-11 16,0 0 4-16,0 0-5 0,0 0 5 0,0 0 0 15,0 0-2-15,0 0 2 0,0 0-1 0,0 0 2 16,0 0-6-16,0 0 3 0,0 0-5 0,0 0 3 15,0 0 3-15,0 0-2 0,0 0 6 0,0 0-3 16,0 0 1-16,0 0 4 0,0 0-1 0,0 0-3 16,0 0 1-16,0 0-7 0,0 0-1 15,0 0 3-15,0 0 1 0,0 0-4 0,0 0 3 16,0 0-3-16,0 0 0 0,-10 0 4 0,0 0-3 16,0 0 5-16,-1 0 4 0,-3 0-3 0,-2 0 1 15,-4 0-1-15,0 0-9 0,-1 0 3 0,-2 0 0 16,-1 0 4-16,-5 0 9 0,-1 0-8 0,-4 0 3 15,-1 0-4-15,-3 0-1 0,-3 0 2 0,2 0-4 16,-1 0 4-16,2 0-1 0,0 0-3 0,4 0 3 16,0 0 0-16,2 0 0 0,5 0-1 0,0 0 1 15,4 0-3-15,0 0 5 0,2 0-3 0,3 0 1 16,1 0-4-16,0 0 5 0,3 0 3 0,4 0-3 16,-1 0 2-16,2 0-7 0,3 0 6 15,0 0 2-15,6 0-2 0,0 0 0 0,0 0-5 16,0 0 4-16,0 0-3 0,0 0 1 0,0 0 4 15,0 0-8-15,0 0 7 0,0 0 1 0,0 0-1 16,0 0 7-16,0 0-4 0,0 0-2 0,15 0 2 16,2 0 0-16,1 0 1 0,2 0 0 0,1 0 4 15,2 0-8-15,3 0 0 0,-4 0-1 0,1 0-5 16,0 0 6-16,-2 0-3 0,-1 0-2 0,-2 0 1 16,-3 0-1-16,-1 0 3 0,-3 0 2 0,-1 0 3 15,-1 0-1-15,-2 0-3 0,-3 0 3 0,-1 0-7 16,2 0 2-16,-4 0 4 0,2 0-4 15,-3 0 4-15,0 0 0 0,0 0 0 0,0 0 0 16,0 0 3-16,0 0-4 0,0 0-5 0,0 0 5 16,0 0-5-16,0 0 6 0,0 0 2 0,0 0-4 15,0 0 3-15,0 0-4 0,0 0-2 0,0 0 8 16,0 0-6-16,0 0-1 0,0 0 4 0,0 0-4 16,0 0 2-16,0 0 4 0,0 0 0 0,0 0-6 15,0 0 2-15,0 0-1 16,0 0-2-16,0 0 3 0,0 0 1 0,0 0 0 0,0 0 0 0,0 0 3 15,0 0-3-15,0 0 0 0,0 0-2 0,0 0 5 16,0 0-4-16,0 0-1 0,0 0-2 0,0 0-2 16,0 0 8-16,0 0-4 0,0 0 5 15,0 0-6-15,0 0-7 0,0 0 10 0,0 0-2 16,0 0 5-16,0 0 0 0,0 0-7 0,0 0 5 16,0 0-5-16,0 0 8 0,0 0-5 0,0 0 9 15,0 0-5-15,0 0-10 0,0 0 11 0,0 0-15 16,0 0 11-16,0 0-3 0,0 0 6 0,0 0-4 15,0 0-2-15,0 0 5 0,0 0-4 0,0 0-1 16,0 0-2-16,0 0 2 0,0 0-1 0,0 0 3 16,0 0 2-16,0 0-4 0,0 0-1 0,0 0 6 15,0 0-3-15,0 0 0 0,0 0 0 16,0 0-2-16,0 0 1 0,0 0 6 0,0 0-2 0,0 0 0 16,0 0 0-16,0 0-4 0,0 0 3 15,0 0-1-15,0 0-1 0,0 0 0 0,0 0 0 16,0 0 0-16,0 0-3 0,0 0 1 0,0 0 0 15,0 0 0-15,0 0 4 0,0 0-4 0,0 0 4 16,0 0-6-16,0 0 2 0,0 0 3 0,0 0-3 16,0 0 4-16,0 0 3 0,0 0-7 0,0 0 6 15,0 0 0-15,0 0-4 0,0 0 3 0,0 0-8 16,0 0 5-16,0 0 1 0,0 0 0 0,0 0 6 16,0 0-9-16,0 0 0 0,0 0 0 0,0 0-2 15,0 0 5-15,0 0-5 0,0 0 3 0,0 0-1 16,0 0-5-16,0 0 7 0,0 0-4 15,0 0 3-15,0 0 5 0,0 0-4 0,0 0 5 16,0 0-5-16,0 0-4 0,5 0 2 0,1 0 4 16,-2 0-3-16,1 0 2 0,0 0 3 0,-2 0-8 15,1 0 2-15,-1 0 2 0,0 0-5 0,3 0 5 16,-3 0 2-16,2 0-2 0,-1 0 5 0,1 0-9 16,0 0 5-16,-2 0-2 0,3 0-2 0,-2 0 11 15,1 0-6-15,-1 0-4 0,1 0-1 0,1 0-2 16,0 0-2-16,-1 0 3 0,1 0 9 0,0 0 0 15,-3 0-3-15,1 0-1 0,-1 0-3 0,0 0-1 16,2 0 8-16,-2 0-2 0,-1 0 3 0,1 6-4 16,-2-6-1-16,-1 0 10 0,2 0-12 15,-1 0 3-15,-1 0-6 0,2 0-2 0,-2 0 19 16,0 0-11-16,0 0 2 0,0 0-4 0,0 0-13 16,3 0 18-16,-3 0-5 0,1 0-2 0,1 0 1 15,-1 0-4-15,1 0 6 0,-2 0 5 0,1 0-9 16,2 0 3-16,-3 0-3 0,3 0-1 0,-3 0 7 15,3 0 0-15,0 0 0 0,-3 0-3 0,2 0-7 16,-1 0 0-16,1 0 5 0,-1 0-1 0,-1 0 13 16,0 0-17-16,2 0 10 0,0 0-2 15,-1 0-3-15,-1 0 6 0,2 0-10 0,-1 0 6 0,1 0-6 16,1 0 2-16,-2 0-1 0,1 0-2 16,-1 0-5-16,2 0 6 0,-1 0-1 0,-2 0-5 15,3 0 6-15,0 0-4 0,0 0 2 0,-2 0 6 16,2 0 0-16,0 0-4 0,0 0 4 0,2 0-3 15,-2 0 5-15,2 0 4 0,-1 0-6 0,-2 0 8 16,1 0-10-16,0 0 3 0,0 0 0 0,1 0-9 16,-1 0 4-16,2 0-3 0,0 0 5 0,-1 0 0 15,1 0 0-15,-1 0 7 0,-1 0-6 0,0 0 3 16,2 0 5-16,-2 0-6 0,-2 0 8 0,2 0 1 16,-1 0-5-16,-2 0-3 0,1 0-3 0,1 0-1 15,-2 0 3-15,1 0 1 0,-1 0-1 16,0 0 3-16,0 0-4 0,2 0 9 0,0 0-1 15,-1 0-4-15,1 0 1 0,-1 0-10 0,1 0-1 16,-2 0 4-16,1 0 3 0,1 0 0 0,-1 0 4 16,-1 0-8-16,2 0 4 0,1 0-1 0,0 0 0 15,-2 0-5-15,2 0-19 0,-1 0-2 0,1 0-3 16,0 0 9-16,0 0 10 0,-2 0-1 0,2 0-2 16,-1 0-5-16,-2 0 3 0,2 0-6 0,-1 0-15 15,1 0-1-15,-2 0-13 0,0 0 3 0,0 0 6 16,0 0 2-16,0 0 7 0,0 0 3 0,0 0 7 15,0 0 1-15,0 0 2 0,0 0 1 0,0 0 4 16,0 0 5-16,0 0 4 0,0 0 10 0,0 0-4 16,0 0-1-16,0 0-1 0,0 0-1 15,0 0 5-15,0 0-1 0,0 0 3 0,0 0-2 16,0 0-1-16,0 0 7 0,0 0-6 0,0 0 0 16,0 0-2-16,0 0-8 0,0 0 8 0,0 0 0 15,0 0 1-15,0 0 3 0,0 0 2 0,0 0 0 16,0 0 0-16,0 0 5 0,0 0-5 0,0 0 6 15,0 0 5-15,0 0 2 0,0 0-3 0,0 0-1 16,0 0-4-16,0 0-10 0,0 0 5 0,0 0 0 16,0 0-1-16,0 0 2 0,0 0-6 0,0 0-1 15,0 0-3-15,0 0 4 0,0 0 1 16,0 0-1-16,0 0-1 0,0 0-3 0,0 0 0 0,0 0 0 16,0 0 5-16,0 0-4 0,0 0 1 15,9 0 1-15,0 0-1 0,0 0-2 0,0 0 2 16,-1 0-3-16,1 0-2 0,-2 0 4 0,1 0-1 15,-2 0 0-15,-1 0 2 0,1-8 1 0,-3 8-2 16,0 0 2-16,0 0 0 0,-2 0 4 0,2 0-1 16,-1 0 1-16,-2 0 1 0,1 0-7 0,1 0 4 15,-1-4-1-15,-1 4 0 0,0-5 5 0,3 5-1 16,-1 0-4-16,-1-3 4 0,1 1-4 0,-1 2-2 16,-1-1 3-16,2-1 0 0,0 1 1 0,-1-1 3 15,-1 1 3-15,2 0 3 0,-1 1 5 0,1-1-3 16,-2 0 4-16,1 1 2 0,-1 0 0 15,0-3 7-15,0 3-6 0,0 0 0 0,0 0-2 16,0 0-7-16,0 0-2 0,0 0 0 0,0 0-7 16,0 0 1-16,0 0 1 0,0 0-4 0,0 0 0 15,0 0 2-15,0 0-2 0,0 0 2 0,0 0 3 16,0 0-3-16,0 0 2 0,0 0-4 0,0 0-2 16,0 0-5-16,0 0 7 0,0 0 2 0,0 0-3 15,0 0 1-15,0 0 1 0,0 0-5 0,0 0 0 16,0 0 8-16,0 0-6 0,0 0 2 0,0 0 2 15,0 0-2-15,0 0-2 0,0 0 6 0,0 0-3 16,0 0 1-16,0 0 2 0,0 0-4 16,0 0 0-16,0 0 4 0,0 0-2 0,0 0 0 15,0 0 0-15,0 0-4 0,0 0 0 0,0 0 2 16,0 0 2-16,0 0 2 0,0 0 0 0,0 0-6 16,0 0 0-16,0 0 0 0,0 0 4 0,0 0-2 15,0 0-4-15,0 0 2 0,0 0-5 0,0 0 8 16,0 0 7-16,0 0-10 0,0 0 8 0,0 0-8 15,0 0-6-15,0 0 6 0,0 0-4 0,0 0 6 16,0 0 2-16,0 0 0 0,0 0 2 0,0 0-6 16,0 0 2-16,0 0 0 0,0 0 1 0,-11 0-2 15,11 0 3-15,0 0-4 0,-10 0-4 0,10 0 5 16,-9 0-7-16,9 0 10 0,-8-11-2 0,8 11 0 16,-7 0 6-16,2 0-6 0,5 0 2 15,0 0-1-15,-3 0-3 0,0 0-3 0,3 0 9 16,-2 0-6-16,2 0 4 0,0-7 3 0,0 7-7 15,-3 0 4-15,3 0-2 0,0 0 2 16,0 0-2-16,0 0 0 0,0 0-2 0,0 0 0 0,0 0 0 16,0 0 2-16,0 0 4 0,0 0-4 0,0 0 4 15,0 0-2-15,0 0-11 0,0 0 7 0,0 0 2 16,0 0-4-16,0 0 8 0,0 0-1 0,0 0-3 16,0 0-1-16,0 0 4 0,0 0-3 0,0 0-3 15,0 0 4-15,0 0-4 0,0 0 1 0,0 0 0 16,0 0 0-16,0 0 4 0,0 0-6 15,0 0 6-15,0 0-2 0,0 0-2 0,0 0 1 16,0 0 1-16,0 0-2 0,0 0 2 0,0 0 0 16,0 0-4-16,0 0 4 0,0 0 0 0,0 0 0 15,0 0 4-15,0 0-2 0,0 0-4 0,0 0 0 16,0 0-2-16,0 0 3 0,0 0 1 0,0 0 2 16,0 0-2-16,0 0 1 0,0 0-1 0,0 0 0 15,0 0 0-15,0 0 0 0,0 0 2 0,0 0-2 16,0 0 0-16,0 0-2 0,0 0 1 0,0 0 1 15,0 0-6-15,0 0 6 0,0 0 2 0,0 0 1 16,0 0 5-16,0 0-7 0,0 0-1 0,0 0-3 16,0 0 3-16,0 0 0 0,0 0 0 0,0 0 2 15,0 0-2-15,0 0-2 0,0 0-2 16,0 0 2-16,0 0 4 0,0 0 2 0,0 0-2 16,0 0 1-16,0 0-5 0,0 0 2 0,0 0 0 15,0 0-1-15,0 0 2 0,0 0-1 0,0 0 4 16,0 0 1-16,0 0-6 0,0 0 2 0,0 0-1 15,0 0 1-15,0 0 0 0,0 0 2 0,0 0-1 16,0 0-5-16,0 0 3 0,0 0-2 0,0 0 0 16,0 0 4-16,0 0 2 0,0 0-4 0,0 0 0 15,0 0-4-15,0 0 2 0,0 0 6 0,0 0 4 16,0 0 0-16,0 0 9 0,0 0-1 16,0 0-2-16,0 0 4 0,0 0-10 0,0 0 0 0,0 0-2 15,0 0-2-15,0 0 2 0,0 0-1 16,0 0 1-16,0 0-1 0,0 0 2 0,0 0-3 15,0 0-2-15,0 0 2 0,0 0-4 0,0 0 4 16,0 0 7-16,0 0-4 0,0 0 3 0,0 0-6 16,0 0-1-16,0 0-3 0,0 0-3 0,0 0 5 15,0 0-2-15,0 0 6 0,0 0-4 0,0 0-2 16,0 0-4-16,0 0 2 0,0 0 2 0,0 0 0 16,0 0 2-16,0 0-2 0,0 0-2 0,0 0 6 15,0 0-2-15,0 0-2 0,0 0 3 16,0 0-3-16,0 0-3 0,0 0 1 0,0 0 3 15,0 0 0-15,0 0 4 0,0 0-2 0,0 0 5 16,0 0-12-16,0 0 5 0,0 0 4 0,0 0-7 16,0 0 9-16,0 0-11 0,0 0 0 0,0 0 6 15,0 0-6-15,0 0 1 0,0 0 7 0,0 0-7 16,0 0-1-16,0 0 5 0,0 0-7 0,0 0 2 16,0 0 7-16,0 0 1 0,0 0-4 0,0 0-3 15,0 0-2-15,0 0-1 0,0 0 7 0,0 0 1 16,0 0-1-16,0 0 0 0,0 0-5 15,0 0 1-15,0 0 2 0,0 0 3 0,0 0 4 0,0 0-5 16,0 0 4-16,0 0-3 0,0 0-6 16,0 0 9-16,0 0-5 0,0 0-3 0,0 0 5 15,0 0-1-15,0 0 0 0,0 0-4 0,0 0-5 16,0 0-1-16,0 0 1 0,-10 0 4 0,1 0 7 16,-4 0-2-16,3-11-2 0,-4 11 1 0,0 0-1 15,-1 0 2-15,-1-7 0 0,-1 7 1 0,-3 0-8 16,0 0 2-16,-1 0 3 0,-3 0-7 0,-2 0 9 15,-3 0 0-15,0 0-4 0,-1 0 9 0,-2 0-3 16,2 0-2-16,-2 0 3 0,-2 0-4 0,4-6-3 16,1 6-1-16,2 0 5 0,4 0-1 0,0-3 2 15,7 3 2-15,0 0-3 0,6 0 2 0,1-5 0 16,1 5-1-16,3 0-3 0,1-1 1 16,1 1-2-16,3 0 3 0,0-2-3 0,0 2 4 15,0 0 3-15,0-2-5 0,0 1 2 0,0 1-7 16,0 0-6-16,0 0 3 0,0 0 1 0,-15 0 6 15,3-2 3-15,12 1-1 0,-16 0 8 0,3 1-13 16,-1-2 2-16,0 0 0 0,4 2-8 0,2-2 15 16,-1 2-4-16,1-4 5 0,1 4-6 0,1 0 3 15,1 0-5-15,1 0 2 0,-1 0 2 0,2-3-5 16,-2 3 8-16,5-3-14 0,-4 3 8 0,4-1 5 16,-5 1-6-16,1-2 8 0,-1 2-12 0,2-2 3 15,0 1 3-15,-1 1 1 0,-1-1 7 0,2 0-13 16,-3-1 8-16,3 2-5 15,-2 0 0-15,2 0 1 0,3 0 0 0,-6-1 10 16,6 1 3-16,-3 0 5 0,3 0 1 0,-3 0-4 0,3 0-6 16,0 0 1-16,0 0-1 0,0 0-10 0,0 0 6 15,0 0-5-15,0 0-4 0,0 0 6 0,0 0-9 16,0 0 7-16,0 0 3 0,0 0-1 0,0 0 2 16,0 0-3-16,0 0-3 0,0 0-1 0,0 0 4 15,0 0-4-15,0 0 2 0,0 0 3 0,0 0-2 16,0 0 1-16,0 0 3 0,0 0-4 0,0 0 1 15,0 0 3-15,0 0-1 0,0 0-4 0,0 0-1 16,0 0 2-16,0 0-3 0,0 0 8 0,0 0 2 16,0 0-5-16,0 0-2 0,0 0 1 15,0 0-5-15,0 0 2 0,0 0 2 0,0 0 1 16,0 0 7-16,0 0 5 0,0 0 3 0,0 0 5 16,0 0-3-16,0 0-1 0,0 0 0 0,0 0 3 15,0 0 8-15,0 0 0 0,0 0-6 0,0 0-9 16,-13 0-2-16,13 0-6 0,0 0 3 0,0 0 3 15,0 0-16-15,0 0 8 0,0 0-2 0,0 0-4 16,0 0 7-16,0 0-8 0,0 0 2 0,0 0-3 16,0 0 3-16,0 0 8 0,0 0-9 0,0 0 5 15,0 0-3-15,0 0-1 0,0 0 6 0,0 0-14 16,0 0 12-16,0 0-4 0,0 0 1 16,0 0 16-16,0 0-13 0,0 0 0 0,0 0 0 0,0 0-1 15,0 0-5-15,0 0 5 0,0 0 0 16,0 0 0-16,0 0 4 0,0 0 1 0,0 0-4 15,0 0-1-15,0 0 2 0,0 0-1 0,0 0 1 16,0 0-5-16,0 0 0 0,0 0-4 0,0 0 5 16,0 0 0-16,0 0 13 0,0 0-10 0,-14 0 1 15,14 0-1-15,0 0-10 0,0 0 13 0,-11 0-10 16,11 0 10-16,0 0-5 0,-7 0-1 0,7 0 2 16,0 0-7-16,0 0 3 0,-9 0 2 0,2 0 2 15,3 0 0-15,-2 0-4 0,0 0-5 16,-2 0 10-16,1 0 0 0,-3 0-1 0,3 0 9 15,-2 0-9-15,1 0-9 0,1 0 9 0,2 0-3 16,0 0 0-16,2 0 9 0,-1 0-6 0,2 0 4 16,-1 0-5-16,2 0 3 0,-1 0-6 0,1 0-2 15,-2 0 10-15,0 0-7 0,3 0 9 0,-2 0-5 16,-1 0-4-16,2 0-1 0,-4 0 5 0,2 0 4 16,0 0-2-16,1 0-2 0,-1 0-1 0,-1 0 5 15,2 0 1-15,-1 0 5 0,2 0-5 0,1 0-10 16,-2 0 3-16,1 0 1 0,-1 0 2 0,1 0 0 15,1 0-7-15,0 0 7 0,0 0-3 0,0 0 5 16,0 0 3-16,0 0-6 0,0 0-1 16,0 0 2-16,0 0-2 0,0 0 2 0,0 0-3 15,0 0 1-15,0 0 5 0,0 0-3 0,0 0 5 16,0 0-6-16,0 0-2 0,0 0-3 0,0 0 2 16,0 0 6-16,0 0-4 0,0 0 6 0,0 0-5 15,0 0-2-15,0 0 6 0,0 0-4 0,0 0-1 16,0 0-2-16,0 0-2 0,0 0 1 0,0 0 4 15,0 0-3-15,0 0 1 0,0 0-5 0,0 0 6 16,0 0 2-16,0 0-2 0,0 0 1 16,0 0-5-16,0 0 1 0,0 0 2 0,0 0 4 15,0 0 0-15,0 0-8 0,0 0 10 0,0 0-4 0,0 0 1 16,0 0 6-16,0 0-13 0,0 0 6 16,0 0-1-16,0 0 2 0,0 0 1 0,0 0 4 15,0 0-11-15,0 0-3 0,0 0 8 0,0 0-8 16,0 0 8-16,0 0 3 0,0 0-8 0,0 0 0 15,0 0 5-15,0 0-7 0,0 0 2 0,0 0 4 16,0 0-1-16,0 0 2 0,0 0-4 0,0 0 1 16,0 0 1-16,0 0-1 0,0 0-1 0,0 0 10 15,0 0-7-15,0 0 0 0,0 0 7 0,0 0-9 16,0 0 1-16,0 0 3 0,0 0 2 0,0 0-6 16,0 0 3-16,0 0-2 0,0 0 1 0,0 0 1 15,0 0-5-15,0 0 4 0,0 0-3 16,0 0 5-16,0 0 0 0,0 0 2 0,0 0-2 15,0 0-2-15,0 0-1 0,0 0 1 0,0 0 3 16,0 0-6-16,0 0 6 0,0 0-7 0,0 0-2 16,0 0 7-16,0 0-4 0,0 0 6 0,0 0 0 15,0 0-2-15,0 0-3 0,0 0-2 0,0 0 4 16,0 0-2-16,0 0 13 0,0 0-4 0,0 0-9 16,0 0 2-16,0 0-7 0,0 0 4 0,0 0 4 15,0 0-2-15,0 0 3 0,0 0 0 0,0 0 5 16,0 0 0-16,0 0-6 0,0 0 1 0,0 0-9 15,0 0 5-15,0 0 0 0,0 0 5 0,0 0 4 16,0 0-7-16,0 0 3 0,0 0-5 16,0 0-5-16,0 0 6 0,0 0-2 0,0 0-3 15,0 0 4-15,0 0 5 0,0 0-5 0,0 0 6 16,0 0-5-16,0 0-10 0,0 0 10 0,0 0 0 16,0 0 3-16,0 0 7 0,0 0-11 0,0 0 3 15,0 0-2-15,0 0-3 0,0 0 9 0,0 0-11 16,0 0 6-16,0 0 0 0,0 0-4 0,0 0 3 15,0 0 2-15,0 0 1 0,0 0 0 0,0 0 4 16,0 0-1-16,0 0-3 0,0 0-5 0,0 0-2 16,0 0 2-16,0 0 4 0,0 0 7 0,0 0-3 15,0 0-2-15,0 0-6 0,0 0-8 16,0 0 11-16,0 0-2 0,0 0-1 0,0 0 14 16,0 0-9-16,0 0-1 0,0 0 3 0,0 0-7 15,0 0 4-15,0 0 0 0,0 0-3 0,0 0 7 16,0 0-2-16,0 0-2 0,0 0 1 0,0 0-2 15,0 0-6-15,0 0 8 0,0 0 2 0,0 0-2 16,0 0 5-16,0 0-3 0,0 0-4 0,0 0 2 16,0 0-10-16,0 0 8 0,0 0 3 0,0 0-2 15,0 0 10-15,0 0-9 0,0 0-5 0,0 0-1 16,0 0-1-16,0 0 6 0,0 0 2 0,0 0 0 16,0 0-2-16,0 0-6 0,0 0 4 0,0 0-1 15,0 0 2-15,0 0 2 0,0 0-2 16,0 0 0-16,0 0-5 0,0 0 1 0,0 0 4 15,0 0 3-15,0 0-3 0,0 0 1 0,0 0-3 16,0 0 1-16,0 0 2 0,0 0 1 0,0 0-3 16,0 0 1-16,0 0 1 0,0 0-6 0,0 0 5 15,0 0 1-15,0 0-2 0,0 0 1 0,0 0 0 16,0 0 2-16,0 0 0 0,0 0 2 0,0 0-5 16,0 0-3-16,0 0-2 0,0 0 8 0,0 0-1 15,0 0-1-15,0 0 1 0,0 0-5 0,0 0 5 16,0 0-2-16,0 0 7 0,0 0-5 0,0 0-9 15,0 0 8-15,0 0-7 0,0 0 5 0,0 0 8 16,0 0-6-16,0 0 3 0,0 0-3 0,0 0-6 16,0 0 8-16,0 0-5 0,0 0 8 15,0 0-2-15,0 0-7 0,0 0 5 0,0 0-6 16,0 0 4-16,0 0 2 0,0 0-2 0,0 0 4 16,0 0-3-16,0 0 3 0,0 0-2 0,0 0-9 15,0 0 12-15,0 0-2 0,0 0 1 0,0 0 3 16,0 0-12-16,0 0 6 0,0 0-4 0,0 0 1 15,0 0 5-15,0 0-4 0,0 0 5 0,0 0-3 16,0 0 1-16,0 0 0 0,0 0 1 16,0 0 2-16,0 0-1 0,0 0-4 0,0 0 3 0,0 0-4 15,0 0 2-15,0 0 0 0,0 0-2 16,0 0 5-16,0 0-7 0,0 0 8 0,0 0-6 16,0 0-2-16,0 0 11 0,0 0-9 0,0 0 3 15,0 0 1-15,0 0-4 0,0 0 1 0,0 0-1 16,0 0 3-16,0 0 1 0,0 0 3 0,0 0 3 15,0 0-5-15,0 0-4 0,0 0 0 0,0 0 2 16,0 0-4-16,0 0 8 0,0 0-8 0,0 0-3 16,0 0 10-16,0 0-10 0,0 0 6 0,0 0-2 15,0 0 1-15,0 0 5 0,0 0-3 0,0 0 0 16,0 0-5-16,0 0 2 0,0 0 7 0,0 0-5 16,0 0 3-16,0 0 0 0,0 0-8 0,0 0 2 15,0 0 1-15,0 0-2 0,0 0 4 0,0 0 3 16,0 0-2-16,0 0-2 0,0 0-4 0,0 0-1 15,0 0 0-15,0 0 5 0,0 0 1 0,0 0 4 16,0 0-5-16,0 0 7 0,0 0-4 16,0 0 3-16,0 0-3 0,0 0-9 0,0 0 11 15,0 0-6-15,0 0 0 0,0 0 8 0,0 0-10 16,0 0 4-16,0 0 9 0,0 0-14 0,0 0 7 16,0 0-3-16,0 0-6 0,0 0 10 15,0 0-3-15,0 0 4 0,0 0-1 0,0 0-3 0,0 0 0 16,0 0-3-16,0 0 2 0,0 0 1 0,0 0-3 15,0 0 4-15,0 0-2 0,0 0 5 0,0 0-3 16,0 0-5-16,0 0 5 0,0 0 0 0,0 0 0 16,0 0 2-16,0 0-4 0,0 0 3 15,0 0 4-15,0 0-7 0,0 0 5 0,0 0-10 16,0 0 8-16,0 0 6 0,0 0-6 0,0 0 5 16,0 0-19-16,0 0 8 0,0 0 5 0,0 0 1 15,0 0 9-15,0 0-14 0,0 0 6 0,0 0-5 16,0 0 3-16,0 0 8 0,0 0-13 0,0 0 7 15,0 0-1-15,0 0-1 0,0 0 2 0,0 0-2 16,0 0 4-16,0 0-7 0,0 0-1 16,0 0 0-16,0 0-6 0,0 0 8 0,0 0-1 0,0 0 4 15,0 0-2-15,0 0-6 0,0 0 6 16,0 0-3-16,0 0 8 0,0 0-2 0,0 0-2 16,0 0-4-16,0 0-3 0,0 0 6 0,0 0 0 15,0 0-8-15,0 0 5 0,0 0-2 0,0 0 2 16,0 0 3-16,0 0-3 0,0 0 3 0,0 0-2 15,0 0 8-15,0 0-3 0,0 0-4 0,0 0 1 16,0 0-11-16,0 0 8 0,0 0 3 0,0 0-7 16,0 0 14-16,0 0-7 0,0 0-3 0,0 0 5 15,0 0-4-15,0 0 1 0,0 0 2 0,0 0 2 16,0 0-6-16,0 0 1 0,0 0 4 0,0 0-6 16,0 0 8-16,0 0-5 0,0 0-4 0,0 0 5 15,0 0-4-15,0 0 5 0,0 0 5 16,0 0 1-16,0 0-3 0,0 0 0 0,0 0-4 15,0 0-2-15,0 0 4 0,0 0 0 0,0 0 0 16,0 0 0-16,0 0-3 0,0 0-1 0,0 0 4 16,0 0-7-16,0 0 4 0,0 0 3 0,0 0 0 15,0 0 2-15,0 0 0 0,0 0 1 0,0 0-8 16,0 0 7-16,0 0-5 0,0 0-2 0,0 0 5 16,0 0-2-16,0 0 2 0,0 0 4 0,0 0-7 15,0 0 0-15,0 0 3 0,0 0-2 0,0 0-2 16,0 0 4-16,0 0 0 0,0 0-8 0,0 0 14 15,0 0-8-15,0 0-4 0,0 0 7 0,0 0-10 16,0 0 7-16,0 0 4 0,0 0-5 0,0 0 2 16,0 0-1-16,0 0-5 0,0 0 12 15,0 0-8-15,0 0 1 0,0 0-3 0,0 0-14 16,0 0-4-16,0 0-16 0,0 0-10 0,0 0-20 16,0 0-26-16,0 0-42 0,0 0-48 0,0 0-40 15,0 0-57-15,0 0-11 0,0 0 38 0,0 0-77 16,0 0-119-16,0 0 64 0,0 0 26 0</inkml:trace>
  <inkml:trace contextRef="#ctx0" brushRef="#br0" timeOffset="1033.2">3260 109 2081 0,'-22'0'12'0,"3"0"16"0,2-12 25 0,0 12 21 16,2-11 2-16,3 11 12 0,-2-11 10 0,2 4 9 15,3 7 19-15,0-10-10 0,4 7-14 0,2 3-15 16,3-6-25-16,0 3-15 0,0-2-20 0,0 2-15 16,15 0-11-16,4-5-7 0,3 1-1 0,4-2 4 15,5 1-5-15,5-6 8 0,2 1 3 0,3 1-3 16,-3 1 2-16,0 0-3 0,-3 4 0 0,-5-3 2 15,-2 3 10-15,-6-1 22 0,-5 1 13 0,-2 3 15 16,-3 1 1-16,-6 0-19 0,1 0-18 0,-6-1-24 16,-1 2-9-16,0-2-9 0,0 0-5 15,-14 1 9-15,-1-1 2 0,-6 0-1 0,-3-2 6 16,-7 3-2-16,-7 1 6 0,-3 2-2 0,-4 0 4 16,-2 0 0-16,0 0-13 0,0 0 13 0,4 11-1 15,7-1-3-15,5-10 1 0,5 9-10 0,8-9 0 16,4 9-2-16,7-9-6 0,2 4-11 0,5-4 5 15,0 4 5-15,0-4 16 0,0 2 17 0,17 1-7 16,1 1 6-16,7-2-7 0,5-2-2 0,5 2 4 16,4-2-5-16,5 0 2 0,0 0 2 0,-3 0 2 15,0 0-7-15,-4-11 24 0,-5 11 9 0,-6-10 19 16,-5 10 25-16,-6-9-11 0,-4 9-10 0,-4 0-17 16,-4-7-23-16,0 7-6 0,-3 0-5 15,0 0-4-15,0 0-6 0,0 0-5 0,0 0-1 16,-16 0 2-16,0 0 3 0,0 0 7 0,-3 0-6 15,1 0-2-15,-1 0 3 0,0 0-8 0,4 0 3 16,1 0-16-16,4 0-9 0,4 0-41 0,1 0-42 16,5 0-18-16,0 0-1 0,0 0-1 0,0 0-11 15,0 7-25-15,18-7-50 0,-1 6-61 0,0-6-221 16,3 3-43-16,-1-3 68 0</inkml:trace>
</inkml:ink>
</file>

<file path=ppt/ink/ink39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3:20.976"/>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0 110 2456 0,'16'-18'11'16,"-4"0"7"-16,-1 0-1 0,-5 2 0 0,0 6-11 15,-6-3-8-15,0 6-5 0,0 1 2 0,0 5-4 16,0 0-6-16,0-1-1 0,0 2-3 0,0 0-5 16,0 0 6-16,0 0-2 0,0 0 3 0,8 0 7 15,1 11 4-15,2 0 2 0,-1 1 1 0,5 3-4 16,1 4 5-16,0 1 4 0,2 2-2 0,1 4 6 16,-1 0-7-16,2 1 0 0,-4 2 2 0,1-3-1 15,-3 1 7-15,2-2-6 0,-2-4 3 0,-3 1-8 16,1-3 1-16,-1-4 5 0,-2-2 1 15,-2-4 5-15,-1-3-3 0,-1-1-1 0,-1-3 3 16,-1-1 5-16,1-1-1 0,-4 0 6 0,3 0-1 16,0 0-5-16,0 0 11 0,1 0-7 0,2 0-2 15,2 0-1-15,1 0-10 0,2-12 4 0,1 1 1 16,4-2 1-16,3-1-5 0,0-1-3 0,6-7-33 16,1-1-33-16,2-2-37 0,4-5-52 0,0-3-48 15,2 0-102-15,-3-3-223 0,0 4 53 0,-5-1 77 16</inkml:trace>
  <inkml:trace contextRef="#ctx0" brushRef="#br0" timeOffset="340.89">593-19 2175 0,'13'-18'16'0,"-3"1"18"0,-1 0 1 0,-4 4 4 16,1 2-7-16,-6 2-7 0,4 0 8 0,0 5 3 15,-3-1-5-15,1 2 0 0,-1 3 2 0,1 0 0 16,-2 0 0-16,3 0-15 0,-3 0-13 0,0 0-12 16,0 0-8-16,0 0 4 0,0 10-1 0,0-2 4 15,0 1 1-15,0 1 2 0,0 2 4 0,0 1-1 16,0 1 6-16,0 4 3 0,0 2-9 16,0 1 1-16,0 0 0 0,0 2-5 0,9-1 5 15,0-1 0-15,-3-2-3 0,2 1 9 0,-2-5 42 16,3 0 28-16,3-3 33 0,0-3 31 0,5 0 9 15,1-7 2-15,5-2-26 0,6 0-24 0,4-17-45 16,8-5-31-16,9-5-1 0,9-10-14 0,8-7-5 16,8-3 2-16,5-3-9 0,4-3-37 0,1 3-54 15,-5 2-83-15,-5 7-84 0,-9 4-65 0,-11 9-86 16,-12 7-147-16,-10 8-66 0,-15 4 102 0</inkml:trace>
</inkml:ink>
</file>

<file path=ppt/ink/ink40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3:23.713"/>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196 42 1146 0,'-18'-2'28'16,"-1"2"21"-16,3-3 32 0,-1 3 25 0,0 0 0 15,0 0 11-15,1-1 2 0,1 1 2 0,1-2 1 16,2 1-13-16,1 1-16 0,4-2-7 0,0 0-15 15,3 1-6-15,1 1-7 0,1-2-6 0,1 2-4 16,1 0-9-16,0 0-6 0,0 0-7 0,0 0-11 16,0 0 1-16,0 0-4 0,0 0-4 0,0 0 2 15,0 0-7-15,0 0-1 0,0 0 0 0,0 0-3 16,0 0-2-16,0 0 0 0,0 0-2 16,0 0 2-16,0 0 3 0,0 0 7 0,10 0 4 15,1 0 2-15,1 0 14 0,-1 0 6 0,6 0 3 16,2 0-2-16,1 0-16 0,6 0-13 0,1 0-4 15,2 0-4-15,4 0 5 0,2 0-1 0,2 0 1 16,4 0 0-16,3 0-1 0,3 0 1 0,3 0 1 16,5 0 2-16,2 0-4 0,3 0 1 0,2 0-9 15,2 0 3-15,-3 0 0 0,1 0 2 0,-5 0 5 16,0 0-6-16,-4 0 3 0,-6 0-6 0,-6 0 1 16,-5-3 5-16,-5 3-3 0,-5 0 5 0,-5 0-2 15,-3 0 2-15,-6-4-4 0,-1 4 5 16,-5-2 6-16,0 2-9 0,0-1 6 0,-3-2-3 0,0 3-6 15,-1 0 7-15,-1 0-1 0,1 0-4 16,-2 0 7-16,0 0-4 0,0 0 2 0,0 0 6 16,0 0 0-16,0 0 18 0,0 0 11 0,0 0 8 15,0 0 1-15,0 0-7 0,0 0-9 0,-9 0-9 16,9 0-6-16,-8 0 0 0,2 0-12 0,1 0-8 16,-1 0-3-16,-1 0-5 0,-4 0 7 0,-3 0-1 15,-2 0 3-15,-3 0-2 0,-5 0 0 0,-3 0 4 16,-5 0 1-16,-5 0-3 0,-2 0 1 0,-5 0 4 15,-2 0-3-15,1 0 4 0,-2 0 0 0,-3 0-4 16,0 0-2-16,-2 0 2 0,2 0 1 0,-2 0-2 16,0 0 4-16,4 0-3 0,-1 0 0 15,4 0 0-15,4 0-1 0,3 0-1 0,3 0 0 0,3 0-1 16,5 0 0-16,4 0 0 0,2 0 2 16,2 0 1-16,1 0 0 0,4 0 4 0,1 0-3 15,4 0 3-15,0 0 3 0,1 0-4 0,2-6 1 16,0 6-2-16,1 0 3 0,2-5 2 0,0 5 4 15,2 0 4-15,-1 0-3 0,1 0 3 0,-1 0 1 16,2 0-6-16,-1 0-1 0,1 0-5 0,0 0-5 16,-2 0 0-16,2 0-2 0,0 0 1 0,0 0-5 15,0 0 10-15,0 0-8 0,0 0 5 16,0 0 6-16,0 0-15 0,0 0 10 0,0 0-4 0,0 0-3 16,0 0 6-16,0 0-1 0,0 0 2 15,0 0-2-15,0 0 1 0,0 0-3 0,0 0 2 16,0 0 3-16,0 0 0 0,0 0 2 0,0 0-2 15,9 0-4-15,-1 0 4 0,-1 0 1 0,4 0-5 16,0 0 7-16,5 0-11 0,4 0 4 0,3 0 8 16,4 0-7-16,2 0 9 0,7 0-3 0,5 0-9 15,7 0 5-15,5 0-3 0,6 0 0 0,8 0 1 16,7 0 0-16,8 0-6 0,5 0-3 0,4 0 3 16,2 0 5-16,-1 11-40 0,5-11 2 15,-1 13 6-15,1-5-11 0,-3-8 44 0,1 11 3 16,-3-5-6-16,-1 3 1 0,-1-3 1 0,-4 0-3 15,-3 0-9-15,-8 4 1 0,-6-3 2 0,-8 3-2 16,-5 0 12-16,-9-1-1 0,-8-5-1 0,-7 4 5 16,-11-2 6-16,-2-5 2 0,-7 3 3 0,-5-3 2 15,-2-1 12-15,-2 0 19 0,-3 0 10 0,0 0 15 16,0 0-3-16,0 0-1 0,0 0-11 0,0 0-2 16,0 0-7-16,0 0-16 0,-9 0 5 0,9 0-16 15,-8 0 3-15,8 0 4 0,-9 0-5 0,9-9-5 16,-4 9-12-16,4 0 4 0,-3 0-2 0,0 0-7 15,3 0-3-15,0 0 2 0,0-4-15 0,0 4 23 16,0 0-9-16,0 0 0 0,0 0 10 0,0 0-7 16,0 0 8-16,0 0-10 0,0 0 5 15,0 0-6-15,0 0 1 0,0 0 1 0,0 0-3 16,0 0-3-16,0 0 9 0,0 0-1 0,0 0-8 16,0 0 11-16,0 0-4 0,0 0-1 0,0 0 9 15,0 0-7-15,0 0 1 0,0 0-9 0,0 0 4 16,0 0-7-16,0 0 1 0,0 0 3 0,0 0-5 15,0 0 8-15,0 0-7 0,0 0 12 0,0 0 2 16,0 0-6-16,0 0 1 0,0 0-11 0,0 0-13 16,0 0-14-16,0 0-24 0,0 0-28 15,0 0-19-15,0 0-19 0,0 0-10 0,0 0-19 0,0 0-17 16,0 0-14-16,6 0-21 0,-6 0-20 16,4 0-35-16,-4 0-37 0,6 0-153 0,2 0-4 0,-2 0 82 15</inkml:trace>
  <inkml:trace contextRef="#ctx0" brushRef="#br0" timeOffset="1566.83">3110 306 1797 0,'-14'0'16'0,"1"-12"19"0,-2 1 19 16,-1 11 17-16,3-10-2 0,-2 3 1 0,-1 7 4 16,4-9 2-16,-1 3 11 0,2 1-2 0,2 5-5 15,1-6-9-15,-1 1-5 0,2 0-4 0,0 3-7 16,3-1 2-16,-2-1-1 0,1 2-6 16,2 0 1-16,-1-1 0 0,2 2-6 0,-1 1-4 0,3 0 2 15,-1 0-7-15,1 0-3 0,0 0-3 16,-3 0-9-16,3 0-3 0,0 0 0 0,0 0 1 15,0 0 2-15,0 0 0 0,0 0-5 0,0 0-2 16,0 0 1-16,0 0-6 0,0 0 3 0,0 0-1 16,0 0-2-16,0 0 2 0,0 0-7 0,0 0 6 15,0 0-2-15,0 0 2 0,0 0 1 0,0 0-7 16,0 0-1-16,0 0-3 0,0 0-1 0,0 0 2 16,0 0-2-16,0 0 5 0,0 0 1 0,0 0-5 15,0 0 3-15,0 0-4 0,0 0 0 0,0 0 4 16,0 0 0-16,0 0 3 0,0 0 6 15,0 0 0-15,0 0 2 0,0 0-1 0,0 0-2 0,0 0-2 16,0 0-9-16,0 0 2 0,0 0-3 16,0 0 2-16,0 0 2 0,0 0-6 0,-10 0-1 15,10 0-2-15,-7 0 7 0,-1 0-2 0,2 0 4 16,0 0-3-16,-2 0-1 0,1-9-1 0,-1 9 0 16,-1-7 0-16,2 7-1 0,-3-5 3 0,0 5-5 15,-1-8 2-15,-1 5 3 0,-3-1-1 0,1 2 4 16,1 0 1-16,-4-1-5 0,2-1 5 0,-1 2-3 15,1-2 3-15,2 3 13 0,0-2-1 0,3 1 3 16,1 0 2-16,1-1-7 0,2 2-1 0,2 1 2 16,-1-1 0-16,2 1-2 0,1-1-2 0,-1 1 0 15,3 0-3-15,-1-3-7 0,1 3 4 16,-3 0-9-16,3 0 2 0,0 0 0 0,0 0-5 16,0 0 8-16,0 0-3 0,0 0 1 0,0 0 0 15,0 0-8-15,0 0 3 0,0 0-4 0,0 0 2 16,0 0 10-16,10 0-5 0,1 0 8 0,3 0 0 15,4 0-7-15,9 0 10 0,8 11-2 0,9-11-6 16,9 9 6-16,11-3-10 0,6-6 4 0,8 6 3 16,4 0-3-16,4-3-2 0,1-3 2 0,-1 0-3 15,1 0 5-15,-4 0 0 0,-5 0-6 0,-4 0-4 16,-2 0-4-16,-3 0 2 0,1 0-2 0,0-11 6 16,3 3 0-16,1-1-3 0,2 2 4 0,0 0 4 15,-3 1-1-15,-4-2 5 0,-9 6-3 16,-7 2 1-16,-8-7 1 0,-9 4 1 0,-9 2 3 15,-7-4-2-15,-3 4 4 0,-7-1 8 0,-4 0 1 16,-3 1 0-16,-3-1-4 0,0 0-13 0,0 2-2 16,0-2-3-16,-10-1-4 0,-2-1 5 0,-2 1-2 15,-1-2 2-15,-3-1 1 0,-7 2 7 0,0-2-5 16,-4 1 1-16,-3 3-1 0,-5-4-7 16,1 5 7-16,-2-2-3 0,-3 1 4 0,0 0 6 0,0 1-10 15,-3 1 2-15,-2 0 2 0,-4 0-1 16,-3 0 7-16,0 0 0 0,-5 0-9 0,-3 0 1 15,1 9 1-15,-3-9 0 0,3 0 5 0,0 8-3 16,3-8-4-16,-1 5 1 0,6-5-2 0,5 3 4 16,3-3-1-16,5 0 2 0,4 0 1 0,6 0-5 15,2 0 9-15,5 0-2 0,7 0-6 0,2 0 6 16,0 0-9-16,7 0 0 0,0 0 8 0,3 0-2 16,2 0 4-16,-1 0-4 0,2 0-5 0,0 0-2 15,0 0 2-15,0 0 3 0,0 0-1 0,0 0 5 16,0 0-1-16,0 0-1 0,0 0 6 0,15 0-1 15,1 0-2-15,2 0 4 0,6 0-7 0,8 0 0 16,6 11 0-16,7-11-3 0,7 0-3 0,4 7-8 16,5-7-24-16,0 0-4 0,-4 0 4 15,-2 0 10-15,-3 0 21 0,-8 0 8 0,-5 0-2 0,-2 0-6 16,-4 0 9-16,-5 0-4 0,-4 0 2 16,-1 0 2-16,-5 0-3 0,-5 0 3 0,-3 0 5 15,-4 0 2-15,-2 0-6 0,-4 0-2 0,0 0-7 16,0-6-1-16,0 6 2 0,-16-5 2 0,-1 5-1 15,-1-4-4-15,-2 1 7 0,-4 3-2 0,-4 0 4 16,-2 0 2-16,-2 0-7 0,-3 0 3 16,0 0-3-16,-1 0 0 0,2 0 3 0,-1 0-10 0,6 0 11 15,2 0-2-15,7 0-2 0,2 0 8 16,6 0-10-16,3 0 0 0,4 0-1 0,5 0-4 16,0 0 10-16,0 0-2 0,0 0 3 0,0 0 4 15,0 0 1-15,0 0 3 0,0 0-3 0,12 0 0 16,-1 0-7-16,1 0 6 0,0 0 0 0,1 0-16 15,-1 0-23-15,0 0-60 0,-2 0-71 0,-2 0-83 16,1 0-82-16,-4 0-70 0,-1 0-161 0,-2 0-77 16,-2-8 106-16</inkml:trace>
</inkml:ink>
</file>

<file path=ppt/ink/ink40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3:48.014"/>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-10209 681 2383 0,'-13'-12'24'0,"-1"1"27"16,0 2 39-16,2 1 43 0,0 2 15 0,3 1 1 15,0 2-22-15,0 2-26 0,4-2-32 0,1 3-37 16,1 0-23-16,1 0-16 0,2 0-12 0,0 0 9 16,0 0 4-16,0 0-1 0,0 0 2 0,0 7 8 15,14-7-4-15,-1 10 1 0,6-3 4 0,7 0-7 16,10-3 12-16,13 4 2 0,11-3-4 0,16-1 4 15,12 2-11-15,11-3 3 0,12 1 2 0,12-1-3 16,6-2 4-16,8 2-5 0,7 0 3 0,2 0-2 16,3 0 1-16,2 1-1 0,1-3-2 0,-1 0 1 15,-2 1 1-15,-5 1-2 0,-6-1-2 16,-4 1 3-16,-7 0-2 0,-7 2 2 0,-7 1 4 16,-9-2 1-16,-8 3-4 0,-9 1 0 0,-7-4 1 15,-10 3-9-15,-6 0 3 0,-7-1 0 0,-6-1 1 16,-6 0 0-16,-7-1 6 0,-3 1-5 0,-8-4 0 15,-2 3 12-15,-6-4-3 0,-3 1 10 0,-6-1 29 16,-1 0 22-16,-3 0 8 0,-3 0 17 0,1 0-29 16,-3 0-14-16,-1 0-10 0,0 0-19 15,0 0-4-15,0 0-13 0,0 0-6 0,0-6-3 0,0 6 9 16,0-9-5-16,0 9-2 0,0-6 9 0,9 1-17 16,0 5 1-16,2-3 4 0,0 3-6 0,2-3 15 15,4 3-2-15,3 0 1 0,-1 0-7 0,4 0-10 16,1 0 5-16,1 0 9 0,-1 0 3 15,-3 0 1-15,2 0 4 0,-2 7 6 0,-2-7-19 16,-4 9 6-16,-2-9-5 0,0 0-20 0,-3 6 27 16,1-6-8-16,-2 5 7 0,-1-5 5 0,1 0-6 15,-3 0 5-15,0 0-7 0,1 4 6 0,-1-4-7 16,1 0 1-16,-4 0 4 0,0 0-8 0,0 0 7 16,-2 0 1-16,1 0-2 0,-1 0 12 0,-1 0 13 15,0 0 7-15,0 0 12 0,0 0 4 0,0 0-6 16,0 0-7-16,0 0-7 0,0 0 3 15,0 0-7-15,0 0 9 0,0 0-1 0,0 0-22 16,0 0 1-16,0 0-14 0,0 0-7 0,0 0 10 16,0 0-13-16,0 0 5 0,0 0-2 0,0 0-8 15,0 0 9-15,0 0-5 0,0 0 2 0,0 9 13 16,0 1 2-16,0 3 11 0,0 5-3 0,0 5-10 16,0 6 9-16,0 7-10 0,8 7 7 0,-8 7 1 15,12 4-11-15,-3 0 7 0,-1 3-6 0,-2-2-6 16,-2 6 11-16,2-3-8 0,-1 1 4 0,0 0 5 15,-1 0-6-15,2 4-5 0,0-3 7 0,0 1-1 16,0 0-2-16,0 2-1 0,1-1 1 0,0 1 1 16,-2-3 9-16,-1-2 4 0,1-2-2 15,-2-4-7-15,0-2-5 0,-2-8-7 0,1-6 3 16,-2-4 12-16,0-6-10 0,0-4 10 0,0-3-2 16,0-7 3-16,0-4 8 0,0-1 21 0,0-5 25 15,0-1 54-15,0 2 78 0,-9-3 32 0,9 0-41 16,-9 0-66-16,-3 0-75 0,-2-13-57 0,-4 4 14 15,-7-1 1-15,-4-1-6 0,-9 0 0 0,-6-2-16 16,-10 0-6-16,-8 2-12 0,-14 2-9 0,-9-1 15 16,-14 3-11-16,-11 2 20 0,-13 0 19 15,-13 5-4-15,-12 0 9 0,-5 0 5 0,-6 0-10 0,-4 0 1 16,-2 0 18-16,1 0-14 0,1 12 0 16,2-12 5-16,5 9 25 0,2-1 28 0,5-1 34 0,5-2 32 15,6 1-20-15,4 0-11 0,10 1-10 16,5-1 0-16,7-2 23 0,6 1 14 0,5 1-18 15,7-1-19-15,6 1-22 0,6-3-30 0,5 1 1 16,7-2-12-16,6 2 7 0,11-3 14 0,9-1 8 16,6 0-1-16,7 0-23 0,12 0-6 0,4 0-20 15,5 0 1-15,6 0 9 0,4 0-8 0,0 0 5 16,0 0-2-16,0 0-7 0,0 0-2 0,0 0 4 16,0 0-2-16,0 0-3 0,0 0 5 0,7 0 2 15,-7-6-2-15,8 6 11 0,-8 0-8 0,5-6-3 16,-5 6-1-16,3 0 3 0,-3 0-8 0,0-6 13 15,0 6-11-15,0 0-3 0,0 0 11 16,0 0-9-16,0 0 8 0,0 0-9 0,0 0-1 16,0 0-2-16,0 0 5 0,0 0 7 0,0 0 1 15,0 0-2-15,0 0-3 0,0 0-6 0,0 0 0 16,0 0 7-16,0 0 2 0,0 0-2 0,0 0 4 16,0 0-7-16,0 0 6 0,0 0-1 0,0 0-5 15,0 0 6-15,0 0-8 0,0 0 7 0,0 0 1 16,0 0 2-16,0 0-5 0,0 0 0 0,0 0 1 15,0 0-1-15,0 0 1 0,0 0-1 0,0 0 3 16,0 0-5-16,0 0 4 0,0 0 0 0,0 0-4 16,0 0 5-16,0 0 4 0,0 0 0 0,0 0-8 15,0 0 2-15,0 0 2 0,0 0-2 16,0 0 8-16,0 0-7 0,0 0-4 0,0 0 4 16,0 0 2-16,0 0 4 0,0 0-6 0,0 0-2 15,0 0-1-15,0 0 1 0,0 0 1 0,0 0 0 16,0 0 3-16,0 0-9 0,0 0 7 0,0 0 0 15,0 0-4-15,0 0 3 0,0 0 5 0,0 0-9 16,0 0-3-16,0 0 13 0,0 0-15 0,0 0 17 16,0 0-4-16,0 0-15 0,0 0-4 0,0 0-11 15,0 0-4-15,0 0-2 0,0 0-6 0,0 0 4 16,0 0 11-16,0 0 10 0,0 0-3 0,0 0 6 16,0 0-11-16,0 0-10 0,0 0-21 15,0 0-42-15,0 0-52 0,0 0-70 0,0 0-78 16,0 0-57-16,0 0 8 0,0 0 12 0,0 0 2 15,0 0-56-15,0 0-65 0,0-6-24 0,0-1-103 16,16-2-122-16,4-5 116 0</inkml:trace>
  <inkml:trace contextRef="#ctx0" brushRef="#br0" timeOffset="-1511.49">-10268 814 2005 0,'0'-4'18'15,"0"-3"18"-15,0 0 10 0,-10-1 31 0,-3 1 11 16,3 0-2-16,-1 1 13 0,1 0-13 0,-3 0-6 15,4-1 6-15,0 3 9 0,2 1-6 0,1 1-15 16,-1-1-18-16,1 2-41 0,2 1-18 0,4 0-15 16,0 0-11-16,0 0 5 0,0 0 0 0,0 0 5 15,-3 0 8-15,0 13 2 0,0 1 12 0,-2 4 3 16,1 6 8-16,-2 6-4 0,-2 7 0 16,-3 8 10-16,2 10-7 0,0 9 15 0,-2 5-4 15,1 6-6-15,2 5-4 0,1 1-7 0,1 1-3 16,4-2-5-16,1 0 9 0,1-4-6 0,0-3 3 15,0 1-6-15,12-7 6 0,-12-2-2 0,13-5-1 16,-1-4 11-16,1-3-21 0,-3-4 7 0,-1-4 0 16,0-6 0-16,1-2 13 0,-3-5-5 0,-1-4-1 15,-1-2-4-15,-1-8 0 0,1 1 1 0,-1-6 4 16,0-2 2-16,-3-3 0 0,-1-5 12 16,3 1 24-16,-3-3 32 0,0-1 18 0,0 0 2 15,0 0-15-15,0 0-57 0,0 0-69 0,0-16-75 16,0 2-91-16,0-5-68 0,-12-5-33 0,3-4-46 15,9-4-109-15,-12-5-149 0,4-2 83 0</inkml:trace>
  <inkml:trace contextRef="#ctx0" brushRef="#br0" timeOffset="4284.82">-739-1568 1771 0,'0'-14'10'15,"0"0"18"-15,-11 2 17 0,2 12 11 0,9-11 17 16,-11 2-2-16,2 3 4 0,-2-1 1 0,5 2 0 16,0 1 3-16,-1 0-4 0,1-3 11 15,3 5-22-15,-5-5 7 0,5 3-14 0,-3 0-20 16,3 2-7-16,0 0-28 0,-2 2-2 0,5 0-6 15,-3 0-1-15,3 0 1 0,0 0-5 0,0 0 2 16,0 0 1-16,0 0-1 0,0 0 6 0,0 0-7 16,0 0-1-16,0 0 5 0,0 8-2 0,0-8 12 15,0 9 0-15,11-3 1 0,1 1 0 0,5-1-6 16,7 1 4-16,5-1 0 0,7 2-8 0,10 0 9 16,7-2-6-16,11-1 1 0,7 1 8 15,8-4-10-15,8 2 0 0,4 1 6 0,3-4-2 0,8 5 4 16,-4-3-3-16,6 2 1 0,-3 0-3 15,-2 0 0-15,0 0 9 0,-6-1-9 0,-1 0 7 16,-1 0-3-16,-7 0 3 0,-2-1-5 0,-8 2-4 16,-5-5 6-16,-7 2-8 0,-9-1 6 0,-6-1 11 15,-9 0-9-15,-8 0 14 0,-10 0-2 0,-3 0-12 16,-11 0 8-16,-6 0-15 0,0 0 1 0,-17 0 0 16,-4 0-4-16,-6 0-1 0,-10-9 4 0,-10 9 8 15,-8 0-1-15,-8 0 3 0,-10 0-9 0,-9 0 0 16,-5 0 0-16,-8 0 0 0,-7 0 7 0,-3 9-12 15,-1-1 5-15,-7-8 4 0,4 8 23 0,-2 1 14 16,5-5 6-16,1 4 5 0,5-3-16 16,4-1 17-16,8 1 2 0,9 1-3 0,3 0 0 0,12 1-13 15,8-1-3-15,4-1-3 0,8-1-5 16,8 2-14-16,7-3-14 0,9 1-3 0,4-3-9 16,8 0 3-16,8 1 7 0,0-2-1 0,0 2 12 15,11 1-5-15,8-3 2 0,7 0 0 0,8 0-5 16,13 0-1-16,9 0 1 0,12-13 4 0,16 2-2 15,15-6 7-15,13 2-4 0,6-3 1 0,11 1-9 16,7-2 8-16,5-1-6 0,0-1 0 0,-1 3 7 16,-5 1-10-16,-9 0 11 0,-7 4-4 0,-13 0-11 15,-14 2-13-15,-13 3-10 0,-15 3-1 0,-14 3 10 16,-15 0 15-16,-15 2 6 0,-20 0 5 16,0 0-1-16,-20 0-1 0,-13 0-1 0,-11 14-2 15,-15 2-1-15,-7 0-1 0,-16 0 7 0,-6 4-2 16,-11-1 3-16,-5 2 9 0,-6-2 6 0,-4 1 18 15,2 1 8-15,0-3 16 0,5 2 4 0,9-5 0 16,11-2-1-16,11 0-27 0,14-4-15 0,12-1-19 16,10-1-11-16,18-4 10 15,8-3-7-15,5 0 1 0,9 0 11 0,0 0-7 0,0 0 7 0,19 0 0 16,4 0-10-16,6 0-2 0,8-14 3 0,7 0 3 16,12 1 11-16,3-1-8 0,11-3-2 0,3 4-7 15,1-2-10-15,-1 2 15 0,-3-1-6 16,-2 3 5-16,-7 2 7 0,-9 3-6 0,-8 0-10 15,-9 4 20-15,-8-2-1 0,-10 3 22 0,-4 0 19 16,-7 1-24-16,-6 0 16 0,0 0-22 0,0 0-3 16,0 0 1-16,0 0-16 0,-10 0 6 0,-1 0-6 15,-1 0 2-15,3 0-3 0,-5 0 0 0,1 0-1 16,0 0 3-16,-2 0-7 0,0 0 3 0,1 0 1 16,-2 0 0-16,2 0 5 0,-1 0-6 0,4 0 0 15,2 0-1-15,3 0 0 0,-2 0 7 0,5 0-4 16,0 0-9-16,3 0 11 0,0 0-15 15,0 0 9-15,0 0 8 0,0 0-8 0,0 0 14 0,0 0-10 16,0 0 1-16,0 0-3 0,0 0-2 0,0 0 8 16,0 0-9-16,0 0 5 0,0 0-4 0,0 0 4 15,6 0 2-15,-6 0-6 0,0 0-3 16,0 0 2-16,0 0 8 0,0 0-2 0,0 0 8 16,0 0-2-16,0 0-15 0,0 0 12 0,0 0-7 15,0 0-5-15,0 0 2 0,0 0-1 0,0 0 4 16,0 0 1-16,0 0 9 0,0 0-10 0,0 0 5 15,0 0-6-15,0 0 0 0,0 0 6 0,0 0-4 16,0 0 4-16,0 0-6 0,0 0-3 0,0 0 5 16,0 0 0-16,0 0 4 0,0 0 0 0,0 0-6 15,0 0 0-15,0 0-3 0,0 0 14 16,0 0-6-16,0 0-1 0,0 0 8 0,0 0-6 16,0 0 0-16,0 0-3 0,0 0-6 0,0 0-1 15,0 0 3-15,0 0 10 0,0 0-3 0,0 0-4 16,0 0 3-16,0 0 19 0,0 0-23 0,0 0 3 15,0 0 2-15,0 0-27 0,0 0 27 0,0 0 3 16,0 0-7-16,0 0 2 0,0 0 0 0,0 0-13 16,0 0 15-16,0 0-6 0,0 0 6 0,0 0 7 15,0 0-8-15,0 0 4 0,0 0-12 0,0 0-4 16,0 0 7-16,0 0-3 0,0 0 11 0,0 0 1 16,0 0-1-16,0 0-1 0,0 0-5 0,0 0-3 15,0 0-6-15,0 0 13 0,0 0 3 0,0 0 14 16,0 0-14-16,0 0-6 0,0 0-2 0,0 0-11 15,0 0 14-15,0 0-2 0,0 0-3 16,0 0 5-16,0 0-3 0,0 0-1 0,0 0 3 16,0 0-3-16,0 0 1 0,0 0 0 0,0 0 6 15,0 0 0-15,0 0 2 0,0 0 3 0,0 0-8 16,0 0-4-16,0 0 0 0,0 0 5 0,0 0-6 16,0 0 5-16,0 0-4 0,0 0-2 0,0 0 3 15,0 0 1-15,0 0 2 0,0 0 4 0,0 0-2 16,0 0-6-16,0 0 3 0,0 0-1 0,0 0 1 15,0 0 2-15,0 0 1 0,0 0-11 0,0 0 10 16,0 0-1-16,0 0-32 0,0 0-39 0,0 0-69 16,0 0-118-16,0 0-108 0,0 0-100 15,0 0-206-15,0 0-41 0,0 0 137 0</inkml:trace>
</inkml:ink>
</file>

<file path=ppt/ink/ink40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4:19.523"/>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703 81 1993 0,'-22'-4'8'16,"-6"3"24"-16,4-2 30 0,-8 2 14 0,5 0 14 16,-5-2-1-16,-2 3-4 0,1 0 7 0,-5 0-10 15,0 13-16-15,-1-1-22 0,-4 1-3 16,0 3-13-16,4 3-4 0,0 1-5 0,-1 2-17 0,7 4 6 16,4 0-2-16,1 4-1 0,6 0 2 15,8 0-5-15,2 3 0 0,4-1 4 0,5 1 0 0,3 2 1 16,0-2-13-16,0-2 10 0,17-1-4 15,3-1 3-15,-1-4 12 0,4-2-12 0,0-5 4 16,7-2-1-16,1-4 9 0,4-6-7 0,-2-6 4 16,7 0 8-16,-1 0 14 0,4-14 34 0,-2-6 15 15,0 0 15-15,0-5 4 0,-2-3-14 0,-3-2-13 16,-1-3-18-16,-4 1-28 0,-4-5-16 0,-6-1-9 16,-2-2-11-16,-6-1 0 0,-7-2 3 0,-6 2-5 15,0-1-3-15,0 4-11 0,0 3-5 0,-13 3-15 16,-4 4-30-16,-3 6-37 0,1 4-59 0,-1 5-36 15,-3 4-3-15,0 9-9 0,2 0-16 0,0 0-24 16,2 0-197-16,4 17-94 0,2 0 76 0</inkml:trace>
  <inkml:trace contextRef="#ctx0" brushRef="#br0" timeOffset="-431.81">85-38 1887 0,'-23'-8'27'0,"1"-1"6"16,-4 0 17-16,-5 1 20 0,4 0-7 0,-5 2 6 16,-1 0 11-16,-1 4-13 0,1-3 9 0,-2 5-7 15,2 0-23-15,-4 0-1 0,4 0-23 0,-1 18-3 16,2-2-3-16,-1 3-3 0,0 0-6 15,4 3-14-15,-2 3 17 0,6 3-5 0,0 1 3 16,3 3 9-16,2-3-19 0,5 3 5 0,1 0-2 16,3-2 1-16,2 1 5 0,6 0-3 0,3-2 0 15,0-1 0-15,0 0-3 0,0-2-1 0,12-2 4 16,2-2-3-16,0-3 3 0,4-2 5 0,0-4 3 16,5-4 8-16,6-2 4 0,4-7 9 0,1 0 8 15,5 0 12-15,4-16 14 0,-1-1 22 0,2-2 8 16,2-3-14-16,-4-4 5 0,2-1-18 0,-4-4 4 15,-1 0 5-15,-2-2-23 0,-8-4-15 0,-2-1-22 16,-4-3-17-16,-7 0 7 0,-3 0-8 0,-13 0-8 16,0 0-2-16,0 2-23 0,-13 1-12 15,-3 4-16-15,-6 4-29 0,0 5-35 0,-7 5-11 0,1 7-28 16,-3 5-11-16,0 8-4 0,2 0-33 16,-1 0-24-16,7 9-50 0,0 8-193 0,10 2-55 15,-1-1 75-15</inkml:trace>
  <inkml:trace contextRef="#ctx0" brushRef="#br0" timeOffset="-901.99">-990 7 1760 0,'-14'-12'13'0,"-2"3"20"15,-7 2 22-15,3-1 25 0,-6 3 3 0,-1-1-10 16,-2 0-9-16,-4 6-8 0,2 0-8 15,-2 0 3-15,-2 0-7 0,2 0 1 0,-1 8-2 16,1 3-12-16,-2-1-1 0,4 7-21 0,3-1-5 16,0 4-4-16,2 1-2 0,2 1 2 0,1 3 3 15,1 1 0-15,5 3 1 0,0-1-2 0,2 2-1 16,4 0 6-16,4-1-4 0,4 2 2 0,0-2-3 16,3 2-1-16,0-1 1 0,0-3 4 0,16 1 6 15,-2-3-3-15,3-2 2 0,-2-3-5 0,2-3-4 16,2-2 18-16,1-5 5 0,0-3 20 0,4-7 5 15,2 0 7-15,4 0 12 0,2-16-2 0,2-1 9 16,2-3-5-16,1-7-14 0,5-2-18 0,-2-4-6 16,-4-5-18-16,0-2-2 0,-2-5-2 0,-5-2-4 15,-5-1-2-15,-9-1-14 0,-4-1 12 16,-11 2-8-16,0 0-2 0,0 5 4 0,-14 2-12 16,-3 4-3-16,-2 7-17 0,-7 4-44 0,0 8-32 15,-4 3-30-15,-1 7-16 0,2 8 3 0,2 0-19 16,-2 0-11-16,6 20-48 0,1 1-140 0,2 2-143 15,6 1 46-15</inkml:trace>
  <inkml:trace contextRef="#ctx0" brushRef="#br0" timeOffset="-1363.14">-1836 27 1681 0,'-9'-8'21'0,"-5"0"34"16,5-2 22-16,-5-1 11 0,4 3-1 15,-2-3-17-15,1 2-6 0,-4 1-2 0,1-3-18 0,1 4-16 16,-4 0-7-16,0 2-8 0,-3 1 11 16,1 4 22-16,-7 0-2 0,2 0 12 0,-2 0-7 15,-3 14-30-15,-1 0 1 0,-1 4-18 0,-1-1-4 16,2 7 10-16,-5-1-4 0,8 4 1 0,-4 3-1 16,5 1-4-16,1 1 0 0,5 5 4 0,6-2 0 15,1 3 1-15,0-1 0 0,9 2-1 0,-2 1-1 16,6-1 3-16,0 0-6 0,0-1 1 0,0-2 6 15,0 0-8-15,13-2 11 0,0-4-6 0,-3-3-5 16,1-5-1-16,1-4 2 0,2-3 8 0,1-5 13 16,3-5 21-16,5-5 20 0,0 0 13 0,5-13 7 15,6-4-2-15,2-7 0 0,4-3-8 0,2-5 5 16,2-6-7-16,2-2-13 0,-4-3-6 16,2-4-15-16,-4-2-25 0,-4-1-10 0,-7 0-4 15,-1-2-11-15,-6 4 25 0,-2 0-9 0,-8 2-4 16,-4 4 3-16,-8 5-9 0,0 5 3 0,0 4-10 15,0 3-39-15,-20 5-60 0,6 4-62 0,1 8-53 16,-5 2-18-16,4 6 9 0,-3 0 3 0,4 0-27 16,0 14-180-16,3 5-69 0,-1-1 63 0</inkml:trace>
  <inkml:trace contextRef="#ctx0" brushRef="#br0" timeOffset="-1845.69">-2793 3 1408 0,'3'0'22'0,"2"-9"8"0,1 1 8 0,-3 1 24 0,0 1-22 0,2-1 5 16,-5-2 2-16,0 1-4 0,0 2 10 0,0 0-13 16,0-1-3-16,0 2-7 0,0-1 1 0,0 1 12 15,0-1 12-15,0 4-18 0,-14-3-7 0,3-1-22 16,-1 4-12-16,1-2 3 0,-2 2-12 0,-2-1 18 15,1 2-3-15,-3 1 6 0,1 0 16 0,-1 0-3 16,-3 0 16-16,0 0 10 0,1 10-5 16,-4 4 5-16,-3-1-19 0,2 2-10 0,1 4-6 15,-4-2-11-15,1 5 4 0,3-1-4 0,-3 4 0 16,5-2 3-16,-2 0-4 0,3 1 0 0,4 0 3 16,1-2-2-16,1 0 0 0,0-1 3 0,2 0-12 15,1-1 6-15,2-2 3 0,2 1-7 0,1-2 10 16,1-2-3-16,2 0-3 0,2 0 5 0,1-2 0 15,0 0-3-15,0 0 2 0,0-1-1 0,15 0 1 16,-2 1 1-16,3-4-2 0,-1-1 3 0,4-1-3 16,3-1-2-16,2-1 8 0,2-5-4 0,3 0 5 15,1 0 4-15,4 0-7 0,-1-14 0 16,3 2-4-16,1-5 1 0,-2 0 17 0,0-2 21 16,0-1 22-16,-7-1 18 0,0-2 4 0,-4-3-14 15,-6 2-13-15,2-6-13 0,-6-1-21 0,-1-1-4 16,-3-2-4-16,-4-3-3 0,-2 0-3 0,-4 1-2 15,0 0-10-15,0 2 8 0,0 4-4 0,-17 0 2 16,4 2 0-16,-1 4-20 0,2 6-32 0,-2-1-41 16,2 7-71-16,1 2-69 0,-2 4-13 0,-2 6-19 15,4 0-70-15,2 0-172 0,4 18 47 0</inkml:trace>
  <inkml:trace contextRef="#ctx0" brushRef="#br0" timeOffset="797">1564 90 1586 0,'-13'-3'20'16,"7"-2"13"-16,-2 0 17 0,-1 0 25 0,0 0-4 15,-2-3 2-15,4 4-4 0,-4-3-11 0,2 3 2 16,0 0-9-16,-2 0-10 0,1-2 2 0,0 3-12 16,0-1-5-16,-5 1 2 0,2 2-13 0,0 0-1 15,-1 1 5-15,-3 0 0 0,1 0-1 16,-1 12 3-16,-1-2 7 0,-2 5-6 0,-1-2 13 16,-2 7 10-16,-1 1-12 0,-2 3 5 0,-3 3-18 15,3 2-14-15,-1 4 1 0,1 2 1 0,0 2 2 16,5-1 3-16,3 3-2 0,1-2-2 0,3 1-3 15,4 0-4-15,4 0-2 0,3-4-2 0,3 1 17 16,0-5-13-16,0-2 5 0,0-2 3 0,13 0-14 16,2-4 13-16,7-1-1 0,2-6-2 15,3 2 1-15,10-6 2 0,-1-5-4 0,10-6-1 0,1 0 7 16,5 0 2-16,2-20 12 0,1-2 13 0,4 1 12 16,-3-6 22-16,1-1 7 0,-4 0 5 0,0-2 8 15,-3-3-20-15,-3 1-9 0,-6-2-14 16,-5-3-29-16,-2 0-11 0,-8-2-6 0,0 0-4 15,-7-1 0-15,-5 0 5 0,-6-1-11 0,-2 4 4 16,-6 1-5-16,0 3-1 0,0 2-2 0,-20 4-11 16,2 3-29-16,-2 5-45 0,-1 0-38 0,-4 5-49 15,0 6-11-15,-1 3-15 0,-2 5-6 0,-1 0-17 16,1 0-78-16,2 20-235 0,2-2 43 0,-1 1 74 16</inkml:trace>
  <inkml:trace contextRef="#ctx0" brushRef="#br0" timeOffset="1466.06">2653 79 1712 0,'-6'-3'21'0,"2"-1"20"16,-1 0 23-16,1 0 18 0,-1-1 0 0,2 3-2 16,-2 0-13-16,-1-2-15 0,-1 1-11 15,1 2-8-15,-2-2-1 0,2 1 0 0,-3 0-8 16,-3 2-4-16,1 0-13 0,-1 0 2 0,-3 0 2 15,-3 0 6-15,-1 15 18 0,1-2 7 0,-3 6 6 16,1-1-5-16,-1 4 1 0,1 1-4 0,0 4-2 16,1-1-3-16,2 3-15 0,2 1-6 0,-2 2-9 15,3-1 0-15,2 2 0 0,2-2-2 0,0 1 3 16,4-2-4-16,2-1-1 0,2-2 3 0,2 0 3 16,0-4 3-16,0 1-2 0,0-6 6 0,16 0-6 15,0-5 4-15,2-2 29 0,4-2 10 16,4-4 13-16,2-5 10 0,4 0-15 0,5 0 0 15,1-14 10-15,3-1-1 0,1-4-1 0,1-1 0 16,-1-3 4-16,-2-4-2 0,-4 1-6 0,1-4-14 16,-7 0-27-16,-1-4-7 0,-6-1-11 0,-4 0-4 15,-2-1 0-15,-3 1-7 0,-7-2 7 0,-1 1 0 16,-6 3 0-16,0 1-15 0,0 6-10 0,-12 1-28 16,-1 3-42-16,-3 4-44 0,-3 2-60 0,-3 4-18 15,0 5-20-15,-1 3-2 0,-1 4 0 0,-1 0-59 16,1 11-169-16,3 6-84 0,2-2 66 0</inkml:trace>
  <inkml:trace contextRef="#ctx0" brushRef="#br0" timeOffset="1918.03">3545 165 2144 0,'-17'-12'28'0,"-1"0"37"0,-2-2 30 0,-4 0 18 16,-2 4 10-16,-1 0-22 0,-4 1-26 15,-2 2-16-15,-1 5-27 0,-2 2-5 0,0 0-6 16,-4 0 5-16,2 14-17 0,-1 2-7 0,2 1 0 15,1 4-6-15,1 3 5 0,3 3 1 0,2 1 4 16,1 3-2-16,4 4-3 0,3-2 4 0,3 2-5 16,4-1 3-16,5 0 4 0,2 1-4 0,2-3 2 15,6-1 0-15,0-3-4 0,0-4 2 16,17 0 0-16,-1-5 6 0,3-6 6 0,2 0-2 0,3-6 19 16,3-7 8-16,2 0 3 0,3 0 16 0,5 0-6 15,1-21-4-15,0 0 5 0,1-3 12 16,-1 1-14-16,2-4-9 0,-6-2-4 0,0-1-28 15,-4-1-5-15,-4-2 1 0,-3-1-19 0,-6 2 6 0,-4-5-1 16,-4 5 2-16,-4-3-2 0,-2 5-25 16,-3-1-19-16,0 4-29 0,0 3-25 0,-12 4-25 15,12 4-34-15,-14 4-60 0,5 2-66 0,0 3-40 16,9 7-121-16,-11 0-129 0,4 0 105 0</inkml:trace>
  <inkml:trace contextRef="#ctx0" brushRef="#br0" timeOffset="2465.51">4290 100 1831 0,'0'-6'11'16,"0"0"24"-16,0 0 31 0,0 1 25 0,0 0 11 16,-12 0-4-16,12-3-9 0,-13 4-3 0,1-3-3 15,2-1-1-15,0 4 0 0,-1-4-8 0,-1 3-8 16,-2 0-18-16,1 1-21 0,-1 3-11 0,-1 0-8 15,-2 1 3-15,-1 0 0 0,0 0 0 0,-4 15-5 16,0-3 8-16,-4 3 8 0,2 2 2 0,-4 2 1 16,-2 4-7-16,1 1-7 0,-1 4-14 0,1 1 10 15,0 1-4-15,2-2-4 0,4 2 6 0,0-1-7 16,5-2-1-16,3-1 5 0,1-1 3 0,5 0-4 16,3-5 3-16,6-2 3 0,0 0 10 0,0-5 21 15,13 2 18-15,4-4 20 0,6 0 8 0,3-6-9 16,4-2-19-16,5-3-18 0,6 0-9 0,0 0-8 15,6-11 16-15,0-1 1 0,3-5-6 16,2-1 19-16,-2 0-17 0,0-2 6 0,-4-1 0 16,-4-1-9-16,-2 0 4 0,-5-4-15 0,-5-1-4 15,-6 1-15-15,-2-2 1 0,-9 2-6 0,-4 1 1 16,-3 1 6-16,-1 2-9 0,-5 0 2 0,0 5-18 16,0 3-34-16,0 0-65 0,-15 6-81 0,1 1-72 15,-1 2-43-15,-2 5-2 0,-1 0 13 0,-5 0-36 16,2 11-221-16,-3 3 22 0,-4 5 73 0</inkml:trace>
  <inkml:trace contextRef="#ctx0" brushRef="#br0" timeOffset="2915.18">4275 663 2438 0,'0'-14'23'0,"0"-1"45"16,0-2 35-16,0 2 39 0,0-3 16 0,-10 1 2 0,-2 0-4 16,1-3-5-16,2 4-9 0,-3 0-33 15,-1 1-33-15,1 4-30 0,-1 3-36 0,-3-2-7 0,0 2-2 16,-2 6-10-16,-1 2 6 0,0 0-5 15,-3 0-2-15,0 14 6 0,-3 0-7 0,-1 5 5 16,-1 4 6-16,0 2-2 0,-1 5 7 0,3 3-8 16,0 3 1-16,3 3 6 0,0 0-5 0,7 1 11 15,3 0-6-15,6-5-8 0,1 4 4 0,5-5-6 16,0 0 0-16,0-4 11 0,19-5-2 0,0-5 6 16,4-5 1-16,4-4-3 0,5-11 16 0,5 0-2 15,5 0 5-15,4-17 2 0,4-5-1 16,2-2 5-16,4-4 11 0,-3-3 7 0,-1-2-13 0,-5-1-6 15,-2-2-8-15,-4-3-11 0,-6 0 1 16,-5 1-10-16,-7 1-4 0,-5 2-11 0,-5 2-3 16,-7 3-10-16,-6 3-26 0,0 2-31 0,0 6-80 15,-15 2-127-15,-5 3-114 0,-3 4-114 0,-3 3-296 16,-3 1 95-16,-7 3 139 0</inkml:trace>
</inkml:ink>
</file>

<file path=ppt/ink/ink40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4:46.082"/>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438 303 1293 0,'12'-2'18'15,"-12"2"19"-15,0-2 14 0,11 1 15 0,-11-1-7 16,0 2 2-16,0-1 1 0,6-2 1 0,-6 1-8 15,0-1-11-15,0 0-5 0,0 1-11 0,0-2 4 16,0 1 8-16,0-1-6 0,0-1 7 0,0 3-8 16,0-2-9-16,0-2 2 0,-12 3-3 0,12-1 3 15,-14 0-3-15,3-1 9 0,2 0 7 0,0 2 10 16,2-2 11-16,-4 3-6 0,-1 0-8 16,1 0 0-16,-1 0-5 0,-2 2 2 0,1 0-2 15,-2 0-3-15,-2 0-3 0,0 10-8 0,-3 1-6 16,1 1-5-16,-1 2-10 0,2 0 1 0,-4 0-4 15,1 4-1-15,1-2 9 0,1 2-1 0,0 1 4 16,1-1-8-16,0 1-1 0,1-1-5 0,4 1 0 16,1-2 2-16,1 0-2 0,5-1 6 0,-2-3-6 15,8 0 9-15,0 0 2 0,0-3-4 16,0 1-2-16,14-2-1 0,-2 0 0 0,2-1 6 0,2 1 4 16,1-2-2-16,3-3 0 0,0-2 0 15,2 0 2-15,3-2 24 0,0 0 7 0,1 0 1 0,3-15 22 16,2-2-16-16,-1-1-8 0,3-5 5 15,1-2-25-15,1-4-5 0,-5-4-9 0,0-1-6 16,-2-3 4-16,-7 1-8 0,-6-4-3 0,-7 1-3 16,-8 1-5-16,0 2-3 0,0-1 11 0,-20 1-14 15,-4 8-15-15,-2 1-31 0,-3 4-54 0,-1 6-44 16,-1 7-42-16,-1 10-35 0,7 0-37 0,-1 0-77 16,2 14-237-16,7 3 63 0,3 2 88 0</inkml:trace>
  <inkml:trace contextRef="#ctx0" brushRef="#br0" timeOffset="419.88">1125 247 1710 0,'-10'-4'16'0,"0"2"10"0,1-1 18 0,-2 3 16 0,2-1 2 16,-2 1 13-16,-5 0 6 0,-1 0 0 16,-6 13-9-16,-3 1-19 0,-1 0-24 0,-2 4-14 15,-4 0-6-15,2 3-1 0,1 2 4 0,3 0 3 16,-1 1-4-16,5 1-5 0,1 1 4 0,5 0 1 15,2 2 1-15,0-2 2 0,7 2-5 0,3-3-1 16,5-2 14-16,0-1 7 0,0-3 18 16,16-3 6-16,0-3-5 0,4-5 2 0,4-4-3 0,2-4 3 15,5 0 33-15,0 0 26 0,3-12 64 0,-1-4 1 16,4 1-30-16,-2-6-34 0,-2-1-74 0,1-3-9 16,-3-3-15-16,-2-1-1 0,-4-2-11 15,-1-1-4-15,-6-3-12 0,-4 3-27 0,-4 2-49 16,-4 2-73-16,-6 3-76 0,0 7-71 0,-16 2-95 15,-7 8-301-15,-1 6 46 0,-8 2 98 0</inkml:trace>
</inkml:ink>
</file>

<file path=ppt/ink/ink40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4:48.998"/>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-1835 5583 1270 0,'0'0'35'15,"0"0"19"-15,0 0 14 0,0 0 9 0,0 0-21 16,0 0-11-16,0 0-2 0,0 0 3 0,0 0 8 16,0 0 7-16,0 0 1 0,0 0 11 0,0 0-9 15,0 0 1-15,0-7-1 0,0 7-6 0,0 0 1 16,0 0-1-16,-11 0 4 0,11 0-5 0,0 0-4 15,-6-6-3-15,6 6-7 0,-8 0-4 0,8 0-10 16,0 0-5-16,-3 0-7 0,3 0-4 16,0 0-3-16,-3 0-4 0,0 0-1 0,-3 0-2 15,5 0-1-15,-2 0-3 0,3 0-2 0,-3 0-6 16,3 0-3-16,-4 0 4 0,4 0-3 0,0 0 6 16,0 0 1-16,-3 0-2 0,0 9 2 0,0 1-2 15,2 2 2-15,-2 2 5 0,-3 1-3 0,0 2 3 16,1 2 3-16,-1-1-9 0,-3 6 3 0,1 0-1 15,-4 3-2-15,5 4 8 0,-3-2 2 0,3 0-1 16,1-1 5-16,-3 2-2 0,4-3 2 0,-1 0 6 16,3-2-1-16,3-2 1 0,0 3 9 0,0-3-7 15,0 0 1-15,0-2-5 0,12 0-7 16,-1-5 2-16,-2-1 5 0,2-4 1 0,-4 2-2 0,5-3-1 16,-1-3-4-16,1 0-2 0,-1-1 0 15,2-2-1-15,3 0 0 0,0-4-2 0,1 0 3 16,3 0-1-16,6 0-1 0,-2 0 1 0,5-12-4 15,-2 1-1-15,2 0 5 0,1-1 0 0,4-6 2 16,-2 1-1-16,-2-1-3 0,2-3 1 0,-2-5 1 16,-4 0 16-16,1-2 27 0,-4 0 31 0,-3-2 0 15,-3-6-13-15,-7-1-30 0,-1 0-36 16,-9-4-1-16,0-2 2 0,0 0-2 0,-16-1 1 16,-4 1-4-16,-6 3-10 0,-4 4 0 0,-7 4-22 0,-5 3-28 15,-4 10-37-15,-7 3-47 0,3 8-27 16,-6 3-26-16,3 5-32 0,1 0-84 0,2 0-230 15,7 13 9-15,7-2 76 0</inkml:trace>
  <inkml:trace contextRef="#ctx0" brushRef="#br0" timeOffset="1311.85">-3984 3264 1493 0,'-14'-7'8'16,"-1"6"40"-16,-3-4 13 0,-2 5 0 0,-3 0 1 15,-3 0-26-15,-4 13-10 0,-2 0 5 0,-3 4-2 16,0 0-9-16,-1 7 13 0,-1-3-5 15,2 2-2-15,0 4-10 0,3-1-9 0,2 0-5 16,7 2-4-16,-3 0 4 0,7 0-7 0,4 0 7 16,4-2 4-16,3 2 6 0,8-5-2 0,0 0 2 15,0-3-5-15,0 1 4 0,19-6 14 0,-1 2 22 16,0-6 17-16,3 1 4 0,5-6 0 0,1-6-15 16,7 0-12-16,5 0 6 0,2-13 7 0,3-6 13 15,3-3-3-15,5-4 14 0,0-5-9 0,-1-1-12 16,-2-5 13-16,-2 0-26 0,-1-4-2 0,-4 3-10 15,-5-1-14-15,-10-2 3 0,-1 1-14 0,-8 4-1 16,-4-1-19-16,-7 3-20 0,-7 2-27 0,0 3-18 16,0 2-19-16,0 5-15 0,-13 2-26 0,-3 5-44 15,3 4-50-15,-1 5-84 0,0 6-226 16,-2 0 33-16,0 0 81 0</inkml:trace>
  <inkml:trace contextRef="#ctx0" brushRef="#br0" timeOffset="909.87">-4092 3824 1385 0,'-5'-5'15'0,"1"3"0"0,-2 0 0 16,0 0 1-16,-1 2-16 0,1 0 3 0,-1 0-1 15,-2 0 0-15,-2 0 5 0,0 0 2 0,-1 0 7 16,-1 0 11-16,-6 12 9 0,3-4 12 16,-4-8 2-16,2 12 11 0,-5-3-9 0,3-3-3 15,3 3 2-15,-2-1-13 0,1 1-4 0,-1-2-4 16,1 4-10-16,1-1-4 0,2 1-2 0,-2 2-8 16,2 0-2-16,-1 1-5 0,-1 3 1 0,5-3 4 15,1 2 4-15,0 1 1 0,2-2 3 0,2 0-4 16,1 0-4-16,3 0 1 0,-2-2-3 0,5 3 1 15,0-5 8-15,0 1-2 0,0-3-1 0,15 0 8 16,2 1-1-16,0-2 19 0,2-2 12 0,3 2 6 16,5-6-2-16,-1 0-5 0,4-2-3 0,2 0 3 15,2 0 5-15,-1 0 6 0,3-17 9 16,1 4 2-16,-5-3 2 0,-2-3-19 0,0 1-2 16,1-1-4-16,-7-3 8 0,3-3 5 0,-5-1-11 15,-3-2-15-15,0 1-19 0,-6 0-2 0,-2-4-2 16,-2 1-8-16,-4 0-3 0,-5 2-3 0,0 0-23 15,0 3-19-15,0 1-24 0,-16 2-37 0,4 4-45 16,-1 4-44-16,2 1-69 0,-3 4-93 0,4 4-188 16,-2 2 19-16,-1 3 96 0</inkml:trace>
</inkml:ink>
</file>

<file path=ppt/ink/ink40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5:02.588"/>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22 405 1640 0,'0'0'26'0,"0"0"23"16,0 0 36-16,0-13 24 0,0 4 1 0,-8 9 8 16,8-13-12-16,0 7-10 0,-9-1-8 0,9 0-7 15,0 3-7-15,0 4-9 0,0-5-15 0,0 0-22 16,0 2-18-16,0 2-9 0,0-2-8 0,0 3-4 15,0-2-3-15,-5 0 6 0,5 2-1 0,0 0 6 16,0 0 2-16,0 0-1 0,0 17-3 16,0-2 4-16,0 1-6 0,0 2 4 0,11 3 5 15,-5 2-4-15,-6 2 2 0,11 0-2 0,-4 3 4 16,-1-2-8-16,0 0 6 0,0 0-3 0,2-4-6 16,-2-1 7-16,2-3-3 0,1-2 25 0,-2-5 63 15,6 0 62-15,3-5 44 0,4-6-4 0,7 0-51 16,8 0-60-16,11-18-39 0,15-5-16 0,7-5-13 15,15-3-1-15,7-9-10 0,9-3-5 0,2-3 9 16,6-1-2-16,-2-3 2 0,-4 4 8 0,-5-1-4 16,-9 2-4-16,-8 4 3 0,-10 4-1 0,-6 3 0 15,-16 3 3-15,-5 6-13 0,-10 5-57 0,-8 4-76 16,-7 2-99-16,-5 5-93 0,-1 5 18 16,-5 4 35-16,0 0 28 0,-1 0-46 0,-2 10-203 15,0 3 40-15</inkml:trace>
</inkml:ink>
</file>

<file path=ppt/ink/ink40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5:04.997"/>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 24 1126 0,'0'-4'6'16,"10"1"-2"-16,-10 0 2 0,14 0 1 0,-2-1-10 16,-1 3-1-16,-1-2 4 0,-2 2-16 0,1 0 6 15,-1 0-4-15,-1 1-12 0,2 0 8 0,-4 0-9 16,3 0-62-16,-2 0-86 0,-2 11-60 0,1-11-13 15,2 8 69-15</inkml:trace>
  <inkml:trace contextRef="#ctx0" brushRef="#br0" timeOffset="363.71">334 71 1884 0,'9'0'15'0,"-1"0"17"0,1-12 14 0,-1 4 18 15,-2 0-2-15,-2 0 12 0,-1-1 13 0,0 2 9 16,1-1-2-16,-4 0-11 0,0 1-13 0,0-2-15 15,0 5-17-15,0-1-18 0,0 0-14 0,-11-1-17 16,2 5 0-16,-2-4-1 0,1 5-2 0,-3-2 2 16,1 2 6-16,-1 0-3 0,-4 0-1 0,0 14 2 15,-1-2-1-15,-3 0 6 0,2 3-2 16,1 4-3-16,3-2 2 0,0 2 0 0,1 2 8 0,5-1-1 16,0 4-1-16,1-2-5 0,4 2 0 15,-2-3 3-15,3-1-3 0,1 2 4 0,2-3-8 16,0-4 3-16,0-1 6 0,0-2 8 0,11-4 43 15,2-1 38-15,6-4 35 0,0-3 30 0,4 0-13 16,5 0-22-16,6-17-24 0,3-2-18 0,5 0-21 16,4-5-3-16,-2-3-13 0,0-4 1 0,-1-1 2 15,-7-1-6-15,-3 1-5 0,-4 1-22 0,-6 1-2 16,-6 0-9-16,-4 3 5 0,-6 6 1 0,-7 1-19 16,0 3-25-16,0 2-77 0,0 5-89 0,-16-1-66 15,3 6-43-15,-6 5 1 0,0 0-6 0,-3 13-110 16,-3 0-154-16,-3 7 74 0</inkml:trace>
  <inkml:trace contextRef="#ctx0" brushRef="#br0" timeOffset="-633.38">2743 559 1692 0,'0'-19'32'0,"0"-3"22"16,0 4 22-16,0-2 11 0,-17 0 3 0,1 1-22 15,0 2-23-15,0 1-10 0,-4 6-34 0,-1-1-3 16,-2 3 7-16,-3 3-1 0,-4 5 9 0,-4 0 7 16,-5 0-6-16,-1 0 3 0,-1 16-9 0,-3 0-2 15,0 0 0-15,0 3-5 0,3 3-1 0,5-1-7 16,-1 3 3-16,4 2 4 0,4 0 1 0,2 4 1 16,2-2-7-16,4 1 3 0,1 0-1 15,7-2 4-15,-1 3 0 0,6-5-8 0,2-1 4 16,6-2 9-16,0-4 37 0,0-1 39 0,0-4 32 15,14-3 44-15,0-3 5 0,4-3-2 0,5-4-26 16,4 0-34-16,5-13-11 0,6-2-21 0,6-7 9 16,3-3-16-16,5-3-8 0,-1-2 17 0,-1-5-15 15,-1 2-2-15,-3-4-18 0,-5 1-23 0,-6-3-10 16,-8 2 6-16,-7 2-4 0,-5 1-18 0,-5-1-12 16,-5 4-28-16,-5 0-47 0,0-1-53 0,-15 4-64 15,-6 0-48-15,-5 2-14 0,-8 2-3 0,-8 4-19 16,-8 0-244-16,-5 7-28 0,-6 1 67 0</inkml:trace>
  <inkml:trace contextRef="#ctx0" brushRef="#br0" timeOffset="1375.16">433 1316 1896 0,'9'-15'30'15,"-9"-2"24"-15,6 0 28 0,-6 1 26 0,0-1 5 16,0 1 8-16,0-1 11 0,0 2 7 0,0 3-13 15,0 1 1-15,0 2-17 0,0 2-12 0,0 1-21 16,0 4-37-16,0-1-22 0,0 3-29 0,-7 0-13 16,-1 0 7-16,-3 0-4 0,-1 14 7 0,-3-2 9 15,-6 4-6-15,-3 2 5 0,-5 5 3 0,-3 2 3 16,0 2 1-16,2 2-3 0,-1 0-6 16,2-1 2-16,7 2 0 0,0-3 3 0,6 0 1 15,3-1-1-15,3 0-2 0,4 1-4 0,6-4 6 16,0 1 0-16,0-2 3 0,0-1 7 0,16-1 2 15,4-3 29-15,1-3 39 0,7 0 16 0,5-7 21 16,7-7-17-16,7 0-16 0,4 0-16 0,7-22-17 16,6-5-5-16,3-3-6 0,-2-2 7 0,2-2 3 15,-5-3-8-15,-6-2-5 0,-3-2-14 0,-9 2-13 16,-6 0 2-16,-4-3-10 0,-8 2 7 0,-7-1-3 16,-5 3-10-16,-5 2 0 0,-9 4-24 0,0-2-20 15,0 4-65-15,-15 3-86 0,-5 6-81 0,-6 6-67 16,-7 4-16-16,-5 11-24 0,-6 0-235 15,-6 0 19-15,-2 19 89 0</inkml:trace>
  <inkml:trace contextRef="#ctx0" brushRef="#br0" timeOffset="939.26">1309 1133 1904 0,'0'0'37'16,"9"-3"34"-16,-9 3 31 0,8-2 27 0,-8 2-7 15,0 0-14-15,0 0-13 0,0-2-23 0,0 2-26 16,0 0-29-16,0 0-19 0,-12 0-8 0,1 0-5 15,1 0 0-15,-2 13 5 0,-4-2-5 0,0 2 10 16,-3 3 3-16,0 4-7 0,-3 0 7 0,1 4-11 16,1 0 4-16,2 3 8 0,4-1 0 0,4-3 1 15,1 0 0-15,3 1-4 0,6-4-3 0,0-2 6 16,0 2-4-16,0-7 12 0,0-1 3 0,15-4 33 16,2-2 25-16,1-6 2 0,3 0 17 0,6 0-15 15,5-15 11-15,5-2 11 0,4-7 10 0,4 0 8 16,-1-7-7-16,0 1-25 0,-1-7-22 15,-4 3-28-15,-4-5-22 0,-3 4-4 0,-6-3 4 0,-6 1 0 16,-5 4 0-16,-4 0-1 0,-11 4-32 16,0 1-45-16,0 3-55 0,-17 4-61 0,-4 5-39 15,-7 4-33-15,-5 4-19 0,-5 8-16 0,-5 0-99 16,-5 0-191-16,-5 0 71 0</inkml:trace>
  <inkml:trace contextRef="#ctx0" brushRef="#br0" timeOffset="-1032.98">2397 1100 1543 0,'0'-2'8'0,"0"0"-3"0,0-1 3 16,0 3 7-16,0-4 0 0,-9 4 9 0,9-1 7 15,-14 0-3-15,5 0-3 0,1 0-2 0,1 1-9 16,-1-2 0-16,0 2-8 0,1 0 2 0,-1 0 5 16,-1 0-1-16,0 0 13 0,-2 0 5 15,2 10-8-15,-1-10 2 0,-1 10-11 0,0 1-13 16,1-5 2-16,1 2-2 0,-2 0-1 0,2 3 5 15,-2 3-5-15,1-4-4 0,-2 5 6 0,-1 1 0 16,1 1 6-16,-1 4 1 0,-1 0-1 0,0 1-7 16,4 3 2-16,-3-4-3 0,3 5 2 0,4-2-2 15,0-1 0-15,3 1 5 0,1-2 2 0,2-3 13 16,0 3 31-16,0-2 21 0,12-3 17 0,-1 0 5 16,1-4-3-16,2-1 4 0,1-2 11 0,3-3 30 15,3-2-3-15,1-2-2 0,3-3 1 16,4 0-28-16,3 0 1 0,0-19-7 0,5 2-15 0,2-3 4 15,-1 0-8-15,0-4-4 0,0-2-11 16,-3 0-13-16,-3-1-12 0,-3-2-13 0,-5-1-23 16,-4-2 14-16,-4 1-12 0,-5-1 1 0,-3-1 3 15,-2 1-38-15,-6 2-16 0,0 1-32 0,0 1-27 16,0 0-48-16,-17 2-61 0,0 3-55 0,1 2-45 16,-1-2-6-16,-1 5-54 0,-2 1-230 0,-3 3 53 15,2 1 71-15</inkml:trace>
</inkml:ink>
</file>

<file path=ppt/ink/ink40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5:11.561"/>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549 104 949 0,'-8'-6'11'0,"0"-1"8"0,2 4-4 0,0-2 7 16,0 1-1-16,2-2 3 0,-1 3 25 0,2 0 15 16,0-1 6-16,0 2-5 0,1-3-2 0,-1 3-16 15,0 0 3-15,-1 0 12 0,1 0 0 0,0-1 5 16,-2 0-1-16,1 1-3 0,-1-2-16 16,0 3-10-16,1-1-8 0,-1 0-5 15,2-3 7-15,-1 4 2 0,1-1-5 0,-2 2-9 0,2-4-4 16,-1 3 5-16,2-2 7 0,-1 2 1 0,1 0 2 15,-1 1-4-15,3 0-3 0,-1 0-1 0,-2 0 5 16,3 0 2-16,-3 0-6 0,1 0 3 0,1 0-6 16,1 0 4-16,-5 0-3 0,2 0-8 0,-3 0 9 15,0 9-10-15,0-9 6 0,-2 9 8 0,-2-4-11 16,1 2-2-16,-2 1-10 0,-1 0-4 16,0 0 0-16,-3 4 4 0,-1-1 5 0,-2 6-2 15,0 0-3-15,-2 1 0 0,0 0 2 0,1 2 2 0,2 1 10 16,0-2-5-16,1 2-2 0,-1 0-1 15,3 0-2-15,-3-1 0 0,4 5-2 0,-1-5-2 16,0 0-3-16,2 2 1 0,2-3 0 0,1 1 1 16,1-2-1-16,2-4-7 0,1 1 5 0,2-2 1 15,0 0-6-15,3 0 9 0,0-5-6 0,0 3-2 16,0-4 7-16,0 0-6 0,0-1 4 0,9 2-1 16,-9-3 3-16,14 4 6 0,-5-5-8 0,0 2 2 15,2-1-9-15,0 1-4 0,-2-1 7 0,1 1-2 16,-1-1 7-16,1 0 0 0,-1 0 0 0,0-1-1 15,1-1 4-15,-1-2-1 0,2 3 4 16,1-1 0-16,0-3-7 0,2 0 5 0,1 0-6 16,-1 0 2-16,3 0-2 0,-1 0 1 0,1 0-1 15,0 0-1-15,-4-11 3 0,0 11 0 0,-3-9 11 16,-1 9 12-16,-4-6 6 0,-1 6 19 0,-1-7 11 16,-1 3 10-16,0-3 12 0,-1 4-7 0,-1 0-6 15,2-3-8-15,-2 0-4 0,0 1 2 0,0-2-7 16,0-3-34-16,0-3-51 0,0-5-52 0,0-7-16 15,13-6 14-15,-1-7 36 0,4-2 36 0,-3-5-7 16,4 0-7-16,-6-1-29 0,1 5-36 0,-3 4-5 16,-3 4-44-16,-6 7-47 0,0 0-58 0,0 6-80 15,0 1-112-15,0 4 5 0,0 2 52 0,-14 2 87 16,1 0 169-16</inkml:trace>
  <inkml:trace contextRef="#ctx0" brushRef="#br0" timeOffset="-1239.69">-1421-1068 1611 0,'-6'-11'6'0,"-2"1"5"0,1-1-2 0,0 4 8 16,3-4-3-16,-1 1 4 0,1 2 7 0,-1-1 3 15,2 1 7-15,2 3 4 0,-1-2 5 0,-1 1-3 16,0 0-4-16,3 1-7 0,-1-2-5 0,1 3 1 15,-2-3 2-15,1 0 7 0,1 0 3 0,-2 0 12 16,-1 1 1-16,1-1 3 0,-1-1 3 0,-1 1 0 16,1 1 1-16,0-2 2 0,-2 2 1 15,1 1-7-15,1 0-8 0,-2 2-15 0,-1-1-15 0,1 2-15 16,-2 1-6-16,-2 1 1 0,0 0 6 16,-4 0 1-16,-2 0 6 0,-1 10 6 0,-3 1-4 15,-2 4-2-15,0 4-4 0,0 1-2 0,-4 5 2 16,2 2 5-16,1-1-4 0,0 0-10 0,4 0 3 15,0 1-3-15,4-2 3 0,4 0 12 0,-1-1 3 16,3 2-1-16,4 0 5 0,-1 0-4 0,5 2-10 16,0 0 2-16,0-1-4 0,0 0-1 0,17-5 9 15,-2 0-2-15,5 0 4 0,3-6-6 0,3 0-4 16,2-5 6-16,6-4-6 0,1-2 4 0,4-5-4 16,4 0-2-16,-1 0-4 0,1 0 5 15,-2-15 3-15,-2 3 18 0,-4-2 51 0,-3 0 37 16,-5 2 4-16,-4-7-16 0,-6 0-46 0,0-7-45 15,-4-7-2-15,1-2-4 0,-5-5 4 0,0-4 8 16,-4-2-4-16,-2-1 1 0,-3 4-8 0,0 0-3 16,0 6-16-16,-18 3-14 0,-1 5-31 0,-2 2-41 15,1 5-49-15,-2 7-55 0,0 1-48 0,-2 5-50 16,1 9-67-16,2 0-211 0,0 0 44 0,1 0 89 16</inkml:trace>
</inkml:ink>
</file>

<file path=ppt/ink/ink40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5:50.572"/>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1599-2726 2110 0,'-13'-1'32'0,"2"-1"30"0,5-2 16 0,3 4 6 15,3-3-34-15,0 3-31 0,0 0-19 0,0 0-10 16,0 0 10-16,0 0 17 0,0 0 7 0,0 14 13 15,0-1-1-15,0-1-16 0,11 4-4 0,-2-2-6 16,-2 6 0-16,2 1 18 0,1 4 11 0,-1 2 0 16,1 3-8-16,-1 4-11 0,2-1-9 0,-3 2 2 15,1 2-15-15,-3-1-79 0,-2 1-58 16,1-2-79-16,-5-1-66 0,0-3-175 0,0-1-98 0,0-6 74 16</inkml:trace>
  <inkml:trace contextRef="#ctx0" brushRef="#br0" timeOffset="2904.21">2008-2850 1933 0,'0'-9'28'0,"0"1"25"0,0-1 33 15,0 1 32-15,0 1 5 0,-8-2 0 0,8 2-5 16,-9 1-16-16,2 2-30 0,7 0-27 0,-6 2-35 15,6 1-25-15,-5 1-11 0,0 0-1 0,5 0 7 16,-3 0 22-16,0 13 23 0,0 2 6 16,2 3 4-16,-2 4-13 0,0 3-14 0,0 5-6 15,1 4 3-15,1 4-1 0,1 2 0 16,0 2 4-16,0-2 2 0,0 2-2 0,0-1 4 0,9-2-15 16,0 1-48-16,0 0-53 0,2-2-67 0,-2 1-70 15,3 1-82-15,0-3-270 0,2-1 35 0,2 1 83 16</inkml:trace>
  <inkml:trace contextRef="#ctx0" brushRef="#br0" timeOffset="5229.06">1154-2934 1783 0,'-3'4'12'0,"0"-2"11"0,0 2 12 0,3-4 20 15,0 3 11-15,0-2 17 0,0-1 3 0,0 3 2 16,0-3-14-16,0 0-21 0,0 2-12 0,0-2-17 16,0 1-4-16,-9-1-4 0,9 0 11 0,0 0 5 15,0 0 7-15,0 1 11 0,0-1-6 0,0 0 1 16,0 0-8-16,0 0-8 0,0 0 1 16,0 0-1-16,0 0 16 0,0 0 11 0,0 0 1 0,12 0-4 15,-1 0-21-15,6 0-15 0,-2-10-9 16,3 3-7-16,5 7 3 15,0-8-1-15,1-2-2 0,2 4 0 0,-2 3-19 0,0 3-22 0,-2-5-27 16,-3 0-37-16,1 3-32 0,-3 2-31 0,-2 0-19 16,-1 0-12-16,-2 0-10 0,-2 0-12 0,0 0-63 15,-3 0-121-15,1 0-9 0,-2 0 63 0</inkml:trace>
  <inkml:trace contextRef="#ctx0" brushRef="#br0" timeOffset="-163.81">1332-2539 2144 0,'0'0'39'0,"0"0"36"15,0 0 32-15,0 0 39 0,-11 0-15 0,11 0-11 16,0 0-9-16,0 0-32 0,0 0-22 0,0 0-24 16,0 0-16-16,0 0 2 0,0 0 10 0,0 0 8 15,13 0-3-15,-3 0-8 0,7 0-12 0,-2 0-4 16,3 0 2-16,4-9 7 0,2 9-2 0,0-8-5 16,2 2-3-16,1 6-9 0,1-8 5 0,1 2 1 15,-1 0-3-15,3-1 1 0,-2 3-4 0,1-2-16 16,-1-1-25-16,-2 3-31 0,1-1-33 15,-6-1-24-15,-2 1-15 0,-2 2-27 0,-6-2-26 0,-4 1-30 16,-2-2-41-16,-6 1-59 0,0-1-104 0,0-1-23 16,-20 2 76-16,1-2 119 0</inkml:trace>
  <inkml:trace contextRef="#ctx0" brushRef="#br0" timeOffset="5386.38">1098-2708 1496 0,'0'5'21'0,"0"-5"-1"0,18 0 8 15,1 0 1-15,0 0-25 0,4 0 5 0,1 0-11 16,7 0-4-16,-2-11 3 0,3 11-57 0,-1-12-72 16,3 12-181-16,1-10-82 0,-2 4 51 0</inkml:trace>
  <inkml:trace contextRef="#ctx0" brushRef="#br0" timeOffset="-659.72">154-1505 1527 0,'-2'8'10'0,"-1"-4"7"16,0 1 12-16,1 1 12 0,-1-1 1 0,3 1 16 15,0-2 9-15,0-2 10 0,0 3 16 0,0-2 5 16,0 0 20-16,0-1 25 0,0-1 30 0,0 0 56 16,0-1 31-16,0 0-1 0,0 0-24 0,13 0-62 15,2 0-58-15,1 0-34 0,4-12-25 0,4 0-8 16,7-1-15-16,2 3-14 0,2-4-9 0,8 1-1 16,-1-1 5-16,4 1 4 0,1 2 1 15,0-3-6-15,0-2-1 0,-3 1 20 0,0-2 7 16,-6-3-3-16,0-2 2 0,-3-4-25 0,-3-4-10 15,-5-5 11-15,-1-2-4 0,-3-4-5 0,-2-4 13 16,-1 0-7-16,-3 2-4 0,-5 0 13 0,-2-1-2 16,-1 6-11-16,-4-1 5 0,0 5-3 0,-5 3 6 15,1 2 5-15,-1 4 11 0,0 2-10 0,0 5-15 16,0 2 18-16,0 2-15 0,0 4 2 16,0 2 0-16,0 1-22 0,0 2-8 0,0 2-4 15,0 0 2-15,0 1 5 0,9 0 14 0,-9 2-2 16,9-1 5-16,2-2-6 0,0 2 0 0,2-1 6 15,4 2-2-15,1 0 1 0,2 0-12 0,0 0-1 16,1 0 2-16,-1 0 5 0,-1 0 5 0,-3 0 9 16,-3 0-4-16,-1 0-17 0,1 0 22 0,-6 0-9 15,1 0 4-15,-2 0 9 0,0 0-10 0,-2 0-3 16,-1 0 1-16,1 0-3 0,0 0 1 0,-2 0 6 16,-1 0-7-16,1 0 5 0,-1 0 2 0,2 0-7 15,-3 0 9-15,2 0-5 0,-2 0 1 0,0 0-5 16,0 0-5-16,0 0 11 0,0 0-8 0,0 0-4 15,0 0-29-15,0 0-20 0,0 0-42 0,0 0-42 16,0 0-46-16,0 0-119 0,0 0-95 0,-9 0-75 16,-1 0-155-16,0 9-116 0,-4-9 140 15</inkml:trace>
  <inkml:trace contextRef="#ctx0" brushRef="#br0" timeOffset="5911.38">1619-2225 1990 0,'-12'-9'26'0,"3"-2"22"15,0 0 16-15,1 0 13 0,-2-1-5 16,-1 3 8-16,-3-2 22 0,4 2 23 0,-6-1 15 0,3 3-4 15,1 0-29-15,-1 3-30 0,4 0-36 0,0 2-30 16,3 0-14-16,0 2-10 0,3 0-3 16,1 0 4-16,1 0 1 0,1 0 2 0,0 0 1 15,0 0-2-15,0 0 3 0,0 0 1 0,0 0 1 16,0 0 5-16,0 8 2 0,0-4 1 0,0-4 5 16,0 5-10-16,0 0-37 0,0-1-50 0,0 0-54 15,0 0-56-15,0-2-36 0,0 1-36 0,0 0-231 16,0 1-47-16,0-1 71 0</inkml:trace>
  <inkml:trace contextRef="#ctx0" brushRef="#br0" timeOffset="6932">2419-5180 2267 0,'-7'15'28'0,"1"-6"31"0,1-3 40 0,2-3 49 16,3-3 12-16,0 0-25 0,0 0-47 0,0 0-53 16,0 0-42-16,17-12-10 0,-2 2 8 0,0 1 4 15,7 0 1-15,0-1 5 0,3 1-11 0,2 1-40 16,2 2-54-16,1-1-63 0,-1 2-68 0,1 5-50 15,-1-5-124-15,2 4-169 0,-2 1 78 0</inkml:trace>
  <inkml:trace contextRef="#ctx0" brushRef="#br0" timeOffset="791.48">3012-4920 1985 0,'-9'0'22'0,"3"0"18"0,1 6 18 0,-1-6 30 16,3 0 5-16,3 0 0 0,-2 0-15 0,2 0-31 16,0 0-28-16,0 0-19 0,0 0-2 0,0 0 10 15,0 0 11-15,11 0 11 0,0 0-2 0,2 0-8 16,6 0-9-16,3 0-7 0,6-6-1 0,4 6 1 16,-1-10-1-16,1 3 2 0,0 1 3 0,2 0-8 15,-4-2-39-15,0 4-48 0,-2-3-67 0,-1 1-97 16,0 0-160-16,-2-3-169 0,-3 0 63 0</inkml:trace>
  <inkml:trace contextRef="#ctx0" brushRef="#br0" timeOffset="6760.55">2371-5368 1460 0,'0'-4'33'0,"-3"3"20"0,0 0 28 0,-2-1 22 15,2 2-4-15,0-3 8 0,0 1-1 0,2 2 5 16,-2-1-7-16,-2-1 1 0,2 1 2 0,1 1 3 16,-1-4 4-16,2 1-4 0,-2 3-6 0,3-1-22 15,0-4-12-15,0 3-19 0,0 0-21 16,0-1-3-16,0 1-15 0,0 0-4 0,0 1-6 15,0 0-4-15,0-1-5 0,12-2 1 0,0 1-2 16,0 0 2-16,5-3 5 0,1 1 2 16,2-1 4-16,3-1-4 0,0-1 5 0,-4-1-6 0,1 4 3 15,-3 0-3-15,-4 1-36 0,1-1-41 0,-3 1-53 16,1 0-61-16,-2 4-30 0,1-1-25 0,1 1-41 16,0 0-117-16,-1 0-134 0,1 0 67 0</inkml:trace>
  <inkml:trace contextRef="#ctx0" brushRef="#br0" timeOffset="1000.14">3651-5279 2354 0,'5'0'14'0,"-4"0"12"0,-1 0 16 16,0 0 17-16,3 0-9 0,-3 0-17 0,0 0-21 15,0 0-21-15,0 0-4 0,0 0 0 0,0 13 7 16,0-4 7-16,17 5-9 0,-2 2 6 0,2 5 2 16,3 3-3-16,-1 6 8 0,1 5-2 0,1 4-14 15,-1 3-23-15,-3 5-34 0,-2 2-43 0,-3 5-39 16,-7 2-62-16,-5 5-217 0,0 1-97 16,0 3 51-16</inkml:trace>
</inkml:ink>
</file>

<file path=ppt/ink/ink40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5:46.612"/>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22 1684 1493 0,'-9'0'57'0,"9"0"43"0,0 0 17 16,-6 0 14-16,6 0-45 0,-8 0-24 0,8 0-1 15,0 0 2-15,0-10 0 0,0 10-8 0,0-11-9 16,0 1-1-16,0 1 11 0,0-2 1 0,0 0 5 16,0-2-5-16,11-1-14 0,-3-1-9 0,1-1-8 15,-3-1-9-15,4-3-4 0,1-1-9 0,1 0 14 16,2-3 9-16,3-3-4 0,-1 3 20 15,4-3-21-15,-2 0 12 0,5-1 10 0,1-1-9 0,2-1-3 16,-2-1-14-16,5 1-20 0,2-3 1 16,-3 1 4-16,6-1-7 0,-4 1 2 0,5 0-2 15,-1 3-5-15,2 3 6 0,1-1 2 0,5 4-4 16,-2 0 5-16,7 4-3 0,1-1 2 0,2 3 2 16,7 2-3-16,-1-3-4 0,9 3 1 0,2 2 1 15,9 0 2-15,6-1 3 0,7 0 1 0,7 5 1 16,9-1-6-16,1 1-2 0,10 0 1 0,2 1-1 15,8 2 4-15,-1 1 5 0,4 1-6 0,3-2 2 16,3 3-2-16,0-2-2 0,6-3 4 0,2 4-3 16,3-3 2-16,6-1-3 0,-2 3 0 0,1-2 2 15,0 1-2-15,-3 0-2 0,1 0-6 0,-4 1-3 16,-3 1-4-16,-3-3-1 0,-4-1-8 0,-2 2 4 16,-6-3 6-16,-2-3 7 0,-7 1 8 15,-2-1-7-15,-7-3 4 0,-3 2-7 0,-1-3 1 16,-6-3 4-16,-2 1 0 0,-6 1 3 0,-3-2 4 15,-6 1 4-15,-6 1-1 0,-8 1-1 0,-5 1 2 16,-9 2-5-16,-4 1-2 0,-5 2 3 0,-7 0 1 16,-5 2 0-16,-3-1-2 0,-2 3 3 0,-3 0-1 15,-2-1 0-15,-5 3 1 0,-1-3-2 0,-3 5-2 16,-1-2 3-16,-3 2 5 0,-1 0-2 0,-3 0 7 16,0 1-5-16,-5 0 2 0,2 1 2 0,0-1-4 15,-3 1 1-15,0 0-3 0,0 0-3 16,0 0 0-16,0 0-3 0,0 0-3 0,0 0 1 15,0 0-1-15,0 0-2 0,0 0-4 0,0 0-13 16,0 0-16-16,0 0-19 0,0 0-10 0,0 0 9 16,0 0 11-16,-7 0 25 0,7 0 13 0,0 0 0 15,0 0 1-15,0 9-6 0,0-1-2 0,0-2 1 16,0 2 5-16,0-8 0 0,0 4 4 0,0 3 0 16,0-4-1-16,0 0 3 0,0 1-1 0,0 0 6 15,0-1-1-15,0-1 0 0,0-1 3 0,0 0-1 16,0 3 2-16,0-4 2 0,0 0 1 0,0 0-1 15,0 0 3-15,0 0-1 0,0 0-2 0,0 0 7 16,0 0 2-16,0 0 10 0,0 0 9 16,0 0 6-16,0 0 7 0,0 0 3 0,0 0 4 15,0 0-3-15,0 0 3 0,0 0 0 0,0 0 6 16,0 0 11-16,0 0 2 0,0 0 6 0,0 0-3 16,0 0-3-16,0 0 1 0,0 0-10 0,0 0-5 15,0 0-10-15,7 0-17 0,-7 0-5 0,8-10-13 16,-2 3-7-16,0-1-5 0,3-1 1 0,2-2-6 15,1-2-1-15,5 0 7 0,3-3-7 0,2-3 5 16,3 1 0-16,2 0 3 0,3-2 2 0,2-1-7 16,0 2 6-16,2 1-3 0,-3 1-3 0,1 1 2 15,-1 1-3-15,-7 1 0 0,2 2 3 0,-6 2 8 16,-4 2-5-16,-4 1-4 0,-2 0-12 0,-6 3-35 16,2 1-54-16,-3 3-90 0,-3 0-75 15,0 0 26-15,0 0 47 0,0 11 54 0,0 2 3 16,0 7-139-16,0 7-260 0,-13 6 35 0</inkml:trace>
</inkml:ink>
</file>

<file path=ppt/ink/ink4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3:53.540"/>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-9888 1436 1628 0,'-7'-9'33'0,"-2"-2"30"16,0 3 21-16,1-1 20 0,-1-1-5 0,0 1 0 16,0 0 15-16,0-2 21 0,-1 0 3 0,4 1 20 15,-1 0 8-15,1 0 5 0,-2 1 1 16,4 0-17-16,-1 0-20 0,0 2-28 0,2 1-32 16,0 1-40-16,3 0-24 0,-1 3-26 0,-1 2-3 15,2 0 4-15,-1 0-10 0,1 0 8 0,0 0 2 16,0 0 2-16,0 15 4 0,0 1-4 0,0 1 11 15,0 7 4-15,12 4 6 0,-1 6 5 0,-2 7-1 16,0 5-8-16,0 4-2 0,-3 4 1 0,3 0-7 16,-4-1 5-16,-1-2 4 0,1 0-8 0,-2-3 1 15,-2-2 1-15,2-6-3 0,-3-2 17 0,2-4-9 16,-1 0-5-16,-1-6 2 0,0-2-9 16,0-2 18-16,0-2 4 0,0-3-6 0,0-5 1 15,0 0-8-15,0-6 3 0,0-3 10 0,0 0-2 16,0-4-3-16,0 0-1 0,0-1-2 0,0 0 11 15,0 0 0-15,0 0-42 0,0 0-110 0,0 0-129 16,0-12-85-16,0-3-20 0,0-3 33 0,0-5 62 16,0-8 16-16,0-6-162 0,0-5-46 0,0-8 57 15</inkml:trace>
  <inkml:trace contextRef="#ctx0" brushRef="#br0" timeOffset="1037.77">-9775 1234 2125 0,'0'-25'35'0,"0"-2"25"0,-12 5 34 15,1 2 36-15,2-2-9 0,-3 3 9 0,1-1 11 16,1 3 10-16,0 2 15 0,1 2 1 0,0 3-17 16,2-1-28-16,1 3-37 0,-1 2-32 0,3 4-32 15,1 0-13-15,-2 0-7 0,2 2-2 0,3 0-6 16,-1 0-2-16,1 0-5 0,0 0-1 0,0 0 8 16,0 0-5-16,0 0 7 0,12 0 9 0,5 0 2 15,5 11 3-15,12-3 2 0,11-8-6 0,10 5-3 16,15-5 4-16,13 0-7 0,12 0 0 0,6 0-23 15,6 0-17-15,3 0-8 0,4 0-8 0,-1 0 14 16,-2 0-1-16,-5 0-3 0,-3-10-2 0,-4 10 2 16,-8-8 7-16,-9 8 15 0,-4 0 15 0,-9-8 1 15,-8 8 12-15,-9-6-1 0,-8 1-2 16,-11 2 33-16,-8 3 36 0,-6-1 51 0,-7-4 18 16,-4 5-15-16,-5-2-25 0,-3 0-36 0,0-1-6 15,0 1-1-15,0 0 8 0,0 2 7 0,0-2-14 16,-12 0-4-16,12-1-18 0,-8 2-23 0,8 0-3 15,0 1-7-15,0-3-14 0,0 3 11 16,0 0-3-16,0 0 3 0,0 0-5 0,0 0-3 0,0 0-1 16,0 0 7-16,0 0 6 0,0 0-3 0,0 0-8 15,0 0 3-15,8 0 1 0,1 0 3 0,2 0 13 16,2 0-11-16,2 0 3 0,4 0-5 16,-3 0-3-16,4 0 7 0,-2 0-5 0,2 0 4 15,-2 0 8-15,1 0-13 0,-3 0-2 0,3 0 7 16,-4 0-5-16,-2 8 2 0,1-8 7 0,0 0-9 15,-1 0 1-15,-2 0 4 0,0 0-2 0,1 0 3 16,-3 0-4-16,0 11 1 0,2-11 1 0,-1 12-9 16,-1-3 9-16,2-9 0 0,-2 9-5 0,2-1 10 15,-2-1-10-15,1 2 9 0,1-3 1 0,1 2-9 16,-1 2 9-16,3-2-9 0,-4 1 0 0,4-1 9 16,-2 0-6-16,0 0 4 0,0-2 2 0,0-2 0 15,-2 0-7-15,-1 1 0 0,-2-3 2 0,-2 0-3 16,-1-2 17-16,-1 0-10 0,-1 0 14 0,1 0 34 15,-3 0 37-15,0 0 86 0,0 0 81 16,0 0 51-16,0 0 5 0,0 0-50 0,0-6-72 16,0 6-62-16,0-9-29 0,0 1-8 0,0 0-4 15,-11 0-5-15,11 0-16 0,-7-1-21 0,7 3-22 16,-6-1-9-16,6 1-12 0,-6 4-6 0,6-1-2 16,0 1-13-16,0 0 6 0,0 2-3 0,0 0-7 15,0 0-1-15,0 0-3 0,0 0-1 0,0 0 4 16,0 10 12-16,0 4-2 0,0 4 9 0,0 4 13 15,0 7-12 1,0 5 14-16,9 7-4 0,-9 8-13 0,10 7 9 0,-2-1-10 0,-2 6 4 0,0 1 7 16,-1 3-2-16,-2 3-5 0,0-2 2 15,1 4-2-15,-1-1 3 0,2 0 7 0,-1 0-3 16,-1 0 0-16,-1-1-1 0,3-3-2 0,-2-3-3 16,0-2 0-16,0-3-1 0,-2-6-1 0,2-4 1 15,-1-4-2-15,-2-6-1 0,1-6 0 0,-1-5 6 16,0-6 5-16,0-3 7 0,0-6 11 0,0-3-3 15,0-1 1-15,0-4-1 0,-12-2-11 0,1-1-1 16,-2 0-3-16,-7 0-4 0,-3 0-1 0,-9 0 0 16,-7 0 1-16,-13 0-3 0,-12-11 2 0,-11 11-20 15,-15-8-18-15,-13 8-27 0,-14-10-13 0,-11 4 7 16,-12 6 18-16,-8-6 20 0,-12 6 19 0,-2-6 11 16,-4 6-4-16,2 0 18 0,3 0-14 15,3 0 1-15,9 0 11 0,7 0-11 0,8 0 30 16,12 0 35-16,10 0-6 0,10 0 9 0,5 0-15 15,9-4-28-15,8 3 12 0,10-3-10 0,6 1 2 16,8 2-3-16,9-4-13 0,7 3-6 0,8-2-5 16,8 1-13-16,7 0-44 0,2 1-58 0,7 1-139 15,5-3-162-15,0 4-52 0,3 0-11 0,0-1 32 16,0-1-15-16,0 1-91 0,0-4-60 0,13 5-124 16,0-2 25-16,1 0 188 0</inkml:trace>
</inkml:ink>
</file>

<file path=ppt/ink/ink4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5:09.106"/>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13894 1792 1340 0,'6'-5'20'16,"0"0"15"-16,0-1 10 0,0 0 14 0,0 0-3 15,-4 0 2-15,1-2 4 0,-2 5 0 0,1-4-4 16,-1 3-6-16,-1-2-1 0,0 2 3 0,0-1-3 16,0 0-9-16,0 1-2 0,0 0-14 0,0 1-8 15,0 0-3-15,0 0-9 0,0 1-4 16,0-1-3-16,0 0-4 0,0 1-1 0,0 1 4 0,0-1-1 16,0 1 2-16,0 1 1 0,0-2-5 15,0 2 5-15,0 0-5 0,0 0 5 0,0 0 2 0,0 0-6 16,0 0 6-16,0 0 1 0,0 0-2 15,0 0 5-15,0 0 3 0,0 0 13 0,0 0 3 16,0 0-1-16,0 0-5 0,0 0-12 0,0 0-2 16,-9 0 2-16,9-14 3 0,-10 6 1 0,0-3 1 15,3 1 1-15,-2 0 13 0,-2 0 12 0,2-1 1 16,-2 0-2-16,1 0-12 0,-1-1-3 0,0 2-4 16,-1 0 3-16,2-1-3 0,-3-1 4 0,0 2 8 15,-2-1 0-15,-2 0-2 0,2 2-16 16,-2-1-4-16,-1 2-10 0,-2-2-1 0,2 4-4 0,1 2-3 15,-3 0 4-15,4 4 0 0,-3 0 2 0,3 0 3 16,-1 0-5-16,-1 17 8 0,0 3 2 16,-2 2 5-16,2 3 5 0,-1 7-3 0,1 3 5 15,3 2-11-15,1 4 0 0,2 2-9 0,6-2-2 16,6 2 3-16,0-1 0 0,0-2 9 0,11 2-3 16,5-4 1-16,3 1 0 0,2-4 2 0,5-5 3 15,3 0 12-15,3-5 16 0,2-4 2 0,4-4 17 16,3-4 7-16,3-4 17 0,2-9 21 0,0 0 13 15,1 0 22-15,0-15-10 0,-3-3-11 0,0-1-24 16,-2-5-36-16,-1-2-15 0,-4-2-16 0,-2-4 1 16,-3-4-6-16,-4-3-5 0,-3-1-4 0,-5-1-10 15,-4-5 0-15,-5 5-5 0,-11 0-1 0,0 3-1 16,0 3-1-16,-17 5-18 0,-4 2-53 16,-5 5-68-16,-6 4-76 0,-3 7-62 0,-7 3-26 15,-5 9-30-15,0 0-53 0,-5 0-209 0,-1 15 30 16,3 4 101-16</inkml:trace>
  <inkml:trace contextRef="#ctx0" brushRef="#br0" timeOffset="20899.86">14217 2268 2036 0,'-7'0'22'0,"1"0"14"16,0 0 20-16,-1 0 8 0,3 0-8 0,1 0-7 15,-3 0-8-15,3 0-6 0,-2 0-5 0,4-9-5 16,-2 9-13-16,1-6 2 0,1 6-7 0,-1-7-2 15,2 7 3-15,-1 0-10 0,-1 0-2 0,2-4 1 16,0 4-1-16,0 0 5 0,0 0 5 0,0 0-9 16,0 0 4-16,0 0-1 0,0 0-8 0,0 0 6 15,0 0 4-15,0 0 5 0,0 0 4 0,0 0-1 16,0 0-8-16,0 0 1 0,0 0-3 0,9 0 7 16,-1-9-5-16,4 9-5 0,-1-9 6 15,2 9-5-15,4-6 8 0,3-1-2 0,1 3-3 16,5-2-1-16,-2 1-6 0,0-2 5 0,4 1-2 15,-1-2 3-15,-1 1 5 0,1-1-9 0,-3-1 8 16,1 2-5-16,-4 0-1 0,-4 2 9 0,-1 0-4 16,-3 1 6-16,-4-1 14 0,-2 3 18 0,-1 0 6 15,-6-2-3-15,0 3-18 0,0 1-25 0,0 0-7 16,0 0-3-16,-15 0-4 0,-2 0 7 0,1 0 0 16,-4 10 5-16,-3 1 0 0,-1-1 5 0,-5-1-5 15,-1 2 0-15,1 1 1 0,0-1-3 16,2 2 1-16,1-2 1 0,3-2 8 0,3-1-6 0,2 2 2 15,4-2-5-15,4 0-2 0,2-4 4 16,4 1 7-16,4-2 15 0,0-2 17 0,0-1 21 16,0 0 15-16,12 0 0 0,3 0-7 0,0-10-13 15,8-1-8-15,4 0-11 0,5-2-2 0,6-3-2 16,2 0-7-16,2-2 8 0,2-2-1 0,0 2-9 16,-3-2-6-16,-1 5-10 0,-5-1-10 0,-5 4 9 15,-6 3-7-15,-5 0-4 0,-3 4-2 0,-7 2-42 16,-1 3-54-16,-8 0-53 0,0 0-78 0,0 0-82 15,0 0-161-15,-17 13-205 0,4-3 83 0</inkml:trace>
  <inkml:trace contextRef="#ctx0" brushRef="#br0" timeOffset="12855.9">6297 1421 2152 0,'14'-12'29'0,"-3"2"-3"16,-4 1 0-16,-1 0-11 0,-1 3-31 0,-4 3-1 15,2 3 1-15,-1 0 27 0,1 14 25 0,0 5 18 16,0 5 25-16,-3 9-21 0,0 5-28 0,0 8-16 16,0 1-21-16,0 8 83 0,-14 3 13 0,1 9 12 15,-4 7-10-15,-3 2-81 0,0 1-12 0,2 1-10 16,-2-2-3-16,2-2 8 0,2-11-5 15,3-11 5-15,6-11 6 0,1-8 1 0,6-13 0 16,0-4 2-16,0-6 0 0,0-3 0 0,0-1 3 16,0 0 3-16,0-5 1 0,0 1 3 0,0-1 5 15,0-1 7-15,0 0 6 0,0 0-2 0,0 0-1 16,0 0-7-16,0 0-33 0,0 0-59 0,0-13-76 16,0 2-110-16,0-2-231 0,-12 0-178 0,-2-4 69 15</inkml:trace>
  <inkml:trace contextRef="#ctx0" brushRef="#br0" timeOffset="13779.55">6106 1466 2215 0,'7'-17'26'0,"-3"2"19"0,-3-1 16 16,-1 1 16-16,0 1-15 0,0 0-5 0,0 6-3 15,0-1-12-15,0 3-10 0,-9 1-16 0,9 3-16 16,0 0-9-16,0 2-5 0,0-3 0 16,0 3 5-16,0-1 5 0,0 1 6 0,17-4 0 0,5 1-3 15,6-2 2-15,7-1-2 0,7 0-3 16,8-1 1-16,6 1-2 0,8 2 1 0,6 1 7 15,5 0-1-15,7 2 0 0,9-1 2 0,3 2-5 16,9 0 3-16,3 0-3 0,5 0-1 0,2 0 6 16,4 0-3-16,0 0 8 0,-2 0-3 0,0 0-4 15,1 0 1-15,-4 0-6 0,-2 0 0 0,-3 0-3 16,-5 0-7-16,-9 0-3 0,-8 0 5 0,-11 0 5 16,-10 0 4-16,-11 0 2 0,-10 0 3 0,-11 0 2 15,-11 10 15-15,-4-10 32 0,-8 0 14 0,-2 0 25 16,-4 0 12-16,-3 0-6 0,0 0 7 0,0 0-3 15,0 0-6-15,0 0-6 0,0 0-10 0,0 0-12 16,0 0-9-16,0 0-17 0,0 0-13 16,0 0-4-16,-7 0-9 0,7 0 3 0,-5 0-2 15,5 0-6-15,0 0-4 0,-4 0-11 0,4 0 0 16,0 0-1-16,0 0 3 0,0 0 7 0,0 0-10 16,0 0-2-16,0 0-1 0,0 0-7 0,0 0 3 15,0 0-1-15,0 0 3 0,0 0 3 0,0 0 3 16,0 0 2-16,0 0-6 0,0 0 5 0,0 0-5 15,0 8 5-15,0-8-2 0,0 0-4 0,0 8 10 16,0-2-5-16,0 0 7 0,9 2-8 0,-5 4 7 16,2 4-6-16,-1 7-1 0,4 7 8 0,-1 5-8 15,-2 10 9-15,1 6-4 0,2 6-1 16,0 4-4-16,1 0-5 0,-3-2-6 0,4 2 6 16,-1-10 4-16,1 1 8 0,1-4 19 0,-1-1 1 15,1 4-7-15,-3-4-4 0,2 2-4 16,-2 2-8-16,-2 0 7 0,1-3-5 0,-2-3 1 0,2-3 0 15,-2-8-2-15,0-6-1 0,0-4-4 0,-1-5 3 16,-2-5 2-16,0-2 21 0,-2-3 28 16,-1-2 18-16,0-3 22 0,0 0 23 0,0-3 0 0,0-1-15 15,0 0-19-15,0 0-32 0,-12 0-21 0,-2 0 0 16,-1 0-3-16,-5 0 60 0,-2 0 62 0,-9 0-69 16,-5 0-83-16,-8 0-66 0,-16 0-74 15,-12 0 72-15,-18 12 78 0,-13-1 0 0,-17 2 2 16,-14-1-3-16,-10 2 1 0,-8-2 44 0,-3-2-1 15,6-3-9-15,0-7 19 0,10 0 37 0,11 0 37 16,13 0 54-16,11 0 104 0,16 0-19 0,14 0-22 16,15 0-41-16,16 0-127 0,11 0-65 0,9-10-12 15,8 10-15-15,8 0-3 0,7-7-30 0,0 7-37 16,0 0-51-16,0 0-64 0,0 0-38 0,0-6-23 16,0 6 13-16,0 0 25 0,9 0 40 0,-9-3 21 15,7 3 0-15,-7 0-6 0,6 0-37 0,-6 0-29 16,7 0 0-16,-3 0-28 0,4 0 0 0,-2 0-9 15,1 0-56-15,4 0-204 0,1 0-36 16,2 0 78-16</inkml:trace>
  <inkml:trace contextRef="#ctx0" brushRef="#br0" timeOffset="-21467.62">4018 2188 1005 0,'0'-7'45'0,"0"3"52"0,0-2 25 16,0-1 23-16,0 1-23 0,0-1-33 0,0 2-13 15,0-1-12-15,0-3-14 0,0 1-7 0,0-1-11 16,0-1-1-16,0 1-2 0,-9-4 7 0,1 1 4 15,-1 0 11-15,1-2-1 0,1 2-12 0,-2 1 4 16,-2-2-15-16,-1 2-7 0,-2 2-7 0,-1-1-7 16,-2 1-1-16,-1 2-3 0,-3 1 11 0,-2 2-2 15,-3 0 7-15,-1 4 14 0,-1 0-3 0,0 0 0 16,0 0-1-16,1 0-8 0,1 12-3 16,2-1 4-16,1 2-5 0,5 2 13 0,1 2 12 15,0 4-4-15,4 3-2 0,2 1-13 0,2 2-11 16,1-3 6-16,5 7 16 0,0-3-3 0,3-1 0 15,0-2-8-15,0 1-11 0,14 0-2 0,-3-2 4 16,2-1-4-16,2-4 7 0,2-2 4 0,1-2 3 16,5-3 10-16,0-3 0 0,3-3 2 0,3-6 6 15,3 0 8-15,2 0 5 0,3-13 14 0,1-2 3 16,1-2 17-16,1-2 21 0,-2-1 9 0,-5-2-1 16,-4-1-23-16,-2 1-23 0,-5 1-12 0,-6 1-9 15,-3 0-15-15,-6 2-22 0,-4-2-32 0,-3 0-41 16,0 1-41-16,0-3-56 0,-15-2-70 15,-5 5-63-15,-4 0-62 0,-5 1-88 0,-4 6-285 16,-8 5 55-16,-5 7 106 0</inkml:trace>
</inkml:ink>
</file>

<file path=ppt/ink/ink4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4:51.063"/>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-1281 2116 1325 0,'-14'-10'19'0,"1"-1"10"16,-1 0-3-16,-1 2 7 0,-5-2 11 0,0 1 5 15,-4 1 21-15,1 3 16 0,-3-1 3 16,-1 2-11-16,-2 3-6 0,3 1-22 0,-1 1-31 16,-2 0-12-16,2 0-12 0,1 0 1 0,0 13 2 15,2 2 1-15,1-5 0 0,0 6 1 0,1 1 2 16,0-2 0-16,3 2 7 0,-1 0-5 0,5 1 1 15,-2 1-2-15,3 1-3 0,4-1 0 0,0 3-4 16,0-2 4-16,-2 5-2 0,4 1 9 0,-1 2 2 16,3 2 4-16,-2 0 8 0,2 1-9 0,3 1 17 15,0-2 4-15,3-1 3 0,0-2 6 0,0-2-7 16,12-4 4-16,2-1 13 0,0-2 25 16,2-4 0-16,7-5-1 0,6-9-11 0,7 0-22 0,4 0-6 15,4-16-5-15,8-2 11 0,1-7-4 16,3-5 5-16,-3-5-1 0,0-7-21 0,-1-4 0 15,-5-4-12-15,-1-1-1 0,-7-4-3 0,-3 2-7 16,-2-2 3-16,-8 1-7 0,-7 5-2 0,-2 5-12 16,-6 3-8-16,-5 4-22 0,-6 7-29 0,0 6-45 15,0 8-53-15,-14 4-33 0,-1 6-45 0,1 6-125 16,-2 0-161-16,-1 0 57 0</inkml:trace>
</inkml:ink>
</file>

<file path=ppt/ink/ink4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4:51.980"/>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1279 3918 1483 0,'-10'-8'22'0,"4"2"14"16,-2-1 10-16,-1 0 20 0,0 3-2 0,3-2 4 16,-5-1 4-16,4 4-12 0,-2 0-17 0,-1 1-17 15,0 1-13-15,4 1-6 0,-2 0 1 0,-1 0 2 16,0 0 1-16,-2 0 11 0,1 13 7 0,-3-3 5 15,-2 2 10-15,-3 3-7 0,1 1-16 0,2 1-10 16,-2 0-15-16,-1 2-11 0,2-2-1 0,2 2 3 16,2-1 5-16,1 0 9 0,2 1 46 0,1 2 42 15,1 2 1-15,-1 0-6 0,4 1-39 16,-2 2-39-16,-1 0-5 0,4 0 4 0,0 0-8 16,0-4 6-16,3-1 0 0,0-3-2 0,0-2 9 15,0-1-5-15,17-1 8 0,0-5 19 0,1-1 0 16,5-1 4-16,4-5-6 0,7-2-13 0,2 0 14 15,2 0 9-15,3 0 25 0,1-14 21 0,3 2 17 16,-8-4 15-16,3 2 27 0,-7-3-2 0,-1-1-26 16,-4-4-32-16,-6 3-50 0,-2-4-23 15,-6-3-4-15,-1 0-2 0,-5-2-3 0,-2-1-1 0,-6-4-5 16,0-3 6-16,0 3-9 0,0-3-22 16,-14 1-36-16,-2 1-53 0,-1 3-45 0,-3 3-59 0,1 2-55 15,-1 6-51-15,-3 3-131 0,-1 3-224 16,-2 4 94-16</inkml:trace>
</inkml:ink>
</file>

<file path=ppt/ink/ink4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5:47.854"/>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69 5038 1834 0,'-11'12'10'0,"-1"0"3"0,4 1 1 16,1-1 15-16,1-1-4 0,0-3 10 0,1 2 8 16,-1-2-13-16,3 0-4 0,3-3-7 0,0 1 0 15,-5-1 13-15,5-1 29 0,0 1 27 0,0-1 28 16,0 0 8-16,14 0-4 0,-2-4-12 0,2 0-12 16,3 0-5-16,2 0 2 0,4 0 11 0,1-10-6 15,5-3-3-15,3 0-12 0,0 0-20 0,1-3-7 16,1 4-1-16,1-3-5 0,0 0 11 15,0-1-4-15,-2 1 6 0,-1 2-1 0,0-6 3 0,-2 1-3 16,-2-5-3-16,0-1-7 0,0-2-24 16,-4-6-12-16,3-3-9 0,-1-4 0 0,-1-5 5 15,0-2 15-15,1-2 0 0,0-6-13 0,-2-4 5 16,4-5-19-16,-3-2-7 0,1-6 19 0,2-4-15 16,-1-6 20-16,3-5 1 0,1-7-24 0,1-5 7 15,-2-1-13-15,2 0 11 0,-3-1 18 0,1 3-5 16,0 0-8-16,-2 4-3 0,2 3-2 0,-2 3 10 15,0 1 2-15,0 1-7 0,-1 3 13 0,-3-2-14 16,-1 4 9-16,-2-1-6 0,-1 6-20 0,-2-3 25 16,-2 2-7-16,2 3 8 0,-2 1 4 0,0 2-16 15,-1-2 0-15,0 1-9 0,0 2 11 16,0 1 12-16,2 0 1 0,-3 0 1 0,-1 2-9 0,1 1 3 16,-2 0 3-16,0 0 5 0,-2 4 18 15,-1-1-20-15,-2 1 28 0,-1 4-11 0,-1-2-4 16,-2 5 10-16,-2 4-30 0,-1 0 13 0,0 1-8 15,0 3-2-15,0 5 1 0,0-1-9 0,0 2-6 16,0 2-9-16,0 0 9 0,-9 2 0 0,9 1 10 16,0 2 0-16,0 0-12 0,0-2 6 0,0 0-13 15,0 2 12-15,12-1 1 0,-1 1-7 0,-2 1 4 16,2-1-9-16,-1 2 14 0,1 3 1 16,-2 1-4-16,-1 3-9 0,-1 3-8 0,1 1 8 0,-2 1 10 15,-1 0 6-15,-1 4-5 0,-1-2 8 16,0 3-6-16,0 0 12 0,-3 1 4 0,2-1-6 15,-2 1-5-15,0-2-4 0,0 3 4 0,0 0-11 16,0 1 7-16,0 0 8 0,0 5-2 0,0 0 0 16,0-1-1-16,0-2-21 0,0 5 3 0,0-2 1 15,0-1 1-15,0 1 8 0,0 1-4 0,0-1-42 16,0 3-70-16,0 0-55 0,0 1-86 0,0 2-83 16,0 0 17-16,0 0-110 0,0 0-4 0,0 0 103 15,0 12-60-15,-14 4-148 0,-1 5 13 0,-8 5 24 16</inkml:trace>
</inkml:ink>
</file>

<file path=ppt/ink/ink4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5:49.180"/>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-1 536 1845 0,'0'0'19'0,"0"0"20"0,0 0 13 0,0 0 17 0,0 0 7 16,0 0-9-16,0 0-9 0,0 0-20 15,0 0-25-15,0 0-10 0,0-9-5 0,0 0 6 16,11 3-1-16,-1-1 5 0,2-2 12 0,2 1 7 15,3-1 11-15,2-1 6 0,1 1 1 0,3-2 2 16,-3 0 6-16,-1 0 9 0,1-2 0 0,-3 0 3 16,3 1 3-16,-1-6-6 0,1 3 4 0,-3-3-8 15,3-1 12-15,-1-3 1 0,1 1-16 0,3 0-10 16,-3-3-28-16,-1 0-13 0,3-2-4 16,-3 3-6-16,1 0 3 0,0 0-6 0,3 1 2 15,4 3 1-15,-1 4-9 0,0-1 2 0,7 3 1 16,-1 3 11-16,6 3 5 0,4 2-2 0,4 3 5 15,7 2-8-15,6 0-3 0,4 0 1 0,6 0-1 16,4 0 0-16,9 14-5 0,0 3 10 0,5-2-9 16,1 3-2-16,2 0 11 0,-4 5-14 0,2 2 8 15,-6 3-5-15,-1 2-5 0,-5 2 11 0,-3 1-3 16,-8 2 11-16,-4 2 11 0,-2-3 5 0,-6 3-3 16,-3-2 1-16,-1-1-8 0,-7-3-11 0,-1-3 0 15,-6-2-3-15,-1-2 0 0,-6-3-1 0,0-3 1 16,-4-2 11-16,0 0 13 0,1-3 15 15,-6 0 7-15,4-3-9 0,-5 1-11 0,2-2-7 0,-2-1-10 16,1 1 2-16,-1-4 8 0,0 1-6 16,-1 0 15-16,-2 1 9 0,0-4-1 0,-1-2 7 15,-2 3-2-15,-1-1-11 0,-2-1 6 0,-2-2-3 16,-1 2-9-16,0-2-4 0,-1 2-11 0,1-2-3 16,-1 0-4-16,1 0 7 0,3 0 0 0,3 1-2 15,3-1 1-15,2 2-6 0,3-2-2 0,2 3-1 16,1-2 2-16,3 1 3 0,-2 0-2 0,1 2 2 15,-4-2 2-15,-3 1 2 0,-1-1 0 0,-4-1-2 16,0 0-1-16,-4 1-4 0,-3 0 1 0,0-2 6 16,-3 0-3-16,0 1-3 0,-2-1 5 0,3 0-4 15,-4 0 3-15,0 0 2 0,0 2-6 0,0-2-2 16,1 0-1-16,2 0-1 0,-1 0 8 16,1 1-3-16,1-1-2 0,-1 2 3 0,0-1-1 15,2 1 2-15,1-1-1 0,-2 2 2 0,1-3-2 16,1 2 0-16,-3 1 2 0,2-1-5 0,-2-2 3 15,-2 2-3-15,2-2-2 0,0 1-7 0,-1 0-22 16,-1-1-20-16,-1 0-32 0,0 0-32 0,0 0-26 16,0 3-33-16,0-3-38 0,0 0-33 0,0 1 0 15,0-1-24-15,0 4-110 0,-13-3-161 0,-1 4 45 16</inkml:trace>
</inkml:ink>
</file>

<file path=ppt/ink/ink4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5:43.884"/>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-293-274 2284 0,'-4'0'24'0,"2"0"17"0,-1 0 15 15,3 0 17-15,0 0-13 0,0-9-9 0,0 9-12 16,0-9-15-16,0 2-13 0,11 0-8 0,1 0-3 15,1-2-4-15,6 1 6 0,-1-1-1 0,11-1-3 16,0 1 3-16,4-4-3 0,3 1-2 16,2 0 4-16,2-1 11 0,1 2 7 0,0-2 16 15,-2-2 11-15,4 2-2 0,-4 0 1 0,-1 0-2 16,-3 0 0-16,-3 2 1 0,-1 0 0 0,-4 3-2 16,-6 2-5-16,-3 1-9 0,-4-1-8 0,-2 5-5 15,-4-3-3-15,-2 4-6 0,-2 0-3 0,-2-1-4 16,-1 1-3-16,-1 0-4 0,0 0-3 0,0 0-10 15,0 0-19-15,0 0 0 0,0 0 3 0,0 0 3 16,-10 0 18-16,10 0 5 0,-14 0 0 0,0 0 4 16,-1 10 4-16,0-1-3 0,-2 0 3 0,-2-1 4 15,-4 3-6-15,0-3 2 0,-1 3 2 16,-1 0-3-16,3 0 5 0,0 1 2 0,0 0-8 16,3-3 8-16,1 1 15 0,2-1 27 0,2-1 34 15,5-3 30-15,0-1 16 0,6-1-6 0,0-2-16 16,1-1-17-16,2 0-23 0,0 0-3 0,0 0 7 15,0 0-10-15,14 0 4 0,2-9-20 0,4-2-14 16,4 3-10-16,8-3-6 0,5 1-5 0,7-3-10 16,3 1-2-16,3 0-1 0,2 1 5 0,1-2 12 15,0 2 3-15,-1 1-7 0,-1-1 5 0,-2 0-14 16,-5-1-2-16,-2 2 0 0,-4 1 7 0,-7 0 7 16,-8 1 4-16,-5 2-3 0,-6 3-14 15,-3 0-1-15,-9 0-8 0,0-1 4 0,0 3-4 16,-23-1 0-16,-4 2-5 0,-3 0 7 0,-7 0 7 15,2 0-1-15,-4 0 7 0,-1 10-5 0,-1 0-4 16,-1 1 6-16,1 2-9 0,0-2-5 0,1-1 17 16,2 1 0-16,3 2-1 0,6-4 5 0,4 0-13 15,5-4-2-15,9-5 11 0,11 5 3 0,0-5 11 16,0 0-3-16,14 0 9 0,3 0 0 0,4 0-14 16,2 0-1-16,4 0-10 0,2 0-2 0,1-10 11 15,1 10 1-15,-1-9-14 0,-6 9-41 0,2-9-70 16,-5 9-88-16,-1-6-86 0,-5-1-84 0,-1 5-62 15,-5 2-79-15,-1 0-154 0,-2 0 117 0,-2 0 129 16</inkml:trace>
  <inkml:trace contextRef="#ctx0" brushRef="#br0" timeOffset="-12155.56">0 63 1376 0,'0'0'31'0,"6"0"14"0,0 0 17 15,-1 0 6-15,2 0-26 0,0 0-11 0,0 0-18 16,2 0-2-16,0 0-3 0,0 0-4 0,1 0 5 16,2 0-4-16,-3 0-7 0,3 0-1 0,-3 0 4 15,2 0-5-15,-2-8 5 0,3 8 6 0,-3-7-7 16,0 7 1-16,0-7 3 0,-3 7-9 0,2-4-16 16,-5-1-24-16,3 2-44 0,-1-3-31 15,-2 3-60-15,-2-2-88 0,1 1-38 0,-2-2 3 16,0 1 75-16</inkml:trace>
  <inkml:trace contextRef="#ctx0" brushRef="#br0" timeOffset="-11715.47">154-276 1207 0,'-5'-2'38'15,"0"1"33"-15,1-2 22 0,-2 1 31 0,4 1-15 16,-2-3-15-16,2 1 4 0,-1 2-22 0,2-4-18 0,1 4-18 16,0-2-18-16,0 1-9 0,0 0-6 15,12-1 3-15,-2 1-9 0,4-3 1 0,0 4 2 16,-1-4-4-16,6 1-1 0,-1 0 4 0,0-1-5 15,3 0-1-15,1-4-6 0,-1 1-4 0,-1 1-8 16,-1 0-8-16,0 0-4 0,-3-1-11 0,0 1-33 16,-4 0-49-16,0-2-98 0,-5 1-175 0,3-1-18 15,-4-1 56-15</inkml:trace>
  <inkml:trace contextRef="#ctx0" brushRef="#br0" timeOffset="-11324.25">688-598 2552 0,'2'-6'32'0,"-1"-2"30"0,-1 2 25 16,0 0 20-16,0 4-8 0,0-3-7 0,0 4-10 15,0 0-15-15,0 0-19 0,0 0-26 0,0 1-17 16,0 0-16-16,0 0-3 0,0 0 1 0,0 0 4 15,0 0 10-15,0 0 0 0,0 0-3 16,14 0-1-16,-2 0-2 0,2 11 0 0,-1 1 2 16,3-1-4-16,-1 0 6 0,0 0-2 0,2 1 9 15,-4-2-5-15,2 1 1 0,1 0-2 0,-3-3-6 16,4 0 8-16,-5-1-1 0,0 1 10 0,0-3 0 16,-1-2 20-16,-3 0 39 0,-1-3 19 0,1 0 21 15,-1 0-1-15,1 0-30 0,3 0-18 0,1-11-16 16,-2 1 2-16,3-1-1 0,-1-2-13 0,1 0-9 15,0-2-18-15,-3 0-10 0,1 0 7 0,-1 0 5 16,0 0-4-16,0 2-9 0,-1 0-20 0,2 0-32 16,-2 2-53-16,2 1-60 0,-2 0-57 15,3 1-58-15,-1 1-38 0,4 2-34 0,2-1-93 0,1 2-203 16,1 0 92-16</inkml:trace>
  <inkml:trace contextRef="#ctx0" brushRef="#br0" timeOffset="-6128.8">1478-1179 1459 0,'0'0'59'0,"0"-3"28"16,0 3 33-16,0 0 21 0,0 0-33 0,0 0-10 15,0 0-2-15,0-2 10 0,0 2 6 0,0 0 8 16,0-2-2-16,0 2-14 0,0-2-15 0,0 2-13 16,0-2-10-16,0 1-15 0,0 0-10 0,0 1-18 15,0 0-19-15,0 0-8 0,0 0-15 0,0 0 3 16,0 0 3-16,0 0-1 0,0 0 23 0,0 0 9 16,12 14 4-16,0-1 9 0,-1 3-3 0,-1 5-15 15,4 1-3-15,0 3-1 0,2 1-8 0,0 4-1 16,0 1 4-16,0 0-5 0,-1-1 2 0,0 2-1 15,-1-2 4-15,-2-2-5 0,1-1-1 16,-2-2 5-16,0-4-2 0,-4-2 23 0,2-1 26 16,-1-4 33-16,0-3 26 0,-2-2 29 0,0-4 8 15,0-3-2-15,0-2-13 0,-2 0-44 0,2 0-23 16,-1-16-16-16,3-2-5 0,-1-1 29 0,1-4 9 16,-1-1-10-16,-1-3-4 0,1-1-37 0,-4-3-16 15,1 3 13-15,-1 0 29 0,-1 0 32 0,-1 5 7 16,1 1-16-16,-1 3-37 0,-1 6-38 0,0-1-14 15,0 6-8-15,0 2-6 0,0 1-3 0,0 4-14 16,0 1-19-16,0 0-43 0,0 0-12 16,0 0 4-16,0 0 16 0,0 12 48 0,0-3 33 15,0 4 17-15,0 0 11 0,14 2-13 0,-2 3 0 16,-1 3-9-16,1 0-1 0,0 2 13 0,2-1-1 16,-2 0-7-16,-2-2-1 0,0-2-4 0,2-1 3 15,-3-3 7-15,0 0 6 0,-1-4 4 0,1-1-1 16,-2-5 10-16,1 0 31 0,-1-4 34 0,1 0 62 15,-2 0 41-15,-1 0 65 0,-2 0 33 0,1-13-49 16,1 1-47-16,1-4-99 0,1-2-62 0,0-2-12 16,-3-7 7-16,5 2 30 0,-4-3 34 15,4-2 5-15,-5 2-10 0,1 1-47 0,-2 1-66 0,-1 3-14 16,1-1-2-16,-2 2 16 0,-1-2 0 16,3 4-42-16,-3-1-90 0,2 5-110 0,-1 0-68 0,1 6-20 15,-1 0 33-15,-1 4 51 0,0 3-5 16,0 0-84-16,0 3-24 0,0 0-58 0,0 0-106 15,0 0-164-15,0 0 64 0,0 0 118 0</inkml:trace>
  <inkml:trace contextRef="#ctx0" brushRef="#br0" timeOffset="-9320.32">1671-1157 1299 0,'0'0'46'0,"0"0"27"0,0 0 19 16,0 0 17-16,0 0-28 0,0 0-14 0,0 0-3 15,0 0-4-15,0 0-10 0,0 0-3 0,0 0-12 16,0 0-8-16,0 0-2 0,0 0-11 0,0 0 3 16,0 0-10-16,0 0-10 0,0 0 4 15,0 0-10-15,0 0 6 0,0 0 4 0,0 0-4 0,12 0 6 16,-3 0-2-16,2 0-4 0,-2 8 6 15,0-8-4-15,1 11 0 0,3-1 3 0,-4-3-7 16,0 1 7-16,0-1-4 0,-3-1 1 0,3 3 5 16,-4-2-3-16,-2 1-1 0,0 1 0 0,0-3-6 15,0 3 2-15,-2-1 6 0,1 1-3 0,-1 1 5 16,-1 1-3-16,0 0-5 0,0 1 5 0,0-2 3 16,0 1-2-16,0 0 1 0,0 0 2 0,0-1-5 15,0-1 2-15,0-1-2 0,0-3 4 0,-9 2-2 16,0-1-2-16,2-1 5 0,1 1-6 0,-4-2 0 15,3 0 2-15,1 0 2 0,-2-1-7 0,1 1 7 16,-1-2-3-16,2 2 0 0,-2-3 6 16,4 1-5-16,-2-2 2 0,-2 2-4 0,4-2-2 15,-1 0 5-15,0 0-2 0,-1 0 2 0,2 0-1 16,1 0 0-16,-2 0 4 0,1 0 2 0,2 0 8 16,-1 0 1-16,2 0 1 0,1 0 3 0,0 0-2 15,0 0-2-15,0 0-1 0,0 0-1 0,0 0-7 16,0 0 2-16,0 0 4 0,0 0-3 0,0 0 1 15,0 0 1-15,0 0-5 0,0 0 0 0,0 0-2 16,0 0-4-16,0 0 0 0,0 0 0 0,0 0-2 16,0 0 5-16,0 0-6 0,0 0-1 0,0 0 5 15,9 0-4-15,-9 0 3 0,7 0 1 0,-7 0-3 16,9 0 1-16,-1 0 1 0,0-11 1 16,-2 11 4-16,3 0-4 0,-3-7-5 0,1 7 2 15,-1 0-5-15,2-8 6 0,0 8 4 0,-2-6-5 16,0 6 3-16,1-6-5 0,-2 3 2 0,1 0-1 15,-1 1 3-15,-1-1-1 0,1 0 5 0,-1 1 0 16,1 1-7-16,1-2 3 0,-3 2-4 0,1 1 0 16,1-4-3-16,0 3 10 0,-1 0-9 0,-1 0 2 15,2 0 8-15,-4 1-5 0,4-2 3 0,-4 2 1 16,2 0-1-16,-1 0-1 0,-1 0-4 16,1 0 2-16,-2 0-1 0,0 0 0 0,1 0 4 15,-1 0 1-15,0 0-2 0,0 0-2 0,0 0-1 16,0 0-2-16,0 0-1 0,0 0 3 0,0 0 2 15,0 0 0-15,0 0-1 0,0 0 0 0,0 0-1 16,0 0 0-16,0 0 2 0,0 0-1 0,0 0-3 16,0 0 3-16,0 0-4 0,0 0 3 0,0 0 4 15,0 0-8-15,0 0 8 0,0 0-3 0,0 0-1 16,0 0 2-16,0 0 1 0,0 0-4 0,0 0 2 16,0 0 0-16,0 0-3 0,0 0 3 0,0 0-2 15,0 0 2-15,8 0-3 0,-8 0 6 0,8 0-5 16,-2 0 1-16,0 0 4 0,-2 0-2 0,1 0 4 15,-2 0-3-15,2-7 0 0,-2 7 0 0,0 0-1 16,0-6 5-16,-3 0-7 0,3 6 3 16,0-3-3-16,-3 3-3 0,3-3 9 0,-2 3-7 15,2-1 10-15,-3-1-10 0,2-1 0 0,-1 3 5 16,1-1-10-16,-1-1 11 0,-1 1-1 0,0 1-5 16,0-2 2-16,0 2-2 0,0-2-2 0,0 2 2 15,0 0 0-15,0-1 3 0,0 1-5 0,0 0 4 16,0 0 4-16,0 0-4 0,0 0-3 0,0 0 4 15,0 0-9-15,0 0 2 0,0 0 6 0,0 0-8 16,0 0 0-16,0 0-10 0,0 0-7 0,0 0-19 16,0 0-22-16,0 0-18 0,0 0-34 0,0 0-21 15,0 0-16-15,0 0-27 0,0 0-84 16,0 0-100-16,0 0 7 0,-10 0 57 0</inkml:trace>
  <inkml:trace contextRef="#ctx0" brushRef="#br0" timeOffset="-5651.88">2459-1011 2745 0,'-9'0'35'16,"0"-10"31"-16,3 10 28 0,-3-10 31 0,9 10-8 0,-7-6-18 15,1 6-26-15,6-8-29 0,0 8-29 0,-3-5-15 16,3 5-9-16,0 0-9 0,0-5-26 0,0 5-53 16,0 0-60-16,0 0-62 0,0 0-44 15,0 0-19-15,0 0-22 0,0 0-37 0,0 0-140 16,0 0 9-16,0 0 88 0</inkml:trace>
  <inkml:trace contextRef="#ctx0" brushRef="#br0" timeOffset="-4888.47">2842-1233 1657 0,'0'-5'35'0,"0"-1"24"16,0 3 20-16,0-1 11 0,0 1-17 15,0 0-4-15,-9-1-5 0,9 0-1 0,-11 2-11 16,2-1-9-16,1 2-6 0,1 0-2 0,-4 1 6 16,0 0 2-16,-2 0 7 0,-2 12 5 0,-2-1-7 15,-1 0-10-15,-1 2-14 0,0 4-13 0,-1 0-6 16,2 1-5-16,-1 4 0 0,3 1 1 0,1 1-3 16,4-1 4-16,2 2 2 0,3 0 2 0,4-1-3 15,2 0 2-15,0-3-1 0,0 2 6 0,14-4 1 16,0 0 2-16,-1-2 1 0,1-4 13 0,4-2 16 15,-1-2 14-15,3-2 15 0,-1-7-9 16,4 0-6-16,-3 0-3 0,4 0-2 0,0 0 8 16,-1-16 13-16,0 3-1 0,-2-2-10 0,-3 0-11 15,2-2-18-15,-3-1-17 0,-3-1-2 0,-1-3-5 16,-4-1-6-16,-3-1-2 0,0 0-4 0,-2 2-23 16,-3 2-16-16,-1-1-24 0,0 2-36 0,0 4 11 15,0-3-51-15,-12 5-49 0,12-1-41 0,-12 3-58 16,3 0-15-16,-2 5-18 0,2-5-113 0,-2 4-48 15,2 3 81-15</inkml:trace>
  <inkml:trace contextRef="#ctx0" brushRef="#br0" timeOffset="-4632.41">2826-1277 2289 0,'0'-2'39'0,"0"-3"38"16,0 4 51-16,0-4 40 0,0 2 2 16,0 2-9-16,0-1-40 0,0 0-49 0,0 1-53 15,0 1-37-15,0 0-6 0,0 0 28 0,0 0 40 16,-10 15 26-16,10-1 5 0,-11 5-16 0,5 1-9 15,-3 3-17-15,3 3-1 0,-2 7-4 0,1-1-19 16,1 5 7-16,-2-1-19 0,1 3 5 0,-1 0 2 16,2-1-2-16,0 2 10 0,0-3-4 0,1 4-3 15,1-7 0-15,2 1-4 0,2-7 1 0,0-1 2 16,0-4-15-16,0-4 13 0,0-2-11 0,0-6-13 16,0-2-3-16,0 0-41 0,0-5-11 15,0 1-19-15,0-2-9 0,0-3 0 0,0 0-23 0,0 0-55 16,0 0-67-16,0 0-66 0,0 0-119 15,0-12-152-15,0-1 61 0,0-3 96 0</inkml:trace>
  <inkml:trace contextRef="#ctx0" brushRef="#br0" timeOffset="-4315.42">3158-1383 2037 0,'7'-8'4'0,"1"3"14"0,-1-1 23 15,-1 1 29-15,0-1 23 0,2 2 3 0,-2 2-15 16,0-1-26-16,0 1-28 0,-3 2-19 0,0 0-9 16,0 0 0-16,-1 0 0 0,-2 11 3 0,0 0 9 15,0 2 9-15,0 4 25 0,0 3 11 0,0 6 6 16,0 2-14-16,0 3-22 0,-12 5-15 0,0-1-8 15,1 4 2-15,-1 0 3 0,1 0 3 0,-1 1-7 16,1-4 4-16,-2 1-4 0,2-2-11 0,1-2-19 16,0-4-30-16,3-1-36 0,1-3-27 0,4-4-20 15,2-2-1-15,0-2-11 0,0-3-32 0,0-2-91 16,14-3-190-16,1-2-8 0,2-4 69 16</inkml:trace>
  <inkml:trace contextRef="#ctx0" brushRef="#br0" timeOffset="-3773.19">3375-1211 1966 0,'-2'-6'10'15,"2"3"15"-15,0-3 20 0,0 2 23 0,11 3 9 16,3-1-5-16,-4 1-10 0,4-1-23 0,-1 2-17 16,6 0-6-16,-1 0-4 0,0 0 2 0,2 11 13 15,0 0 1-15,-1 1-11 0,4 4-2 0,-5-3-19 16,2 5-1-16,-5-1 3 0,0 2 0 0,-2-1-2 16,-4 1-6-16,-3-1 9 15,-6 1-3-15,0 0 8 0,0 0 3 0,0 0-5 0,-17-1 1 0,-1-1-1 16,3 2 0-16,-4-5 3 0,1 1 1 15,0-1 1-15,4-3-2 0,1-4-8 0,-1 2 8 0,5-5-3 16,0 0 8-16,3 0 11 0,3-4 11 16,3 0 15-16,0 0 7 0,0 0 4 0,0 0-21 15,0 0-13-15,0-15-16 0,0 2-3 0,10-4 13 16,-1 2-1-16,2-6 4 0,0 0-4 0,2-4-7 16,1 1 27-16,1 0 21 0,2-1 12 0,-2 1 9 15,2 3-11-15,-2 0-20 0,-1 4-4 0,-2 3-10 16,-2 1-7-16,1 2-6 0,-3 5-8 0,-2 1-13 15,-2 1-12-15,1 4 5 0,-2 0-11 0,-2 0 9 16,1 0 3-16,-1 0-1 0,1 14 0 16,-2-1 3-16,3 1 1 0,-1 1 1 0,-2 3 7 15,3-1-1-15,-3 4-1 0,3 0-3 0,-2 2 5 0,1-2-1 16,-2 0 0-16,1 1-9 0,1-2-31 16,-1-1-35-16,2-2-33 0,0-2-26 0,0-2-20 15,-1-2-14-15,1-2-18 0,0-5-8 0,0 3-8 16,0-5-122-16,3-2-236 0,0 0 45 0</inkml:trace>
  <inkml:trace contextRef="#ctx0" brushRef="#br0" timeOffset="-3540.4">3964-1457 2213 0,'1'-15'11'0,"4"5"1"15,0 3 14-15,-2 1 31 0,1 6 19 0,2 0 25 16,-1 0-1-16,1 0-17 0,2 15-15 0,1-2-11 15,3 2-7-15,-2 2-2 0,4 0 7 0,0 6 2 16,-1 2-13-16,3 4-8 0,-1 0-28 0,-2 8-13 16,0-1 7-16,-1 1-2 0,-5 4 5 0,-1-1 2 15,-3 1 3-15,-3 0 3 0,0 0-2 0,-13 0-25 16,-4-2-61-16,-3-1-68 0,-4 1-69 0,-3-2-43 16,-4-2-33-16,-2-3-63 0,-1-5-165 0,1-6 3 15,1-3 92-15</inkml:trace>
  <inkml:trace contextRef="#ctx0" brushRef="#br0" timeOffset="-3303.51">4325-1097 3032 0,'5'-3'23'0,"-2"-1"23"0,0 0 34 0,0-1 43 16,5 0 0-16,-2 0-13 0,4 0-35 0,6 1-37 15,2-2-25-15,6 3-12 0,3-1 6 0,7 0-10 16,1 2 4-16,1-1 5 0,4 2-15 16,4-2-26-16,-3 0-45 0,-2-1-34 0,-1 2-25 0,-1-2-11 15,-4 1 12-15,-4-2-10 0,-3-2-16 0,-5 1-24 16,-4-2-46-16,-4 0-58 0,-2-3-129 16,-5 0-85-16,-6 1 40 0,0-3 98 0</inkml:trace>
  <inkml:trace contextRef="#ctx0" brushRef="#br0" timeOffset="-3136.09">4855-1389 2061 0,'-10'-9'33'0,"-1"3"32"0,1-1 28 0,2 4 18 16,2-2-21-16,1 5-24 0,2-3-30 0,-1 3-16 16,-1 0 1-16,4 0 23 0,-2 0 19 0,0 15 11 15,1 0 1-15,-1 0-19 0,2 4-20 0,-3 4-9 16,3 0-14-16,1 5-11 0,0 3 2 16,0 2-5-16,0-3 4 0,0 3 6 0,0 0 2 15,0 1 1-15,0 1-28 0,0 2-61 0,0-2-71 0,0 0-69 16,0-3-52-16,0 0-46 0,-12-4-192 15,12-4-34-15,0-2 75 0</inkml:trace>
  <inkml:trace contextRef="#ctx0" brushRef="#br0" timeOffset="-2659.49">5484-1618 2884 0,'0'-23'43'0,"-12"3"41"0,1 0 32 0,11 5 31 16,0 3-42-16,0 2-44 0,0 5-48 15,-12 5-35-15,12 0-5 0,0 0-2 0,0 0 16 16,0 17 10-16,0 3-2 0,0 5 6 0,0 2 1 16,0 9 0-16,0 4 8 0,0 7-6 0,0 4 2 15,9 2-9-15,-9 0 3 0,9-1 2 0,-9 1-4 16,5-4 5-16,-5-3-4 0,0-2 6 0,0-7-6 15,0-3 2-15,0-3-2 0,0-4-3 0,0-3 9 16,0-5 0-16,0-6 3 0,0 1 5 0,0-4 5 16,0-6 33-16,0 1 44 0,0-5 38 0,0 0-3 15,0 0-34-15,0 0-42 0,14-17-45 16,-2-1-4-16,3 0-10 0,3-3 2 0,4-4 0 16,3-3 4-16,3 2 4 0,1-5 1 0,1 6 0 15,-1 0 5-15,1 2 8 0,-3 1-1 0,1 7-5 16,-7-1 1-16,0 6-9 0,-1 2-7 0,-2 1 6 15,-1 3-10-15,-6 4-8 0,-1 0 4 0,-1 0-8 16,-1 0 1-16,-3 0 14 0,-1 11-2 0,-4 1 7 16,2 4 2-16,-1 1-3 0,-1 1-5 0,0 1 9 15,0 5-6-15,0-2-3 0,-12 0 9 16,1-2-5-16,2 0 0 0,-3-1-5 0,1-6-26 0,-2 0-39 16,-5 0-59-16,-4-4-132 0,-2 0-114 15,-2-1-118-15,-4-5-273 0,-2 2 27 0,-1-2 139 16</inkml:trace>
  <inkml:trace contextRef="#ctx0" brushRef="#br0" timeOffset="972.62">131 304 2204 0,'-8'0'31'15,"2"0"22"-15,-3 0 28 0,-2 0 23 0,2 0 1 0,-1 0 6 16,-1 0 1-16,-3 0 0 0,2 0-17 16,2 0-8-16,-1 0-18 0,3 0-16 0,2 0-5 15,0 0-18-15,3 0-16 0,0 0-8 0,2 0-7 16,1 2 6-16,0 3 20 0,0 0 7 0,0 1 4 15,0 1-6-15,15 4-9 0,-2 0-5 0,1 3 10 16,3 3-3-16,3-1-4 0,2 2 1 0,4-1-18 16,3 2 2-16,4-2 2 0,2 0 1 0,3-1 9 15,3-2 0-15,2 2 3 0,2-4-2 0,6-1-7 16,-1 0-8-16,3-2-5 0,1-1-3 0,1-1 5 16,1 0-3-16,-1-3 4 0,-2 1-2 15,-1 1 0-15,-5 0 6 0,-5-1-12 0,-1 1 5 16,-3 1-2-16,-6-1 7 0,-4 0 8 0,-4-1 8 15,-4-1 9-15,-7 1 8 0,-4-2 7 0,-1 0-9 16,-3-1 4-16,-2 1-13 0,0-3 5 0,-3 0 1 16,0 0-3-16,0 0 10 0,0 0-17 0,0 0-1 15,0 0-8-15,0 0-7 0,0 0 3 0,0 0 0 16,0 0-11-16,-9 0-2 0,9 0-10 0,0 0-26 16,0 0-28-16,-8 0-67 0,3 0-89 0,-1 0-104 15,2 0-93-15,-1 0-109 0,-2-9-237 0,2 9 126 16,-4-14 128-16</inkml:trace>
  <inkml:trace contextRef="#ctx0" brushRef="#br0" timeOffset="-2362">5019-142 3417 0,'-7'-6'20'0,"1"-1"-2"0,1 2 3 0,5-1 17 15,0 0-8-15,0-1 17 0,14 0-2 0,3 1-20 16,2-1-8-16,6-1-15 0,4-1-24 0,5 5-44 15,3-3-64-15,2 3-89 0,2-2-76 0,3 3-90 16,-1-1-183-16,-2 2-135 0,-5 0 99 0</inkml:trace>
  <inkml:trace contextRef="#ctx0" brushRef="#br0" timeOffset="-2212.46">5141 61 2461 0,'0'4'8'0,"12"-4"1"16,2 0 4-16,7 0-6 0,5 0-12 0,3 0-37 16,7-10-64-16,5-2-51 0,5 1-148 0,4-1-169 15,6-3-48-15,0 2 56 0</inkml:trace>
  <inkml:trace contextRef="#ctx0" brushRef="#br0" timeOffset="-1924">6356-326 2999 0,'11'-13'32'15,"-7"2"6"-15,-4 3 1 0,0 0 9 0,0 3-3 16,-15 5 17-16,-3 0 25 0,-1 0 21 0,-2 0-25 16,-3 13-12-16,-3-2-18 0,-2 6-28 0,-2 1-6 15,1 5-8-15,0 2-7 0,-1 6-1 0,2 0-2 16,4 1-3-16,2 1-5 0,5-2 5 0,1-2 3 16,6-1 3-16,4-3 8 0,7 0 19 0,0-4 9 15,0-2 10-15,15-3 2 0,2-2-19 0,-1 0 4 16,2-6 3-16,2-2 15 0,3-2 19 0,-2-3-8 15,5-1-11-15,3 0-11 0,1 0-2 16,4-17 16-16,1 0 3 0,0-3 12 0,-1-1 2 16,0-3-11-16,-7-5 2 0,-1 0-8 0,-8-1-23 15,-4-4-13-15,-5 4-28 0,-3-2-49 0,-6 4-40 16,0 2-41-16,0 2-129 0,-17 0-82 0,-2 3-130 16,-4 1-104-16,-4 3-98 0,-7-2-139 0,-7 5 170 15</inkml:trace>
</inkml:ink>
</file>

<file path=ppt/ink/ink4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5:54.808"/>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73 391 1616 0,'-5'-6'26'0,"1"6"21"15,1-5 24-15,0 5 29 0,-2-4 11 0,-1 2 7 16,0 0 8-16,0-2-11 0,-2 2-12 16,4 2-10-16,-2-3-6 0,3 3 9 0,-2-2 2 0,1 0 10 15,2 2-6-15,-1-3-20 0,3 2-13 16,0 1-27-16,0 0-6 0,0 0 0 0,0-3 1 15,0 3 9-15,0-2 10 0,0 2-1 0,0 0-11 16,0 0-13-16,0-3-19 0,0 2-3 0,14-3-3 16,-1 1 0-16,3-1 3 0,0-1-9 0,4 2-1 15,1-4 1-15,2 3-3 0,1 1 4 0,4-1-2 16,1 0 0-16,1 2 2 0,2 0-1 0,4-3 3 16,5 2 3-16,6 0-7 0,2-1 6 15,7-1-5-15,5 1-4 0,6 1 5 0,4 0-5 0,4 0 3 16,4-1 4-16,1 2 0 0,2-1-5 15,2-1 4-15,1 2-3 0,-2-2 4 0,2 3 5 0,0-2-8 16,-1-2 3-16,-2 1-8 0,-2-3 2 16,1 0 5-16,-2 1-1 0,-2-2-1 0,1-1-2 15,-2-2 1-15,-1 3 0 0,0-3 2 0,-1 2 0 16,-1 1 3-16,-3 1-5 0,-3 0-2 0,-3 2 0 16,-2-1-3-16,-6 3 3 0,0 0 7 0,-6 1-4 15,-2 0 1-15,-4 1-2 0,-5 0-4 0,-1 1 5 16,-6 0 1-16,-2-3 0 0,-2 1 4 0,-6 2-2 15,0 0-3-15,-6-2 4 0,1 1-8 0,-3 1 5 16,-1 0 17-16,-2 0 4 0,-2-1 20 0,0 1 3 16,-1 0-12-16,2 0 5 0,-2 0-2 0,-3 0-4 15,1-4-3-15,-2 4-9 0,2-1-8 0,-1-1-3 16,1 1-5-16,-3 1-2 0,2 0-7 16,-1-2-2-16,1 2 5 0,-1-1-3 0,-1-1 1 15,2 2 2-15,-2 0-1 0,0 0 7 0,0 0 0 16,0 0 1-16,0 0-4 0,0 0 12 0,2 0 11 15,-1 0-4-15,1 0 17 0,-1 0-12 0,2 0-7 16,2 0 8-16,0 0-3 0,-1 0-4 0,4 0-9 16,-4 0 2-16,4 0-6 0,-2 0-4 0,-1 0 9 15,1-8-5-15,-2 8-3 0,-1-6 7 0,-1 6-1 16,1 0-4-16,-3 0 7 0,2 0-2 16,-4 0-3-16,1 0 6 0,-2 0-8 0,1 0 3 0,-1 0 4 15,0 0-10-15,0 0 5 0,0 0-4 16,0 0-3-16,0 0 7 0,0 0-6 0,0 0 0 15,0 0-1-15,0 0-3 0,0 0 6 0,0 0 0 16,0 0 1-16,0 0 0 0,0 0-5 0,0 0-15 16,0 0-6-16,0 0-26 0,-9 0-37 0,9-11-99 15,0 2-174-15,0 0-128 0,-10-5-163 0,-1 0-230 16,-1-8 182-16</inkml:trace>
</inkml:ink>
</file>

<file path=ppt/ink/ink4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6:44.870"/>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8171-1437 1545 0,'0'0'41'15,"-9"-4"40"-15,9 4 27 0,-9-2 27 0,3 0-22 16,1 0-18-16,5 0-5 0,-3-1-11 0,-1 0-2 16,2 3-5-16,-1-5-9 0,3 5-8 0,0-2-5 15,0 0-2-15,0-2-4 0,0 1 3 0,0 3 3 16,0-2 0-16,0 1 7 0,0 0 3 0,0-2 2 15,0 2 1-15,0 0-2 0,0-1-6 0,0 2-9 16,0-2 1-16,0 0-3 0,0 0-1 16,0 1-12-16,0-1-1 0,0 2-9 0,0-1 2 15,0-3 4-15,0 3-13 0,0 1 2 0,0 0-11 16,0 0 6-16,0 0-3 0,0 0 0 0,0 0-1 16,0 0-7-16,0 0 2 0,0 0-3 0,0 0 8 15,0 0-4-15,0 0-3 0,0 0 7 0,0 0-11 16,0 0 3-16,0 0 6 0,0 0-12 0,0 0 9 15,0 0 4-15,0 0-4 0,0 0 1 0,0 0-9 16,0 0 3-16,0 0-8 0,0 0 12 0,0 0 4 16,0 0-5-16,0 0 11 0,0 0-8 0,0 0 2 15,0 0 5-15,0 0 6 0,0 0 3 0,0 0 1 16,0 0-4-16,0 0 0 0,0 0-3 16,0 0 2-16,0 0 2 0,0 0-5 0,0 0 3 15,0 0-3-15,0 0-4 0,0 0 7 0,0 0-10 16,0 0 1-16,-11 0-12 0,11 0-3 0,-7 0-3 15,1 0 2-15,-3 0 10 0,-4 17-16 16,-2 3 22-16,-6 6-14 0,-5 2-2 0,-6 5 9 0,-4 3-12 16,-4 3 9-16,-1 2-3 0,2 0 5 0,-1-2 5 15,4 0-7-15,1-4 5 0,3-1-4 0,5-1-2 16,-1-3 5-16,6-1 2 0,0-7 1 0,6-1-6 16,-1-4 4-16,6-3 0 0,1-5-2 15,1-1 8-15,3-2 3 0,2-5-4 0,3 4 12 0,-1-5-7 16,2 0 5-16,0 0 0 0,0 0-5 15,0 0 0-15,0 0-6 0,0 0 4 0,0 0 1 16,11 0 9-16,3 0 6 0,-2 0 0 0,3-12-5 16,6 3-2-16,2 1-8 0,3-1-8 0,6-1 0 15,3-1-1-15,3 0-2 0,4 0-4 0,2 0 9 16,3 0-10-16,2-1 2 0,0-1 10 0,-1 5-5 16,-1-2 3-16,-4 3-6 0,-4 2-22 0,-5 0-35 15,-7 1-38-15,-4 3-62 0,-8-2-83 0,-4 1-93 16,-5 2-99-16,-2 0-227 0,-4 0-68 0,0 0 127 15</inkml:trace>
  <inkml:trace contextRef="#ctx0" brushRef="#br0" timeOffset="6325.96">7895-233 830 0,'0'0'32'15,"0"0"8"-15,0-3-2 0,0 3 6 0,0-4-33 16,0-1-3-16,0 3 6 0,0-1-9 0,0 1 3 16,0-2 0-16,0 2-5 0,0 0 10 0,0 0-3 15,9 1 0-15,-9-3 1 0,0 4-11 0,9 0 3 16,-9 0-11-16,7 0 11 0,-1 0 2 0,1 0-9 15,-3 0 10-15,2 0-8 0,-1 0 7 0,1 0 14 16,0 0-1-16,1 0 10 0,0 0-3 0,3 0-18 16,1 0 10-16,4 0-14 0,3 0 0 0,5 9 9 15,1-9-10-15,7 6-1 0,2-6-3 0,2 6 1 16,5 0-5-16,-1-1 11 0,2 1-8 16,0-2 5-16,0 4-1 0,2-3-5 0,-1 1 8 15,1 2-6-15,-2-2 1 0,-2 0 2 0,-1 0-5 16,0 2 2-16,-3-4 1 0,-3 3-4 0,-2-4 10 15,-4 1-2-15,-2-3-1 0,-5 2 1 0,-3-1-6 16,-2-1-2-16,-3-1 6 0,-4 3-7 0,-1-3 9 16,-3 0-6-16,0 1 6 0,0-1 10 0,-3 0-6 15,0 0 23-15,0 0-3 0,0 0-3 0,0 0-2 16,0 0-12-16,0 0-6 0,0 0-11 0,0 0 1 16,0 0-5-16,-9 0 1 0,-1 0 11 15,-1-10 0-15,-1 3 0 0,-5 7-1 0,-1-9 3 16,-5 3-1-16,-1-1-1 0,-4 2 5 0,-3-2-11 15,-1 3 2-15,-2-3 6 0,-1 3-7 0,-1-1 4 16,1 2 0-16,-1-2-3 0,-2 2 3 0,1-1 0 16,4 0-3-16,2 2 0 0,4 2 3 0,0-1 0 15,2-2 2-15,3 3-2 0,2 0-2 0,3 0 3 16,0 0 4-16,2 0 2 0,3 0 2 0,1 0 2 16,5 0 3-16,-1 0 12 0,4 0 10 0,0 0 7 15,0 0 1-15,1 0-7 0,2 0-13 0,-3 0-4 16,3 0-10-16,0 0-3 0,0 0 1 0,0 0-5 15,0 0 4-15,0 0-7 0,0 0 11 16,0 0 10-16,0 0 14 0,0 0 7 0,0 0 2 16,0 0-9-16,0 0-18 0,0 0-6 0,0 0-10 15,0 0-5-15,20-8 5 0,0 8-2 0,1 0 1 16,9 0-1-16,4 0-3 0,7 0 4 0,1 0 2 16,7 0-2-16,-1 0 1 0,2 0-1 0,1 0-5 15,-1 0 4-15,-6 7 4 0,-3-7-6 0,-3 0 4 16,-8 7 1-16,-3-7-5 0,-5 7 1 0,-7-7-5 15,-3 0-4-15,-6 0 2 0,-6 0 3 0,0 0 1 16,-12 0 2-16,-5 0-2 0,-4 0 0 0,-6 0-7 16,-7-10 8-16,-4 10-3 0,-7-9 3 0,-4 9 8 15,-3 0-7-15,1 0 2 0,-1 0-6 0,-1 0 7 16,6 0 1-16,3 10-2 0,6-10 24 16,8 9 6-16,5-9 6 0,7 4 6 0,4-4-18 15,7 0-14-15,4 0-5 0,0 0-3 0,3 0 3 16,0 0-1-16,0 0-2 0,0 0-1 0,0 0 1 15,0 0 3-15,0 7 2 0,10-7-2 0,1 3-1 16,-2-3 0-16,3 3-3 0,0-3 0 0,1 0 1 16,-3 0-5-16,-1 0 5 0,2 0 5 0,-3 0-9 15,-1 0 8-15,-2 0-20 0,1 0-43 0,0 0-45 16,4 0-75-16,1 0-137 0,3 0-116 0,1 0 52 16</inkml:trace>
</inkml:ink>
</file>

<file path=ppt/ink/ink4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6:43.836"/>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7775-1004 1874 0,'0'0'23'0,"-10"0"17"0,10 0 17 16,0 0 3-16,0 0-8 0,-6 0-12 0,6 0-7 15,0 0-2-15,0 0 0 0,0 0 7 0,0 0-3 16,0-10 11-16,0 3-9 0,0 0-9 16,0 1-10-16,10-2-7 0,-1 0-7 0,-2 4-3 15,1-4 6-15,-1 1-10 0,4 1 5 0,-2-1 1 16,2-2-6-16,2 3 5 0,1-4-1 0,1 1-3 15,2-2 0-15,4 2 2 0,-1-4-5 0,3 1 3 16,1 0 6-16,6-3-3 0,1 2 11 0,4-6-7 16,3 4 1-16,6-5-3 0,4-3-6 0,7-1 1 15,6-2-3-15,6-1-6 0,7-5-21 0,13-5-15 16,7-1-25-16,11-3-24 0,8-4-8 16,14-3-22-16,11-3 7 0,9 1 13 0,6-2 11 0,4 4 43 15,4-2 18-15,-5 3 18 0,2 1 17 16,-6 5-13-16,-8 0-7 0,-4 5-15 0,-9 3-3 15,-8 1 3-15,-8 3 0 0,-10 6 2 0,-12 0 8 16,-11 5 0-16,-14 0 18 0,-13 7 25 0,-13 1 15 16,-12 2 18-16,-11 1-9 0,-7 2 24 0,-12 1-14 15,0 2-12-15,0 0 0 0,0-1-32 0,-12-1-13 16,1 4-15-16,-3 0-19 0,2 0-41 0,-3 0-35 16,0 0-105-16,-3 0-107 0,-1 0-17 0,0 0 46 15</inkml:trace>
</inkml:ink>
</file>

<file path=ppt/ink/ink4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6:18.113"/>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6740-175 1623 0,'-13'0'15'0,"1"0"10"0,-2 0 11 0,0 0-3 16,1 0-18-16,-4 0-3 0,0 0 4 0,-1 0 16 0,0 0 12 15,-1 0 11-15,-2 0 3 0,3 0 11 16,0 0 19-16,-2 0 19 0,2 0 21 0,0 0 10 16,4 0 9-16,0 0-5 0,4 0-8 0,-1 0-10 15,3 0-16-15,2 0-18 0,3 0-15 0,0 0-17 16,2 0 0-16,-1 0-3 0,2 0-12 0,0 0-1 15,0 0-19-15,0 0-13 0,0 0 7 0,0 0-9 16,0 0-10-16,0 0 9 0,0 0-14 0,0 0-3 16,0 0 12-16,0 0-14 0,0 0 1 15,0 0 11-15,0 0-7 0,0 0 1 0,0 0 1 0,0 0-2 16,0 0 11-16,0 0 1 0,0 0-2 16,11 6-8-16,-2-2 3 0,2 0 7 0,1-1-2 15,3 2 7-15,2 0-10 0,2 0-8 0,4-2 13 16,4 2-15-16,1-2 7 0,2 3 5 0,5-3-11 15,3 0 19-15,5 2-8 0,4 0-2 0,-2-1 1 16,4 2-1-16,1-1 6 0,5-2-3 0,-1 3 2 16,1-2-3-16,1 3-2 0,-1 0 1 0,6-6 3 15,-2 4-4-15,2-2-9 0,1 0 4 0,0-2-9 16,2 1 0-16,-2-2 5 0,0 0-1 0,4 2 4 16,-1-2 10-16,0 0 5 0,2 0-3 0,1 0 3 15,-1 0-7-15,2 0-4 0,-3 1 3 16,1-1-5-16,0 1-2 0,-5 1 8 0,1-2-4 15,-4 2 0-15,-1-2-2 0,-5 3-11 0,-5-1-7 16,-1-1 5-16,-6 0 6 0,-4 1 2 0,-2-2 18 16,-5 0-6-16,-2 2-3 0,-6 1 0 0,1-3-3 15,-6 0 11-15,-1 0-6 0,-3 0 8 0,-4 0 3 16,0 0-10-16,-5 0 8 0,1 0-5 0,-4 0-2 16,-1 0 5-16,0 0 9 0,0 0 10 0,0 0 0 15,0 0-3-15,0 0-3 0,0 0-10 0,0 0-7 16,0 0-3-16,-9 0-4 0,2 0-4 0,-1 0 3 15,1 0 5-15,-1 0-2 0,-4-9-8 0,1 9-52 16,-4 0-3-16,-5 0-3 0,-2 0 5 0,-6-7 49 16,-5 7 2-16,-5 0 0 0,-6 0 5 15,-6 0 2-15,-4 0 1 0,-3 0 2 0,-2 0 1 16,-4 0-7-16,-1 0 8 0,1 0 5 0,-1 0-2 16,2 0 4-16,-1 0-2 0,3 0 0 0,3 9 13 15,1-9-79-15,0 10 34 0,1-3-8 0,1 0-16 16,-2-1 92-16,-2-1-29 0,2-1 16 0,-4 0 13 15,3 1-8-15,-1 0-8 0,2 0-15 0,1-2-1 16,3 1-3-16,2 0-10 0,3-1 1 0,3-2 3 16,2 4 1-16,2-3 3 0,5 2-4 0,3-4-1 15,2 5 1-15,1-4 14 0,6 2 10 0,2-3-2 16,3 0-2-16,1 0-9 0,5 0-1 0,3 0-7 16,3 0 5-16,1 0-6 0,2 0-1 15,2 0 0-15,-1 0-1 0,2 0 1 0,0 0-3 16,0 0-7-16,0 0 4 0,0 0 0 0,0 0 3 15,0 0-4-15,0 0-1 0,0 0-7 0,0 0 2 16,0 0 10-16,0 0-7 0,8 0 12 0,-8 0-6 16,12 0 6-16,0 0-2 0,5 0 1 0,1 0-3 15,6 0 1-15,7 0-2 0,7 0-5 0,9-9 4 16,4-2-11-16,7 0 14 0,6 2 3 0,7-1-9 16,4 2-37-16,4-2-24 0,0 0-3 0,0 3 9 15,0 1 46-15,3 2 19 0,-3-3 1 16,0 3 2-16,3-1-11 0,-2-1 0 0,1 1 5 15,1-1-9-15,0-3 8 0,1 3-3 0,-2-1-2 16,-2-1 5-16,-2 4-1 0,-4-2 1 0,-2-1-5 16,-5 4-2-16,-6 3-2 0,-5 0-1 0,-6 0 12 15,-5 0-6-15,-9 0 6 0,-5 0 4 0,-7 0 5 16,-5 10 30-16,-3-10 14 0,-7 0 12 0,-4 8-20 16,-4-8-18-16,0 0-19 0,0 6-9 0,0-6 4 15,0 0-20-15,-13 0-71 0,0 0-147 0,3 0-188 16,1 0-423-16,0 0 16 0,-4-16 143 0</inkml:trace>
</inkml:ink>
</file>

<file path=ppt/ink/ink4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6:16.602"/>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224 267 1561 0,'-11'6'27'0,"-1"2"19"0,1-3 23 15,1-3 23-15,-3 3-10 0,1-3 0 0,0-2-6 16,-2 2-5-16,1 0 14 0,-1-2 6 0,0 1 11 16,1-1 14-16,-1 1 2 0,0 1 10 15,4-1-3-15,1-1-14 0,1 2-17 0,1-2-26 0,0 0-18 16,4 2-14-16,0-2-16 0,3 2-11 15,-3-2-13-15,3 0-2 0,0 0 0 0,0 0 0 16,0 0 2-16,0 0 1 0,12 0-2 0,-1 0 8 16,1 0 2-16,3 0-6 0,5 0 5 0,3-10 4 15,4-1 4-15,2 3 3 0,5 0 2 0,4 2-9 16,3-4-6-16,1 2 6 0,5-2-1 0,3 1-6 16,5 0 5-16,4-2-4 0,3 0-2 0,7 1 7 15,4 2-3-15,6-3 4 0,4 2-11 0,2 0 2 16,3 1-2-16,2-2-4 0,0 2 6 0,-2 2 5 15,-2 2 10-15,1 1-5 0,-2 1 4 16,-2 2-13-16,1 0-4 0,-1 0-1 0,1 0 4 0,1 0 7 16,-2 0-8-16,1 9 9 0,0-9-10 15,-4 0 11-15,1 0-3 0,-3 0-10 0,-2 0 10 16,-4 0-10-16,-4 0 9 0,-3 0-1 0,-5 0 0 16,-6 0-6-16,-4 0-4 0,-4 0 2 0,-6 0-1 15,-7 0-1-15,-4 0 0 0,-5 0 7 0,-7 0 0 16,-4 0 8-16,-2 0 1 0,-6 0 2 0,-2 0 1 15,-3 0 7-15,0 0 3 0,0 0-2 0,0 0 7 16,0 0-6-16,0 0 3 0,0 0-3 0,-12 0-10 16,1 0-4-16,-1 0-9 15,-2 0-1-15,-3 0-5 0,-5 0-2 0,-6 0-3 0,-4 0-4 0,-7 0-1 16,-8 0-6-16,-8 14 3 0,-4-4 0 16,-6 2 0-16,-8-1 9 0,-6 3 0 0,-5-6 8 15,2 5 7-15,-4-2-46 0,-2-1 3 0,-4-1-7 16,1 0 25-16,0-1 119 0,3-3-9 0,3 1 25 15,0-3-40-15,1 1-74 0,1-2 8 0,1 0-16 16,1 0 14-16,1-2-4 0,-5 0-1 0,1 2 8 16,1 4 9-16,-2-6 20 0,3 7 20 0,3-2-2 15,1 1 4-15,8-1 5 0,5 1 4 0,7-2 19 16,8 1-4-16,9-1-23 0,8 1-25 0,9-5-29 16,5 4-10-16,7-2 2 0,6-2-5 15,6 0 7-15,0 0-3 0,0 0-4 0,0 0 20 0,14 0-14 16,0 0 2-16,2-11 7 0,7 11-13 15,4-13 10-15,8 3-4 0,8-2-3 0,5-1 0 16,9 1-4-16,5-4 6 0,6 1 3 0,8 0-1 16,3 0 0-16,5 0-3 0,-1-2-5 0,5 3 4 15,2-1 3-15,-1 2-3 0,4 1 7 0,1-2-14 16,-1 3-12-16,1 0-19 0,3-1-29 0,2-1-19 16,3 4-48-16,-4-2-48 0,3 2-105 0,-1 1-100 15,-3-1-104-15,0 5-321 0,-1 0 115 0,-6 2 128 16</inkml:trace>
</inkml:ink>
</file>

<file path=ppt/ink/ink4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7:58.987"/>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49 4835 1717 0,'-6'6'6'0,"-2"-6"8"0,0 6-3 16,2-6 2-16,2 7-1 0,-2-2 1 16,3-5 15-16,-2 0 2 0,4 0 5 0,-1 0-1 15,1 0-3-15,1 0 1 0,0 0-6 0,0 0-2 16,0 0-10-16,0 0-7 0,0 0-3 0,0 0-7 16,0 0-4-16,0 0 3 0,0 0 5 0,9 0-2 15,0 0 5-15,-2 0 3 0,-1 0-12 0,4-12 5 16,0 12 3-16,2 0-9 0,2-10 12 0,1 10-4 15,2-11-6-15,0 3 9 0,2 0-9 0,0-1-1 16,2-1 9-16,2 2-13 0,-1-3 11 0,3-4 6 16,1-2-7-16,2-3 7 0,3-1 5 15,2-6-6-15,4-2-3 0,2-2 10 0,4-1-17 16,2-5 0-16,7 1 4 0,3-4-10 0,1-1 6 16,4-2 1-16,4 0-2 0,2-4 9 0,2 1-4 15,2-4 3-15,1-2 2 0,2-1-10 0,3-1 3 16,1-4-7-16,7-4-2 0,2 0 6 0,4-3 1 15,7-1 7-15,2-1 8 0,6-2-1 0,3-1-7 16,-1 1 0-16,6 1-4 0,1-2-1 0,3 0 7 16,0-1-4-16,6 0-1 0,1-3-2 0,5-1-3 15,3-2-8-15,4-4 5 0,5-4 5 0,0-1 5 16,2-6 8-16,0-2-5 0,7-5-10 0,-1-1-7 16,3 0 7-16,-4 1 2 0,4 0 5 15,-3 1 0-15,3-2-8 0,-5 4 5 0,2-1-3 16,-3 0 7-16,-2 0 0 0,2-4-1 0,-3 2 0 15,-2-2-1-15,-3 7 9 0,-3 3 0 0,-2 3 6 16,-7 5-1-16,-5 6-8 0,2 8-1 0,-8 3-11 16,-2 8 5-16,-5 0-7 0,-7 6 3 0,-3 4 11 15,-9 3-13-15,-7 5 2 0,-10 2-4 0,-9 3 15 16,-8 5-7-16,-8 6 7 0,-10 4 2 0,-10 5-20 16,-7 5 17-16,-7 1-5 0,-4 6-8 15,-5 3-3-15,-4 0-32 0,0 0-40 0,0 0-77 0,0 0-233 16,0 0-113-16,0 0 47 0</inkml:trace>
</inkml:ink>
</file>

<file path=ppt/ink/ink4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7:59.997"/>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116 3528 1886 0,'-11'3'7'0,"-1"-3"17"0,3 1 0 16,-2 2 9-16,2-1-13 0,0 0-16 0,0 0-1 0,0 1-11 16,1-1 15-16,1 1-13 0,1 0 3 15,0 1 9-15,3-1-6 0,0 0 9 0,1 0 0 16,1-3-5-16,-1 2 2 0,2-1 2 0,0 0 5 16,0-1-1-16,0 0 10 0,0 0 4 0,0 0-7 15,15 0 1-15,0 0-10 0,2 0 2 0,1 0-1 16,7-13 4-16,3 1-5 0,4-4-4 0,8-4 3 15,4-4-8-15,8-8 4 0,4-4 2 0,8-5-5 16,7-5 1-16,8-5-2 0,9-3-2 0,8-6 2 16,5-2 2-16,10-6 6 0,6-4-7 0,9-3 6 15,6-4-4-15,8-3-7 0,10-2 10 0,7-2-4 16,10-4-2-16,5-2-4 0,7-5-8 16,9-2 1-16,9-5 14 0,7-3-4 0,1-5 10 0,3 0-6 15,3-2-9-15,3 4 4 0,-1 0-11 16,-2 1-8-16,-3 8-5 0,-4 4-10 0,-13 6-9 15,-3 4 0-15,-9 8-25 0,-8 0-12 0,-12 11-23 16,-7 3-21-16,-11 5-13 0,-12 6-26 0,-10 6-20 16,-10 2 0-16,-13 5 56 0,-10 4 32 0,-10 3 76 15,-10 0 38-15,-10 5 27 0,-6 2 70 0,-9 2 25 16,-8 4 42-16,-2 2-11 0,-9 3-18 0,-5 0-28 16,-5 4-32-16,-3 1-24 0,-3-1-37 15,-1 0-13-15,-3 4-17 0,-2-3-7 0,0 2 12 0,0 1-13 16,0-2-21-16,0 2-60 0,0-1-186 15,-13-1-209-15,3 4 22 0</inkml:trace>
</inkml:ink>
</file>

<file path=ppt/ink/ink4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01.433"/>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219 1034 1334 0,'-10'0'13'0,"-2"6"3"0,4-6 10 0,-1 0 14 16,0 5 11-16,-2-2 2 0,5-3 4 15,-3 3-5-15,1-3-11 0,-1 2-5 0,2 0-8 16,1-2-15-16,1 5-12 0,-4 1-3 0,6 1-4 16,-2 2 6-16,-1-3-2 0,3 3 5 0,0-1-5 15,2 3-2-15,-2-3-2 0,0 1 6 0,3-2 3 16,-2 1 2-16,2 1 23 0,-1-2 8 16,-1-3 14-16,2 0 9 0,-1-4 1 0,1 2-15 0,0 0-3 15,-3-2-8-15,3 0-16 0,0 5-2 0,-2-5-7 16,0 0-9-16,1 2-2 0,-2-2 0 0,-2 0 2 15,1 2 0-15,1-2 2 0,-5 4-4 0,4-4-3 16,-4 4 14-16,3 1-8 0,1-5 4 0,1 0-2 16,-2 3-3-16,2-3 28 0,2 0 21 15,-2 0 24-15,1 0 15 0,2 0 3 0,0 0-11 16,0 0-11-16,0 0-19 0,0 0-29 0,0 0-10 16,0 0-11-16,0 0 0 0,0-9 6 0,9 9-8 15,-1 0 3-15,0-8-1 0,-1 8-4 0,2-6 10 16,-1 0 5-16,5-2-4 0,3 1 2 0,0-4-3 15,6-4-10-15,3-2 5 0,6-5-5 0,2-4-2 16,8-4 1-16,6-6-1 0,8-5 13 0,6-6-9 16,10-4 3-16,7-4 4 0,5-4-16 0,7-2 11 15,4-4 1-15,3 2-3 0,0 0 7 0,0-1-4 16,-1 1-10-16,-6 5 4 0,-4 2 0 16,-7 8 10-16,-6 3 2 0,-8 4-9 0,-4 6 3 0,-11 9-9 15,-6 4 8-15,-9 6 14 0,-7 4 10 16,-7 3 18-16,-10 9 11 0,-4 0-9 0,-7 0-8 15,0 0-23-15,0 0-13 0,0 0 3 0,-10 0-8 16,-1 11 5-16,0-4 0 0,1-7-25 0,-4 13-20 16,0-4-29-16,-1 1-51 0,-2-1-26 0,-2 0-41 15,0 0-27-15,0-1-77 0,0-2-215 0,1 5 11 16,-1-3 61-16</inkml:trace>
</inkml:ink>
</file>

<file path=ppt/ink/ink4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10.422"/>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1482 4918 1491 0,'-34'28'11'0,"-2"-2"-1"0,1-2 6 0,2-2 26 16,-1-1 1-16,1-1 26 0,-2 0 21 0,3-1 3 16,0-1 11-16,0-4 1 0,3 2 13 0,0-4-3 15,2 4-9-15,1-4-12 0,4 0-17 0,2-5-6 16,2 0 3-16,4 2-5 0,0-2-11 0,5-3-14 15,3 1-16-15,1-2-2 0,2-1-8 0,2 1 4 16,1-3-7-16,0 0-5 0,0 0 4 0,0 0-11 16,0 0 0-16,0 0 5 0,0 0-5 15,11 0-1-15,-2-11 4 0,0 11-2 0,4-13 1 16,1 2 1-16,4-1 1 0,2-2-2 0,4-1 2 16,4-3 4-16,2-3-1 0,4 1 3 0,3-5-3 15,3-1 2-15,4-3-1 0,2-1-3 0,4-1-5 16,3-3-6-16,2-2 5 0,2 1-1 0,4-4-5 15,3 2 4-15,0-1-1 0,-1-3-2 0,3 1 18 16,-1-3-7-16,2 0 6 0,0-1-1 0,-4 0-9 16,3 0 2-16,-3 1-15 0,3-2 3 0,-4 0-2 15,-1-1-3-15,-2 1 10 0,0 0-2 0,0-1 7 16,-2 3 2-16,-1 2 1 0,0-1-6 0,-1 2-12 16,1 3 14-16,-1 1-3 0,-2 1-1 15,1 2 12-15,0-1-9 0,-3 1-5 0,-1 4 5 16,0-1-3-16,-2 3 0 0,-3 1-12 0,1 0 19 15,-7 3 0-15,1 0-11 0,-4 2 17 0,-3 2-12 16,1-1-3-16,-4 1 1 0,-1 1 6 0,-3-1-8 16,1-1 2-16,2-1-4 0,-3 1 5 0,1 0 1 15,-1-1 1-15,1 0 14 0,-4 1-16 0,3 0 0 16,-3 0 3-16,1 2-1 0,-4-2 8 0,0 2-3 16,-1 0-10-16,1 2 8 0,-3 2-10 0,3 1 7 15,-4-1 7-15,-1 1-8 0,2 3-7 16,0-1 11-16,0-2-4 0,2 0-11 0,-2-2 18 0,3 0-12 15,-1-2 7-15,1-3 11 0,3 0-15 16,1 1 4-16,2-3-7 0,3 1 7 0,-2 1 9 16,2-4-4-16,-5 6 5 0,8-5-12 0,-4 2-4 15,4 1 3-15,-2 0-4 0,3-1-1 0,1 3 10 16,2-2-5-16,2 0 2 0,-1 2 2 0,4 0-2 16,-5 0-2-16,4-1-4 0,-2 3 2 0,-2-2-2 15,0 1 10-15,-5 1 4 0,2 0-2 0,-1-1-1 16,-2 2-12-16,1-2 3 0,-2 1 1 0,-2-1-5 15,5 2 10-15,-2-2-1 0,-1-1 0 0,5 0 10 16,-1 0-12-16,0 0-5 0,4-2 9 16,-2 0-9-16,4 0 7 0,-2 0 5 0,2 1-6 0,-2-2-4 15,2 1-2-15,-2 1 0 0,-4 0 2 16,0 1 6-16,1-1 5 0,-5 1-6 0,4 1-7 16,-4 1 6-16,1 0-5 0,2 0-1 0,-1 0 16 15,-1 0-11-15,5-1-1 0,-2 1-5 0,1-1-3 16,-1-2 8-16,4-3 11 0,-1 4-1 0,0 0-4 15,1 0 6-15,-2-1-21 0,-2 4 11 0,1-3 0 16,1 1-8-16,-3 0 14 0,-1-1-11 0,3 1 1 16,-5 2-3-16,1-1 3 0,-1-1 11 0,-2 3-2 15,-4 1 3-15,3-1-4 0,-3 2-4 0,-4 1-2 16,1 1-6-16,0 1 10 0,-2-2 0 0,0 0-3 16,2-1 7-16,0 0-7 0,1-1-1 15,2-2 6-15,0-3-5 0,2 1 1 0,3 0-6 16,1 0 3-16,-2 0 1 0,3-1-2 0,-1 1 4 15,5 0 0-15,-3 0-6 0,3-1 10 16,-4 3-4-16,4-2 0 0,-2 2-2 0,1-1-7 0,0 1 6 16,-1 1-2-16,-1-2 8 0,1 3-4 0,-5 0 1 15,3-1-1-15,-4 2 1 0,1-3 0 0,-2 2-3 16,-1-1 1-16,0 2-2 0,-1-1 5 0,-3-1 3 16,1-2-9-16,0 0 8 0,1 0 1 15,-1-1-7-15,3-3 12 0,-3-2-11 0,4 1-7 0,-2-3 4 16,2-2 2-16,3 0 0 0,2-4 3 15,2 2-3-15,3-1 1 0,3 0 0 0,1 0 2 16,1-3 1-16,-1 4-1 0,1 0 2 0,1 1-2 16,-2 0-8-16,1 0-4 0,-4 2 13 0,2 0 2 15,-1-1 12-15,-1 3-7 0,-3-1-11 0,1 3-5 16,-2-1 8-16,-2 0 3 0,-1 4 3 0,-2-4 1 16,-2 4-12-16,-3-1 6 0,0 1-6 0,-6 1 7 15,1 1 3-15,-2 0 5 0,2 1-1 0,-2-2-2 16,2 1-1-16,1-1-12 0,2-3 4 0,3 1 4 15,-1 0 0-15,3-2 1 0,-1 0 1 0,0 0-5 16,-1 3 2-16,0 3-2 0,-2-2 3 16,-3 2-1-16,-1 6-5 0,-3-1 3 0,-2 1 3 15,-1 2 1-15,-2-1 14 0,-3 5 14 0,-2-2 12 16,-1 2 0-16,-1 3-3 0,-1-1-7 0,-1-1-8 16,0 2 0-16,0 0 0 0,0 0-6 0,0 0-3 15,0 0 0-15,0 0-8 0,0 0-4 0,0 0-3 16,0 0-1-16,0 0 8 0,0 0-7 0,0 0 0 15,0 0-7-15,0 0 4 0,0 0 1 0,0 0 7 16,0 0-1-16,0 0-9 0,0 0 14 0,0 0-9 16,0 0 9-16,0 0 7 0,0 0-4 0,0 0-1 15,0 0-1-15,0 0-14 0,0 0 3 0,0 0 3 16,-9 0-3-16,9 0 7 0,-7 0-18 0,-2 11 2 16,1-5 5-16,-1 1 1 0,-2 3 9 15,-1 1 5-15,-3 1-7 0,-2 1-1 0,-4 6-5 16,-2 1-4-16,-4 1 14 0,-1 3-16 0,-3 0 11 15,-1 0-10-15,-2 2-9 0,1 2 14 0,-1-4-8 16,1 1 5-16,1 4 4 0,-1-3-4 0,1 3-2 16,-3-1-7-16,0 0-7 0,-1 4 5 0,-4-2-5 15,1-1 10-15,-4-1-2 0,-1 4-5 0,-2 1 10 16,1 0 6-16,-4 2-2 0,4-5 2 0,-2 5-7 16,1-3-7-16,2 0-10 0,1-2-6 15,1 1 5-15,4-4-17 0,0 0 3 0,-1 1-7 0,2 0-2 16,1 0 16-16,-4-3 9 0,1 0 10 15,1-1 1-15,0 2-6 0,-2-1 4 0,2-3-3 16,0 3 13-16,2-2 1 0,-4 0-3 0,4 0 2 16,-4-1-3-16,7 0 7 0,-3-2 0 0,1 2 0 15,0-2 2-15,0 1-11 0,4 0 2 0,4-1 5 16,0 0-13-16,-1-2 8 0,3 2-7 0,0-1-1 16,-1-1 7-16,5 0-7 0,-3 0 6 0,-3 4-4 15,4-3-1-15,0-1-5 0,-1-1-7 0,-2 2-6 16,3 1-9-16,3-2 16 0,-1 1 0 0,0-4-12 15,1 4 13-15,0-2-23 0,2 1-13 0,0-1 15 16,0-2-9-16,-1-2 6 0,3 2 17 0,-1-2-12 16,0 0-9-16,1 1 1 0,-1-1-4 15,0-1 14-15,-1 1 17 0,1 3 12 0,-1-4 0 16,0 2 15-16,-2 0-6 0,2-1 4 0,-2-1 0 16,0-1-12-16,-1 1 10 0,1 0-1 0,-1-1 3 15,-2 1 2-15,4 1-2 0,-4-1-3 0,0 4 5 16,3-5-3-16,-2 2 1 0,-3 2 0 0,2-2-8 15,1 0 8-15,-1 1-3 0,0 0 5 0,-1 3 1 16,-2-4-3-16,2 3 2 0,-2 1-9 0,-3-3 5 16,5 4 1-16,-5-2-1 0,3 0 8 0,-1-1-1 15,-1 0 2-15,0-1-3 0,5-2-2 0,-3 1 4 16,2 0-6-16,-2-2 3 0,1 2 3 16,0-2-4-16,2 2 8 0,-3-3-5 0,5 3 7 15,-5 1 1-15,3-2-1 0,0 1 10 0,1-1-14 16,0 2 2-16,0 0-3 0,2-2-5 0,-3 2 5 15,3-2-4-15,-2 2 1 0,2-1-3 0,-3 1 2 16,2 0-2-16,-2 0 3 0,0-1 5 0,-3 2-8 16,4 1 7-16,-3-1 8 0,-1 0-6 0,1 0-3 15,-3 1 1-15,3 0-15 0,-6 2 1 0,5-6 6 16,-1 6-9-16,-2-2 14 0,3 0 7 0,-4-1-7 16,1 1 1-16,2-1-7 0,-2 2-7 15,-1-1 6-15,-1 2 3 0,2 0-1 0,-1-2-1 0,1 1-2 16,-1 1-3-16,4-3 3 0,-1 0 13 15,-2-2 2-15,1 1-1 0,-1 1 16 0,2 0-8 16,1 0 3-16,-3 1 2 0,2 0-20 0,1 2 4 16,1 0-7-16,0 2 7 0,-1-2-3 0,2 2-1 15,-2 1 4-15,3-3-8 0,-4 3-1 0,1-2 4 16,1 3-1-16,-6 1 0 0,2 0 12 0,-1 1 4 16,0 1 2-16,-2-1 16 0,-2 2-9 0,2 1-11 15,-1-1-6-15,0 1-8 0,-1-1 0 0,1-1 4 16,-4 2-4-16,1-2 0 0,1 2 0 0,-2 1-2 15,-2-1 5-15,-4 2-8 0,-1 1 0 0,-1 5-2 16,-2 0 2-16,-2 1-1 0,-4 3 3 0,1 0 6 16,-2 4 5-16,1 0 21 0,-2-2-2 15,2 5 4-15,-3-2 3 0,2 0-5 0,-2 0-8 16,0 1-5-16,1-2-16 0,-1 1-7 0,0-2 12 16,-2-1-2-16,2 1 33 0,-2 0 3 0,1-4-1 15,2-2 1-15,-1-1-18 0,3 0 13 0,-1-6 16 16,4 1 17-16,5 1-4 0,-5-7-8 0,6 2-19 15,3 0-23-15,1-2-6 0,-2-1-5 0,4 1 2 16,1-2 8-16,2 2 5 0,3-2-5 0,0-1 5 16,2 1-1-16,0 0 4 0,2-2 23 0,1-2-12 15,4-1 5-15,0-2-6 0,2 2-35 0,1-2 9 16,2 1-16-16,-2 1 6 0,-2 3 3 0,-1 0-9 16,-1 3 17-16,-2 2-11 0,-5 2 3 0,0 5 10 15,-3 1-8-15,-4-1-7 0,-3 3 10 16,-3-1-1-16,-3 7-11 0,-3-1 31 0,0 2 4 15,-2-2 19-15,1-2 14 0,-1 4-19 0,3-3-4 16,1-1-11-16,5-3-8 0,1-5-2 0,2-2 1 16,5-2-9-16,3 0 6 0,2-5 0 0,1-1-17 15,5-3 19-15,3-2 5 0,-2-2-3 0,5-2 20 16,2 0-19-16,1-3-10 0,3-1 9 0,0-1-4 16,3 1-2-16,0-3-4 0,1 0-5 0,2-4 3 15,0 3-1-15,4-2 10 0,-2 0-2 0,1 0-7 16,1-1 0-16,-1 0-5 0,0 0-7 0,2 1 6 15,-2-1-8-15,0 3 8 0,-2-1 11 16,0-2-11-16,1 1 10 0,-4 3-10 0,2-3-5 16,0 2 2-16,-1-2 1 0,1 0-4 0,-1 2 8 15,1 0 1-15,2-1 2 0,-1-1 6 0,1 0-4 16,-1 1 4-16,2 0-2 0,0-2 4 0,0 3-6 16,0-3-5-16,1 0-1 0,1 1 1 0,-1-1 4 15,2 0 2-15,-1 0-9 0,1 0-5 0,0 0 3 16,0 0 7-16,0 0 5 0,-2 0-1 0,2 0-4 15,0 0-9-15,-1 0 6 0,-1 0-5 0,1 0-5 16,-2 0-18-16,-2 0-42 0,-1 0-72 0,-3 0-120 16,-3 14-136-16,-3-1-100 0,-2 0-110 0,-1 1-225 15,0 2 158-15</inkml:trace>
</inkml:ink>
</file>

<file path=ppt/ink/ink4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04.864"/>
    </inkml:context>
    <inkml:brush xml:id="br0">
      <inkml:brushProperty name="width" value="0.05833" units="cm"/>
      <inkml:brushProperty name="height" value="0.05833" units="cm"/>
      <inkml:brushProperty name="color" value="#177D36"/>
      <inkml:brushProperty name="fitToCurve" value="1"/>
    </inkml:brush>
  </inkml:definitions>
  <inkml:trace contextRef="#ctx0" brushRef="#br0">15 698 1364 0,'-5'5'27'0,"0"-5"12"0,2 0 9 0,2 0 8 16,-1 0-9-16,2 0-1 0,0 0-4 0,0 0-6 15,0 0-17-15,0 0-8 0,0 0-3 0,0 0-6 16,0 0-1-16,0 0-8 0,0 0 4 0,0 0-3 15,0 0 12-15,11 0 0 0,-5-10-10 0,0 10 15 16,0 0-17-16,2-10 4 0,-1 4 6 0,3 6-11 16,0-9 10-16,-1 5-3 0,2-4-4 0,0 3 5 15,-1 1-6-15,2-1 8 0,1 1-1 0,-1-1 10 16,1-1-12-16,3 0 6 0,-1-1 1 0,3 3-13 16,0-5 13-16,0 1-11 0,4-2 8 15,-3 0-8-15,3-1 7 0,-1-2-3 0,2 1 3 16,1-2 3-16,0 0-9 0,2 1 3 0,1 0-9 15,1-3 3-15,-1 1 10 0,3-2-2 0,-1 1-2 16,0-1 9-16,2 2-10 0,-3-1 1 0,4 0 0 16,-3-2 2-16,2 1 0 0,0 0 6 0,0-2 5 15,-1 2-6-15,1-1-4 0,-1-4 1 0,0 3-4 16,-1 0-10-16,0-1 17 0,-3 1-6 0,0 2-8 16,-2-1 11-16,-1 2-10 0,-4 2 1 0,1 3 6 15,-3-2-5-15,-2 4 6 0,-1-1-5 16,-2 2 3-16,-1 2 4 0,-2 0-4 0,-2 1 0 0,-1 0-4 15,2 0 7-15,-2 5-3 0,-1-4 12 16,-1 4-9-16,-1-3 1 0,-1 3 8 0,1 0 7 16,0-3 26-16,-3 3 11 0,0 0 5 0,0 0-8 15,0 0-5-15,0 0-12 0,0 0-15 0,0 0-9 16,0 0-9-16,0 0-8 0,0 0 5 0,0 0 0 16,0 0 0-16,0 0 0 0,0 0 3 0,0 0-9 15,0 0-10-15,0 0-9 0,0 0-39 0,0 0-60 16,0 0-127-16,-9 0-266 0,9 0 36 0</inkml:trace>
</inkml:ink>
</file>

<file path=ppt/ink/ink4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07.653"/>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235 661 1588 0,'-5'0'1'0,"1"0"16"0,-1 0 18 0,-1 0 14 0,-2 0 13 16,2 0-1-16,0 0-3 0,2 0 15 0,-2 0 1 15,1 10 5-15,2-10-5 0,0 0-7 0,0 0-3 16,2 0-9-16,-3 0-2 0,3 0-13 0,1 0-1 16,-2 0-6-16,2 0 3 0,0 0 6 15,0 0 3-15,0 0 6 0,0 0 3 0,0 0-7 16,0 0-6-16,0 0-9 0,0 0-8 0,0 0-1 15,0 0-2-15,0 0-3 0,0 0 0 0,0 0-8 16,0 0 6-16,0 0-9 0,0 0-6 0,0 0 2 16,0 0-12-16,0 0 6 0,0 0 6 0,0 0-8 15,0 0-2-15,0 0 3 0,0 0 2 0,0 0 3 16,0 0 3-16,0 0 2 0,8 0-3 0,-8 0-3 16,9-10 2-16,-1 10-2 0,-2-10-3 0,1 1 6 15,-1 3-12-15,2 1 6 0,1-3 11 0,0-1-9 16,2 1 11-16,1-2-8 0,2 0-3 15,1-2 12-15,2-2-5 0,-1 0 2 0,6-4-7 16,-1-1-4-16,3 0 8 0,2-1-5 0,3-2 9 16,1 0-3-16,5-2-9 0,-1-2 9 0,2 3-7 15,0-4-4-15,1 1 9 0,1-1-2 0,0 1 1 16,1 2-3-16,-2-3-9 0,1 2 5 0,-2 2-2 16,1 0 8-16,-2-3 2 0,1 1-5 0,0 0 1 15,1 0-2-15,1-1 7 0,-2 2 4 0,4-3-3 16,-2 1 7-16,3 0-11 0,0-2-1 0,0 0 1 15,0 2-5-15,1-2-1 0,-2 0 2 0,-1 1 6 16,1 1 0-16,-1 0 4 0,-1-1-6 16,-3 3-1-16,2-2-2 0,-4 2-1 0,-1 1 1 15,1 0 0-15,-7 0 2 0,-2 2 4 0,2 1-2 16,-4 3-3-16,-3 2-11 0,0-1 4 0,-1 3 8 16,0 0-3-16,-1 1 5 0,-4 1-6 0,1-2-9 15,0 2 11-15,1 0 0 0,-3 0 4 0,2 0 3 16,2-2-9-16,-2 2 5 0,-2-2 0 0,2 0 1 15,0-1 0-15,2 0 0 0,-2 2-7 0,0-1 3 16,1 2 1-16,-2-1 5 0,1 2 1 0,0-1-5 16,1 3-2-16,-3-5-5 0,2 4 1 0,-1-2 3 15,-2 3 6-15,3 2-1 0,-2-1 0 0,-1 0-4 16,1 0-1-16,-5 4-3 0,2 0 5 16,-1-2 1-16,-2 2 7 0,0-2-2 0,-3 5 6 15,0-2-6-15,-1 0-4 0,-1 2 9 0,-1 0-3 16,0 0-3-16,0 0 7 0,0 0-10 0,0 0-11 15,0 0-30-15,0 0-78 0,0 0-70 0,-12 0-78 16,4 0-46-16,-1 0-60 0,-1 13-172 0,-2 1 28 16,-2-1 85-16</inkml:trace>
</inkml:ink>
</file>

<file path=ppt/ink/ink4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11.156"/>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-1 808 1896 0,'0'-4'0'0,"0"2"4"15,0-1 3-15,0 3-3 0,0 0-3 0,0 0-9 16,0 0-3-16,0 0 9 0,0 12 2 0,0-2 10 16,0 1 1-16,10 0-1 0,2 4 14 0,2 0-6 15,3 2 1-15,0 1 4 0,2 0-3 0,1 0 15 16,0 0 10-16,0-3 6 0,-1-2 25 16,4-7 30-16,-3-2 51 0,-4-4 19 0,4 0-30 15,0-19-34-15,0-9-64 0,-1-9-38 0,9-8 2 16,-5-10-19-16,4-9 2 0,5-5-2 0,1-9-15 15,4 0-28-15,-1-2-40 0,4 3-31 0,-1 3-32 16,-2 5-22-16,2 6-35 0,-4 9-88 0,-2 7-256 16,-2 12 35-16,-8 7 76 0</inkml:trace>
</inkml:ink>
</file>

<file path=ppt/ink/ink4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10.675"/>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146 625 3411 0,'-23'15'-7'0,"-3"-7"-21"0,-1-8-69 15,0 0-66-15,10 0-46 0,2 0-10 0,4-15 75 16,11-3 61-16,0-7 49 0,19-10 19 0,5-7-23 16,9-10-20-16,11-7-35 15,9-10-44-15,11-7-95 0,8-6-272 0,8-4-6 0,8-3 57 0</inkml:trace>
</inkml:ink>
</file>

<file path=ppt/ink/ink4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11.784"/>
    </inkml:context>
    <inkml:brush xml:id="br0">
      <inkml:brushProperty name="width" value="0.05833" units="cm"/>
      <inkml:brushProperty name="height" value="0.05833" units="cm"/>
      <inkml:brushProperty name="color" value="#ED1C24"/>
      <inkml:brushProperty name="fitToCurve" value="1"/>
    </inkml:brush>
  </inkml:definitions>
  <inkml:trace contextRef="#ctx0" brushRef="#br0">0 510 2258 0,'0'-9'8'15,"0"3"4"-15,0 1-1 0,0 5 2 0,0 0-14 16,0 0-2-16,0 0-4 0,0 0-1 0,0 0 4 16,0 15 6-16,0 0 6 0,0 3 2 0,10-1-3 15,2 2 0-15,-1 3-5 0,3-1-2 0,1-3 5 16,2-1-4-16,-1-4 62 0,4 0 24 0,-3-6 35 16,3-7 18-16,-1 0-49 0,1 0-31 15,1-26-24-15,2 0-23 0,-3-8 2 0,1-3 3 0,0-7-4 16,2-2-5-16,-3-3-16 0,4 1 0 15,-4-1-5-15,-5 0 5 0,2 3-4 0,-1 2-33 16,-2 7-52-16,-5 0-52 0,2 6-63 0,-5 3-66 16,0 5-138-16,-3 4-176 0,0 7 74 0</inkml:trace>
</inkml:ink>
</file>

<file path=ppt/ink/ink4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21.476"/>
    </inkml:context>
    <inkml:brush xml:id="br0">
      <inkml:brushProperty name="width" value="0.33333" units="cm"/>
      <inkml:brushProperty name="height" value="0.66667" units="cm"/>
      <inkml:brushProperty name="color" value="#FFFF00"/>
      <inkml:brushProperty name="tip" value="rectangle"/>
      <inkml:brushProperty name="rasterOp" value="maskPen"/>
      <inkml:brushProperty name="fitToCurve" value="1"/>
    </inkml:brush>
  </inkml:definitions>
  <inkml:trace contextRef="#ctx0" brushRef="#br0">8 5245 1767 0,'-3'0'4'0,"-2"0"1"16,2 0-6-16,2 2 2 0,1-2-8 0,0 0-4 16,0 0 13-16,0 0-4 0,0 0 11 0,0 0 2 15,13 0-11-15,1 0 5 0,0 0-15 0,1 0 5 16,4 0 0-16,4-19 4 0,3 1 9 0,3-4-5 15,7-3-1-15,2-5 3 0,6-7-4 0,3-5-9 16,8-5 14-16,1-4-13 0,7-8-10 0,0-6 24 16,4-6-7-16,5-2 1 0,2-3 5 0,0-6-9 15,7-3 5-15,-1 3 2 0,2-2 3 0,3 4-1 16,-1 2-15-16,1 1-6 0,-1 2-4 0,-2 3-19 16,0 6 4-16,-10 1 2 0,0 5 6 15,-5 2 18-15,-7 7 5 0,-5 5 0 0,-2 5 3 16,-7 4 1-16,-10 7-8 0,-2 4 7 0,-10 7 6 15,-3 3-4-15,-4 4 3 0,-9 12-1 0,-8-9-8 16,0 9-1-16,0 0 5 0,0 0 9 0,-17 0-7 16,0 0 3-16,-6 0 3 0,-1 21-14 0,-5 1 12 15,-4-3-1-15,-7 3 2 0,-4 3 1 0,-7 2-6 16,-6 1 2-16,-2 4-10 0,-9 1 5 0,-4 1 0 16,-5 3 9-16,-3 0 13 0,-3 2 0 15,-3-2 12-15,1 1 3 0,-2-3-13 0,2 2 10 0,3-3-4 16,3-1-14-16,3-5 4 0,2 0-11 15,4 0-17-15,2-2 7 0,2-1-1 0,3-3 9 16,2 1 0-16,5-3 3 0,1 2-10 0,5-4 4 16,4-2 6-16,5-3-3 0,6-1 19 0,4-3-4 15,5-3 0-15,6-6-2 0,5 0-17 0,4 0-16 16,11 0 16-16,0 0-12 0,0-22 6 0,18-2 11 16,5 1-9-16,4-5 5 0,10-3 0 0,4-1 3 15,6-3-1-15,5-2-1 0,5 1 3 0,6-3-17 16,5-3 3-16,5 1 5 0,3-4-4 0,4-1 5 15,2 0 1-15,6-2-2 0,5 0-2 0,4-4 6 16,5 0-2-16,4-1-3 0,5-2 10 0,3 2-3 16,1-4-6-16,2-1 5 0,3 0-18 15,-3 2-4-15,3-2-14 0,0 1-9 0,2 1-13 0,-2 2 13 16,1 0 21-16,-2 4-4 0,-4 4 29 16,-6 0-13-16,-7 7-3 0,-6 1 7 0,-10 4 0 15,-10 4 7-15,-7 4 10 0,-10 4-7 0,-12 5-5 16,-4 4 2-16,-13 4-23 0,-7 5 1 0,-10 4-33 15,-13 0-15-15,0 0-16 0,-13 23-5 0,-13 2 23 16,-4 1 11-16,-10 6 26 0,-7 5 23 0,-9 4 26 16,-6 1 4-16,-8 7 26 0,-5 2 3 0,-4 7 5 15,-7 1 6-15,-10 5-5 0,0 8 6 0,-4 2-15 16,-2 2 4-16,1 6-21 0,-3-2-18 0,4-1-13 16,3 3-5-16,-2-4-1 0,4-2 9 15,-1-2 4-15,3-5-1 0,2-4 18 0,5-5 24 16,2-4 8-16,4-4 4 0,7-7-10 0,6-8-16 15,9-7 16-15,9-4-6 0,8-8-12 0,8-6-12 16,9-3-22-16,12-9-2 0,12 0 4 0,0 0 1 16,12-26 0-16,12-2-4 0,9-9 0 0,12-4-4 15,8-11 8-15,10-6-3 0,10-6 3 0,8-7 3 16,10-5-9-16,3-5 5 0,8-3 1 0,6-5 2 16,3-4-1-16,7-1 2 0,5-2 4 15,8 0-10-15,5-2 5 0,7 3 9 0,4-1-17 0,5 2 4 16,3-1-3-16,3-1-15 0,5 1 15 15,-2 0-2-15,1 2 12 0,-4 0-6 0,-2 1-2 16,-2 0 0-16,-8 5-5 0,-5 4 12 0,-7 1-7 16,-7 6 6-16,-8 4-8 0,-7 4 0 0,-9 7 2 15,-7 7-5-15,-5 6 6 0,-14 8-2 0,-11 5 2 16,-7 8 4-16,-12 4-3 0,-10 9 5 0,-12 3 4 16,-8 6-4-16,-17 5 4 0,0 0-7 0,0 0-8 15,-14 18 12-15,-5 0-4 0,-10 1 0 0,-8 4 5 16,-5 3-12-16,-8 5-1 0,-6 3 0 0,-7 0-4 15,-10 10 10-15,-3 2-8 0,-4 7 8 0,-8 5 10 16,-8 3-11-16,-3 8 11 0,-4 3-1 16,-5 7-8-16,-7-1 11 0,0 0-7 0,-2 2 1 15,-2-2-8-15,1-2-2 0,2-2 8 0,1-3-6 0,9-6-3 16,1-1-2-16,9-6-5 0,6-5-2 16,4-5 15-16,8-3-10 0,9-5 11 0,3-7 2 15,10-5-7-15,9-10 11 0,11 1-13 0,4-8 3 16,10-6-6-16,13-5 0 0,9 0 1 0,0 0 2 15,23-24 4-15,9-4 3 0,12-2 1 0,12-9-5 16,9-6 5-16,11-6-7 0,11-6-2 0,9-8-5 16,13-4 1-16,9-7-5 0,10-6 1 0,9-4 5 15,7-7 3-15,2-5-3 0,9-3-4 0,0-5-5 16,7-4-16-16,-1 3-6 0,2-3 4 0,1 3 4 16,-5 1 5-16,-1 0 18 0,-3 6 0 15,-6 4 8-15,-8 5-3 0,-6 6-1 0,-9 7 0 16,-10 9-2-16,-10 10 11 0,-10 11-3 0,-11 10 6 15,-12 9-12-15,-14 8-1 0,-12 6 7 0,-11 9 13 16,-11 6 1-16,-13 0 7 0,-12 0 1 0,0 24-7 16,-25 0 10-16,-11 7-6 0,-7 8-10 0,-16 7-3 15,-5 8 11-15,-13 9 2 0,-11 9 3 0,-9 4-12 16,-10 9-8-16,-5 10-5 0,-11 4 8 0,-8 8 5 16,-5 3 14-16,-12 5-3 0,0 0 2 15,-4 1-2-15,-3 0-4 0,3-1 3 0,0-7 4 0,3-4-7 16,2-8-14-16,7-7-1 0,5-4-9 15,3-7 13-15,4-8 3 0,11-4 5 0,5-3 6 0,13-7-1 16,7-5 16-16,10-5-4 0,13-8-5 16,10-5 1-16,12-7-27 0,11-7 6 0,7-6-21 15,12-4 6-15,17-9 9 0,0 0-11 0,0 0 21 16,23-19-12-16,9-5-6 0,9-7 4 0,7-5-5 16,12-10 2-16,9-3 5 0,13-8-4 0,5-4 0 15,12-7-3-15,7-2 8 0,6-7-1 0,7-2 0 16,2-2 2-16,5-1-7 0,6-1 3 0,1 1-1 15,2-2 5-15,-3 4-8 0,3 5 5 0,0 1-2 16,0 6 2-16,-2 2 1 0,-4 4-1 0,-8 5 0 16,-2 5-9-16,-4 4 9 0,-9 4 0 15,-4 5-6-15,-6 3 12 0,-7 7-4 0,-10 3-7 0,-6 2 8 16,-7 7 0-16,-13 5-4 0,-9 1 9 16,-8 4 9-16,-12 5-3 0,-7 2-3 0,-17 0 9 15,0 0-17-15,0 0-3 0,-26 15 3 0,-6 4-11 16,-6 3 10-16,-12 2-7 0,-7 3 5 0,-10 5-3 15,-6 4-15-15,-6 2-2 0,-9 4-12 0,-8 5 0 16,-10 3-4-16,-6 2 10 0,-7 4 6 0,-10 2 3 16,-6 5 20-16,-3 2 9 0,-4 4 6 0,-3-1 32 15,-1 3-3-15,1 2-4 0,0-2-4 0,6 2-30 16,3 1-3-16,1 2-3 0,4-3 3 0,8 0-6 16,8-2 3-16,2 0-3 0,8-2-10 15,10-4 13-15,11-6-9 0,5-2 6 0,9-5 0 16,13-9-3-16,10-7-8 0,10-4-12 0,8-9 4 15,11-6-2-15,18-2 14 0,0-8 0 0,15-7 1 16,11 0 4-16,11 0-6 0,11-23 6 0,11-5-1 16,11-4-6-16,12-9 1 0,8-6 7 0,12-5 0 15,7-2 3-15,9-2 1 0,8 0 0 0,0 2-3 16,10 0 3-16,-1 3-3 0,0 2-4 0,3 0 1 16,0 6-6-16,2-1 8 0,-2 2 6 0,1 1-3 15,-4 3 8-15,-3-3-12 0,-3 3-3 0,-8 3 7 16,-2 2-12-16,-10 1 16 0,-4 3-1 15,-9 6-8-15,-8 1 8 0,-11 8-8 0,-10 0-3 16,-8 8 11-16,-10 6 8 0,-13 0 17 0,-13 0 1 16,-11 0-7-16,-12 20-5 0,0 2-16 0,-29 6-3 15,-9 4 4-15,-12 6-4 0,-12 3-14 0,-11 9-9 16,-9-1 2-16,-11 7-12 0,-11 1 11 0,-12 4 9 16,-10 4 6-16,-10 3 7 0,-12 2 13 0,-7 3-14 15,-10 2 7-15,-4 6 1 0,-5 1-10 0,-4 3 18 16,-4 3-19-16,4 5 6 0,-4-2-4 0,4 1-3 15,0 0 3-15,5 0-6 0,6-6-5 0,2 3 5 16,4-7-3-16,6 0 5 0,6-4-9 0,9-3-5 16,6-5 1-16,11-4-9 0,8-6 20 15,9-5-3-15,10-7 7 0,8-5 4 0,9-7-8 16,12-4 7-16,5-5-2 0,9-6 7 0,9-3-1 16,9-5-7-16,6-4-4 0,11-4-4 0,6-5-6 15,12 0 10-15,0 0 10 0,0 0-3 0,19-20 4 16,7 2-5-16,3-3-8 0,7-1 13 0,7 1-11 15,6-6 14-15,5 1 0 0,5-5-14 0,7-3 20 16,5-2-10-16,5-2-7 0,9-1 9 0,3-6-3 16,5 0-3-16,4 0 9 0,8 0-2 0,3-3-2 15,6 1-4-15,-1 0 3 0,3 1-8 0,1-4 0 16,4 4 11-16,-2-2-3 0,1 3 1 16,-2-2-3-16,4 2-12 0,-7-1-1 0,1 5 14 15,-4 0-1-15,-6 0 4 0,-4 6-7 0,-12 1 4 16,-5 8 1-16,-9 3-9 0,-13 5 12 0,-11 3-10 15,-8 8 3-15,-9 0 25 0,-11 7-1 0,-7 0 1 16,-17 0 9-16,0 0-25 0,0 16 2 16,-20 4-7-16,-7 1-3 0,-10 7 3 0,-5 5 7 0,-11 3-2 15,-10 5 1-15,-6 5 0 0,-7 1-12 0,-12 4 8 16,-11 4-4-16,-4 2-1 0,-10 6 0 16,-5 1-5-16,-4 5 0 0,-4 4 7 0,-6-1 21 0,-3 4-4 15,0-1-1-15,-5 3 1 0,2-2-19 16,-3 1 12-16,1-3-6 0,3-1-6 0,4-2-1 15,0-3-3-15,6-1 9 0,2-6 27 0,5-5 23 16,3-2-8-16,7-4 7 0,5-5-28 0,5-3-19 16,8-4 11-16,9-2-10 0,8-7-1 0,9-2 4 15,11-4-13-15,8-5 7 0,12-2 0 0,9-6-15 16,6-2 1-16,5-3-13 0,8-2-6 0,7-3 14 16,0 0 11-16,0 0 4 0,10 0 10 0,4 0-10 15,1 0 0-15,3 0 0 0,5-12-3 0,3 5 3 16,6 7 0-16,0-12 3 0,1 1-6 0,5 3 0 15,3-2-1-15,3 0-5 0,0-2 0 0,2 3 12 16,1-4-9-16,3 2 9 0,0 0 6 0,0 1-16 16,-3-2 14-16,2 2-4 0,-5 2-13 0,-2-2-13 15,-2 3-21-15,-8 1-15 0,-5 3 8 16,-4 0 15-16,-9 3 16 0,-4 0 19 0,-10 0 5 16,0 0 4-16,0 12-2 0,-18-1-6 0,-5 5 10 15,-7-3-10-15,-5 6 5 0,-5 1 5 0,-4 2-5 16,-4 1 20-16,-5 3-8 0,-1-2-1 0,-3 0-8 15,-1 0-6-15,-1-1 7 0,0 1 3 0,2 0-1 16,1-1-12-16,0 1 1 0,1-1-7 0,4 1 3 16,1-1 14-16,-1 0-4 0,3-1 1 0,-1 3-6 15,4 2-7-15,1-3 0 0,0-1 3 0,3 2 10 16,4-3 5-16,4-2 0 0,1-2-6 16,5-2 0-16,5-3-9 0,6-1 0 0,2-4 7 15,3-2-13-15,5-1 3 0,6-3 2 0,0-2-5 16,0 2 9-16,12-2 6 0,5 0-6 0,3 0 0 15,4 0-1-15,8 0-11 0,4-17 12 0,7-1 3 16,7-3 6-16,6-3 3 0,7-6-8 0,3-5 2 16,10-6-6-16,6-4-3 0,6-7 4 0,7-4-4 15,5-3 0-15,6-6 6 0,6-1 3 0,1-3-12 16,2-3 12-16,4-1 0 0,-1-3-9 16,5-2 8-16,-3 0-8 0,2 3-6 0,-4 0-2 0,-2 3 1 15,-4 6-3-15,-6 3 3 0,-4 4 7 16,-9 6 1-16,-8 5-1 0,-9 4 4 0,-11 9-4 15,-9 1 0-15,-9 8 10 0,-10 4 5 0,-8 8 11 16,-13 3 9-16,-5 2-16 0,-11 5-9 0,0 4-4 16,-17 0-10-16,-6 0 4 0,-7 0 3 0,-9 0-10 15,-7 0 10-15,-7 0 0 0,-3 0 0 0,-13 0 0 16,-1 0-10-16,-3 0 7 0,-7 0-1 0,0 0 7 16,-1 0 4-16,-1-18-4 0,6 1 0 0,0 0-3 15,6-3 4-15,8 3 2 0,3-3 0 0,9 3-3 16,1 3 0-16,8-2-6 0,9 1 3 0,3 2 10 15,8 2-17-15,6-4 4 0,4-2 0 0,11 0-13 16,0-4 16-16,0-1-3 0,20-4 3 0,3 1 6 16,1-4-9-16,5 0 9 0,4 2-12 0,1 1 6 15,4 1 0-15,1 3 0 0,4 2 7 16,1 2-17-16,1 3 20 0,5 2-13 0,-2 2-1 16,0 2 13-16,5 2-8 0,-4 1 2 0,1 2-3 15,-1 0-3-15,-2 4 3 0,-5 0 0 0,1 0-3 16,-2 0 6-16,-6 0-7 0,-5 0 1 0,-4 14 16 15,-6-1 10-15,-4 2 16 0,-5 4 7 0,-5 6-9 16,-6 6-26-16,0 7-9 0,-17 13-7 0,-5 5 5 16,-4 12 4-16,-8 5-7 0,-5 4 11 0,-1 1-12 15,1 1 8-15,-5-5-2 0,4-7-6 0,4-7-1 16,4-9 0-16,3-9-13 0,9-10-28 0,4-5 4 16,5-9-3-16,11-9 18 0,0-9 17 15,14 0 0-15,8 0 0 0,10-34-13 0,9-5-5 16,13-8 2-16,11-12 1 0,6-8 0 0,13-9 12 15,8-6 0-15,4-4-3 0,10-7 18 0,5 0-7 16,8-2 3-16,1 0 0 0,7-2 1 0,-1 0 5 16,3 1 0-16,3 3 9 0,-2 7-10 0,-3 0-4 15,-7 10 3-15,-1 5-9 0,-12 11 9 0,-3 6-1 16,-12 10-4-16,-7 7 6 0,-12 8-8 16,-10 6 0-16,-10 8 0 0,-11 3 5 0,-11 6 2 0,-9 6 8 15,-5 0 8-15,-8 0-4 0,-9 0 7 0,0 12 6 16,0-1-12-16,0 4-2 0,-15-2-2 0,1 1-11 15,4-1 9-15,-2 1-12 0,12-1-3 16,-8 0 9-16,8-2-9 0,0-2 3 0,0 1 3 16,17-1-7-16,-1-3 2 0,7-3 5 0,4-3 0 15,7 0 1-15,1 0-4 0,9-13 3 0,1-3-8 16,12-3 11-16,-1-3 7 0,6 1-7 0,5-4 3 16,4-2-11-16,2 1 2 0,6 0 9 0,0 0-6 15,2-1 1-15,1 2-4 0,0 4-3 0,-2-2 12 16,1 4-1-16,-7 0-3 0,-1 3-1 0,-8-1-4 15,-1 4 1-15,-9 1 8 0,-7 2-4 0,-7 2-2 16,-4 2 2-16,-8 2 15 0,-8 1 49 16,-6 0 16-16,-7 3-5 0,-8 0-20 0,0 0-37 15,-14 12-24-15,-3 0 5 0,-9 5 5 0,-8 1-9 16,-9 5 8-16,-9 2 5 0,-5 5-5 0,-7 0-3 16,-3 2 11-16,-6 4-19 0,0-4 15 0,-1 2-6 15,-1 1-10-15,4-3 14 0,6-1 1 0,1-1 19 16,8-2-14-16,4-4 1 0,8-2-16 0,5-5-13 15,11-4 13-15,7-2-20 0,6-5 1 0,6-2 7 16,9-4-7-16,0 0 8 0,16 0 19 0,7-17-14 16,6-2 12-16,7-3 7 0,9-6-30 0,8-2 12 15,6-7-2-15,9 0-3 0,5-6 13 0,5 3 1 16,2-2 3-16,1-1-5 0,1 3 3 16,-3 1-3-16,-2 2-6 0,-6 3 5 0,-2 2 2 15,-10 5 0-15,-7 5-1 0,-10 2 10 0,-8 7 17 16,-10 5 8-16,-7 1 5 0,-17 7-3 0,0 0-19 15,0 0-9-15,-25 0-5 0,-5 19-5 0,-10-2 1 16,-10 2-5-16,-10 3 4 0,-9 2-5 0,-7 5 7 16,-6 0 6-16,-1 1-3 0,-5-1 1 0,-2 1-3 15,3-1 2-15,2 0 4 0,6-5 3 0,4 2-16 16,5-2 8-16,7-2-7 0,4-4-3 0,11-2 7 16,4-4-9-16,12-2-1 0,4-2-9 0,9-4 0 15,6-4 2-15,13 0 1 0,0 0 11 16,0-12 6-16,23-4-2 0,3-3-1 0,10-4-4 15,4-6-5-15,12-1 5 0,5-5 6 0,6-3 5 16,8-1 2-16,5 0 0 0,4-3-7 0,8 1-6 16,2 0 0-16,0 0-4 0,2 3 18 0,-1 1 4 15,-1 0-3-15,0 1 2 0,-5 2-14 0,-3 4 9 16,-2 1-3-16,-4 0 1 0,-5 4-3 0,-2 3-2 16,-8 4-1-16,-4 1 12 0,-11 5-3 0,-2 3-6 15,-9 3 8-15,-8 1-15 0,-6 3 13 0,-5 2 7 16,-6 0 1-16,-4 0 2 0,-1 0-3 0,-5 0-3 15,0 0-7-15,0 0-5 0,0 0 4 0,0 0-6 16,0 0-1-16,0 0 7 0,17-19 0 16,5 0-7-16,3-2-5 0,7-4 15 0,7-4-20 0,5-3 3 15,8-2 13-15,4-1-26 0,2-2 20 16,2-1 4-16,3 3-7 0,-3-2 18 0,1 4-17 16,-2 1 11-16,-4-1 5 0,0 2-14 0,-7 3 12 15,-2 0-2-15,-7 1-8 0,-4 2 15 0,-6 2 13 16,-8 2 7-16,-4 1 18 0,-6 2-10 0,-11 4-9 15,0-1-15-15,0 2-6 0,-15 0-2 0,-5 1-11 16,-5 1 6-16,-5 1-19 0,-6 0-5 0,-10 6-6 16,-6-1-21-16,-5 1 1 0,-12 4 18 0,-5 0-6 15,-11 0 31-15,-5 0-2 0,-5 10-4 0,-6-10 14 16,1 8-9-16,0-8 9 0,3 0 0 0,7 0 0 16,7 0 0-16,7 0 2 0,7 0-6 15,13 0-2-15,8-9-8 0,8-4-1 0,10 2-10 16,5-1-10-16,10-2 8 0,9-3-3 0,6-3 14 15,0-3 9-15,17-10 1 0,7 1 9 0,7-5-7 16,5-4 7-16,5-3-7 0,5-3-4 0,5 4 3 16,1-1-6-16,2 6 13 0,-2 1-5 0,-3 0 2 15,-5 7-1-15,-6 5-10 0,-8 3 13 0,-4 6-1 16,-8 3 10-16,-6 4 3 0,-4 3 3 0,-8 6-6 16,0 0-5-16,0 0 0 0,0 0-20 0,-17 0 9 15,0 0-2-15,-4 12 2 0,-2 0-2 16,-7-12 3-16,1 15 9 0,-1-4-3 0,-4-1 5 15,6-1-8-15,0-2-9 0,4-7 6 0,4 0-4 16,5 0 9-16,4 7-9 0,2-7-8 0,6 0 11 16,3 0-6-16,0-21-3 0,0 3 2 0,20-2 3 15,-2-7-3-15,3 0 8 0,5-4-1 0,2 0-10 16,0-4 12-16,3 1 2 0,2 1-2 0,-4 4 2 16,-2 1-6-16,-4 5 5 0,-3 1-2 0,-5 2 6 15,-4 8 4-15,-5 1-12 0,-6 1 14 0,0 3-13 16,-11-2-8-16,-9 4 9 0,-4 2-4 0,-6 3 8 15,-10 0 6-15,-5 0-7 0,-5 0-7 0,-4 14-1 16,-2 1-5-16,-1 2 3 0,0-3 1 16,6 1 10-16,2-2-5 0,7-1 5 0,7-1 5 15,7-3-18-15,9-8 7 0,8 0-4 0,11 0 0 16,0 0 6-16,14 0 8 0,8-16-5 0,6-4-8 16,7-1 4-16,6-3-3 0,4 0 1 0,7-6 6 15,1 0 0-15,0 0-8 0,5 0 13 0,-3 2-11 16,-5 4 6-16,-6 2-7 0,-3 4-5 0,-11 5 6 15,-6 3-5-15,-5 3 10 0,-9 7-3 0,-10 0 5 16,0 0 1-16,0 0-2 0,-24 19-7 0,1 2-2 16,-10 1 3-16,-8 3-9 0,-8 5 10 0,-4 0-3 15,-5 5-3-15,-1 1 10 0,-2 1-7 0,-1-4 12 16,9-1 0-16,0-2 2 0,7-8 0 0,7-1-15 16,5-3 1-16,7-6-5 0,9-5-2 15,4-2-2-15,8-5-9 0,6 0 0 0,0 0 14 16,0 0 10-16,14 0 7 0,1-11 4 0,3 0-13 15,5-2 1-15,3-2-1 0,3-5-7 0,-1 3 13 16,4-3-3-16,0 3 6 0,0-4 2 0,-3 5-6 16,-2 2-1-16,-5 0-4 0,-3 2 3 0,-1 3-3 15,-5 2 13-15,-4 3 12 0,-3 0 10 0,-2 3 7 16,-4 1-16-16,0 0-10 0,0 0-30 0,0 0-70 16,0 0-86-16,-10 0-116 0,-1 0-122 0,-3 0-296 15,-1 0 52-15,-4 0 117 0</inkml:trace>
</inkml:ink>
</file>

<file path=ppt/ink/ink4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23.926"/>
    </inkml:context>
    <inkml:brush xml:id="br0">
      <inkml:brushProperty name="width" value="0.33333" units="cm"/>
      <inkml:brushProperty name="height" value="0.66667" units="cm"/>
      <inkml:brushProperty name="color" value="#FFFF00"/>
      <inkml:brushProperty name="tip" value="rectangle"/>
      <inkml:brushProperty name="rasterOp" value="maskPen"/>
      <inkml:brushProperty name="fitToCurve" value="1"/>
    </inkml:brush>
  </inkml:definitions>
  <inkml:trace contextRef="#ctx0" brushRef="#br0">4002 563 1715 0,'0'-7'27'0,"-14"7"11"15,-1-9 15-15,-2 9-4 0,-1-10-18 0,0 10-14 16,0-7-13-16,-1 7 10 0,3 0-12 0,-1 0 7 16,5 0 0-16,1 0 6 0,1 0-1 15,0 0 0-15,3 0 4 0,1 0-13 0,3 0-1 16,3 0 0-16,0 0-6 0,0 0 0 0,0 0 8 15,13-17-9-15,3 17 2 0,2-26 1 0,6 3-3 16,3 2 6-16,10-4-4 0,2 1 5 0,7 0-1 16,4-4-1-16,5 3 4 0,2-1-8 0,6-2 12 15,-1 1-4-15,2 0 2 0,1 0-2 0,-1-1-9 16,1 3-2-16,-3-1 2 0,-2 0 5 0,-3 5 1 16,-5 3 8-16,-6 2-11 0,-5 5 19 15,-10 3 10-15,-8 4-2 0,-6 4 22 0,-17 0-10 0,0 15-16 16,-14 9-12-16,-10 9-19 0,-14 9-3 15,-9 16 4-15,-15 12 16 0,-10 8-7 0,-10 10 2 16,-7 4-11-16,-12 2 2 0,-3 1 5 0,-4-4-3 16,-5-7 11-16,1-4-5 0,0-8 17 0,2-8 13 15,10-5-2-15,3-7-1 0,10-9-9 0,8-5-11 16,14-9 5-16,9-4-3 0,9-7-5 0,13-5-4 16,9-7-10-16,12-6 6 0,13 0 2 0,0 0-2 15,13-19-1-15,14-5 3 0,5-4-2 0,10-4 5 16,8-5 3-16,10-6-12 0,9-4 2 0,7 0-3 15,11-5-5-15,1-3 16 0,8 0-9 0,6-1 3 16,-1 0 0-16,3 4-12 0,-4 5 25 16,0 2-12-16,-6 4 4 0,-4 4 12 0,-5 4-23 15,-6 5 7-15,-6 3-4 0,-5 3-4 0,-7 3 4 16,-8 3 1-16,-6 5-3 0,-6 5 11 0,-9 2-1 16,-6 4 0-16,-7 0 13 0,-5 0-10 0,-5 0 5 15,-9 0-2-15,0 0 10 0,0 0-6 0,-16 17-3 16,-9-1 6-16,1 2-12 0,-9 2-1 0,-8 1-4 15,-8 7 9-15,-6 1-13 0,-5 3 2 0,-7 3 5 16,-3-1 11-16,0 1 21 0,-3 0 2 0,2 0-3 16,-2-4-21-16,0 2-16 0,0-3 2 0,3 0 4 15,-1 3 0-15,-2-1 11 0,1 2-16 0,0 2-3 16,0 4 6-16,1-3-14 0,1 2 13 0,2 0 2 16,4-1-5-16,2-4 4 0,11-2-5 15,0-3-2-15,11-4 2 0,4-4 2 0,6-2 5 16,7-5 0-16,6-3-5 0,5-3-4 0,1-3-4 15,5-1-2-15,3-2 0 0,3 0 3 0,0-2 1 16,0 3 6-16,0-1 1 0,0 0 4 0,0-1-1 16,0 2 2-16,0-1 0 0,0-1-2 0,0 1 10 15,0-2-1-15,0 3-3 0,0 0 8 0,0-1-3 16,0 0-10-16,0 0 8 0,-14 4-8 0,4-3-3 16,1 0 1-16,9 1 0 0,-6-2-9 0,6-1 7 15,-8 0-1-15,8 1-4 0,0 0 7 16,0-2-4-16,0 0 3 0,0 0-1 0,0 1-2 15,0 0-3-15,0 3 6 0,0-1 3 0,0-3 2 16,0 1-5-16,0 0 0 0,0 1 3 0,8 1-6 16,-8-2 8-16,0 1 1 0,0-2-9 0,0 3 9 15,0-1-9-15,0 1 3 0,0-1 5 0,0-1 0 16,0 4-3-16,0-1-3 0,0 0-5 0,-11 0 4 16,3 4 11-16,-1 0-7 0,2 0 1 0,-2 2 2 15,-2 0-3-15,-4 1 9 0,1-1 0 0,-3 1-7 16,-2 0 7-16,-1 2 25 0,-6-3 21 0,3-1 1 15,-4 1 16-15,4 0-26 0,-3-2-19 0,2 1 1 16,-2 1-14-16,3-2-4 0,7 0 1 16,-4-2-9-16,6 0-1 0,2 2-11 0,-1-6 4 0,5 2 0 15,2-4-5-15,0 4 11 0,-2-4-11 16,8 3 6-16,-3-3-12 0,3 0 2 0,0 0 15 16,0 0-11-16,11 0 14 0,1 0-6 0,2 0-7 15,2 0 8-15,4 0-4 0,3 0 0 0,3 0 1 16,1-16-9-16,-1 5 3 0,7 3-6 0,-1-2-14 15,2 1 1-15,-4 2 7 0,0-1 1 0,-4 8 3 16,0-7 14-16,-3 2-10 0,-5-1 9 16,-3 6 1-16,-4 0 3 0,-1 0 13 0,-5 0-6 0,-5 0-1 15,0 0-9-15,0 0 4 0,0 0-1 0,-18 0 13 16,-2 0-3-16,2 0-13 0,-8 15 4 16,0-2-4-16,-4 1 7 0,-5 2 10 0,-3 2-3 15,-3-1 5-15,-3 2-8 0,-2-2-7 0,2 2 2 16,-4 1-15-16,-3 2 18 0,3-2-7 0,-2-1-2 15,3 2 6-15,-2 2-14 0,4-1 14 0,-3-2 1 16,3 0 6-16,5-3-4 0,4-1-3 0,3-3-3 16,2-1 0-16,5-3 7 0,4 0 1 0,2-5 2 15,3 1-5-15,3-2-5 0,5-3 6 0,2 0 2 16,1 0 1-16,0 0 16 0,3 0-13 0,3 0-1 16,0 0 0-16,0 0-7 0,0 0-3 15,0 0 3-15,0 0-3 0,0 0-8 0,0-17 7 0,0 6 3 16,0-1-2-16,9 3 6 0,-9-1-7 15,9-2 1-15,-5 1-4 0,5 1 1 0,-4-1 0 16,1-3 1-16,0 3 5 0,2-1-6 0,-2-1 4 16,0 2-2-16,-3-1 6 0,1 0 9 0,0 4-3 15,-4-5 0-15,0 4 3 0,0-2 9 0,-14 5 8 16,0-2-2-16,-3 3 11 0,-5 5 0 0,-1-6 3 16,-6 6 6-16,-1 0-5 0,-7 0-13 0,1 0-2 15,-1 0-11-15,-2 0-11 0,-1 0-5 0,4 0 2 16,-4 0-7-16,4 15-1 0,0-15 4 0,4 16-9 15,-2-2 13-15,4 0-7 0,7-2 5 0,0 1-11 16,4-2-10-16,-1-3 0 0,3 2-10 0,6-2-11 16,-1 1 12-16,5-2-21 0,1 5 6 15,-3 1-5-15,1 2-13 0,2 2 24 0,-2 2-13 16,2 4 25-16,-3 2-2 0,2 3 5 0,-6 1 14 16,0 0-2-16,-1 4 7 0,-9-5 6 0,0 2-3 15,-4-2 3-15,-2 2 5 0,-4-3-10 0,-1 0 6 16,0-2-8-16,-3 0 3 0,1-1 4 0,-1 0 0 15,-2 2-2-15,-1-2 4 0,1 0-2 0,-2-1-10 16,1 2 17-16,-2 0-19 0,2-1-1 16,-2 2 6-16,-2-1-13 0,1 0 10 0,1 0 0 0,-5-1-1 15,1 0-3-15,-1 0 10 0,1-2-4 0,-2-1 15 16,4-2 4-16,1-1-11 0,1-4-2 16,2 2-5-16,4-3-7 0,5-2 7 0,5-5 13 15,2 1-7-15,6-3-1 0,4-1-6 0,4-3-3 16,4 0-16-16,0 0 12 0,6 0-3 0,0 0-5 15,0 0 19-15,0 0-17 0,13 0 23 0,2-16-6 16,2 4-4-16,4 0 14 0,4-3-18 0,5-2-29 16,3-1-60-16,7-3-74 0,-1-3-82 0,7 0-100 15,1-4-279-15,6-3 61 0,-1 0 83 0</inkml:trace>
</inkml:ink>
</file>

<file path=ppt/ink/ink4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33.903"/>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26 2367 1700 0,'-6'0'19'0,"2"0"7"16,0 0 9-16,1 0 8 0,0 0-6 0,2 0 5 15,1 0-1-15,-3 0 6 0,3 0 2 0,-2 0-3 16,2 0 3-16,0 0-9 0,0 0-17 0,0-8-6 15,0 2-10-15,0 6 0 0,0-4 4 16,0 4 0-16,0 0-4 0,0-8-5 0,0 4-1 16,6-1-8-16,-6 2 6 0,10-4-2 0,-3-2-2 15,1 5 15-15,-1-6-5 0,1 0 0 0,0 0 7 16,1 2-11-16,-2-1 6 0,2 0 2 0,-1 1-11 16,1-1 8-16,2-2-5 0,2 0 0 0,1-1 15 15,6 0-10-15,6-4 7 0,4-2-7 0,6-4-7 16,8-2 7-16,7-3-8 0,6-2 5 0,7-1-4 15,7-4 4-15,5-2-6 0,6-1 1 0,3 1 3 16,2 1-8-16,4-2 13 0,2-1-4 0,1 3-6 16,0-1 7-16,3-1-11 0,0 5 6 15,4-4 2-15,-1 2-5 0,0-2 6 0,2 2-1 16,0-1 2-16,-1-2 1 0,1-2-2 0,-2 0-3 16,4 0-3-16,-3-1-4 0,1-3-1 0,1-3 6 15,2-2 10-15,2 3 0 0,2-3 4 0,-1-2-3 16,0 3-11-16,-1-2 0 0,0 3 0 0,-1-1 1 15,0 3 6-15,-2 0-5 0,-1 1-3 0,-1 2 0 16,-2 3-2-16,-3 3 8 0,0 0-4 0,-6 4 2 16,-6 0 0-16,-3 2-6 0,-4 2 4 0,-8-2 0 15,-2 4 0-15,-7-1 0 0,-2 1-3 0,-3 0 2 16,-4 1 3-16,-1-1 0 0,-2 2 4 0,-3 1-4 16,-1-1-5-16,-2 1 1 0,-2 3 1 15,-2 0-1-15,-4 3-1 0,-4-1 3 0,-4 5-1 16,-4 1 4-16,-5-1 6 0,-4 5-16 0,-4 1 1 15,-4 2-5-15,-3 0-20 0,0 4-11 0,-1 0-48 16,-2 0-68-16,0 0-133 0,0 0-186 0,0 0 22 16,0 0 74-16</inkml:trace>
</inkml:ink>
</file>

<file path=ppt/ink/ink4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34.849"/>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93 2608 2071 0,'-6'0'4'0,"-2"-14"6"16,1 3 3-16,-5 11 19 0,1-10 10 0,0 10 20 15,1-10 12-15,2 3-3 0,1 7-4 16,2 0-12-16,0-3-7 0,4-4-8 0,-2 5-13 0,3 0-13 16,0-3-10-16,0 1 0 0,0-3 4 15,0-1-5-15,15-3 3 0,2-4-10 0,2 2 5 16,4-6 10-16,8-1-9 0,1-4 5 0,5 0-5 16,8-2-3-16,5-2 8 0,3-2-1 0,6-2-2 15,8-1 0-15,4 1-4 0,4-1-1 0,4 1 5 16,4-1-4-16,4 4 5 0,2-2-5 0,5 5 2 15,1-2-2-15,-1 4 0 0,3 0 2 0,-1 3 1 16,-1-3 2-16,1 2-10 0,0-1 7 0,-2-2-6 16,2 0-2-16,4 0 13 0,-1-4-11 15,5 1 6-15,6-2 1 0,2-2-1 0,3-3 4 16,5-2-5-16,0-2-3 0,2-2-3 0,-1-5 3 16,2 0 12-16,-1-5-3 0,4 0-4 0,0-8-7 15,5-1-5-15,4-5-5 0,4-1 12 0,6-3 4 16,2-3-11-16,6-3 3 0,2 3 8 0,5 0-6 15,-1 1 3-15,1 4 8 0,-4 0-10 0,-2 9 1 16,-10 0 1-16,-4 4-5 0,-11 5 1 0,-12 5 4 16,-11 2 11-16,-10 8-2 0,-11 6-4 0,-12 4 2 15,-13 4-2-15,-11 6 37 0,-13 2 14 0,-10 4 2 16,-6 0-5-16,-13 0-33 0,-7 4-16 0,0-4-38 16,0 2-51-16,-15-1-68 0,-4 0-61 15,0 2-39-15,-8 2-119 0,-5-2-208 0,-6 5 66 16</inkml:trace>
</inkml:ink>
</file>

<file path=ppt/ink/ink4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38.446"/>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3885 92 2880 0,'0'18'2'0,"-17"-5"-5"0,5-7 1 0,0-6-1 16,4 0-11-16,-2 0-4 0,1 0-28 0,1 0-24 15,0 0-26-15,1-10-26 0,-1-1-10 0,-1 0-32 16,2-2-46-16,-3-2-167 0,3-2-162 0,1-3 55 16</inkml:trace>
  <inkml:trace contextRef="#ctx0" brushRef="#br0" timeOffset="-582.65">3599 334 4294 0,'0'43'-35'0,"-13"-10"-87"0,-2-10-172 16,2-8-117-16,4-15-12 0,9 0 36 15,0 0 121-15,0 0 64 0,0 0-15 0,0 12-24 16,0-12-199-16,0 0-21 0,0 0 63 0</inkml:trace>
  <inkml:trace contextRef="#ctx0" brushRef="#br0" timeOffset="-752.82">3448 99 3634 0,'0'33'-38'15,"0"-8"-97"-15,-14-7-102 0,-3-5-112 0,0-2-140 0,1 0-284 16,-2 0 101-16</inkml:trace>
</inkml:ink>
</file>

<file path=ppt/ink/ink4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43.497"/>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55 932 1363 0,'-5'-4'1'0,"-1"-4"1"0,3 0 16 16,-1 2 18-16,1 0 15 0,0-3 17 16,0 2 15-16,0-2 5 0,1-1 1 0,-1 1-1 15,1 0-15-15,1 1 6 0,-2 1 6 0,3 1 6 16,-3 1 6-16,1 2-15 0,1-2-18 0,-1 3-15 15,1 2-27-15,-1-1-4 0,2 1-5 0,-3 0-3 16,3 0 3-16,0 0-18 0,0 0 7 0,0 0-4 16,0 0 2-16,0 0 8 0,0 0-6 15,0 0 0-15,0 0 4 0,0 0 0 0,14 0-2 0,3 0-7 16,1 0 3-16,5 0 1 0,9 0 6 16,7-22 3-16,11-1-11 0,12-5 2 0,13-3 3 15,10-6 9-15,14-5-3 0,10 2-2 0,11-3-13 16,6 1-6-16,8-3 11 0,1 2-3 0,3 2 6 15,0 0 0-15,-1 4 3 0,-2 0-9 0,-3 0 3 16,-4 4-1-16,-7 2-10 0,-5 4 7 0,-7 1 6 16,-10 6 0-16,-8 2-1 0,-12 2 6 0,-9 2-10 15,-10 2-3-15,-11 3 11 0,-8 3-6 0,-12 2 10 16,-6 2 9-16,-8 0 10 0,-6 0 4 0,-4 2-4 16,-5 0-10-16,0 0-14 0,0 0-15 0,0 0-26 15,0 0-26-15,-14 0-35 0,0 0-21 0,-1 10-15 16,0-1-29-16,-5 0-37 0,0 2-135 15,-2 1-188-15,-1 1 56 0</inkml:trace>
</inkml:ink>
</file>

<file path=ppt/ink/ink4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44.030"/>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326 1049 1877 0,'-16'6'13'0,"-4"-2"12"16,-1 0 24-16,-1-3 13 0,1-1 10 0,0 0 35 16,-2 0-7-16,2 0 24 0,-2 0 32 0,2-10 1 15,1 10 41-15,0-11-3 0,2 11-22 0,3 0-16 16,3-8-44-16,3 8-13 0,1 0-22 16,2 0-41-16,0-7-13 0,3 7-22 0,3 0-16 0,0-6 10 15,0 2 2-15,0-3-5 0,15-2 10 16,6-3-2-16,7 0-2 0,11-7-1 0,10-5-3 15,11-4-2-15,13-4 3 0,9-6 8 0,9-4 3 16,10-2-8-16,8-1 6 0,5-2 1 0,3-5-11 16,6 2 19-16,1-2-20 0,-2 2 3 0,-1 3 4 15,-4 1-4-15,-6 2 8 0,-9 2-17 0,-5 5 12 16,-12 1-10-16,-9 7 1 0,-9 1 18 0,-11 2-3 16,-10 5 2-16,-10 3 4 0,-10 3-2 15,-5 4 2-15,-9 1 8 0,-4 1 2 0,-8 3-11 0,0 3-4 16,0-3-7-16,0 1-19 0,-17-1-14 15,2 4-29-15,-5-2-43 0,-1 1-54 0,0 1-68 0,-6 2-62 16,-1 0-51-16,-5 0-61 0,-2 16-245 16,-3-4 26-16,-3 1 93 0</inkml:trace>
</inkml:ink>
</file>

<file path=ppt/ink/ink4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47.339"/>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884 368 1801 0,'-11'0'10'0,"-1"0"18"0,2 0 12 15,-1 0 18-15,5 0 8 0,-3 0 15 0,1 0 28 16,5 0 24-16,-3 0 22 0,3 0 14 0,-2 0-3 15,5 0-3-15,0-6-7 0,0 6-14 0,0 0 0 16,0 0-22-16,0 0-15 0,0 0-5 0,0 0-19 16,0 0 3-16,0 0 6 0,0 0-14 0,0 0-1 15,0 0-5-15,0 0-1 0,0 0 20 0,0 0 9 16,-9 0 9-16,9 0-2 0,0 0-18 0,0 0 1 16,0 0 9-16,0 0-5 0,0 0 10 0,0 0 6 15,0 0-21-15,0 0 1 0,0 0-20 16,0 0-19-16,0 0-10 0,0 0-20 0,0 0-7 15,0 0-8-15,0 0-4 0,0 0 7 0,0 0 4 16,0 0-7-16,0 0 2 0,0 0-9 0,0 0 1 16,0 0 2-16,0 0-10 0,0 0-24 0,0 0-73 15,0 0-92-15,0 0-84 0,0 0-52 0,0 0 11 16,0 0 0-16,0 0-53 0,0 0 6 0,0 0-20 16,0 0-5-16,9 0-27 0,5 0-248 0,3-10 79 15</inkml:trace>
  <inkml:trace contextRef="#ctx0" brushRef="#br0" timeOffset="640.19">2125 67 3107 0,'0'13'43'0,"0"1"45"15,0-6 33-15,0-2 15 0,-14-3-37 0,2-2-50 16,1 0-25-16,4-1-16 0,-2 0-11 0,-1 0-23 16,3 0-89-16,1 0-123 0,0 0-129 0,1 0-173 15,5 0-266-15,-3 0 123 0</inkml:trace>
  <inkml:trace contextRef="#ctx0" brushRef="#br0" timeOffset="488.74">1326 164 2026 0,'0'-2'10'0,"-14"0"32"0,1-5 22 16,-3 3 28-16,3-2 9 0,-1-1-15 0,-3 4-4 15,5-2-1-15,-1 1 15 0,2 1 23 0,2-1 4 16,0 2 4-16,1-1-13 0,2 2-15 0,0-2 3 15,4 3-4-15,-1-1-7 0,0-1-5 16,3 2-15-16,-3-1-11 0,0 1-6 0,3 0-4 0,-3 0-6 16,3 0-3-16,0 0-8 0,-4 0-8 0,4 0-5 15,0 0-11-15,0 0 0 0,0 0-8 0,0 0-9 16,0 0 1-16,0 0-5 0,0 0 4 0,0 0 10 16,0 0-9-16,0 0 9 0,0 0-7 15,0 8 2-15,0-1 3 0,0 2-6 0,10 3 0 16,1 0 7-16,4 3 2 0,-1-1 0 0,-1 6 4 15,4-1-2-15,3 1 0 0,3 2-2 0,-1-3-4 16,1 0-4-16,2 1 7 0,0 0-2 0,1-3 0 16,-3 1-5-16,-2-3 0 0,2 2 3 0,-3-7 5 15,-1 3 2-15,-2-2-4 0,3-2 10 0,-5-2-10 16,-1-1 0-16,-1 0 7 0,-2-4-2 0,-2-1 53 16,2-1 56-16,-5 0 51 0,3 0-2 0,-1-16-36 15,1-3-44-15,1-8-46 0,-1-2 8 0,5-8-1 16,0-7 1-16,-5-5-4 0,5-3-17 15,-5-3-3-15,-2-1-18 0,-1 3-5 0,-3-1 11 0,-3 6 0 16,0 3 6-16,0 6-6 0,0 7-10 16,0 5-11-16,0 5 0 0,0 8-4 0,0 1-66 15,0 2-91-15,0 7-83 0,0 2-81 0,0-1-117 16,0 3 14-16,0 0-13 0,0 0-24 0,0 0-189 16,11 16 15-16,-2 1 97 0</inkml:trace>
</inkml:ink>
</file>

<file path=ppt/ink/ink4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48.868"/>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486 675 3554 0,'-81'38'34'0,"2"-5"28"0,6-7 30 0,8-4 24 0,6-5-30 15,12-5-25-15,10-3-34 0,8-1-16 16,13-5-16-16,16-1 6 0,0-2 7 0,0 0-7 15,20 0 20-15,7-13-2 0,15-1-16 0,18-6 9 16,13-3-12-16,18-6-4 0,18-5 15 0,26-8-7 16,14-3 3-16,20-5-6 0,11 2 3 0,9-4 1 15,10 2-6-15,-2-1 11 0,5 4-16 0,-5 1 6 16,-2 4 8-16,-13 2-4 0,-10 5 5 0,-10 4-10 16,-18 3 1-16,-11 1-2 0,-18 6-24 0,-13 4-18 15,-19 1-46-15,-17 4-56 0,-13 4-23 0,-17 3-91 16,-13 2-92-16,-23 3-125 0,0 0-367 0,-11 0 113 15</inkml:trace>
</inkml:ink>
</file>

<file path=ppt/ink/ink4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48.563"/>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2670-229 3130 0,'0'11'59'0,"0"-11"37"0,-15 0 35 0,3 0 6 15,1 8-50-15,2-8-48 0,0 7-32 0,9-1-8 0,-11 1-8 16,11 1 21-16,-6 2-11 0,6 2-2 15,0 1 4-15,0 2-9 0,0 5 5 0,0 2 1 16,0 5 4-16,14 1 2 0,-2 1-4 0,2 3 3 16,-1 0 3-16,2-2-12 0,-1 1 4 0,3-4 5 15,-2-3-13-15,-1 0 15 0,-4-4-3 16,2-7 0-16,-1-2 2 0,-2 0-8 0,-1-5 6 16,-2-1 14-16,-3-1 29 0,0-4 40 0,-2 0 26 0,-1 0 1 15,0 0-31-15,0 0-32 0,0-10-24 16,0-4-20-16,-13-1 0 0,-1-5-6 0,0-4-1 15,-2-4 1-15,-3-4 0 0,-2-5-7 0,-2-5-7 16,-2-4 2-16,-1-2-5 0,-2-4 12 0,3 3 1 16,2-4-8-16,0 0 12 0,3 4-4 0,4 0 1 15,5 7-1-15,3 2-9 0,8 6 6 0,0 2 6 16,11 1 3-16,9 3-3 0,3 6 0 0,4-2 3 16,6 4-7-16,2 2 7 0,5 3-3 0,-1 3-8 15,2 2 13-15,-1 6-13 0,-1 4 1 0,-4 0-1 16,-3 0-4-16,-3 0 14 0,0 15 0 0,-8 0 4 15,-4-1-11-15,-5 4 2 0,-2 2 0 0,-3 4 1 16,-7 2 10-16,0 3-11 0,0 5 3 0,-23 2-2 16,1 4 3-16,-3-3 12 0,-4 4-4 15,3-4-1-15,-4-2 7 0,4-5 2 0,2-6 7 16,-2-2 9-16,6-3 6 0,3-6 15 0,4-4 14 16,3-2-3-16,0-1-9 0,7-2-36 0,-3-2-11 15,6-2-15-15,0 0-10 0,0 0 11 0,0 0 8 16,0 0-6-16,0 0-1 0,13 0 12 0,-4 0-20 15,5 0 28-15,3 0 6 0,3 0-29 0,2 0-8 16,7 0-55-16,2 0-38 0,2 0-2 0,2 0-31 16,3 0-9-16,-2 0-49 0,-1 0-43 0,-1 0-63 15,-1 13-52-15,-4-4-14 0,-5 1-92 0,-2 2-210 16,-7 0 98-16,-3 1 94 0</inkml:trace>
</inkml:ink>
</file>

<file path=ppt/ink/ink4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51.831"/>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0 1921 1986 0,'0'-11'1'0,"0"11"9"0,3-14-6 15,-3 3-3-15,0-1-3 0,0 1-8 0,0-3 14 16,0 0 15-16,0 0 11 0,0 0 12 0,9 0-5 16,-9 0-10-16,9-1 4 0,-9 1 0 0,9 1-8 15,-1 3 4-15,-2-6-8 0,0 2-1 0,2-3 11 16,-2 1-1-16,1-1 1 0,2-1-4 16,-1-5-10-16,0 1 1 0,1-2-2 0,1 0-10 0,3-1 7 15,0-2-4-15,1-3-6 0,1 2 5 16,0-2-7-16,2-2 0 0,0-1 4 0,1 0 7 15,2 0-9-15,1-1 2 0,3-2-2 0,1-1-1 16,0 2 20-16,4-4-8 0,2 3 10 0,-3-2-12 16,1 2 2-16,2 0 11 0,-3 1-25 0,1 3 7 15,-1-1-8-15,-1 1-6 0,-1-1 10 0,1 4 0 16,-3 0 2-16,2-1-4 0,-1 0-1 0,-1 3 11 16,2 0-18-16,-2-1 7 0,0 0 10 15,2 4-17-15,-2-2 16 0,7-2 4 0,-4 0-13 0,5-1 4 16,-2 0-1-16,5-2 2 0,-1 1 3 15,2-3-3-15,2 4 0 0,-1-2-16 0,1 1 12 16,-2 2 1-16,4 2-1 0,-3 0 3 0,1 2-8 16,-3 2 1-16,-1 3 1 0,2 2 2 0,-4 3 17 15,-3 3 3-15,-2 3 1 0,-4 6-7 0,-2 2-12 16,-2 0-2-16,-4 0 2 0,-2 0 7 0,1 15-8 16,-2-1 5-16,-1 0 0 0,0 6-4 0,-1-3 10 15,1 3-9-15,-2 3 0 0,2 2-4 0,-2 0-2 16,1 1 5-16,1 2-4 0,0 3 29 0,2 3 34 15,1-2 2-15,0 7 0 0,4 1-20 0,0 4-32 16,5 0-7-16,0 5 10 0,1-1-1 16,3 2-10-16,1-1 16 0,0 0-7 0,4-3-5 0,2-2 7 15,1-1-13-15,4-2 1 0,2-3 4 16,3-2-3-16,6-4-1 0,3-2 6 0,5-4-4 16,6-1 0-16,3-4-4 0,6-2 2 0,1-4 1 15,7-2 4-15,-1-4 7 0,5-3-17 0,2 0 10 16,-1-6-2-16,4 0-6 0,-4 0 7 0,4 0-7 15,-5 0-5-15,-3 0 11 0,2-13 0 0,-2-2-1 16,-3 2 6-16,-4-4-9 0,-3-3 5 0,-7-4-3 16,0-5 5-16,-5-6-2 0,-4-6-9 15,-4-2 1-15,-7-9-3 0,-1-6 9 0,-4-3 26 0,-2-1 19 16,-7 1 29-16,1-4 49 0,-4 4 0 0,-4 5 17 16,-1 5-10-16,-5 5-32 0,-3 6-8 15,-3 9-31-15,-1 3-21 0,-3 9-21 0,-4 3-22 16,1 6 5-16,-4 5-17 0,1 5-15 0,1 0 7 15,0 0-17-15,0 0 18 0,3 13 13 0,2 1 5 16,2 4 1-16,1 6 2 0,4 0 1 0,3 3 3 16,2 5-16-16,1 0 4 0,2 4-5 0,4 0-6 15,1-2 17-15,2-2-6 0,3 2 1 0,2-3 2 16,5-4-6-16,2-4 4 0,4-6 13 0,7-5-1 16,5-5 14-16,6-7-14 0,1 0-3 15,9-13 3-15,4-8-6 0,5-5 7 0,2-3-5 0,0-5 3 16,2-3 4-16,-2-4 11 0,0 2 7 15,-4-4 4-15,-6 2 3 0,-6 1 12 0,-7 4-13 16,-7 4 10-16,-10 4 10 0,-8 6-1 0,-10 4 29 16,-7 6-32-16,-5 3-21 0,-6 5-12 0,-4 1-41 15,-5 2 2-15,0 1-20 0,0 0-29 0,0 0-17 16,0 0-52-16,0 0-98 0,0 0-124 0,0 0-135 16,0 0-305-16,0 0 20 0,0 0 147 0</inkml:trace>
</inkml:ink>
</file>

<file path=ppt/ink/ink4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55.560"/>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33 4956 1599 0,'-9'2'0'0,"9"0"16"0,-8 0-7 16,8-2 0-16,-6 0 1 0,6 5-17 0,0-5 23 16,0 4 23-16,0-2 8 0,-6 4 14 0,6 0-10 15,0 0-8-15,0 1-4 0,-3-1 3 0,3 0 0 16,-2 0-7-16,2-1 16 0,0 0-2 0,0-2 1 15,0 0 13-15,0-3 1 0,0 0 4 0,0 0 0 16,0 0-2-16,0 0-15 0,0 0-6 0,0-11-5 16,0 11-7-16,0-14-4 0,0 0 1 0,0 0-3 15,0-1-9-15,0 1 1 0,0-3-8 0,0 1 0 16,0 1-3-16,0-2-8 0,0 0 3 16,0-1-1-16,0-1 1 0,0-1 9 0,0 1-12 15,0-4 0-15,11 0 0 0,-11-4-8 0,11 0 14 16,-2 1-9-16,1-2 9 0,-4 1-3 0,5 0-6 15,-5 0 9-15,5 0-9 0,-2 3 0 0,0 0 7 16,-1 1-7-16,1 1 0 0,-2 2 6 0,2 0-3 16,2 2-3-16,1-3 6 0,-1 0 0 0,-1 2-4 15,3 0 7-15,-1-4-6 0,0-1-3 0,-3-3 6 16,5 1 0-16,-5-2-9 0,6 0 12 0,-4 0-9 16,-2-4 2-16,0 2 10 0,0 1-3 0,0-1 3 15,-1 0 0-15,1 2-3 0,-3-2 0 0,1-1 1 16,4 4 8-16,-2-4-6 0,3 3 0 15,-1-2-1-15,-2 2-16 0,2 4 14 0,-1 0 1 16,-4 4-3-16,3 1 9 0,-1 4-4 0,-2 0 5 16,-1 2 7-16,1-2-4 0,-3 1 2 0,3-1-17 15,-2-1-2-15,-1-1 4 0,2-4-18 0,-3-3 5 16,5-1 0-16,-2-5-1 0,-1-3 15 0,2 1 1 16,3-4-3-16,-1 0 12 0,1 1-11 0,2 2 4 15,-2-1-1-15,2 0-16 0,1 4 9 0,-5-3-1 16,4 1 0-16,-2 3 8 0,2-5-8 0,-1 3 8 15,1-3-3-15,-2 4-7 0,-1 2 8 0,-1-2-10 16,2 0 7-16,-1 1-6 0,1 3 1 16,-3-1-1-16,2 0-1 0,-1 0 6 0,2-2 2 15,1 1 1-15,-3-1 1 0,2 0-6 0,0-1 6 16,0-1-9-16,1 0 2 0,0 2-2 0,-1-2-2 16,3 3 0-16,-4 0 4 0,4 1 12 0,-4-2-11 15,1 1 11-15,2-2-10 0,-2-3 2 0,1-1 3 16,2-3-1-16,2-4 9 0,0-2-11 0,2 0-6 15,0 0-4-15,2-3-2 0,-3 3 17 0,3-2 5 16,-3 4-4-16,2-3-4 0,0-1-17 0,0 1 7 16,-1 2 9-16,1-3 0 0,0 3 7 0,-1 1-9 15,0 2 2-15,0-2-7 0,-1 4-2 0,1 5 1 16,-3-1-4-16,4 2 8 0,-5 0-3 0,2 3 4 16,0 0-3-16,-2 4 1 0,3 0 5 15,-1-2 1-15,-1 6-1 0,1-3-4 0,0 1 4 16,-1 1-4-16,4-3 0 0,-2 3-1 0,2-1 4 15,3 0-5-15,-1 3 10 0,1-3-2 0,1 5-10 16,-1-3 8-16,-2 2-9 0,4 1 5 0,-4-1 7 16,2 0-11-16,1 1 6 0,-3 1-8 0,0-1 3 15,2-2 13-15,3 2-13 0,-5 3 5 0,2 0-10 16,-1 3 6-16,-2 2 9 0,1 3-1 0,-1-2 0 16,0 2-9-16,-2 6 1 0,0-6 0 0,-1 0-3 15,1 2 11-15,-1-1 2 0,-1 5-11 0,3-6 5 16,-1 6-5-16,0 0 5 0,0 0-5 15,2 0 8-15,1 0-6 0,-1 0-5 0,2 0 11 0,-2 0-7 16,0 0-3-16,1 0 2 0,-1 0-1 16,0 0 5-16,1 0 5 0,-2 0 1 0,1 13 4 15,0-1 6-15,0 2 5 0,-2-1-6 0,1 0 11 16,0 3-20-16,-3 1 6 0,4-1-4 0,-2 4-8 16,0-3 1-16,-1 1-4 0,1 3 2 0,0-3 11 15,1-1 12-15,-1 2-4 0,2 1 24 0,-1 1-15 16,1 0-2-16,0 1 4 0,2 2-27 0,-2-1 4 15,1 2-10-15,2 3-11 0,-2-2 20 0,1 1 4 16,-1 4 24-16,0-2 50 0,-1 5-4 0,1-2-1 16,3 4-14-16,-3 1-53 0,1-1-10 0,-1 2-15 15,-1-4 5-15,1 1 19 0,-3-3 2 0,0-1 6 16,-1-2-4-16,-1 0-8 0,3 1 8 16,-1 3 33-16,2 4 5 0,-2 0-2 0,1 3-9 15,4 2-19-15,1 3-15 0,-1 0-7 0,-2-2 3 16,1 4-3-16,-1-3 1 0,-1-1 15 0,-2 0-15 15,-2-3-1-15,1-4 6 0,-3-2-17 0,2-2 13 16,0-4-4-16,0-1-1 0,-2-3 2 0,1-1-3 16,2-3 2-16,-1 2 2 0,3-3-5 0,-3 1 1 15,2-1 4-15,2 0-5 0,-2 3 15 0,2-3-7 16,0 1-4-16,-1 0-4 0,-2-3 5 0,1 0-1 16,0 1-7-16,-1-4 18 0,-2 2-10 0,0-2 5 15,2-2 3-15,-2 0-7 0,0 1-10 16,1-1 7-16,0-2 5 0,2 2-12 0,4 0 21 15,-3 1-9-15,4-1 6 0,3-3 3 0,1 1-15 16,0-3 9-16,2 0-7 0,2-3 3 0,-1 1-5 16,0-3 3-16,1-2-1 0,-1 0 2 0,0 0-1 15,1 0-2-15,-1 0 5 0,0 0-11 0,4 0 8 16,-3 0 7-16,3 0-16 0,1 0 10 0,-2 0 3 16,2 0-13-16,0 0 13 0,-2-11 1 15,1 11-4-15,-1-13-2 0,-1 2 4 0,1 3-6 0,-1-2 11 16,-2 0 4-16,-2 0-17 0,1-3 14 15,-4-2-17-15,0-1 5 0,-1 2 13 0,-1-4-12 16,1-2 4-16,-3-1 1 0,-1-1 2 0,0 0-9 16,1 1 7-16,-2-1-15 0,0-2 7 0,0 1-1 15,0-1 5-15,-3 2 12 0,1-3-22 0,-2-2 26 16,-1 2-12-16,1-4-12 0,-3 4 11 0,2-3-10 16,-2-1 12-16,-2-1 9 0,1 0-3 0,-1-7 4 15,3 0-8-15,-3-2 3 0,2-6-7 0,2-2-16 16,0-3 12-16,2-5-15 0,1 3 1 0,0-3 16 15,-1 1-8-15,1-2 17 0,1 1-1 0,2-1-12 16,-2 3 8-16,-1 0-11 0,1 0 21 0,-2 1-8 16,1 0-25-16,1 0 14 0,1 0-11 0,-1 3 6 15,0-4 32-15,3 2-9 0,0 1 0 16,4 0 6-16,-3 2-17 0,4 3-2 0,0 0-8 16,1 1 3-16,2 4-5 0,1 3 9 0,1 2 7 15,-3 5-15-15,1 2 3 0,2 3-9 0,-1 2 4 16,-1 4 4-16,0 3 9 0,1 4 3 0,0 2-1 15,1 2 0-15,0 2-2 0,0 1-7 0,-1 5 5 16,2 0-1-16,0 0 4 0,0 0 4 0,0 0-9 16,-2 0 2-16,2 0 7 0,-2 18-2 0,0-3-5 15,-1 3 5-15,0-1-10 0,0 3 9 0,1 1 15 16,-2 3-9-16,3 3-5 0,0 1 0 16,-1 3-23-16,0-1 8 0,2 2 13 0,2 1-13 15,-3-1 13-15,4 1-2 0,0-1-10 0,0 0 10 16,2 1 2-16,-1-1-1 0,2 1 1 0,1-1-7 15,1 3 7-15,2 0-2 0,-1 2 5 0,2-2 4 16,-1 3-15-16,4-1 23 0,-1 4-14 0,2 0 5 16,0 0-2-16,0 3-12 0,0 1 17 0,2-2-16 15,1 0 14-15,0 4-5 0,0-1 12 0,0-1-7 16,3 1 3-16,-1-4-1 0,0 2-33 0,1-1 20 16,1-4-12-16,1-2 6 0,1-1 4 0,2-5 8 15,0-1-7-15,1-2-8 0,1-7 19 0,1 0-5 16,3-5 10-16,-3-3-6 0,2-2-6 15,-2-2-9-15,0-1 4 0,-4-3 4 0,1-1-7 0,-3-4 10 16,-1 0-4-16,0 0 0 0,-4 0 3 16,0 0-4-16,-2 0 9 0,1 0-13 0,1-19 3 15,-3-1-1-15,3 3 1 0,-3-4 13 0,3-2 1 16,-1 0 10-16,1-7-20 0,1-1-4 0,1-1 1 16,1-7-25-16,2 0 18 0,-2-4 12 0,0 0-10 15,2-7 7-15,-2 1 0 0,-2-4-12 0,-2 0 10 16,-1-4 4-16,-1-1-5 0,-1-3 3 0,-5 2 5 15,0-3 1-15,-5 0-6 0,1-1 13 0,-4 1-17 16,-1 1 13-16,0 2-7 0,-3-1-4 0,-2 5 11 16,2 2-17-16,-6 5 6 0,-1 2 1 0,3 1-3 15,-4 3 3-15,-2 4 5 0,1 2-3 16,0 2 1-16,-2 1-1 0,0 2 0 0,-1 4-4 16,0 1 4-16,-1 5 6 0,-1 3-5 0,-1 3 3 15,0 4-9-15,-1 2-14 0,-1 3 20 0,-1 3 4 16,0 3 3-16,-1 0-2 0,2 0-5 0,0 0-9 15,5 0 5-15,0 20 15 0,4-3-4 0,3 3-1 16,2 4-5-16,3-4 0 0,3 7-14 0,1-1 6 16,3 3 14-16,1 3-3 0,2 0 13 0,1 3-11 15,1 0-8-15,1 3-1 0,5 1-2 0,0 4 3 16,3-3-1-16,5 5-6 0,1-3-1 16,2 1 6-16,1-1-11 0,5-1 18 0,3-4-4 15,1-1-1-15,5-5 10 0,1-6-10 0,7-3 3 16,2-5-3-16,5-6-5 0,3-5 4 0,3-6-5 15,3 0 3-15,-1 0-1 0,0-23-5 0,-2-3 8 16,-3-4 6-16,-3-7-7 0,-3-5 7 0,-5-5 4 16,-5-4-13-16,-4-1 19 0,-4-2-15 0,-5-2 10 15,-4 2 31-15,-5-1 24 0,-4 7 51 0,-7 1 31 16,-3 4 33-16,-7 6 13 0,-3 0-9 0,-3 8-15 16,-5 3-40-16,-1 2-79 0,-3 7-37 15,-2 0-41-15,-2 5-8 0,1 3 24 0,-2 3-3 0,2 2-2 16,2 4-6-16,6 0 23 0,3 0 5 15,4 0 1-15,6 15 1 0,8 1-11 0,2 3 0 16,7 2-7-16,4 3 7 0,5-1 1 0,4 3-7 16,5 1 13-16,3-2-7 0,4-3-12 0,6-1 3 15,4-4-7-15,4-3-8 0,2-6 7 0,5-8-1 16,3 0 23-16,2 0-5 0,1 0 11 0,0-23 7 16,-4-3-12-16,2-4 0 0,-4-1-7 0,-4-5 12 15,-1-4 0-15,-3 0-10 0,-1-1 6 0,-4 0-11 16,-3 0 0-16,-1 4-6 0,-2 3 12 0,-4 5-29 15,-2 4 2-15,-4 5 11 0,-6 6-44 0,0 7 43 16,-9 7-1-16,-1 0 0 0,-6 0 13 16,-3 0-13-16,0 18-13 0,-4-1 26 0,-2 1 13 15,0 4-14-15,0 0 14 0,1 1-20 0,1 3 7 16,-1 0 19-16,3 0 20 0,4 1 31 0,7 0 22 16,6-5 18-16,4-1 1 0,5-3-11 0,8-4-21 15,6-5-27-15,4-4-13 0,2-5-7 0,5 0 22 16,-4 0 12-16,-1-15 12 0,1-3 26 0,-6 3-10 15,-12-4 8-15,-4-2 25 0,-9 2 3 0,-11 1 1 16,-12-2-20-16,-5 3-47 0,-10-3-60 0,-5 3-86 16,-4-2-113-16,-5 1-208 0,-3 0-179 0,0 0-30 15,0-2-42-15,0-2-19 0,0 0-72 0,-11 1-243 16,-1-1 151-16</inkml:trace>
</inkml:ink>
</file>

<file path=ppt/ink/ink44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9:01.084"/>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0 3924 1169 0,'9'-14'28'0,"-2"3"19"0,1 0 10 0,-2 5 14 15,-3 6-17-15,3-9-11 0,-3 9 9 0,-1 0-9 16,-2 0-3-16,0-10-11 0,0 10-18 0,0 0-5 16,0 0 4-16,0-7-9 0,0 7 3 0,0-10 4 15,0 10-17-15,0-10 13 0,0 4-7 0,9 6 3 16,-9-10 3-16,9 2-1 0,-9-1 8 0,8 1-10 16,-8 2 12-16,6 0 6 0,-6-1-11 0,6 1 12 15,-2-1-5-15,-1 7-13 0,-3-8 8 0,3 1-6 16,0 1-10-16,2-1 17 0,-2 0-10 15,-2-2-5-15,2 3 12 0,-1 0-18 0,1-5 10 16,3 5 4-16,-3-1-6 0,0-2 5 0,0 3 4 16,-1-1-7-16,1 0-3 0,0 7 1 0,-2-5-3 15,2 5 6-15,-1-6 5 0,-1 6-2 0,2-6-4 16,0 6 7-16,-3-6-6 0,4 0 15 0,-1-1 7 16,1-3-1-16,1 1 3 0,-1-2-14 0,-1-2-9 15,3 0 0-15,-1 0-3 0,1-1-3 0,-3 2 6 16,3-2-6-16,-1 3 4 0,-2-1 1 0,3-1 5 15,-3 1 4-15,1-1-6 0,1-1 8 0,-1 1-8 16,1 0-8-16,0 1 10 0,-1-2-13 0,-1 2 13 16,5-1-8-16,-5 2 6 0,1 0-2 0,-2 2 1 15,1 0 12-15,-3 3-18 0,3-2 8 16,0 2-14-16,0 0 3 0,0 0 5 0,-1 0 9 16,-1 1-1-16,1-1-9 0,1 0 1 0,0 0-10 15,1-1 14-15,-2-1 2 0,2-1 1 0,-1-1 3 16,3 0-17-16,1-4 4 0,-1-2 4 0,-2 1-3 15,4-2 9-15,1-1 7 0,-2-2-10 0,0 1 3 16,-1 0-6-16,1-1-9 0,1-1 11 0,-4 1-6 16,4 0 9-16,-2 1 3 0,-3 0-5 15,5-1 1-15,-4 3 3 0,2-3-11 0,-1-1 10 0,1 1 0 16,0 0-15-16,-1-1 15 0,2-1-16 0,-2 1 9 16,-1 0 8-16,2 1-6 0,0-1 5 15,-1 1-7-15,-2 2 3 0,3 1 2 0,-1-2 7 0,1 6-7 16,0-2-5-16,-2 3 6 0,1 1-7 15,-1 1 4-15,-1-1 6 0,5 0-14 0,-3 1 4 16,-1 0 7-16,-1-6-6 0,6 3 14 0,-4-2 1 16,1 1-11-16,0-4 11 0,0-5-2 0,2 0-15 15,-1-1 14-15,1 3-12 0,-1-3-1 0,1 0 13 16,-2 0-8-16,3 3 2 0,-4 2-6 0,1 1-1 16,0 1 0-16,-1 2-1 0,-2 2 4 0,0 2-1 15,0-2 7-15,-3 4 0 0,4-2-3 0,-4 2-3 16,2-3-3-16,-1 1 0 0,1-3 2 15,-1-2 1-15,2 1 2 0,-1-2-2 0,-1 1 0 16,5-1 4-16,-3 0-7 0,2 2 1 0,0-2-2 16,-1 0-5-16,2 1 13 0,-1 2-3 0,-1-1 5 15,-2 1 8-15,5 0-18 0,-2-3 3 0,0 2-1 16,1-4-10-16,0 2 12 0,0-5 5 0,-2 2-6 16,4-3 4-16,-2 3-4 0,2-1-1 0,-2 1-3 15,0 2 5-15,0-1-6 0,-2 0 7 0,4 1-3 16,-3 1 7-16,1-2-3 0,-2 0-14 0,2 1 18 15,0-1-6-15,-1 0 6 0,1-1 1 0,2-1-8 16,-1-1-2-16,1 3 7 0,1-3 2 0,0 2-4 16,-1-2 4-16,1 2-17 0,1-2 8 0,-2-1-3 15,1 2-4-15,-1-3 7 0,1 0 3 16,-2-1-6-16,1 1 9 0,1-2-3 0,-1 2-8 16,1-1 12-16,-2-3-7 0,2 2 2 0,-1 1-2 15,0 2 2-15,2-1-4 0,-2 3 6 0,-1 1 2 16,-1 3-4-16,1 0 3 0,-3 1-6 0,1-2 9 15,-2 4-10-15,1-1 6 0,1-3 8 0,-1 4-16 16,2-1 14-16,-1-2-9 0,1 4 2 16,0-2 6-16,0 1-4 0,2 1 3 0,1 1-15 0,-3 2 8 15,2-1 2-15,-1-1-1 0,1 3 3 0,-2 0 0 16,1 1-5-16,0 1-3 0,2-1 8 0,-2-1-1 16,2 2 4-16,-1-2-5 0,3-2-5 0,1 3 5 15,-2-5-6-15,2-1 8 0,2 0-2 16,0-2-10-16,1-1 0 0,2 3 9 0,-1-1 0 15,1-2 0-15,-3 4 5 0,2-1-10 0,-2 1 6 16,0 3 2-16,-4 1 2 0,0 1 0 0,-1 8-7 16,-2 0 3-16,1 0 2 0,-1 0 2 0,-2 0 5 15,0 0-7-15,-1 0 3 0,-1 0-1 0,2 0-5 16,-1 0 7-16,-1 14-3 0,0-14 4 0,0 14 6 16,2-14 7-16,-2 12-4 0,2-3 1 0,-1-9-2 15,2 10-10-15,0-1 20 0,0 0 3 16,0 1 2-16,2-1 20 0,0 4-19 0,-2 0 6 15,3 3-5-15,-5 3-11 0,4 2 4 0,-4 3-5 16,-2 3-4-16,1 0 0 0,-3 1-5 0,0 1-5 16,0-1-2-16,0 0-5 0,0-2-2 0,0 2 0 15,0-2 4-15,0-1 6 0,0-2 1 0,0-1-4 16,0-2 1-16,0-2-4 0,0 1 0 0,0-4 0 16,0 0-1-16,0 0-7 0,0-4 4 0,0 0 5 15,0 0-3-15,0-1 10 0,0-3-7 0,9-1-3 16,-9 1-1-16,5-2 1 0,-5 0-4 0,6 1-1 15,-2-3 7-15,1-1 0 0,-1-2 0 0,3 5-4 16,-3-5-2-16,1 7-2 0,1-1 6 0,-2-6 2 16,2 6 9-16,-1-6-7 0,1 7-4 15,2-3 1-15,-4-4 1 0,2 5-2 0,0-1 1 0,0-4 8 16,-1 7-10-16,-1-7 0 0,3 3 2 16,-3-3-3-16,1 6 1 0,-1-1 6 0,-1 1 8 15,0-6 10-15,0 7 6 0,0 3-2 0,2 0 2 16,-2 0-12-16,0 1-7 0,2 3 0 0,-1-4-2 15,1 6 5-15,2-5 6 0,-1 1-2 0,2-1-11 16,-2-3 1-16,3 2-12 0,0-4 8 0,0-1 1 16,0 3 3-16,2-2 4 0,1 2 5 0,-1 1 0 15,1 2-8-15,2-2 6 0,-1 4-14 0,1 0 10 16,0-1-2-16,-1 0-1 0,3 1-4 0,-1 2-2 16,1-4 3-16,3 2 7 0,-3-1 5 15,4-2-1-15,0 0 4 0,3 1-9 0,-1-4 13 0,3 2-3 16,2-2-4-16,0 0 7 0,2 2-16 15,3-2 0-15,0 3-3 0,-3 0-3 0,3-1 9 16,-2 3-3-16,2 3 10 0,-3-1-6 0,0-1-11 16,-2 3 11-16,-1-1-17 0,1 0 1 0,-4 0-1 15,0-2-2-15,-2 0 6 0,-3-2 0 0,-1 1 0 16,-2-2-1-16,-1 3 4 0,0-1 0 0,-1 0 6 16,-1 2-3-16,-1-1-3 0,1 1 0 0,-1-1 3 15,1 1-6-15,-1 0 3 0,1-2 0 16,-2-1-9-16,-1 0 6 0,1-3 3 0,-1 3 12 0,-2 2 3 15,1 0-3-15,-1-2-9 0,1 0-6 16,0-1-3-16,-1 2 9 0,-1-1-3 0,3-3-5 16,-3-2 2-16,4 3-3 0,-3-2-1 0,1-3 10 15,-1 3-6-15,1-1 6 0,1 1 3 0,0-2-8 16,-1 4 5-16,1-2-6 0,2 2 20 0,-1 3-5 16,2 4 10-16,2-1-3 0,0 5-29 0,1 1 14 15,2 0-13-15,2 4 3 0,-1 0 11 0,2-3-5 16,1-3 4-16,2 1-3 0,-1-5 2 0,2-2-6 15,2-3 0-15,-1-1 0 0,3-3 6 0,1 1 3 16,-2-3-2-16,5 1-1 0,0-3-5 0,1 0-1 16,1 1 9-16,1 1-6 0,-1-4 6 0,3 0-10 15,-1 0 2-15,-1 0-9 0,2 0 8 16,-2 0 3-16,0 0-6 0,0 0 13 0,-1 0-18 16,0-16 11-16,-1 5 0 0,1-1 9 0,-4 0-6 15,0 1 2-15,-1-1 4 0,0-3-12 0,-3 2 9 16,0 0-9-16,-5-2-16 0,0 0 5 0,-1 2-2 15,-5-3-6-15,2 1 9 0,-3-1-2 0,1 0 6 16,-2-2 9-16,0-2 5 0,0-1-5 0,1-1 6 16,1-2-3-16,-1 0-6 0,3 0 6 0,-4-5-9 15,2 3 10-15,-1-2 2 0,1 0-3 0,-1-1 0 16,0-2-9-16,1-3 0 0,0-1 6 0,2-4-12 16,2 0 2-16,1-4 0 0,1 0-3 15,4 0 6-15,-1-2-9 0,2 3-1 0,0 3-6 0,-1 0-5 16,-2 5 7-16,2-2-10 0,-4 4 14 15,-1 2 13-15,-2 2 8 0,-5 0 8 0,1 0-8 16,-2 1 7-16,-3 0-13 0,-3 3 2 0,0-1 6 16,-2 1-9-16,-4 1 9 0,0 0-8 0,0 2-1 15,0 1 8-15,-16 1-4 0,7 0 8 0,9 1-8 16,-12 1-1-16,3 0 3 0,9 1 0 0,-8 4 0 16,8-4-9-16,-6 3 3 0,6 1 1 0,0 0 2 15,0 0-6-15,0 1 6 0,0-3 0 0,0 2-3 16,0-3 15-16,11 2-15 0,0-3 0 15,-2 2 6-15,3-2-3 0,-2-1 3 0,1-2 0 16,1 2-1-16,-1-3-8 0,3-1 0 0,-4-2 3 16,2 2 2-16,-1-1 6 0,-3 0-4 0,-1 1-5 15,-1 1 1-15,2-1 0 0,-2 1 2 0,0 1 3 16,-1-2-3-16,1 5 3 0,0-3 3 0,0 1-1 16,1 0-1-16,1 2-10 0,0 2 1 0,-2 0 6 15,1 1-4-15,-1 0 10 0,3 0-4 0,-1 0 1 16,3 0-5-16,-2 0-2 0,3-2 2 0,0 2-5 15,0 3 8-15,2-4 1 0,-1 5 0 0,3 0 7 16,-1 2-14-16,0 0 8 0,-1 1-6 0,1 6-3 16,-1-7 12-16,1 7-5 0,0 0-8 0,0 0 7 15,0 0 1-15,-1 0-4 0,3 0 14 16,-4 0-24-16,3 0 8 0,-1 15 5 0,-2-3 1 16,0 2 20-16,-3-2-12 0,1 2-2 0,-2 1 0 15,-3 7-7-15,-1 1 7 0,-4 2 11 0,2 1-8 16,-3-1 0-16,0 3-4 0,0 0-14 0,0-3 14 15,0 0-6-15,0 1-2 0,0-6 2 0,0 1-3 16,0-2 6-16,0 0-6 0,14-2 3 0,-4 1-3 16,0-2-3-16,0 1 6 0,1-2 1 0,-2 2-4 15,2-1 4-15,-2 1 2 0,1 0 6 0,-1 0-1 16,-1 1-3-16,1 1-2 0,-1-2-3 0,-1 5 0 16,2-3 9-16,1 3-6 0,-3-3-3 0,2 1 3 15,0-1-6-15,0-1 6 0,2-2-1 0,1-1-2 16,0-2 5-16,1 1 1 0,0-3-3 15,2-1 6-15,2 1-12 0,-2-2 6 0,3-1 0 16,-1 1-6-16,3-1 6 0,-2-1 3 0,0 2-6 16,1-3 3-16,0-1 3 0,0 4-9 0,-1-3-3 15,-1 3 3-15,-1 0-3 0,2-1 6 0,1 1 3 16,-1-1 3-16,2 2-3 0,-2-1-6 16,2 0 6-16,-1 2-6 0,4-2 6 0,0 4-3 0,-3-2 0 15,2 2 3-15,-2 1-13 0,0 2 17 0,0-1-7 16,-1 2 3-16,0 0 10 0,-3 1-19 15,3-3 12-15,-3 3-12 0,1-1 2 0,1-3 8 16,0 5-11-16,1-3 7 0,-1 1-3 0,0-1 0 16,0-1 3-16,2 3 3 0,-2-2 3 0,2 1 0 15,-2 1-2-15,0-1-4 0,4 0-6 0,-3 3 0 16,0 1 3-16,-1 0 3 0,3-1 6 0,-3 2 2 16,2 0-10-16,0-2-4 0,-2-2-3 0,3 1 0 15,-1-1 9-15,0-2 0 0,0 1-3 0,1-5 3 16,0-1 3-16,2-2 5 0,-2 1-2 0,3-3-6 15,1 0 6-15,-2 0-14 0,1-3 5 0,2-2 3 16,-1 3-6-16,1-3 9 0,2 1-3 16,1 0-3-16,1 1 3 0,0 0-3 0,2 1 3 0,3 1 0 15,0-3-2-15,1 3 4 0,1-2-5 16,-1-1 0-16,2 1 0 0,2-2-2 0,-4 2 5 16,2-3 3-16,-4 0 0 0,2-1-3 0,-1 0 8 15,0 0-8-15,-3 3 0 0,-2-3 6 0,-1 0-12 16,1 1 6-16,-2-1 0 0,-2 0-2 0,-2 0 4 15,0 0-2-15,-1 0 0 0,-3 0-3 0,1-14-2 16,-1 2 2-16,-1 2 2 0,-2-1 4 0,1-2 0 16,-2-1-6-16,0-2-5 0,-2 1 8 0,0-1-9 15,-2-1 8-15,0 2 7 0,-1-2-9 0,-1 0 12 16,1 0 0-16,-2 0-9 0,0 1-1 0,0 1-2 16,0-1 3-16,0 4 3 0,-3-5-6 15,2 4 3-15,-3 0-7 0,1-1 11 0,1 1 2 16,-1 3 0-16,2-5-3 0,-2-1-7 0,2 3 4 15,-2-2 0-15,0 1-4 0,1-4 8 0,2 3-8 16,-4-2 4-16,1 2-3 0,3 1-7 0,-4 1 10 16,4 1 0-16,-2-1 7 0,0 4 0 0,-3-2-1 15,5 2-6-15,-1-2 0 0,-2-1 3 0,1 1-9 16,0-2 0-16,0 2 12 16,2-2-9-16,2 0 6 0,-2-2 7 0,2 3-13 15,-2 1 6-15,1-2 0 0,1 0-9 0,-2-2 6 0,2 2 0 0,-1-3-3 16,1 4 3-16,0-4-3 0,2 1-3 15,-1 0 7-15,4-1-2 0,-1-1 2 0,2-2-4 16,1 2 6-16,-2-3-3 0,4 2 3 0,-2-1 9 16,-2-2-12-16,0 2 0 0,0-1 0 0,-3-1 0 15,1 0 6-15,-2 1-6 0,0-3-3 0,2 2-3 16,1-2-5-16,0 0 11 0,0-3-3 0,1 1 5 16,2-1 1-16,0-2-3 0,2 1 0 0,-1 0 0 15,3-1 0-15,-1 0 3 0,2 0-1 0,0 2-5 16,-1-2 3-16,-2 4 0 0,1 0 3 0,1 2 0 15,-3 1 3-15,1 1-9 0,0 1 0 0,-2 0-1 16,-1 2-12-16,1 1 19 0,-3-1 7 0,2 4-7 16,0-1 10-16,-4 0-10 0,1 3-3 0,0 3-3 15,-2-1 3-15,-2 4 3 0,0 1-9 16,0 4 9-16,-2 0 0 0,1 0-12 0,0 0 12 16,0 0 3-16,0 0-6 0,0 0 7 0,2 0-7 15,1 13 0-15,0 0 3 0,0 1 0 0,2 2-3 16,3 4 0-16,-2 1 0 0,3 5-12 0,0 2 9 15,2 0-3-15,1 2 3 0,1 1 12 0,2-3-9 16,0 2 0-16,2-5 0 0,3-2 0 0,0-1 3 16,1-3-3-16,4-6 0 0,2-3-3 0,0-3 3 15,2-5 6-15,5-2-9 0,3 0 6 0,1 0 0 16,1-12-9-16,2-4 9 0,2 3 2 0,1 0-8 16,0-4 9-16,0 2-3 0,-1-3 4 15,-2 3 2-15,-3 0-6 0,-1 2 0 0,-4-1-9 16,-4 0 3-16,-1 3 0 0,-5 3 6 0,-4 3 0 15,-2-1-3-15,-3 1 3 0,-3-1-9 0,-2 4 3 16,-1-3 0-16,-4 4 0 0,0-2 6 0,-3-1-3 16,1 4 13-16,-2 0 12 0,0 0 3 0,2 0 5 15,-2 0-13-15,3 0-11 0,0 15-12 0,2-3 1 16,2 0-2-16,3 3 2 0,2-2 5 0,3 2-10 16,4 0 9-16,0 0-6 0,6-1 4 15,4-2 3-15,1-2-3 0,5-1 0 0,6-6 0 0,4-3-1 16,3 0-1-16,4-13 5 0,4-5-2 15,4-3-3-15,1-3 6 0,4-6-1 0,0-2 5 16,1-3-6-16,2-2-3 0,1 1 2 0,-2 0-8 16,-3 1 13-16,-2 2-5 0,-3 2 2 0,-5 3-4 15,-4 4 2-15,-9 3 2 0,-8 6-23 0,-7 2-15 16,-7 4-46-16,-9 3-57 0,-6 6-64 0,-13 0-112 16,0 0-308-16,0 0 6 0,-22 0 84 0</inkml:trace>
</inkml:ink>
</file>

<file path=ppt/ink/ink44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39.331"/>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1756-1394 1718 0,'-25'0'6'0,"4"0"11"0,4-11-5 0,7 11 2 15,-1-10-15-15,5 10-9 0,2-9 2 0,4 9-2 16,0 0 6-16,0 0-28 0,0 0-68 0,0 0-170 16,10 0-160-16,2 0 24 0</inkml:trace>
</inkml:ink>
</file>

<file path=ppt/ink/ink44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9:01.806"/>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0 0 1430 0,'0'7'11'0,"0"-4"3"0,0-3 1 0,0 5 7 16,10-5-10-16,1 0-7 0,-2 0 10 15,0 0-5-15,0 0-8 0,1 0 10 0,0 0-2 16,2 0 1-16,-1 0 16 0,1 0 2 0,0 0-2 16,0 0 14-16,-1 0 4 0,0 0 15 0,-4 0 37 15,-1 0 18-15,0 0 29 0,-3 0 12 0,-1 10-6 16,-2-10 9-16,0 5-12 0,0-5 6 0,0 0-9 16,0 0 3-16,0 5-20 0,0-1-9 0,0-4-3 15,0 5-36-15,0-2-5 0,-8-2-14 0,8 1-19 16,0 0 1-16,0-2-10 0,0 0-5 0,0 1-17 15,0-1 0-15,0 0 14 0,0 0-14 0,-6 0 26 16,6 0-12-16,-4 0-11 0,4 0 9 0,-5 0-15 16,5 0 17-16,0 0-12 0,0 0-8 0,-1 0 16 15,1 0-24-15,0 0 11 0,-3 0 5 16,1 0-12-16,2 0 18 0,0 0-4 0,0 0-3 16,0 0-2-16,0 0-9 0,0 0 0 0,0 0-7 15,0 0 6-15,0 0-13 0,0 0 12 0,0 0-7 16,0 0-11-16,0 0-4 0,0 0-9 0,0 0 3 15,0 0-7-15,0 0 16 0,0 0-14 0,0 0 6 16,0 0 1-16,0 0-4 0,0 0-12 0,0 0-30 16,0 0-59-16,0 0-91 0,-14 0-65 0,2 0-71 15,2 0-74-15,-4 0-209 0,-3 0-3 0,1 0 104 16</inkml:trace>
</inkml:ink>
</file>

<file path=ppt/ink/ink44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39.127"/>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3739-1027 1803 0,'8'0'4'0,"-8"0"-3"16,0 0-23-16,0 0-44 0,0 0-116 0,0-11-251 15,0 11 4-15,0-8 45 0</inkml:trace>
</inkml:ink>
</file>

<file path=ppt/ink/ink44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38.627"/>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3950-1625 2582 0,'-15'8'2'0,"1"-8"-8"0,4 0-28 0,-1 0-23 15,2 0-11-15,9 0 7 0,-8 0 29 0,8 0 25 16,0 14-5-16,0-14-34 0,0 17-64 0,0-3-126 15,0-1-333-15,0 3 37 0</inkml:trace>
</inkml:ink>
</file>

<file path=ppt/ink/ink44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44.427"/>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304 773 2726 0,'0'0'-3'0,"0"0"1"0,-15 0-8 0,3 0-20 16,-1 0-53-16,0-12-63 0,-1 3-56 0,0 0-82 15,-1 2-216-15,-2-3-33 0,-2-1 63 0</inkml:trace>
  <inkml:trace contextRef="#ctx0" brushRef="#br0" timeOffset="166.01">-103 625 1411 0,'9'19'14'0,"3"2"6"0,-3-6 1 16,0 4 2-16,2 1-20 0,-2-3 0 0,2-1 2 16,1 4-5-16,-2-3 0 0,3 0-109 0,-3-2-240 15,4 2-26-15,-3-1 3 0</inkml:trace>
  <inkml:trace contextRef="#ctx0" brushRef="#br0" timeOffset="-159.79">-47 1007 2979 0,'-17'6'-1'0,"1"-1"8"0,-3-5-5 15,6 0 0-15,-1 0-13 0,5 0-11 0,1 0-2 16,4 0-6-16,1 0 12 0,3 0-8 0,0 0-25 15,0 0-50-15,0 0-85 0,13-9-111 0,-2 1-316 16,1-1-3-16,-1 1 87 0</inkml:trace>
  <inkml:trace contextRef="#ctx0" brushRef="#br0" timeOffset="874.15">922 210 1704 0,'0'-12'-1'0,"-12"4"1"0,3 2 1 0,9 3-3 16,-9 3-12-16,3-4-51 0,-2 4-118 0,3 0-199 15,5 0-29-15,-4-2 49 0</inkml:trace>
  <inkml:trace contextRef="#ctx0" brushRef="#br0" timeOffset="1011.59">1104 594 1737 0,'0'11'-7'0,"0"-5"-63"0,-10-1-186 16,10-3-178-16,-17-2 7 0</inkml:trace>
  <inkml:trace contextRef="#ctx0" brushRef="#br0" timeOffset="665.07">863 765 2339 0,'4'13'10'0,"-4"-5"-2"16,0-1 0-16,0 1 2 0,0-3-12 0,0-3 4 15,0 2 3-15,0-3-2 0,0 1-7 0,0-2-18 16,-9 2-42-16,9-2-54 0,-7 0-75 0,7 2-118 16,-6-2-165-16,6 0-4 0,-5 0 84 0</inkml:trace>
  <inkml:trace contextRef="#ctx0" brushRef="#br0" timeOffset="-9168.25">611 415 2292 0,'-11'0'19'0,"-1"-13"9"0,1 13 3 15,-1-10 5-15,1-2-16 0,1 6-13 0,2-2-4 16,5 8-25-16,0-7-33 0,3 3-45 0,0 4-68 15,0-4-91-15,0 4-200 0,0 0-49 0,0 0 67 16</inkml:trace>
  <inkml:trace contextRef="#ctx0" brushRef="#br0" timeOffset="-8453.93">779 902 2626 0,'-23'0'-2'0,"5"0"2"0,1 0-2 16,7 0-9-16,2-12-11 0,2 12-21 0,2-11-15 16,2 1-36-16,2 10-43 0,0-9-60 0,0 1-118 15,0 3-236-15,0-4 56 0</inkml:trace>
  <inkml:trace contextRef="#ctx0" brushRef="#br0" timeOffset="480.91">463 561 2493 0,'-13'0'2'0,"-1"0"3"0,3 0 1 0,2 0-7 15,-1 0-11-15,2 0-9 0,-1 0-29 0,0 0-23 16,1-9-16-16,1 9-43 0,1-8-46 0,-1 8-155 16,1 0-192-16,2-6 50 0</inkml:trace>
  <inkml:trace contextRef="#ctx0" brushRef="#br0" timeOffset="309.06">396 1135 2138 0,'0'4'-2'0,"0"-1"1"0,0-3-4 15,0 0-17-15,0 0-73 0,-10 0-141 0,10-12-286 16,-12 12 9-16,3-15 75 0</inkml:trace>
  <inkml:trace contextRef="#ctx0" brushRef="#br0" timeOffset="-4927.45">1485-542 2681 0,'-19'18'-12'0,"-1"-6"-22"0,3-4-88 16,2-8-98-16,3 0-75 0,4 0-225 0,2 0-27 15,6 0 96-15</inkml:trace>
  <inkml:trace contextRef="#ctx0" brushRef="#br0" timeOffset="-7920.07">-270 1429 3130 0,'-21'36'2'15,"1"-6"-26"-15,-3-8-27 0,2-1-36 16,1-3-41-16,5-1-38 0,3 0-25 0,1 1-22 15,6-1-57-15,5-2-210 0,0-6-60 0,0-1 57 16</inkml:trace>
  <inkml:trace contextRef="#ctx0" brushRef="#br0" timeOffset="-7742.52">-269 1735 2652 0,'-12'20'-6'0,"0"-3"6"15,0-4 1-15,-3-2-1 0,1-5 7 0,0 1 11 16,4-3 16-16,-1 0 12 0,2 1 6 0,1-4-19 16,4 3-18-16,-1-3-20 0,5 0-38 0,-1-1-59 15,1 0-112-15,0 0-240 0,0 0-220 16,0-12 62-16</inkml:trace>
  <inkml:trace contextRef="#ctx0" brushRef="#br0" timeOffset="-7035.95">1265-242 2620 0,'24'-13'27'0,"-7"-3"30"16,-6 2 25-16,-11-1 20 0,0 2-17 15,0-3-18-15,-15 2-28 0,1-1-22 0,-1 3-11 16,-2 0-16-16,0 0-32 0,1 2-51 0,-3 1-70 15,4 0-83-15,-1 2-84 0,2 1-273 0,3 1-6 16,2 2 84-16</inkml:trace>
  <inkml:trace contextRef="#ctx0" brushRef="#br0" timeOffset="-8984.76">1151-193 2296 0,'17'-14'17'16,"-3"1"19"-16,-5 3-1 0,-3-2 5 0,-2 4-17 16,-4-1-18-16,0 1-4 0,0 2-3 0,0-2-7 15,0 6-55-15,0-2-77 0,0 2-123 0,0-3-284 16,0 3-4-16,0-2 82 0</inkml:trace>
  <inkml:trace contextRef="#ctx0" brushRef="#br0" timeOffset="-7198.02">518 128 3809 0,'21'0'4'0,"-10"0"-1"0,-7 0-4 15,-4-11 5-15,0 11-14 0,0-15-15 0,0 15-52 16,-13-10-73-16,13 10-68 0,-14-10-53 0,5 2-15 16,0-1-12-16,0 2-15 0,0-1-150 15,0-1-126-15,2 1 81 0</inkml:trace>
  <inkml:trace contextRef="#ctx0" brushRef="#br0" timeOffset="-8270.99">56 24 2747 0,'-12'0'1'0,"3"0"-6"0,0 0-9 0,3 0-23 15,-3 0-34-15,4-13-29 0,2 13-31 0,0-11-31 16,3 11-39-16,0 0-108 0,0 0-222 0,0 0 43 16,0 0 73-16</inkml:trace>
  <inkml:trace contextRef="#ctx0" brushRef="#br0" timeOffset="-7383.72">-790 423 3221 0,'17'0'18'0,"-2"0"8"0,-7 0 5 15,-2 0-14-15,-6 0-8 0,0-10-5 0,0 10-7 16,0 0 6-16,0 0-43 0,0 0-62 0,0-8-98 16,0 8-106-16,0 0-68 0,0 0-273 0,0-8 14 15,0 3 114-15</inkml:trace>
  <inkml:trace contextRef="#ctx0" brushRef="#br0" timeOffset="-8086.94">-352 433 1956 0,'-9'31'0'0,"3"-3"2"16,-2-5-2-16,3-3-2 0,2 1-3 0,0 0-35 16,0 0-99-16,3-1-310 0,0 4-36 15,0-3 35-15</inkml:trace>
  <inkml:trace contextRef="#ctx0" brushRef="#br0" timeOffset="-7546.93">-1317 849 2610 0,'-24'0'5'16,"0"0"-1"-16,4 0-1 0,0-15-7 0,4 4-19 15,5 1-30-15,3-1-39 0,8-1-47 0,0 0-54 16,0-1-99-16,19-2-247 0,0-3 29 0,0 0 69 15</inkml:trace>
</inkml:ink>
</file>

<file path=ppt/ink/ink44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39.833"/>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2044 635 4053 0,'-27'31'-25'0,"0"-6"-121"16,2-9-199-16,3-9-96 0,11 0-81 16,3-7-235-16,8 0 90 0,0 0 94 0</inkml:trace>
</inkml:ink>
</file>

<file path=ppt/ink/ink45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39.680"/>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1683 458 3441 0,'-18'29'10'0,"1"-4"-34"16,2-13-103-16,-2-4-104 0,8-8-84 0,0 0-53 15,9 0-228-15,0 0-33 0,0 0 73 16</inkml:trace>
</inkml:ink>
</file>

<file path=ppt/ink/ink45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37.543"/>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2170-456 2954 0,'20'15'2'0,"-11"-3"0"0,-9-2 3 0,0-6 0 16,0 0-3-16,0-4-6 0,-12 0-38 0,1 0-61 16,-1 0-79-16,3 3-83 0,-1-1-117 0,0-2-258 15,1 2 78-15</inkml:trace>
</inkml:ink>
</file>

<file path=ppt/ink/ink45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38.825"/>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4377 239 2455 0,'0'24'4'0,"0"-7"6"0,0-3-7 0,-15-7 5 16,4-4-9-16,11-3-6 0,-12 0-10 0,1 0-42 15,2 0-38-15,2 0-56 0,-1 0-68 0,1-12-240 16,-1 0-60-16,2 2 58 0</inkml:trace>
</inkml:ink>
</file>

<file path=ppt/ink/ink45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35.808"/>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1864 1211 3756 0,'0'0'-8'0,"-17"0"10"0,2 0 3 15,-1 0-1-15,6 0 7 0,-2-11-3 0,12 11-27 16,-8-11-23-16,8 11-27 0,0-10-72 0,0 0-31 16,-7 1-46-16,0 1-38 0,0-2-36 0,1 0-99 15,-2 0-292-15,1-1 67 0</inkml:trace>
</inkml:ink>
</file>

<file path=ppt/ink/ink45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35.607"/>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2186 50 2221 0,'18'15'13'0,"-5"-5"23"16,-3-1 22-16,-6-5 15 0,-4 1-8 0,0 0-27 16,0-3-23-16,0 2-20 0,-17-2-27 0,4 2-40 15,-2-3-64-15,1 4-72 0,0-1-204 0,-1 4-145 16,-2-4 64-16</inkml:trace>
</inkml:ink>
</file>

<file path=ppt/ink/ink45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38.059"/>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2883-992 3330 0,'-37'-11'-5'0,"4"0"-16"0,4-2-53 16,0 2-66-16,8-1-77 0,1-2-65 0,5 3-83 15,4 2-281-15,4 1 35 0,1 3 82 0</inkml:trace>
</inkml:ink>
</file>

<file path=ppt/ink/ink45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38.251"/>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3030-1463 2426 0,'4'0'2'0,"0"0"1"0,-3 0 3 0,-1 0 0 16,0 0-4-16,0-11 2 0,0 11-2 0,0 0-1 15,0 0-6-15,0 0-34 0,0 0-20 0,0 0-9 16,0 0-23-16,0 0-15 0,0 0-47 0,0 13-180 15,9 2-183-15,3 5 48 0</inkml:trace>
</inkml:ink>
</file>

<file path=ppt/ink/ink45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8:46.928"/>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431 60 1874 0,'-12'-9'21'0,"-1"-1"26"0,-1-1 18 16,0 3 3-16,-2 1-7 0,-4-2-14 0,-3 6-7 15,3 2 33-15,-3 1-5 0,4 0-7 0,-7 0-8 16,2 13-30-16,-2 5-5 0,3 0-1 0,-3 2-3 16,-1 4-4-16,4 3 0 0,0 1-6 15,5 0 3-15,3 1-5 0,1-1-4 0,4-1 1 0,7-1-4 16,3-3 5-16,0 1 1 0,0-2 3 15,13-3-4-15,1 3-2 0,3-4 5 0,5-2-2 16,1-1 2-16,0 1 3 0,3-5-8 0,1 1-6 16,2 0 10-16,-2-2 4 0,1-2 4 0,0-1 4 15,-5 3-7-15,2-1-11 0,-4-2 1 0,-3 1 0 16,-3-1 3-16,-1 2 8 0,0-1 1 0,-5 1 12 16,-6-2 3-16,0 3 16 0,-2-1 5 0,-1 4-6 15,0-1-10-15,0 3-18 0,-16 3-9 0,-4 2 13 16,-1-1-7-16,-1 5-6 0,-2-1-5 0,-2 2-9 15,-1-6 25-15,4 0-10 0,0-1 4 16,7-5-9-16,-1-3-22 0,2-1-2 0,7-3-20 16,2-3-28-16,0-1-35 0,4-2-38 0,2 0-46 15,0 0-53-15,0 0-149 0,0-13-147 0,0 4 64 16</inkml:trace>
</inkml:ink>
</file>

<file path=ppt/ink/ink45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07T15:09:03.623"/>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1865 3390 1909 0,'-3'-14'-8'15,"-3"4"16"-15,0 10-8 0,1 0 7 0,-1-10 20 16,-2 4-13-16,-1 6 28 0,3 0 7 0,2 0-3 15,-2 0 19-15,2-7-17 0,-2 4-12 0,5 3-15 16,-2 0-28-16,0 0-2 0,3 0-3 0,0 0-3 16,0 0 10-16,0 0-1 0,0 0-2 0,13 0 11 15,1 0-7-15,1 0 6 0,4 13-4 0,-1-4 9 16,3 1 7-16,5 1 1 0,0 2 16 16,4-1 1-16,2 2-1 0,4 1 0 0,1 0-5 15,4 3-2-15,7-1 4 0,0-1 14 0,3 1-1 16,8-2 6-16,2-3-10 0,7-2-13 0,2 1-5 15,6-5-4-15,0-1 7 0,6-2 3 0,0-3-4 16,2 0-8-16,-2 0 0 0,3 0-16 0,-2-14 13 16,5 1-6-16,-1 1-4 0,1 0 7 0,-1-1-12 15,2-2 7-15,2 1-2 0,-1-2 2 0,3-2 4 16,-4 0 10-16,7 1-10 0,-3-3 10 0,-1 3-8 16,1-4-8-16,2 1 4 0,0-2-2 15,0-1 1-15,1 1 0 0,-2-4 5 0,2 0-8 0,-2-1-3 16,0-1 1-16,-3-1 0 0,-1-2 2 15,-4-1-2-15,-1-4 2 0,-2 0 0 0,-5-2-2 16,0-6 9-16,-4 3-5 0,-1-3-1 0,-3 1 1 16,-5-1-7-16,-1-4 3 0,-3 3 9 0,-2-1 0 15,-6 0 9-15,-3 1-4 0,-2-2-7 0,-3 2 3 16,-8-1 3-16,2-1 4 0,-4 1 13 0,-3-1-6 16,-3 1 2-16,-5 0 2 0,-1-2 2 0,-2 0 1 15,-1-2-1-15,-4 2 15 0,-5-1 8 0,0-3 7 16,-4 0 0-16,-2 0-19 0,-5-1-18 15,0-1-5-15,0-2-23 0,0 1 15 0,-14-4-2 16,1 1 6-16,-3 0 13 0,0-2-20 0,-3-1-3 16,0-1-7-16,-7 1 1 0,0 0 5 0,-4 1 4 15,-2 1-12-15,-3 1 10 0,-2 1-12 0,-4 2-4 16,-4 3 6-16,1 2-6 0,-8 0 8 0,-4 5 4 16,1 1-8-16,-5-1 3 0,-3 4-1 0,-4-1-4 15,-2 2 4-15,-3 2-7 0,-1 0 4 0,-3 4 3 16,0-1 2-16,-4 3 1 0,-4 3-3 0,-2 2-4 15,-7 1 2-15,1 4 6 0,-7 3-4 0,0 2 6 16,-4 4 4-16,-2 2-9 0,-1 5 2 0,-4 1-4 16,0 5-5-16,-6 0 8 0,2 0-2 15,-1 0 1-15,-1 17 0 0,1-1-4 0,4 2 6 16,-1-1-1-16,5 2-1 0,6 1 5 0,-3 2-3 16,3 2 3-16,2 3-1 0,0 0 3 0,-1 1-3 15,1 8 4-15,-2-2-6 0,-1 6 7 0,2-3 4 16,-2 7-7-16,6 1 7 0,3 0-17 0,1 3 3 15,1 2 17-15,4 2-3 0,2-3-1 0,2 5 2 16,1 0-9-16,0 4-5 0,1 1 18 0,2 1-9 16,0 0-8-16,-3 1 12 0,5 1-12 0,1 1 3 15,4-2 4-15,-1-1 4 0,2-3-1 0,3 1-2 16,2-1 3-16,4-1-12 0,3-2 9 0,-2 1 2 16,6-2 4-16,-1 1-4 0,3-1 4 0,3-1 4 15,1 1-9-15,2-5 9 0,5 0-15 16,4-2-3-16,3-1-2 0,3-5 2 0,5 1 4 15,4-3-3-15,5-1 10 0,3 0-7 0,2-1 2 16,7-1 1-16,6 1-5 0,0-1 5 0,0 0-1 16,0 0-2-16,9 0 0 0,4-3 0 0,2 1-1 15,3-4 7-15,0 5 2 0,2-3-6 0,6 0-4 16,0 0 1-16,1 0-2 0,5 3 7 0,-2 0 9 16,4 2-7-16,1-2-3 0,2 4 6 0,3 3-12 15,1-1 4-15,1 2 15 0,3 0-13 0,2 2 10 16,1-1-5-16,-1 4-13 0,5-3 8 15,-2 1 4-15,0-5 12 0,6 2 9 0,4 2 34 0,2-3 1 16,3-3-9-16,5-1 8 0,9 0-41 16,3-2 20-16,8-3 4 0,5-2-4 0,4-3 15 15,7-4-17-15,7-4-4 0,2-3 14 0,10-9-11 16,7-7-7-16,7 0 4 0,9-16-29 0,7-10 6 16,4-7-14-16,13-8 0 0,9-8 9 0,7-12-49 15,9-5 10-15,5-5-48 0,9-5-76 0,8-2-59 16,4 0-138-16,2 0-109 0,-3 4-345 0,-8-2 49 15,-6 6 138-15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9E1B55-A0A7-4C9C-88C1-3A5C6A402407}" type="datetimeFigureOut">
              <a:rPr lang="en-US" smtClean="0"/>
              <a:t>7/24/2026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E77780-F0EF-4B5F-9EE7-60A58DD1AAE9}" type="slidenum">
              <a:rPr lang="en-US" smtClean="0"/>
              <a:t>‹#›</a:t>
            </a:fld>
            <a:endParaRPr lang="en-US"/>
          </a:p>
        </p:txBody>
      </p:sp>
    </p:spTree>
    <p:extLst>
      <p:ext uri="{BB962C8B-B14F-4D97-AF65-F5344CB8AC3E}">
        <p14:creationId xmlns:p14="http://schemas.microsoft.com/office/powerpoint/2010/main" val="3135660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0E797-E484-44ED-A239-64277FE0E1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7AEF780-7320-4B43-AAED-F0481B3001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3ADA29-9491-4859-9181-7FF16AB45094}"/>
              </a:ext>
            </a:extLst>
          </p:cNvPr>
          <p:cNvSpPr>
            <a:spLocks noGrp="1"/>
          </p:cNvSpPr>
          <p:nvPr>
            <p:ph type="dt" sz="half" idx="10"/>
          </p:nvPr>
        </p:nvSpPr>
        <p:spPr/>
        <p:txBody>
          <a:bodyPr/>
          <a:lstStyle/>
          <a:p>
            <a:fld id="{8A3FEE21-E937-4C45-8E3F-E4D607BF6CD6}" type="datetimeFigureOut">
              <a:rPr lang="en-US" smtClean="0"/>
              <a:t>7/24/2026</a:t>
            </a:fld>
            <a:endParaRPr lang="en-US"/>
          </a:p>
        </p:txBody>
      </p:sp>
      <p:sp>
        <p:nvSpPr>
          <p:cNvPr id="5" name="Footer Placeholder 4">
            <a:extLst>
              <a:ext uri="{FF2B5EF4-FFF2-40B4-BE49-F238E27FC236}">
                <a16:creationId xmlns:a16="http://schemas.microsoft.com/office/drawing/2014/main" id="{288494A5-A287-4BC2-9628-CAEB7FA73D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5AB12C-11BE-4545-8970-4F65D76F7F91}"/>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2249716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3AC73-49A8-4235-8E54-344D7AE6B1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BEFA66-1949-4BAC-90F3-260B28EA302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0DD6C3-C8F1-44C4-BE29-A7E192ECD1E2}"/>
              </a:ext>
            </a:extLst>
          </p:cNvPr>
          <p:cNvSpPr>
            <a:spLocks noGrp="1"/>
          </p:cNvSpPr>
          <p:nvPr>
            <p:ph type="dt" sz="half" idx="10"/>
          </p:nvPr>
        </p:nvSpPr>
        <p:spPr/>
        <p:txBody>
          <a:bodyPr/>
          <a:lstStyle/>
          <a:p>
            <a:fld id="{8A3FEE21-E937-4C45-8E3F-E4D607BF6CD6}" type="datetimeFigureOut">
              <a:rPr lang="en-US" smtClean="0"/>
              <a:t>7/24/2026</a:t>
            </a:fld>
            <a:endParaRPr lang="en-US"/>
          </a:p>
        </p:txBody>
      </p:sp>
      <p:sp>
        <p:nvSpPr>
          <p:cNvPr id="5" name="Footer Placeholder 4">
            <a:extLst>
              <a:ext uri="{FF2B5EF4-FFF2-40B4-BE49-F238E27FC236}">
                <a16:creationId xmlns:a16="http://schemas.microsoft.com/office/drawing/2014/main" id="{89368F96-8A2D-4D15-B72A-1BE3C6FBA3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7846B5-195C-4BDB-A0AF-D52035E08D10}"/>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141267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380A0-ED64-48E0-B9C8-569F34825C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9C18A2-E1D6-46C9-8CCF-84419AC387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D929E5A-CABA-487F-AE98-B2464FC903D2}"/>
              </a:ext>
            </a:extLst>
          </p:cNvPr>
          <p:cNvSpPr>
            <a:spLocks noGrp="1"/>
          </p:cNvSpPr>
          <p:nvPr>
            <p:ph type="dt" sz="half" idx="10"/>
          </p:nvPr>
        </p:nvSpPr>
        <p:spPr/>
        <p:txBody>
          <a:bodyPr/>
          <a:lstStyle/>
          <a:p>
            <a:fld id="{8A3FEE21-E937-4C45-8E3F-E4D607BF6CD6}" type="datetimeFigureOut">
              <a:rPr lang="en-US" smtClean="0"/>
              <a:t>7/24/2026</a:t>
            </a:fld>
            <a:endParaRPr lang="en-US"/>
          </a:p>
        </p:txBody>
      </p:sp>
      <p:sp>
        <p:nvSpPr>
          <p:cNvPr id="5" name="Footer Placeholder 4">
            <a:extLst>
              <a:ext uri="{FF2B5EF4-FFF2-40B4-BE49-F238E27FC236}">
                <a16:creationId xmlns:a16="http://schemas.microsoft.com/office/drawing/2014/main" id="{92972CFD-82A6-4E60-9FAC-3680A8275E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5C1E37-CA26-4C91-BC94-19E402DAE734}"/>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899176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D90AE-3661-46FF-922D-ABDF43758B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B7F269-6879-4ADA-9D67-9E61D80B230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29A5392-70F7-40A0-9BEE-B9444E872E6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26528DA-CEFD-432F-AA8E-973376EC91FC}"/>
              </a:ext>
            </a:extLst>
          </p:cNvPr>
          <p:cNvSpPr>
            <a:spLocks noGrp="1"/>
          </p:cNvSpPr>
          <p:nvPr>
            <p:ph type="dt" sz="half" idx="10"/>
          </p:nvPr>
        </p:nvSpPr>
        <p:spPr/>
        <p:txBody>
          <a:bodyPr/>
          <a:lstStyle/>
          <a:p>
            <a:fld id="{8A3FEE21-E937-4C45-8E3F-E4D607BF6CD6}" type="datetimeFigureOut">
              <a:rPr lang="en-US" smtClean="0"/>
              <a:t>7/24/2026</a:t>
            </a:fld>
            <a:endParaRPr lang="en-US"/>
          </a:p>
        </p:txBody>
      </p:sp>
      <p:sp>
        <p:nvSpPr>
          <p:cNvPr id="6" name="Footer Placeholder 5">
            <a:extLst>
              <a:ext uri="{FF2B5EF4-FFF2-40B4-BE49-F238E27FC236}">
                <a16:creationId xmlns:a16="http://schemas.microsoft.com/office/drawing/2014/main" id="{DDF3101E-6DA9-4BB5-9C62-2B1B274438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B6AD3F-0FA4-4FCD-8CF4-4BDCE7465A37}"/>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3034623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B3579-C57E-4CAA-AE08-EB0A27A3F1B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0EF1D69-90B6-45FB-94AB-78DB03F3AE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23ABE15-19F6-4503-9F69-560255ABA2F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61814A9-0046-41AA-B0C8-B677271002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0253427-75E0-4324-B2A0-9259E9FCCFF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D1802DE-660F-4CF9-9FB9-B17917E999B2}"/>
              </a:ext>
            </a:extLst>
          </p:cNvPr>
          <p:cNvSpPr>
            <a:spLocks noGrp="1"/>
          </p:cNvSpPr>
          <p:nvPr>
            <p:ph type="dt" sz="half" idx="10"/>
          </p:nvPr>
        </p:nvSpPr>
        <p:spPr/>
        <p:txBody>
          <a:bodyPr/>
          <a:lstStyle/>
          <a:p>
            <a:fld id="{8A3FEE21-E937-4C45-8E3F-E4D607BF6CD6}" type="datetimeFigureOut">
              <a:rPr lang="en-US" smtClean="0"/>
              <a:t>7/24/2026</a:t>
            </a:fld>
            <a:endParaRPr lang="en-US"/>
          </a:p>
        </p:txBody>
      </p:sp>
      <p:sp>
        <p:nvSpPr>
          <p:cNvPr id="8" name="Footer Placeholder 7">
            <a:extLst>
              <a:ext uri="{FF2B5EF4-FFF2-40B4-BE49-F238E27FC236}">
                <a16:creationId xmlns:a16="http://schemas.microsoft.com/office/drawing/2014/main" id="{89DEBBB8-E47D-430F-9694-B04E4DF2B47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1DCDFF6-B435-4DE5-8E43-DA133CB9B272}"/>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2017271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4C802-82B9-430F-AF07-4FF6DC33FB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A20E669-09D2-43F6-AB7B-3AF5C3460FD0}"/>
              </a:ext>
            </a:extLst>
          </p:cNvPr>
          <p:cNvSpPr>
            <a:spLocks noGrp="1"/>
          </p:cNvSpPr>
          <p:nvPr>
            <p:ph type="dt" sz="half" idx="10"/>
          </p:nvPr>
        </p:nvSpPr>
        <p:spPr/>
        <p:txBody>
          <a:bodyPr/>
          <a:lstStyle/>
          <a:p>
            <a:fld id="{8A3FEE21-E937-4C45-8E3F-E4D607BF6CD6}" type="datetimeFigureOut">
              <a:rPr lang="en-US" smtClean="0"/>
              <a:t>7/24/2026</a:t>
            </a:fld>
            <a:endParaRPr lang="en-US"/>
          </a:p>
        </p:txBody>
      </p:sp>
      <p:sp>
        <p:nvSpPr>
          <p:cNvPr id="4" name="Footer Placeholder 3">
            <a:extLst>
              <a:ext uri="{FF2B5EF4-FFF2-40B4-BE49-F238E27FC236}">
                <a16:creationId xmlns:a16="http://schemas.microsoft.com/office/drawing/2014/main" id="{E932034F-8122-4D3C-9EE0-617A3CB140F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6EE3B17-ABDA-424E-B102-D92D2E373311}"/>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61444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070F9B-27B6-443F-B7CA-4AA7FA889B52}"/>
              </a:ext>
            </a:extLst>
          </p:cNvPr>
          <p:cNvSpPr>
            <a:spLocks noGrp="1"/>
          </p:cNvSpPr>
          <p:nvPr>
            <p:ph type="dt" sz="half" idx="10"/>
          </p:nvPr>
        </p:nvSpPr>
        <p:spPr/>
        <p:txBody>
          <a:bodyPr/>
          <a:lstStyle/>
          <a:p>
            <a:fld id="{8A3FEE21-E937-4C45-8E3F-E4D607BF6CD6}" type="datetimeFigureOut">
              <a:rPr lang="en-US" smtClean="0"/>
              <a:t>7/24/2026</a:t>
            </a:fld>
            <a:endParaRPr lang="en-US"/>
          </a:p>
        </p:txBody>
      </p:sp>
      <p:sp>
        <p:nvSpPr>
          <p:cNvPr id="3" name="Footer Placeholder 2">
            <a:extLst>
              <a:ext uri="{FF2B5EF4-FFF2-40B4-BE49-F238E27FC236}">
                <a16:creationId xmlns:a16="http://schemas.microsoft.com/office/drawing/2014/main" id="{5E737043-2389-4029-A3C5-07CF5B37E4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9FDFBE5-75A1-478E-A662-031990DD4C4C}"/>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1567640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4C8C0-3C08-4F40-B4CC-4CAACC3DCE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9A038F9-DD32-4429-9398-92DA6F7388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4061104-CDD8-4454-9187-784049A2F9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D227858-962C-47B3-B661-436602064850}"/>
              </a:ext>
            </a:extLst>
          </p:cNvPr>
          <p:cNvSpPr>
            <a:spLocks noGrp="1"/>
          </p:cNvSpPr>
          <p:nvPr>
            <p:ph type="dt" sz="half" idx="10"/>
          </p:nvPr>
        </p:nvSpPr>
        <p:spPr/>
        <p:txBody>
          <a:bodyPr/>
          <a:lstStyle/>
          <a:p>
            <a:fld id="{8A3FEE21-E937-4C45-8E3F-E4D607BF6CD6}" type="datetimeFigureOut">
              <a:rPr lang="en-US" smtClean="0"/>
              <a:t>7/24/2026</a:t>
            </a:fld>
            <a:endParaRPr lang="en-US"/>
          </a:p>
        </p:txBody>
      </p:sp>
      <p:sp>
        <p:nvSpPr>
          <p:cNvPr id="6" name="Footer Placeholder 5">
            <a:extLst>
              <a:ext uri="{FF2B5EF4-FFF2-40B4-BE49-F238E27FC236}">
                <a16:creationId xmlns:a16="http://schemas.microsoft.com/office/drawing/2014/main" id="{B7EDB0A0-7EEA-4508-8126-5316395547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1EBA5E-D2E0-4970-BD47-4AF19F431C5C}"/>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41551855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A0DDF-7003-4C1A-BB44-664272A198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59AFDAF-27B1-41D4-96EE-1D6D1809E2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13798E-E3BF-427A-93E2-A4CB842E90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7D8CE11-06D0-4C84-88D7-842A952C2D23}"/>
              </a:ext>
            </a:extLst>
          </p:cNvPr>
          <p:cNvSpPr>
            <a:spLocks noGrp="1"/>
          </p:cNvSpPr>
          <p:nvPr>
            <p:ph type="dt" sz="half" idx="10"/>
          </p:nvPr>
        </p:nvSpPr>
        <p:spPr/>
        <p:txBody>
          <a:bodyPr/>
          <a:lstStyle/>
          <a:p>
            <a:fld id="{8A3FEE21-E937-4C45-8E3F-E4D607BF6CD6}" type="datetimeFigureOut">
              <a:rPr lang="en-US" smtClean="0"/>
              <a:t>7/24/2026</a:t>
            </a:fld>
            <a:endParaRPr lang="en-US"/>
          </a:p>
        </p:txBody>
      </p:sp>
      <p:sp>
        <p:nvSpPr>
          <p:cNvPr id="6" name="Footer Placeholder 5">
            <a:extLst>
              <a:ext uri="{FF2B5EF4-FFF2-40B4-BE49-F238E27FC236}">
                <a16:creationId xmlns:a16="http://schemas.microsoft.com/office/drawing/2014/main" id="{F026E090-6FA5-4A71-A070-BD7C0FA49F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4F01E9-BA6C-4C44-976B-36BBE214EFF2}"/>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1277497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BDC4A-48E1-4894-AB0F-ECF189B6A8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3A79AF-2F79-4289-82BE-ACF7331CB9D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7A497E-6F32-4A3E-9631-9FEF4E3FF680}"/>
              </a:ext>
            </a:extLst>
          </p:cNvPr>
          <p:cNvSpPr>
            <a:spLocks noGrp="1"/>
          </p:cNvSpPr>
          <p:nvPr>
            <p:ph type="dt" sz="half" idx="10"/>
          </p:nvPr>
        </p:nvSpPr>
        <p:spPr/>
        <p:txBody>
          <a:bodyPr/>
          <a:lstStyle/>
          <a:p>
            <a:fld id="{8A3FEE21-E937-4C45-8E3F-E4D607BF6CD6}" type="datetimeFigureOut">
              <a:rPr lang="en-US" smtClean="0"/>
              <a:t>7/24/2026</a:t>
            </a:fld>
            <a:endParaRPr lang="en-US"/>
          </a:p>
        </p:txBody>
      </p:sp>
      <p:sp>
        <p:nvSpPr>
          <p:cNvPr id="5" name="Footer Placeholder 4">
            <a:extLst>
              <a:ext uri="{FF2B5EF4-FFF2-40B4-BE49-F238E27FC236}">
                <a16:creationId xmlns:a16="http://schemas.microsoft.com/office/drawing/2014/main" id="{D09CB876-23CE-485F-91A5-93B0D7B5E6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CC3A67-2B2D-4782-A5FC-1558D36268D2}"/>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1211992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C65FEE-76CC-4626-9E2D-08E2AE5AA41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0FEE0C-F39F-4476-BD95-0A51C00639E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6ECEB6-F803-4EE6-BD88-E0B64245F356}"/>
              </a:ext>
            </a:extLst>
          </p:cNvPr>
          <p:cNvSpPr>
            <a:spLocks noGrp="1"/>
          </p:cNvSpPr>
          <p:nvPr>
            <p:ph type="dt" sz="half" idx="10"/>
          </p:nvPr>
        </p:nvSpPr>
        <p:spPr/>
        <p:txBody>
          <a:bodyPr/>
          <a:lstStyle/>
          <a:p>
            <a:fld id="{8A3FEE21-E937-4C45-8E3F-E4D607BF6CD6}" type="datetimeFigureOut">
              <a:rPr lang="en-US" smtClean="0"/>
              <a:t>7/24/2026</a:t>
            </a:fld>
            <a:endParaRPr lang="en-US"/>
          </a:p>
        </p:txBody>
      </p:sp>
      <p:sp>
        <p:nvSpPr>
          <p:cNvPr id="5" name="Footer Placeholder 4">
            <a:extLst>
              <a:ext uri="{FF2B5EF4-FFF2-40B4-BE49-F238E27FC236}">
                <a16:creationId xmlns:a16="http://schemas.microsoft.com/office/drawing/2014/main" id="{0CC1313F-8991-4909-8B90-68DAAE9B22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B8196E-9AEE-4266-A151-D305A5D8CA66}"/>
              </a:ext>
            </a:extLst>
          </p:cNvPr>
          <p:cNvSpPr>
            <a:spLocks noGrp="1"/>
          </p:cNvSpPr>
          <p:nvPr>
            <p:ph type="sldNum" sz="quarter" idx="12"/>
          </p:nvPr>
        </p:nvSpPr>
        <p:spPr/>
        <p:txBody>
          <a:bodyPr/>
          <a:lstStyle/>
          <a:p>
            <a:fld id="{0686C32C-9D72-4B82-AE06-40FB0010D583}" type="slidenum">
              <a:rPr lang="en-US" smtClean="0"/>
              <a:t>‹#›</a:t>
            </a:fld>
            <a:endParaRPr lang="en-US"/>
          </a:p>
        </p:txBody>
      </p:sp>
    </p:spTree>
    <p:extLst>
      <p:ext uri="{BB962C8B-B14F-4D97-AF65-F5344CB8AC3E}">
        <p14:creationId xmlns:p14="http://schemas.microsoft.com/office/powerpoint/2010/main" val="42230101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C6DC07-5C6F-43AF-978F-0F0AF8314292}"/>
              </a:ext>
            </a:extLst>
          </p:cNvPr>
          <p:cNvSpPr>
            <a:spLocks noGrp="1"/>
          </p:cNvSpPr>
          <p:nvPr>
            <p:ph type="title"/>
          </p:nvPr>
        </p:nvSpPr>
        <p:spPr>
          <a:xfrm>
            <a:off x="1278733" y="155574"/>
            <a:ext cx="10515600" cy="5254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B28E598-D0A2-47D2-BE89-F4EA0A3D2BAA}"/>
              </a:ext>
            </a:extLst>
          </p:cNvPr>
          <p:cNvSpPr>
            <a:spLocks noGrp="1"/>
          </p:cNvSpPr>
          <p:nvPr>
            <p:ph type="body" idx="1"/>
          </p:nvPr>
        </p:nvSpPr>
        <p:spPr>
          <a:xfrm>
            <a:off x="685800" y="1119188"/>
            <a:ext cx="11320465" cy="5237162"/>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2A1382D-D076-4FF0-AD6E-A6E4C421BF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3FEE21-E937-4C45-8E3F-E4D607BF6CD6}" type="datetimeFigureOut">
              <a:rPr lang="en-US" smtClean="0"/>
              <a:t>7/24/2026</a:t>
            </a:fld>
            <a:endParaRPr lang="en-US"/>
          </a:p>
        </p:txBody>
      </p:sp>
      <p:sp>
        <p:nvSpPr>
          <p:cNvPr id="5" name="Footer Placeholder 4">
            <a:extLst>
              <a:ext uri="{FF2B5EF4-FFF2-40B4-BE49-F238E27FC236}">
                <a16:creationId xmlns:a16="http://schemas.microsoft.com/office/drawing/2014/main" id="{F2F9047A-B6F8-4C3E-B8BF-24884C78A6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0E5F2E0-67EC-4657-BD17-E180039DBF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86C32C-9D72-4B82-AE06-40FB0010D583}" type="slidenum">
              <a:rPr lang="en-US" smtClean="0"/>
              <a:t>‹#›</a:t>
            </a:fld>
            <a:endParaRPr lang="en-US"/>
          </a:p>
        </p:txBody>
      </p:sp>
      <p:pic>
        <p:nvPicPr>
          <p:cNvPr id="1026" name="Picture 2" descr="http://www.northsouth.edu/newassets/images/nsu-photo/logo-4.png">
            <a:extLst>
              <a:ext uri="{FF2B5EF4-FFF2-40B4-BE49-F238E27FC236}">
                <a16:creationId xmlns:a16="http://schemas.microsoft.com/office/drawing/2014/main" id="{BC78909E-CBD6-46C2-8213-EF399003A3B7}"/>
              </a:ext>
            </a:extLst>
          </p:cNvPr>
          <p:cNvPicPr>
            <a:picLocks noChangeAspect="1" noChangeArrowheads="1"/>
          </p:cNvPicPr>
          <p:nvPr userDrawn="1"/>
        </p:nvPicPr>
        <p:blipFill>
          <a:blip r:embed="rId13" cstate="hqprint">
            <a:extLst>
              <a:ext uri="{28A0092B-C50C-407E-A947-70E740481C1C}">
                <a14:useLocalDpi xmlns:a14="http://schemas.microsoft.com/office/drawing/2010/main" val="0"/>
              </a:ext>
            </a:extLst>
          </a:blip>
          <a:srcRect/>
          <a:stretch>
            <a:fillRect/>
          </a:stretch>
        </p:blipFill>
        <p:spPr bwMode="auto">
          <a:xfrm>
            <a:off x="1" y="0"/>
            <a:ext cx="495300" cy="396240"/>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a:extLst>
              <a:ext uri="{FF2B5EF4-FFF2-40B4-BE49-F238E27FC236}">
                <a16:creationId xmlns:a16="http://schemas.microsoft.com/office/drawing/2014/main" id="{8F36E5F5-5DCD-4E9C-8D7C-D19E489A294C}"/>
              </a:ext>
            </a:extLst>
          </p:cNvPr>
          <p:cNvCxnSpPr>
            <a:cxnSpLocks/>
          </p:cNvCxnSpPr>
          <p:nvPr userDrawn="1"/>
        </p:nvCxnSpPr>
        <p:spPr>
          <a:xfrm flipV="1">
            <a:off x="792958" y="54768"/>
            <a:ext cx="11001375" cy="46037"/>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58884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4400" b="1" kern="1200" cap="none" spc="0">
          <a:ln w="0"/>
          <a:solidFill>
            <a:srgbClr val="002060"/>
          </a:solidFill>
          <a:effectLst>
            <a:outerShdw blurRad="38100" dist="25400" dir="5400000" algn="ctr" rotWithShape="0">
              <a:srgbClr val="6E747A">
                <a:alpha val="43000"/>
              </a:srgbClr>
            </a:outerShdw>
          </a:effectLst>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70C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FFC00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C0000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3" Type="http://schemas.openxmlformats.org/officeDocument/2006/relationships/image" Target="../media/image11.emf"/><Relationship Id="rId18" Type="http://schemas.openxmlformats.org/officeDocument/2006/relationships/customXml" Target="../ink/ink9.xml"/><Relationship Id="rId26" Type="http://schemas.openxmlformats.org/officeDocument/2006/relationships/customXml" Target="../ink/ink13.xml"/><Relationship Id="rId39" Type="http://schemas.openxmlformats.org/officeDocument/2006/relationships/image" Target="../media/image24.emf"/><Relationship Id="rId21" Type="http://schemas.openxmlformats.org/officeDocument/2006/relationships/image" Target="../media/image15.emf"/><Relationship Id="rId34" Type="http://schemas.openxmlformats.org/officeDocument/2006/relationships/customXml" Target="../ink/ink17.xml"/><Relationship Id="rId7" Type="http://schemas.openxmlformats.org/officeDocument/2006/relationships/image" Target="../media/image8.emf"/><Relationship Id="rId2" Type="http://schemas.openxmlformats.org/officeDocument/2006/relationships/customXml" Target="../ink/ink1.xml"/><Relationship Id="rId16" Type="http://schemas.openxmlformats.org/officeDocument/2006/relationships/customXml" Target="../ink/ink8.xml"/><Relationship Id="rId20" Type="http://schemas.openxmlformats.org/officeDocument/2006/relationships/customXml" Target="../ink/ink10.xml"/><Relationship Id="rId29" Type="http://schemas.openxmlformats.org/officeDocument/2006/relationships/image" Target="../media/image19.emf"/><Relationship Id="rId41" Type="http://schemas.openxmlformats.org/officeDocument/2006/relationships/image" Target="../media/image25.emf"/><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10.emf"/><Relationship Id="rId24" Type="http://schemas.openxmlformats.org/officeDocument/2006/relationships/customXml" Target="../ink/ink12.xml"/><Relationship Id="rId32" Type="http://schemas.openxmlformats.org/officeDocument/2006/relationships/customXml" Target="../ink/ink16.xml"/><Relationship Id="rId37" Type="http://schemas.openxmlformats.org/officeDocument/2006/relationships/image" Target="../media/image23.emf"/><Relationship Id="rId40" Type="http://schemas.openxmlformats.org/officeDocument/2006/relationships/customXml" Target="../ink/ink20.xml"/><Relationship Id="rId5" Type="http://schemas.openxmlformats.org/officeDocument/2006/relationships/image" Target="../media/image7.emf"/><Relationship Id="rId15" Type="http://schemas.openxmlformats.org/officeDocument/2006/relationships/image" Target="../media/image12.emf"/><Relationship Id="rId23" Type="http://schemas.openxmlformats.org/officeDocument/2006/relationships/image" Target="../media/image16.emf"/><Relationship Id="rId28" Type="http://schemas.openxmlformats.org/officeDocument/2006/relationships/customXml" Target="../ink/ink14.xml"/><Relationship Id="rId36" Type="http://schemas.openxmlformats.org/officeDocument/2006/relationships/customXml" Target="../ink/ink18.xml"/><Relationship Id="rId10" Type="http://schemas.openxmlformats.org/officeDocument/2006/relationships/customXml" Target="../ink/ink5.xml"/><Relationship Id="rId19" Type="http://schemas.openxmlformats.org/officeDocument/2006/relationships/image" Target="../media/image14.emf"/><Relationship Id="rId31" Type="http://schemas.openxmlformats.org/officeDocument/2006/relationships/image" Target="../media/image20.emf"/><Relationship Id="rId4" Type="http://schemas.openxmlformats.org/officeDocument/2006/relationships/customXml" Target="../ink/ink2.xml"/><Relationship Id="rId9" Type="http://schemas.openxmlformats.org/officeDocument/2006/relationships/image" Target="../media/image9.emf"/><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media/image18.emf"/><Relationship Id="rId30" Type="http://schemas.openxmlformats.org/officeDocument/2006/relationships/customXml" Target="../ink/ink15.xml"/><Relationship Id="rId35" Type="http://schemas.openxmlformats.org/officeDocument/2006/relationships/image" Target="../media/image22.emf"/><Relationship Id="rId8" Type="http://schemas.openxmlformats.org/officeDocument/2006/relationships/customXml" Target="../ink/ink4.xml"/><Relationship Id="rId3" Type="http://schemas.openxmlformats.org/officeDocument/2006/relationships/image" Target="../media/image6.emf"/><Relationship Id="rId12" Type="http://schemas.openxmlformats.org/officeDocument/2006/relationships/customXml" Target="../ink/ink6.xml"/><Relationship Id="rId17" Type="http://schemas.openxmlformats.org/officeDocument/2006/relationships/image" Target="../media/image13.emf"/><Relationship Id="rId25" Type="http://schemas.openxmlformats.org/officeDocument/2006/relationships/image" Target="../media/image17.emf"/><Relationship Id="rId33" Type="http://schemas.openxmlformats.org/officeDocument/2006/relationships/image" Target="../media/image21.emf"/><Relationship Id="rId38" Type="http://schemas.openxmlformats.org/officeDocument/2006/relationships/customXml" Target="../ink/ink19.xml"/></Relationships>
</file>

<file path=ppt/slides/_rels/slide6.xml.rels><?xml version="1.0" encoding="UTF-8" standalone="yes"?>
<Relationships xmlns="http://schemas.openxmlformats.org/package/2006/relationships"><Relationship Id="rId26" Type="http://schemas.openxmlformats.org/officeDocument/2006/relationships/image" Target="../media/image39.emf"/><Relationship Id="rId21" Type="http://schemas.openxmlformats.org/officeDocument/2006/relationships/customXml" Target="../ink/ink29.xml"/><Relationship Id="rId42" Type="http://schemas.openxmlformats.org/officeDocument/2006/relationships/image" Target="../media/image47.emf"/><Relationship Id="rId47" Type="http://schemas.openxmlformats.org/officeDocument/2006/relationships/customXml" Target="../ink/ink42.xml"/><Relationship Id="rId63" Type="http://schemas.openxmlformats.org/officeDocument/2006/relationships/customXml" Target="../ink/ink50.xml"/><Relationship Id="rId68" Type="http://schemas.openxmlformats.org/officeDocument/2006/relationships/image" Target="../media/image60.emf"/><Relationship Id="rId84" Type="http://schemas.openxmlformats.org/officeDocument/2006/relationships/image" Target="../media/image68.emf"/><Relationship Id="rId89" Type="http://schemas.openxmlformats.org/officeDocument/2006/relationships/customXml" Target="../ink/ink63.xml"/><Relationship Id="rId16" Type="http://schemas.openxmlformats.org/officeDocument/2006/relationships/image" Target="../media/image34.emf"/><Relationship Id="rId11" Type="http://schemas.openxmlformats.org/officeDocument/2006/relationships/customXml" Target="../ink/ink24.xml"/><Relationship Id="rId32" Type="http://schemas.openxmlformats.org/officeDocument/2006/relationships/image" Target="../media/image42.emf"/><Relationship Id="rId37" Type="http://schemas.openxmlformats.org/officeDocument/2006/relationships/customXml" Target="../ink/ink37.xml"/><Relationship Id="rId53" Type="http://schemas.openxmlformats.org/officeDocument/2006/relationships/customXml" Target="../ink/ink45.xml"/><Relationship Id="rId58" Type="http://schemas.openxmlformats.org/officeDocument/2006/relationships/image" Target="../media/image55.emf"/><Relationship Id="rId74" Type="http://schemas.openxmlformats.org/officeDocument/2006/relationships/image" Target="../media/image63.emf"/><Relationship Id="rId79" Type="http://schemas.openxmlformats.org/officeDocument/2006/relationships/customXml" Target="../ink/ink58.xml"/><Relationship Id="rId5" Type="http://schemas.openxmlformats.org/officeDocument/2006/relationships/customXml" Target="../ink/ink21.xml"/><Relationship Id="rId90" Type="http://schemas.openxmlformats.org/officeDocument/2006/relationships/image" Target="../media/image71.emf"/><Relationship Id="rId14" Type="http://schemas.openxmlformats.org/officeDocument/2006/relationships/image" Target="../media/image33.emf"/><Relationship Id="rId22" Type="http://schemas.openxmlformats.org/officeDocument/2006/relationships/image" Target="../media/image37.emf"/><Relationship Id="rId27" Type="http://schemas.openxmlformats.org/officeDocument/2006/relationships/customXml" Target="../ink/ink32.xml"/><Relationship Id="rId30" Type="http://schemas.openxmlformats.org/officeDocument/2006/relationships/image" Target="../media/image41.emf"/><Relationship Id="rId35" Type="http://schemas.openxmlformats.org/officeDocument/2006/relationships/customXml" Target="../ink/ink36.xml"/><Relationship Id="rId43" Type="http://schemas.openxmlformats.org/officeDocument/2006/relationships/customXml" Target="../ink/ink40.xml"/><Relationship Id="rId48" Type="http://schemas.openxmlformats.org/officeDocument/2006/relationships/image" Target="../media/image50.emf"/><Relationship Id="rId56" Type="http://schemas.openxmlformats.org/officeDocument/2006/relationships/image" Target="../media/image54.emf"/><Relationship Id="rId64" Type="http://schemas.openxmlformats.org/officeDocument/2006/relationships/image" Target="../media/image58.emf"/><Relationship Id="rId69" Type="http://schemas.openxmlformats.org/officeDocument/2006/relationships/customXml" Target="../ink/ink53.xml"/><Relationship Id="rId77" Type="http://schemas.openxmlformats.org/officeDocument/2006/relationships/customXml" Target="../ink/ink57.xml"/><Relationship Id="rId8" Type="http://schemas.openxmlformats.org/officeDocument/2006/relationships/image" Target="../media/image30.emf"/><Relationship Id="rId51" Type="http://schemas.openxmlformats.org/officeDocument/2006/relationships/customXml" Target="../ink/ink44.xml"/><Relationship Id="rId72" Type="http://schemas.openxmlformats.org/officeDocument/2006/relationships/image" Target="../media/image62.emf"/><Relationship Id="rId80" Type="http://schemas.openxmlformats.org/officeDocument/2006/relationships/image" Target="../media/image66.emf"/><Relationship Id="rId85" Type="http://schemas.openxmlformats.org/officeDocument/2006/relationships/customXml" Target="../ink/ink61.xml"/><Relationship Id="rId3" Type="http://schemas.openxmlformats.org/officeDocument/2006/relationships/image" Target="../media/image3.png"/><Relationship Id="rId12" Type="http://schemas.openxmlformats.org/officeDocument/2006/relationships/image" Target="../media/image32.emf"/><Relationship Id="rId17" Type="http://schemas.openxmlformats.org/officeDocument/2006/relationships/customXml" Target="../ink/ink27.xml"/><Relationship Id="rId25" Type="http://schemas.openxmlformats.org/officeDocument/2006/relationships/customXml" Target="../ink/ink31.xml"/><Relationship Id="rId33" Type="http://schemas.openxmlformats.org/officeDocument/2006/relationships/customXml" Target="../ink/ink35.xml"/><Relationship Id="rId38" Type="http://schemas.openxmlformats.org/officeDocument/2006/relationships/image" Target="../media/image45.emf"/><Relationship Id="rId46" Type="http://schemas.openxmlformats.org/officeDocument/2006/relationships/image" Target="../media/image49.emf"/><Relationship Id="rId59" Type="http://schemas.openxmlformats.org/officeDocument/2006/relationships/customXml" Target="../ink/ink48.xml"/><Relationship Id="rId67" Type="http://schemas.openxmlformats.org/officeDocument/2006/relationships/customXml" Target="../ink/ink52.xml"/><Relationship Id="rId20" Type="http://schemas.openxmlformats.org/officeDocument/2006/relationships/image" Target="../media/image36.emf"/><Relationship Id="rId41" Type="http://schemas.openxmlformats.org/officeDocument/2006/relationships/customXml" Target="../ink/ink39.xml"/><Relationship Id="rId54" Type="http://schemas.openxmlformats.org/officeDocument/2006/relationships/image" Target="../media/image53.emf"/><Relationship Id="rId62" Type="http://schemas.openxmlformats.org/officeDocument/2006/relationships/image" Target="../media/image57.emf"/><Relationship Id="rId70" Type="http://schemas.openxmlformats.org/officeDocument/2006/relationships/image" Target="../media/image61.emf"/><Relationship Id="rId75" Type="http://schemas.openxmlformats.org/officeDocument/2006/relationships/customXml" Target="../ink/ink56.xml"/><Relationship Id="rId83" Type="http://schemas.openxmlformats.org/officeDocument/2006/relationships/customXml" Target="../ink/ink60.xml"/><Relationship Id="rId88" Type="http://schemas.openxmlformats.org/officeDocument/2006/relationships/image" Target="../media/image70.emf"/><Relationship Id="rId91" Type="http://schemas.openxmlformats.org/officeDocument/2006/relationships/customXml" Target="../ink/ink64.xml"/><Relationship Id="rId1" Type="http://schemas.openxmlformats.org/officeDocument/2006/relationships/slideLayout" Target="../slideLayouts/slideLayout2.xml"/><Relationship Id="rId6" Type="http://schemas.openxmlformats.org/officeDocument/2006/relationships/image" Target="../media/image29.emf"/><Relationship Id="rId15" Type="http://schemas.openxmlformats.org/officeDocument/2006/relationships/customXml" Target="../ink/ink26.xml"/><Relationship Id="rId23" Type="http://schemas.openxmlformats.org/officeDocument/2006/relationships/customXml" Target="../ink/ink30.xml"/><Relationship Id="rId28" Type="http://schemas.openxmlformats.org/officeDocument/2006/relationships/image" Target="../media/image40.emf"/><Relationship Id="rId36" Type="http://schemas.openxmlformats.org/officeDocument/2006/relationships/image" Target="../media/image44.emf"/><Relationship Id="rId49" Type="http://schemas.openxmlformats.org/officeDocument/2006/relationships/customXml" Target="../ink/ink43.xml"/><Relationship Id="rId57" Type="http://schemas.openxmlformats.org/officeDocument/2006/relationships/customXml" Target="../ink/ink47.xml"/><Relationship Id="rId10" Type="http://schemas.openxmlformats.org/officeDocument/2006/relationships/image" Target="../media/image31.emf"/><Relationship Id="rId31" Type="http://schemas.openxmlformats.org/officeDocument/2006/relationships/customXml" Target="../ink/ink34.xml"/><Relationship Id="rId44" Type="http://schemas.openxmlformats.org/officeDocument/2006/relationships/image" Target="../media/image48.emf"/><Relationship Id="rId52" Type="http://schemas.openxmlformats.org/officeDocument/2006/relationships/image" Target="../media/image52.emf"/><Relationship Id="rId60" Type="http://schemas.openxmlformats.org/officeDocument/2006/relationships/image" Target="../media/image56.emf"/><Relationship Id="rId65" Type="http://schemas.openxmlformats.org/officeDocument/2006/relationships/customXml" Target="../ink/ink51.xml"/><Relationship Id="rId73" Type="http://schemas.openxmlformats.org/officeDocument/2006/relationships/customXml" Target="../ink/ink55.xml"/><Relationship Id="rId78" Type="http://schemas.openxmlformats.org/officeDocument/2006/relationships/image" Target="../media/image65.emf"/><Relationship Id="rId81" Type="http://schemas.openxmlformats.org/officeDocument/2006/relationships/customXml" Target="../ink/ink59.xml"/><Relationship Id="rId86" Type="http://schemas.openxmlformats.org/officeDocument/2006/relationships/image" Target="../media/image69.emf"/><Relationship Id="rId4" Type="http://schemas.openxmlformats.org/officeDocument/2006/relationships/image" Target="../media/image4.png"/><Relationship Id="rId9" Type="http://schemas.openxmlformats.org/officeDocument/2006/relationships/customXml" Target="../ink/ink23.xml"/><Relationship Id="rId13" Type="http://schemas.openxmlformats.org/officeDocument/2006/relationships/customXml" Target="../ink/ink25.xml"/><Relationship Id="rId18" Type="http://schemas.openxmlformats.org/officeDocument/2006/relationships/image" Target="../media/image35.emf"/><Relationship Id="rId39" Type="http://schemas.openxmlformats.org/officeDocument/2006/relationships/customXml" Target="../ink/ink38.xml"/><Relationship Id="rId34" Type="http://schemas.openxmlformats.org/officeDocument/2006/relationships/image" Target="../media/image43.emf"/><Relationship Id="rId50" Type="http://schemas.openxmlformats.org/officeDocument/2006/relationships/image" Target="../media/image51.emf"/><Relationship Id="rId55" Type="http://schemas.openxmlformats.org/officeDocument/2006/relationships/customXml" Target="../ink/ink46.xml"/><Relationship Id="rId76" Type="http://schemas.openxmlformats.org/officeDocument/2006/relationships/image" Target="../media/image64.emf"/><Relationship Id="rId7" Type="http://schemas.openxmlformats.org/officeDocument/2006/relationships/customXml" Target="../ink/ink22.xml"/><Relationship Id="rId71" Type="http://schemas.openxmlformats.org/officeDocument/2006/relationships/customXml" Target="../ink/ink54.xml"/><Relationship Id="rId92" Type="http://schemas.openxmlformats.org/officeDocument/2006/relationships/image" Target="../media/image72.emf"/><Relationship Id="rId2" Type="http://schemas.openxmlformats.org/officeDocument/2006/relationships/image" Target="../media/image2.png"/><Relationship Id="rId29" Type="http://schemas.openxmlformats.org/officeDocument/2006/relationships/customXml" Target="../ink/ink33.xml"/><Relationship Id="rId24" Type="http://schemas.openxmlformats.org/officeDocument/2006/relationships/image" Target="../media/image38.emf"/><Relationship Id="rId40" Type="http://schemas.openxmlformats.org/officeDocument/2006/relationships/image" Target="../media/image46.emf"/><Relationship Id="rId45" Type="http://schemas.openxmlformats.org/officeDocument/2006/relationships/customXml" Target="../ink/ink41.xml"/><Relationship Id="rId66" Type="http://schemas.openxmlformats.org/officeDocument/2006/relationships/image" Target="../media/image59.emf"/><Relationship Id="rId87" Type="http://schemas.openxmlformats.org/officeDocument/2006/relationships/customXml" Target="../ink/ink62.xml"/><Relationship Id="rId61" Type="http://schemas.openxmlformats.org/officeDocument/2006/relationships/customXml" Target="../ink/ink49.xml"/><Relationship Id="rId82" Type="http://schemas.openxmlformats.org/officeDocument/2006/relationships/image" Target="../media/image67.emf"/><Relationship Id="rId19" Type="http://schemas.openxmlformats.org/officeDocument/2006/relationships/customXml" Target="../ink/ink28.xml"/></Relationships>
</file>

<file path=ppt/slides/_rels/slide7.xml.rels><?xml version="1.0" encoding="UTF-8" standalone="yes"?>
<Relationships xmlns="http://schemas.openxmlformats.org/package/2006/relationships"><Relationship Id="rId13" Type="http://schemas.openxmlformats.org/officeDocument/2006/relationships/customXml" Target="../ink/ink70.xml"/><Relationship Id="rId18" Type="http://schemas.openxmlformats.org/officeDocument/2006/relationships/image" Target="../media/image81.emf"/><Relationship Id="rId26" Type="http://schemas.openxmlformats.org/officeDocument/2006/relationships/image" Target="../media/image85.emf"/><Relationship Id="rId39" Type="http://schemas.openxmlformats.org/officeDocument/2006/relationships/customXml" Target="../ink/ink83.xml"/><Relationship Id="rId21" Type="http://schemas.openxmlformats.org/officeDocument/2006/relationships/customXml" Target="../ink/ink74.xml"/><Relationship Id="rId34" Type="http://schemas.openxmlformats.org/officeDocument/2006/relationships/image" Target="../media/image89.emf"/><Relationship Id="rId42" Type="http://schemas.openxmlformats.org/officeDocument/2006/relationships/image" Target="../media/image93.emf"/><Relationship Id="rId7" Type="http://schemas.openxmlformats.org/officeDocument/2006/relationships/customXml" Target="../ink/ink67.xml"/><Relationship Id="rId2" Type="http://schemas.openxmlformats.org/officeDocument/2006/relationships/image" Target="../media/image5.png"/><Relationship Id="rId16" Type="http://schemas.openxmlformats.org/officeDocument/2006/relationships/image" Target="../media/image80.emf"/><Relationship Id="rId20" Type="http://schemas.openxmlformats.org/officeDocument/2006/relationships/image" Target="../media/image82.emf"/><Relationship Id="rId29" Type="http://schemas.openxmlformats.org/officeDocument/2006/relationships/customXml" Target="../ink/ink78.xml"/><Relationship Id="rId41" Type="http://schemas.openxmlformats.org/officeDocument/2006/relationships/customXml" Target="../ink/ink84.xml"/><Relationship Id="rId1" Type="http://schemas.openxmlformats.org/officeDocument/2006/relationships/slideLayout" Target="../slideLayouts/slideLayout2.xml"/><Relationship Id="rId6" Type="http://schemas.openxmlformats.org/officeDocument/2006/relationships/image" Target="../media/image75.emf"/><Relationship Id="rId11" Type="http://schemas.openxmlformats.org/officeDocument/2006/relationships/customXml" Target="../ink/ink69.xml"/><Relationship Id="rId24" Type="http://schemas.openxmlformats.org/officeDocument/2006/relationships/image" Target="../media/image84.emf"/><Relationship Id="rId32" Type="http://schemas.openxmlformats.org/officeDocument/2006/relationships/image" Target="../media/image88.emf"/><Relationship Id="rId37" Type="http://schemas.openxmlformats.org/officeDocument/2006/relationships/customXml" Target="../ink/ink82.xml"/><Relationship Id="rId40" Type="http://schemas.openxmlformats.org/officeDocument/2006/relationships/image" Target="../media/image92.emf"/><Relationship Id="rId5" Type="http://schemas.openxmlformats.org/officeDocument/2006/relationships/customXml" Target="../ink/ink66.xml"/><Relationship Id="rId15" Type="http://schemas.openxmlformats.org/officeDocument/2006/relationships/customXml" Target="../ink/ink71.xml"/><Relationship Id="rId23" Type="http://schemas.openxmlformats.org/officeDocument/2006/relationships/customXml" Target="../ink/ink75.xml"/><Relationship Id="rId28" Type="http://schemas.openxmlformats.org/officeDocument/2006/relationships/image" Target="../media/image86.emf"/><Relationship Id="rId36" Type="http://schemas.openxmlformats.org/officeDocument/2006/relationships/image" Target="../media/image90.emf"/><Relationship Id="rId10" Type="http://schemas.openxmlformats.org/officeDocument/2006/relationships/image" Target="../media/image77.emf"/><Relationship Id="rId19" Type="http://schemas.openxmlformats.org/officeDocument/2006/relationships/customXml" Target="../ink/ink73.xml"/><Relationship Id="rId31" Type="http://schemas.openxmlformats.org/officeDocument/2006/relationships/customXml" Target="../ink/ink79.xml"/><Relationship Id="rId4" Type="http://schemas.openxmlformats.org/officeDocument/2006/relationships/image" Target="../media/image74.emf"/><Relationship Id="rId9" Type="http://schemas.openxmlformats.org/officeDocument/2006/relationships/customXml" Target="../ink/ink68.xml"/><Relationship Id="rId14" Type="http://schemas.openxmlformats.org/officeDocument/2006/relationships/image" Target="../media/image79.emf"/><Relationship Id="rId22" Type="http://schemas.openxmlformats.org/officeDocument/2006/relationships/image" Target="../media/image83.emf"/><Relationship Id="rId27" Type="http://schemas.openxmlformats.org/officeDocument/2006/relationships/customXml" Target="../ink/ink77.xml"/><Relationship Id="rId30" Type="http://schemas.openxmlformats.org/officeDocument/2006/relationships/image" Target="../media/image87.emf"/><Relationship Id="rId35" Type="http://schemas.openxmlformats.org/officeDocument/2006/relationships/customXml" Target="../ink/ink81.xml"/><Relationship Id="rId8" Type="http://schemas.openxmlformats.org/officeDocument/2006/relationships/image" Target="../media/image76.emf"/><Relationship Id="rId3" Type="http://schemas.openxmlformats.org/officeDocument/2006/relationships/customXml" Target="../ink/ink65.xml"/><Relationship Id="rId12" Type="http://schemas.openxmlformats.org/officeDocument/2006/relationships/image" Target="../media/image78.emf"/><Relationship Id="rId17" Type="http://schemas.openxmlformats.org/officeDocument/2006/relationships/customXml" Target="../ink/ink72.xml"/><Relationship Id="rId25" Type="http://schemas.openxmlformats.org/officeDocument/2006/relationships/customXml" Target="../ink/ink76.xml"/><Relationship Id="rId33" Type="http://schemas.openxmlformats.org/officeDocument/2006/relationships/customXml" Target="../ink/ink80.xml"/><Relationship Id="rId38" Type="http://schemas.openxmlformats.org/officeDocument/2006/relationships/image" Target="../media/image91.emf"/></Relationships>
</file>

<file path=ppt/slides/_rels/slide8.xml.rels><?xml version="1.0" encoding="UTF-8" standalone="yes"?>
<Relationships xmlns="http://schemas.openxmlformats.org/package/2006/relationships"><Relationship Id="rId13" Type="http://schemas.openxmlformats.org/officeDocument/2006/relationships/image" Target="../media/image100.emf"/><Relationship Id="rId18" Type="http://schemas.openxmlformats.org/officeDocument/2006/relationships/customXml" Target="../ink/ink92.xml"/><Relationship Id="rId26" Type="http://schemas.openxmlformats.org/officeDocument/2006/relationships/customXml" Target="../ink/ink96.xml"/><Relationship Id="rId39" Type="http://schemas.openxmlformats.org/officeDocument/2006/relationships/image" Target="../media/image113.emf"/><Relationship Id="rId21" Type="http://schemas.openxmlformats.org/officeDocument/2006/relationships/image" Target="../media/image104.emf"/><Relationship Id="rId34" Type="http://schemas.openxmlformats.org/officeDocument/2006/relationships/customXml" Target="../ink/ink100.xml"/><Relationship Id="rId42" Type="http://schemas.openxmlformats.org/officeDocument/2006/relationships/customXml" Target="../ink/ink104.xml"/><Relationship Id="rId7" Type="http://schemas.openxmlformats.org/officeDocument/2006/relationships/image" Target="../media/image97.emf"/><Relationship Id="rId2" Type="http://schemas.openxmlformats.org/officeDocument/2006/relationships/image" Target="../media/image6.png"/><Relationship Id="rId16" Type="http://schemas.openxmlformats.org/officeDocument/2006/relationships/customXml" Target="../ink/ink91.xml"/><Relationship Id="rId29" Type="http://schemas.openxmlformats.org/officeDocument/2006/relationships/image" Target="../media/image108.emf"/><Relationship Id="rId1" Type="http://schemas.openxmlformats.org/officeDocument/2006/relationships/slideLayout" Target="../slideLayouts/slideLayout2.xml"/><Relationship Id="rId6" Type="http://schemas.openxmlformats.org/officeDocument/2006/relationships/customXml" Target="../ink/ink86.xml"/><Relationship Id="rId11" Type="http://schemas.openxmlformats.org/officeDocument/2006/relationships/image" Target="../media/image99.emf"/><Relationship Id="rId24" Type="http://schemas.openxmlformats.org/officeDocument/2006/relationships/customXml" Target="../ink/ink95.xml"/><Relationship Id="rId32" Type="http://schemas.openxmlformats.org/officeDocument/2006/relationships/customXml" Target="../ink/ink99.xml"/><Relationship Id="rId37" Type="http://schemas.openxmlformats.org/officeDocument/2006/relationships/image" Target="../media/image112.emf"/><Relationship Id="rId40" Type="http://schemas.openxmlformats.org/officeDocument/2006/relationships/customXml" Target="../ink/ink103.xml"/><Relationship Id="rId45" Type="http://schemas.openxmlformats.org/officeDocument/2006/relationships/image" Target="../media/image116.emf"/><Relationship Id="rId5" Type="http://schemas.openxmlformats.org/officeDocument/2006/relationships/image" Target="../media/image96.emf"/><Relationship Id="rId15" Type="http://schemas.openxmlformats.org/officeDocument/2006/relationships/image" Target="../media/image101.emf"/><Relationship Id="rId23" Type="http://schemas.openxmlformats.org/officeDocument/2006/relationships/image" Target="../media/image105.emf"/><Relationship Id="rId28" Type="http://schemas.openxmlformats.org/officeDocument/2006/relationships/customXml" Target="../ink/ink97.xml"/><Relationship Id="rId36" Type="http://schemas.openxmlformats.org/officeDocument/2006/relationships/customXml" Target="../ink/ink101.xml"/><Relationship Id="rId10" Type="http://schemas.openxmlformats.org/officeDocument/2006/relationships/customXml" Target="../ink/ink88.xml"/><Relationship Id="rId19" Type="http://schemas.openxmlformats.org/officeDocument/2006/relationships/image" Target="../media/image103.emf"/><Relationship Id="rId31" Type="http://schemas.openxmlformats.org/officeDocument/2006/relationships/image" Target="../media/image109.emf"/><Relationship Id="rId44" Type="http://schemas.openxmlformats.org/officeDocument/2006/relationships/customXml" Target="../ink/ink105.xml"/><Relationship Id="rId4" Type="http://schemas.openxmlformats.org/officeDocument/2006/relationships/customXml" Target="../ink/ink85.xml"/><Relationship Id="rId9" Type="http://schemas.openxmlformats.org/officeDocument/2006/relationships/image" Target="../media/image98.emf"/><Relationship Id="rId14" Type="http://schemas.openxmlformats.org/officeDocument/2006/relationships/customXml" Target="../ink/ink90.xml"/><Relationship Id="rId22" Type="http://schemas.openxmlformats.org/officeDocument/2006/relationships/customXml" Target="../ink/ink94.xml"/><Relationship Id="rId27" Type="http://schemas.openxmlformats.org/officeDocument/2006/relationships/image" Target="../media/image107.emf"/><Relationship Id="rId30" Type="http://schemas.openxmlformats.org/officeDocument/2006/relationships/customXml" Target="../ink/ink98.xml"/><Relationship Id="rId35" Type="http://schemas.openxmlformats.org/officeDocument/2006/relationships/image" Target="../media/image111.emf"/><Relationship Id="rId43" Type="http://schemas.openxmlformats.org/officeDocument/2006/relationships/image" Target="../media/image115.emf"/><Relationship Id="rId8" Type="http://schemas.openxmlformats.org/officeDocument/2006/relationships/customXml" Target="../ink/ink87.xml"/><Relationship Id="rId3" Type="http://schemas.openxmlformats.org/officeDocument/2006/relationships/image" Target="../media/image7.png"/><Relationship Id="rId12" Type="http://schemas.openxmlformats.org/officeDocument/2006/relationships/customXml" Target="../ink/ink89.xml"/><Relationship Id="rId17" Type="http://schemas.openxmlformats.org/officeDocument/2006/relationships/image" Target="../media/image102.emf"/><Relationship Id="rId25" Type="http://schemas.openxmlformats.org/officeDocument/2006/relationships/image" Target="../media/image106.emf"/><Relationship Id="rId33" Type="http://schemas.openxmlformats.org/officeDocument/2006/relationships/image" Target="../media/image110.emf"/><Relationship Id="rId38" Type="http://schemas.openxmlformats.org/officeDocument/2006/relationships/customXml" Target="../ink/ink102.xml"/><Relationship Id="rId20" Type="http://schemas.openxmlformats.org/officeDocument/2006/relationships/customXml" Target="../ink/ink93.xml"/><Relationship Id="rId41" Type="http://schemas.openxmlformats.org/officeDocument/2006/relationships/image" Target="../media/image114.emf"/></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3" Type="http://schemas.openxmlformats.org/officeDocument/2006/relationships/customXml" Target="../ink/ink111.xml"/><Relationship Id="rId18" Type="http://schemas.openxmlformats.org/officeDocument/2006/relationships/image" Target="../media/image126.emf"/><Relationship Id="rId26" Type="http://schemas.openxmlformats.org/officeDocument/2006/relationships/image" Target="../media/image130.emf"/><Relationship Id="rId39" Type="http://schemas.openxmlformats.org/officeDocument/2006/relationships/customXml" Target="../ink/ink124.xml"/><Relationship Id="rId21" Type="http://schemas.openxmlformats.org/officeDocument/2006/relationships/customXml" Target="../ink/ink115.xml"/><Relationship Id="rId34" Type="http://schemas.openxmlformats.org/officeDocument/2006/relationships/image" Target="../media/image134.emf"/><Relationship Id="rId42" Type="http://schemas.openxmlformats.org/officeDocument/2006/relationships/image" Target="../media/image138.emf"/><Relationship Id="rId47" Type="http://schemas.openxmlformats.org/officeDocument/2006/relationships/customXml" Target="../ink/ink128.xml"/><Relationship Id="rId50" Type="http://schemas.openxmlformats.org/officeDocument/2006/relationships/image" Target="../media/image142.emf"/><Relationship Id="rId7" Type="http://schemas.openxmlformats.org/officeDocument/2006/relationships/customXml" Target="../ink/ink108.xml"/><Relationship Id="rId2" Type="http://schemas.openxmlformats.org/officeDocument/2006/relationships/image" Target="../media/image9.png"/><Relationship Id="rId16" Type="http://schemas.openxmlformats.org/officeDocument/2006/relationships/image" Target="../media/image125.emf"/><Relationship Id="rId29" Type="http://schemas.openxmlformats.org/officeDocument/2006/relationships/customXml" Target="../ink/ink119.xml"/><Relationship Id="rId11" Type="http://schemas.openxmlformats.org/officeDocument/2006/relationships/customXml" Target="../ink/ink110.xml"/><Relationship Id="rId24" Type="http://schemas.openxmlformats.org/officeDocument/2006/relationships/image" Target="../media/image129.emf"/><Relationship Id="rId32" Type="http://schemas.openxmlformats.org/officeDocument/2006/relationships/image" Target="../media/image133.emf"/><Relationship Id="rId37" Type="http://schemas.openxmlformats.org/officeDocument/2006/relationships/customXml" Target="../ink/ink123.xml"/><Relationship Id="rId40" Type="http://schemas.openxmlformats.org/officeDocument/2006/relationships/image" Target="../media/image137.emf"/><Relationship Id="rId45" Type="http://schemas.openxmlformats.org/officeDocument/2006/relationships/customXml" Target="../ink/ink127.xml"/><Relationship Id="rId5" Type="http://schemas.openxmlformats.org/officeDocument/2006/relationships/customXml" Target="../ink/ink107.xml"/><Relationship Id="rId15" Type="http://schemas.openxmlformats.org/officeDocument/2006/relationships/customXml" Target="../ink/ink112.xml"/><Relationship Id="rId23" Type="http://schemas.openxmlformats.org/officeDocument/2006/relationships/customXml" Target="../ink/ink116.xml"/><Relationship Id="rId28" Type="http://schemas.openxmlformats.org/officeDocument/2006/relationships/image" Target="../media/image131.emf"/><Relationship Id="rId36" Type="http://schemas.openxmlformats.org/officeDocument/2006/relationships/image" Target="../media/image135.emf"/><Relationship Id="rId49" Type="http://schemas.openxmlformats.org/officeDocument/2006/relationships/customXml" Target="../ink/ink129.xml"/><Relationship Id="rId10" Type="http://schemas.openxmlformats.org/officeDocument/2006/relationships/image" Target="../media/image122.emf"/><Relationship Id="rId19" Type="http://schemas.openxmlformats.org/officeDocument/2006/relationships/customXml" Target="../ink/ink114.xml"/><Relationship Id="rId31" Type="http://schemas.openxmlformats.org/officeDocument/2006/relationships/customXml" Target="../ink/ink120.xml"/><Relationship Id="rId44" Type="http://schemas.openxmlformats.org/officeDocument/2006/relationships/image" Target="../media/image139.emf"/><Relationship Id="rId4" Type="http://schemas.openxmlformats.org/officeDocument/2006/relationships/image" Target="../media/image119.emf"/><Relationship Id="rId9" Type="http://schemas.openxmlformats.org/officeDocument/2006/relationships/customXml" Target="../ink/ink109.xml"/><Relationship Id="rId14" Type="http://schemas.openxmlformats.org/officeDocument/2006/relationships/image" Target="../media/image124.emf"/><Relationship Id="rId22" Type="http://schemas.openxmlformats.org/officeDocument/2006/relationships/image" Target="../media/image128.emf"/><Relationship Id="rId27" Type="http://schemas.openxmlformats.org/officeDocument/2006/relationships/customXml" Target="../ink/ink118.xml"/><Relationship Id="rId30" Type="http://schemas.openxmlformats.org/officeDocument/2006/relationships/image" Target="../media/image132.emf"/><Relationship Id="rId35" Type="http://schemas.openxmlformats.org/officeDocument/2006/relationships/customXml" Target="../ink/ink122.xml"/><Relationship Id="rId43" Type="http://schemas.openxmlformats.org/officeDocument/2006/relationships/customXml" Target="../ink/ink126.xml"/><Relationship Id="rId48" Type="http://schemas.openxmlformats.org/officeDocument/2006/relationships/image" Target="../media/image141.emf"/><Relationship Id="rId8" Type="http://schemas.openxmlformats.org/officeDocument/2006/relationships/image" Target="../media/image121.emf"/><Relationship Id="rId3" Type="http://schemas.openxmlformats.org/officeDocument/2006/relationships/customXml" Target="../ink/ink106.xml"/><Relationship Id="rId12" Type="http://schemas.openxmlformats.org/officeDocument/2006/relationships/image" Target="../media/image123.emf"/><Relationship Id="rId17" Type="http://schemas.openxmlformats.org/officeDocument/2006/relationships/customXml" Target="../ink/ink113.xml"/><Relationship Id="rId25" Type="http://schemas.openxmlformats.org/officeDocument/2006/relationships/customXml" Target="../ink/ink117.xml"/><Relationship Id="rId33" Type="http://schemas.openxmlformats.org/officeDocument/2006/relationships/customXml" Target="../ink/ink121.xml"/><Relationship Id="rId38" Type="http://schemas.openxmlformats.org/officeDocument/2006/relationships/image" Target="../media/image136.emf"/><Relationship Id="rId46" Type="http://schemas.openxmlformats.org/officeDocument/2006/relationships/image" Target="../media/image140.emf"/><Relationship Id="rId20" Type="http://schemas.openxmlformats.org/officeDocument/2006/relationships/image" Target="../media/image127.emf"/><Relationship Id="rId41" Type="http://schemas.openxmlformats.org/officeDocument/2006/relationships/customXml" Target="../ink/ink125.xml"/><Relationship Id="rId1" Type="http://schemas.openxmlformats.org/officeDocument/2006/relationships/slideLayout" Target="../slideLayouts/slideLayout2.xml"/><Relationship Id="rId6" Type="http://schemas.openxmlformats.org/officeDocument/2006/relationships/image" Target="../media/image120.emf"/></Relationships>
</file>

<file path=ppt/slides/_rels/slide11.xml.rels><?xml version="1.0" encoding="UTF-8" standalone="yes"?>
<Relationships xmlns="http://schemas.openxmlformats.org/package/2006/relationships"><Relationship Id="rId8" Type="http://schemas.openxmlformats.org/officeDocument/2006/relationships/image" Target="../media/image146.emf"/><Relationship Id="rId3" Type="http://schemas.openxmlformats.org/officeDocument/2006/relationships/customXml" Target="../ink/ink130.xml"/><Relationship Id="rId7" Type="http://schemas.openxmlformats.org/officeDocument/2006/relationships/customXml" Target="../ink/ink132.xml"/><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5.emf"/><Relationship Id="rId5" Type="http://schemas.openxmlformats.org/officeDocument/2006/relationships/customXml" Target="../ink/ink131.xml"/><Relationship Id="rId10" Type="http://schemas.openxmlformats.org/officeDocument/2006/relationships/image" Target="../media/image147.emf"/><Relationship Id="rId4" Type="http://schemas.openxmlformats.org/officeDocument/2006/relationships/image" Target="../media/image144.emf"/><Relationship Id="rId9" Type="http://schemas.openxmlformats.org/officeDocument/2006/relationships/customXml" Target="../ink/ink133.xml"/></Relationships>
</file>

<file path=ppt/slides/_rels/slide12.xml.rels><?xml version="1.0" encoding="UTF-8" standalone="yes"?>
<Relationships xmlns="http://schemas.openxmlformats.org/package/2006/relationships"><Relationship Id="rId13" Type="http://schemas.openxmlformats.org/officeDocument/2006/relationships/customXml" Target="../ink/ink139.xml"/><Relationship Id="rId18" Type="http://schemas.openxmlformats.org/officeDocument/2006/relationships/image" Target="../media/image156.emf"/><Relationship Id="rId26" Type="http://schemas.openxmlformats.org/officeDocument/2006/relationships/image" Target="../media/image160.emf"/><Relationship Id="rId39" Type="http://schemas.openxmlformats.org/officeDocument/2006/relationships/customXml" Target="../ink/ink152.xml"/><Relationship Id="rId21" Type="http://schemas.openxmlformats.org/officeDocument/2006/relationships/customXml" Target="../ink/ink143.xml"/><Relationship Id="rId34" Type="http://schemas.openxmlformats.org/officeDocument/2006/relationships/image" Target="../media/image164.emf"/><Relationship Id="rId42" Type="http://schemas.openxmlformats.org/officeDocument/2006/relationships/image" Target="../media/image168.emf"/><Relationship Id="rId47" Type="http://schemas.openxmlformats.org/officeDocument/2006/relationships/customXml" Target="../ink/ink156.xml"/><Relationship Id="rId50" Type="http://schemas.openxmlformats.org/officeDocument/2006/relationships/image" Target="../media/image172.emf"/><Relationship Id="rId55" Type="http://schemas.openxmlformats.org/officeDocument/2006/relationships/customXml" Target="../ink/ink160.xml"/><Relationship Id="rId7" Type="http://schemas.openxmlformats.org/officeDocument/2006/relationships/customXml" Target="../ink/ink136.xml"/><Relationship Id="rId2" Type="http://schemas.openxmlformats.org/officeDocument/2006/relationships/image" Target="../media/image11.png"/><Relationship Id="rId16" Type="http://schemas.openxmlformats.org/officeDocument/2006/relationships/image" Target="../media/image155.emf"/><Relationship Id="rId29" Type="http://schemas.openxmlformats.org/officeDocument/2006/relationships/customXml" Target="../ink/ink147.xml"/><Relationship Id="rId11" Type="http://schemas.openxmlformats.org/officeDocument/2006/relationships/customXml" Target="../ink/ink138.xml"/><Relationship Id="rId24" Type="http://schemas.openxmlformats.org/officeDocument/2006/relationships/image" Target="../media/image159.emf"/><Relationship Id="rId32" Type="http://schemas.openxmlformats.org/officeDocument/2006/relationships/image" Target="../media/image163.emf"/><Relationship Id="rId37" Type="http://schemas.openxmlformats.org/officeDocument/2006/relationships/customXml" Target="../ink/ink151.xml"/><Relationship Id="rId40" Type="http://schemas.openxmlformats.org/officeDocument/2006/relationships/image" Target="../media/image167.emf"/><Relationship Id="rId45" Type="http://schemas.openxmlformats.org/officeDocument/2006/relationships/customXml" Target="../ink/ink155.xml"/><Relationship Id="rId53" Type="http://schemas.openxmlformats.org/officeDocument/2006/relationships/customXml" Target="../ink/ink159.xml"/><Relationship Id="rId58" Type="http://schemas.openxmlformats.org/officeDocument/2006/relationships/image" Target="../media/image176.emf"/><Relationship Id="rId5" Type="http://schemas.openxmlformats.org/officeDocument/2006/relationships/customXml" Target="../ink/ink135.xml"/><Relationship Id="rId19" Type="http://schemas.openxmlformats.org/officeDocument/2006/relationships/customXml" Target="../ink/ink142.xml"/><Relationship Id="rId4" Type="http://schemas.openxmlformats.org/officeDocument/2006/relationships/image" Target="../media/image149.emf"/><Relationship Id="rId9" Type="http://schemas.openxmlformats.org/officeDocument/2006/relationships/customXml" Target="../ink/ink137.xml"/><Relationship Id="rId14" Type="http://schemas.openxmlformats.org/officeDocument/2006/relationships/image" Target="../media/image154.emf"/><Relationship Id="rId22" Type="http://schemas.openxmlformats.org/officeDocument/2006/relationships/image" Target="../media/image158.emf"/><Relationship Id="rId27" Type="http://schemas.openxmlformats.org/officeDocument/2006/relationships/customXml" Target="../ink/ink146.xml"/><Relationship Id="rId30" Type="http://schemas.openxmlformats.org/officeDocument/2006/relationships/image" Target="../media/image162.emf"/><Relationship Id="rId35" Type="http://schemas.openxmlformats.org/officeDocument/2006/relationships/customXml" Target="../ink/ink150.xml"/><Relationship Id="rId43" Type="http://schemas.openxmlformats.org/officeDocument/2006/relationships/customXml" Target="../ink/ink154.xml"/><Relationship Id="rId48" Type="http://schemas.openxmlformats.org/officeDocument/2006/relationships/image" Target="../media/image171.emf"/><Relationship Id="rId56" Type="http://schemas.openxmlformats.org/officeDocument/2006/relationships/image" Target="../media/image175.emf"/><Relationship Id="rId8" Type="http://schemas.openxmlformats.org/officeDocument/2006/relationships/image" Target="../media/image151.emf"/><Relationship Id="rId51" Type="http://schemas.openxmlformats.org/officeDocument/2006/relationships/customXml" Target="../ink/ink158.xml"/><Relationship Id="rId3" Type="http://schemas.openxmlformats.org/officeDocument/2006/relationships/customXml" Target="../ink/ink134.xml"/><Relationship Id="rId12" Type="http://schemas.openxmlformats.org/officeDocument/2006/relationships/image" Target="../media/image153.emf"/><Relationship Id="rId17" Type="http://schemas.openxmlformats.org/officeDocument/2006/relationships/customXml" Target="../ink/ink141.xml"/><Relationship Id="rId25" Type="http://schemas.openxmlformats.org/officeDocument/2006/relationships/customXml" Target="../ink/ink145.xml"/><Relationship Id="rId33" Type="http://schemas.openxmlformats.org/officeDocument/2006/relationships/customXml" Target="../ink/ink149.xml"/><Relationship Id="rId38" Type="http://schemas.openxmlformats.org/officeDocument/2006/relationships/image" Target="../media/image166.emf"/><Relationship Id="rId46" Type="http://schemas.openxmlformats.org/officeDocument/2006/relationships/image" Target="../media/image170.emf"/><Relationship Id="rId20" Type="http://schemas.openxmlformats.org/officeDocument/2006/relationships/image" Target="../media/image157.emf"/><Relationship Id="rId41" Type="http://schemas.openxmlformats.org/officeDocument/2006/relationships/customXml" Target="../ink/ink153.xml"/><Relationship Id="rId54" Type="http://schemas.openxmlformats.org/officeDocument/2006/relationships/image" Target="../media/image174.emf"/><Relationship Id="rId1" Type="http://schemas.openxmlformats.org/officeDocument/2006/relationships/slideLayout" Target="../slideLayouts/slideLayout2.xml"/><Relationship Id="rId6" Type="http://schemas.openxmlformats.org/officeDocument/2006/relationships/image" Target="../media/image150.emf"/><Relationship Id="rId15" Type="http://schemas.openxmlformats.org/officeDocument/2006/relationships/customXml" Target="../ink/ink140.xml"/><Relationship Id="rId23" Type="http://schemas.openxmlformats.org/officeDocument/2006/relationships/customXml" Target="../ink/ink144.xml"/><Relationship Id="rId28" Type="http://schemas.openxmlformats.org/officeDocument/2006/relationships/image" Target="../media/image161.emf"/><Relationship Id="rId36" Type="http://schemas.openxmlformats.org/officeDocument/2006/relationships/image" Target="../media/image165.emf"/><Relationship Id="rId49" Type="http://schemas.openxmlformats.org/officeDocument/2006/relationships/customXml" Target="../ink/ink157.xml"/><Relationship Id="rId57" Type="http://schemas.openxmlformats.org/officeDocument/2006/relationships/customXml" Target="../ink/ink161.xml"/><Relationship Id="rId10" Type="http://schemas.openxmlformats.org/officeDocument/2006/relationships/image" Target="../media/image152.emf"/><Relationship Id="rId31" Type="http://schemas.openxmlformats.org/officeDocument/2006/relationships/customXml" Target="../ink/ink148.xml"/><Relationship Id="rId44" Type="http://schemas.openxmlformats.org/officeDocument/2006/relationships/image" Target="../media/image169.emf"/><Relationship Id="rId52" Type="http://schemas.openxmlformats.org/officeDocument/2006/relationships/image" Target="../media/image173.emf"/></Relationships>
</file>

<file path=ppt/slides/_rels/slide13.xml.rels><?xml version="1.0" encoding="UTF-8" standalone="yes"?>
<Relationships xmlns="http://schemas.openxmlformats.org/package/2006/relationships"><Relationship Id="rId8" Type="http://schemas.openxmlformats.org/officeDocument/2006/relationships/image" Target="../media/image180.emf"/><Relationship Id="rId3" Type="http://schemas.openxmlformats.org/officeDocument/2006/relationships/customXml" Target="../ink/ink162.xml"/><Relationship Id="rId7" Type="http://schemas.openxmlformats.org/officeDocument/2006/relationships/customXml" Target="../ink/ink164.xml"/><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79.emf"/><Relationship Id="rId5" Type="http://schemas.openxmlformats.org/officeDocument/2006/relationships/customXml" Target="../ink/ink163.xml"/><Relationship Id="rId10" Type="http://schemas.openxmlformats.org/officeDocument/2006/relationships/image" Target="../media/image181.emf"/><Relationship Id="rId4" Type="http://schemas.openxmlformats.org/officeDocument/2006/relationships/image" Target="../media/image178.emf"/><Relationship Id="rId9" Type="http://schemas.openxmlformats.org/officeDocument/2006/relationships/customXml" Target="../ink/ink165.xml"/></Relationships>
</file>

<file path=ppt/slides/_rels/slide14.xml.rels><?xml version="1.0" encoding="UTF-8" standalone="yes"?>
<Relationships xmlns="http://schemas.openxmlformats.org/package/2006/relationships"><Relationship Id="rId13" Type="http://schemas.openxmlformats.org/officeDocument/2006/relationships/customXml" Target="../ink/ink171.xml"/><Relationship Id="rId18" Type="http://schemas.openxmlformats.org/officeDocument/2006/relationships/image" Target="../media/image190.emf"/><Relationship Id="rId26" Type="http://schemas.openxmlformats.org/officeDocument/2006/relationships/image" Target="../media/image194.emf"/><Relationship Id="rId39" Type="http://schemas.openxmlformats.org/officeDocument/2006/relationships/customXml" Target="../ink/ink184.xml"/><Relationship Id="rId21" Type="http://schemas.openxmlformats.org/officeDocument/2006/relationships/customXml" Target="../ink/ink175.xml"/><Relationship Id="rId34" Type="http://schemas.openxmlformats.org/officeDocument/2006/relationships/image" Target="../media/image198.emf"/><Relationship Id="rId42" Type="http://schemas.openxmlformats.org/officeDocument/2006/relationships/image" Target="../media/image202.emf"/><Relationship Id="rId47" Type="http://schemas.openxmlformats.org/officeDocument/2006/relationships/customXml" Target="../ink/ink188.xml"/><Relationship Id="rId50" Type="http://schemas.openxmlformats.org/officeDocument/2006/relationships/image" Target="../media/image206.emf"/><Relationship Id="rId7" Type="http://schemas.openxmlformats.org/officeDocument/2006/relationships/customXml" Target="../ink/ink168.xml"/><Relationship Id="rId2" Type="http://schemas.openxmlformats.org/officeDocument/2006/relationships/image" Target="../media/image13.png"/><Relationship Id="rId16" Type="http://schemas.openxmlformats.org/officeDocument/2006/relationships/image" Target="../media/image189.emf"/><Relationship Id="rId29" Type="http://schemas.openxmlformats.org/officeDocument/2006/relationships/customXml" Target="../ink/ink179.xml"/><Relationship Id="rId11" Type="http://schemas.openxmlformats.org/officeDocument/2006/relationships/customXml" Target="../ink/ink170.xml"/><Relationship Id="rId24" Type="http://schemas.openxmlformats.org/officeDocument/2006/relationships/image" Target="../media/image193.emf"/><Relationship Id="rId32" Type="http://schemas.openxmlformats.org/officeDocument/2006/relationships/image" Target="../media/image197.emf"/><Relationship Id="rId37" Type="http://schemas.openxmlformats.org/officeDocument/2006/relationships/customXml" Target="../ink/ink183.xml"/><Relationship Id="rId40" Type="http://schemas.openxmlformats.org/officeDocument/2006/relationships/image" Target="../media/image201.emf"/><Relationship Id="rId45" Type="http://schemas.openxmlformats.org/officeDocument/2006/relationships/customXml" Target="../ink/ink187.xml"/><Relationship Id="rId53" Type="http://schemas.openxmlformats.org/officeDocument/2006/relationships/customXml" Target="../ink/ink191.xml"/><Relationship Id="rId5" Type="http://schemas.openxmlformats.org/officeDocument/2006/relationships/customXml" Target="../ink/ink167.xml"/><Relationship Id="rId10" Type="http://schemas.openxmlformats.org/officeDocument/2006/relationships/image" Target="../media/image186.emf"/><Relationship Id="rId19" Type="http://schemas.openxmlformats.org/officeDocument/2006/relationships/customXml" Target="../ink/ink174.xml"/><Relationship Id="rId31" Type="http://schemas.openxmlformats.org/officeDocument/2006/relationships/customXml" Target="../ink/ink180.xml"/><Relationship Id="rId44" Type="http://schemas.openxmlformats.org/officeDocument/2006/relationships/image" Target="../media/image203.emf"/><Relationship Id="rId52" Type="http://schemas.openxmlformats.org/officeDocument/2006/relationships/image" Target="../media/image207.emf"/><Relationship Id="rId4" Type="http://schemas.openxmlformats.org/officeDocument/2006/relationships/image" Target="../media/image183.emf"/><Relationship Id="rId9" Type="http://schemas.openxmlformats.org/officeDocument/2006/relationships/customXml" Target="../ink/ink169.xml"/><Relationship Id="rId14" Type="http://schemas.openxmlformats.org/officeDocument/2006/relationships/image" Target="../media/image188.emf"/><Relationship Id="rId22" Type="http://schemas.openxmlformats.org/officeDocument/2006/relationships/image" Target="../media/image192.emf"/><Relationship Id="rId27" Type="http://schemas.openxmlformats.org/officeDocument/2006/relationships/customXml" Target="../ink/ink178.xml"/><Relationship Id="rId30" Type="http://schemas.openxmlformats.org/officeDocument/2006/relationships/image" Target="../media/image196.emf"/><Relationship Id="rId35" Type="http://schemas.openxmlformats.org/officeDocument/2006/relationships/customXml" Target="../ink/ink182.xml"/><Relationship Id="rId43" Type="http://schemas.openxmlformats.org/officeDocument/2006/relationships/customXml" Target="../ink/ink186.xml"/><Relationship Id="rId48" Type="http://schemas.openxmlformats.org/officeDocument/2006/relationships/image" Target="../media/image205.emf"/><Relationship Id="rId8" Type="http://schemas.openxmlformats.org/officeDocument/2006/relationships/image" Target="../media/image185.emf"/><Relationship Id="rId51" Type="http://schemas.openxmlformats.org/officeDocument/2006/relationships/customXml" Target="../ink/ink190.xml"/><Relationship Id="rId3" Type="http://schemas.openxmlformats.org/officeDocument/2006/relationships/customXml" Target="../ink/ink166.xml"/><Relationship Id="rId12" Type="http://schemas.openxmlformats.org/officeDocument/2006/relationships/image" Target="../media/image187.emf"/><Relationship Id="rId17" Type="http://schemas.openxmlformats.org/officeDocument/2006/relationships/customXml" Target="../ink/ink173.xml"/><Relationship Id="rId25" Type="http://schemas.openxmlformats.org/officeDocument/2006/relationships/customXml" Target="../ink/ink177.xml"/><Relationship Id="rId33" Type="http://schemas.openxmlformats.org/officeDocument/2006/relationships/customXml" Target="../ink/ink181.xml"/><Relationship Id="rId38" Type="http://schemas.openxmlformats.org/officeDocument/2006/relationships/image" Target="../media/image200.emf"/><Relationship Id="rId46" Type="http://schemas.openxmlformats.org/officeDocument/2006/relationships/image" Target="../media/image204.emf"/><Relationship Id="rId20" Type="http://schemas.openxmlformats.org/officeDocument/2006/relationships/image" Target="../media/image191.emf"/><Relationship Id="rId41" Type="http://schemas.openxmlformats.org/officeDocument/2006/relationships/customXml" Target="../ink/ink185.xml"/><Relationship Id="rId54" Type="http://schemas.openxmlformats.org/officeDocument/2006/relationships/image" Target="../media/image208.emf"/><Relationship Id="rId1" Type="http://schemas.openxmlformats.org/officeDocument/2006/relationships/slideLayout" Target="../slideLayouts/slideLayout2.xml"/><Relationship Id="rId6" Type="http://schemas.openxmlformats.org/officeDocument/2006/relationships/image" Target="../media/image184.emf"/><Relationship Id="rId15" Type="http://schemas.openxmlformats.org/officeDocument/2006/relationships/customXml" Target="../ink/ink172.xml"/><Relationship Id="rId23" Type="http://schemas.openxmlformats.org/officeDocument/2006/relationships/customXml" Target="../ink/ink176.xml"/><Relationship Id="rId28" Type="http://schemas.openxmlformats.org/officeDocument/2006/relationships/image" Target="../media/image195.emf"/><Relationship Id="rId36" Type="http://schemas.openxmlformats.org/officeDocument/2006/relationships/image" Target="../media/image199.emf"/><Relationship Id="rId49" Type="http://schemas.openxmlformats.org/officeDocument/2006/relationships/customXml" Target="../ink/ink189.xml"/></Relationships>
</file>

<file path=ppt/slides/_rels/slide15.xml.rels><?xml version="1.0" encoding="UTF-8" standalone="yes"?>
<Relationships xmlns="http://schemas.openxmlformats.org/package/2006/relationships"><Relationship Id="rId13" Type="http://schemas.openxmlformats.org/officeDocument/2006/relationships/customXml" Target="../ink/ink197.xml"/><Relationship Id="rId18" Type="http://schemas.openxmlformats.org/officeDocument/2006/relationships/image" Target="../media/image217.emf"/><Relationship Id="rId26" Type="http://schemas.openxmlformats.org/officeDocument/2006/relationships/image" Target="../media/image221.emf"/><Relationship Id="rId3" Type="http://schemas.openxmlformats.org/officeDocument/2006/relationships/customXml" Target="../ink/ink192.xml"/><Relationship Id="rId21" Type="http://schemas.openxmlformats.org/officeDocument/2006/relationships/customXml" Target="../ink/ink201.xml"/><Relationship Id="rId34" Type="http://schemas.openxmlformats.org/officeDocument/2006/relationships/image" Target="../media/image225.emf"/><Relationship Id="rId7" Type="http://schemas.openxmlformats.org/officeDocument/2006/relationships/customXml" Target="../ink/ink194.xml"/><Relationship Id="rId12" Type="http://schemas.openxmlformats.org/officeDocument/2006/relationships/image" Target="../media/image214.emf"/><Relationship Id="rId17" Type="http://schemas.openxmlformats.org/officeDocument/2006/relationships/customXml" Target="../ink/ink199.xml"/><Relationship Id="rId25" Type="http://schemas.openxmlformats.org/officeDocument/2006/relationships/customXml" Target="../ink/ink203.xml"/><Relationship Id="rId33" Type="http://schemas.openxmlformats.org/officeDocument/2006/relationships/customXml" Target="../ink/ink207.xml"/><Relationship Id="rId2" Type="http://schemas.openxmlformats.org/officeDocument/2006/relationships/image" Target="../media/image14.png"/><Relationship Id="rId16" Type="http://schemas.openxmlformats.org/officeDocument/2006/relationships/image" Target="../media/image216.emf"/><Relationship Id="rId20" Type="http://schemas.openxmlformats.org/officeDocument/2006/relationships/image" Target="../media/image218.emf"/><Relationship Id="rId29" Type="http://schemas.openxmlformats.org/officeDocument/2006/relationships/customXml" Target="../ink/ink205.xml"/><Relationship Id="rId1" Type="http://schemas.openxmlformats.org/officeDocument/2006/relationships/slideLayout" Target="../slideLayouts/slideLayout2.xml"/><Relationship Id="rId6" Type="http://schemas.openxmlformats.org/officeDocument/2006/relationships/image" Target="../media/image211.emf"/><Relationship Id="rId11" Type="http://schemas.openxmlformats.org/officeDocument/2006/relationships/customXml" Target="../ink/ink196.xml"/><Relationship Id="rId24" Type="http://schemas.openxmlformats.org/officeDocument/2006/relationships/image" Target="../media/image220.emf"/><Relationship Id="rId32" Type="http://schemas.openxmlformats.org/officeDocument/2006/relationships/image" Target="../media/image224.emf"/><Relationship Id="rId5" Type="http://schemas.openxmlformats.org/officeDocument/2006/relationships/customXml" Target="../ink/ink193.xml"/><Relationship Id="rId15" Type="http://schemas.openxmlformats.org/officeDocument/2006/relationships/customXml" Target="../ink/ink198.xml"/><Relationship Id="rId23" Type="http://schemas.openxmlformats.org/officeDocument/2006/relationships/customXml" Target="../ink/ink202.xml"/><Relationship Id="rId28" Type="http://schemas.openxmlformats.org/officeDocument/2006/relationships/image" Target="../media/image222.emf"/><Relationship Id="rId36" Type="http://schemas.openxmlformats.org/officeDocument/2006/relationships/image" Target="../media/image226.emf"/><Relationship Id="rId10" Type="http://schemas.openxmlformats.org/officeDocument/2006/relationships/image" Target="../media/image213.emf"/><Relationship Id="rId19" Type="http://schemas.openxmlformats.org/officeDocument/2006/relationships/customXml" Target="../ink/ink200.xml"/><Relationship Id="rId31" Type="http://schemas.openxmlformats.org/officeDocument/2006/relationships/customXml" Target="../ink/ink206.xml"/><Relationship Id="rId4" Type="http://schemas.openxmlformats.org/officeDocument/2006/relationships/image" Target="../media/image210.emf"/><Relationship Id="rId9" Type="http://schemas.openxmlformats.org/officeDocument/2006/relationships/customXml" Target="../ink/ink195.xml"/><Relationship Id="rId14" Type="http://schemas.openxmlformats.org/officeDocument/2006/relationships/image" Target="../media/image215.emf"/><Relationship Id="rId22" Type="http://schemas.openxmlformats.org/officeDocument/2006/relationships/image" Target="../media/image219.emf"/><Relationship Id="rId27" Type="http://schemas.openxmlformats.org/officeDocument/2006/relationships/customXml" Target="../ink/ink204.xml"/><Relationship Id="rId30" Type="http://schemas.openxmlformats.org/officeDocument/2006/relationships/image" Target="../media/image223.emf"/><Relationship Id="rId35" Type="http://schemas.openxmlformats.org/officeDocument/2006/relationships/customXml" Target="../ink/ink208.xml"/><Relationship Id="rId8" Type="http://schemas.openxmlformats.org/officeDocument/2006/relationships/image" Target="../media/image212.emf"/></Relationships>
</file>

<file path=ppt/slides/_rels/slide16.xml.rels><?xml version="1.0" encoding="UTF-8" standalone="yes"?>
<Relationships xmlns="http://schemas.openxmlformats.org/package/2006/relationships"><Relationship Id="rId13" Type="http://schemas.openxmlformats.org/officeDocument/2006/relationships/customXml" Target="../ink/ink214.xml"/><Relationship Id="rId18" Type="http://schemas.openxmlformats.org/officeDocument/2006/relationships/image" Target="../media/image235.emf"/><Relationship Id="rId26" Type="http://schemas.openxmlformats.org/officeDocument/2006/relationships/image" Target="../media/image239.emf"/><Relationship Id="rId39" Type="http://schemas.openxmlformats.org/officeDocument/2006/relationships/customXml" Target="../ink/ink227.xml"/><Relationship Id="rId21" Type="http://schemas.openxmlformats.org/officeDocument/2006/relationships/customXml" Target="../ink/ink218.xml"/><Relationship Id="rId34" Type="http://schemas.openxmlformats.org/officeDocument/2006/relationships/image" Target="../media/image243.emf"/><Relationship Id="rId42" Type="http://schemas.openxmlformats.org/officeDocument/2006/relationships/image" Target="../media/image247.emf"/><Relationship Id="rId7" Type="http://schemas.openxmlformats.org/officeDocument/2006/relationships/customXml" Target="../ink/ink211.xml"/><Relationship Id="rId2" Type="http://schemas.openxmlformats.org/officeDocument/2006/relationships/image" Target="../media/image15.png"/><Relationship Id="rId16" Type="http://schemas.openxmlformats.org/officeDocument/2006/relationships/image" Target="../media/image234.emf"/><Relationship Id="rId20" Type="http://schemas.openxmlformats.org/officeDocument/2006/relationships/image" Target="../media/image236.emf"/><Relationship Id="rId29" Type="http://schemas.openxmlformats.org/officeDocument/2006/relationships/customXml" Target="../ink/ink222.xml"/><Relationship Id="rId41" Type="http://schemas.openxmlformats.org/officeDocument/2006/relationships/customXml" Target="../ink/ink228.xml"/><Relationship Id="rId1" Type="http://schemas.openxmlformats.org/officeDocument/2006/relationships/slideLayout" Target="../slideLayouts/slideLayout2.xml"/><Relationship Id="rId6" Type="http://schemas.openxmlformats.org/officeDocument/2006/relationships/image" Target="../media/image229.emf"/><Relationship Id="rId11" Type="http://schemas.openxmlformats.org/officeDocument/2006/relationships/customXml" Target="../ink/ink213.xml"/><Relationship Id="rId24" Type="http://schemas.openxmlformats.org/officeDocument/2006/relationships/image" Target="../media/image238.emf"/><Relationship Id="rId32" Type="http://schemas.openxmlformats.org/officeDocument/2006/relationships/image" Target="../media/image242.emf"/><Relationship Id="rId37" Type="http://schemas.openxmlformats.org/officeDocument/2006/relationships/customXml" Target="../ink/ink226.xml"/><Relationship Id="rId40" Type="http://schemas.openxmlformats.org/officeDocument/2006/relationships/image" Target="../media/image246.emf"/><Relationship Id="rId5" Type="http://schemas.openxmlformats.org/officeDocument/2006/relationships/customXml" Target="../ink/ink210.xml"/><Relationship Id="rId15" Type="http://schemas.openxmlformats.org/officeDocument/2006/relationships/customXml" Target="../ink/ink215.xml"/><Relationship Id="rId23" Type="http://schemas.openxmlformats.org/officeDocument/2006/relationships/customXml" Target="../ink/ink219.xml"/><Relationship Id="rId28" Type="http://schemas.openxmlformats.org/officeDocument/2006/relationships/image" Target="../media/image240.emf"/><Relationship Id="rId36" Type="http://schemas.openxmlformats.org/officeDocument/2006/relationships/image" Target="../media/image244.emf"/><Relationship Id="rId10" Type="http://schemas.openxmlformats.org/officeDocument/2006/relationships/image" Target="../media/image231.emf"/><Relationship Id="rId19" Type="http://schemas.openxmlformats.org/officeDocument/2006/relationships/customXml" Target="../ink/ink217.xml"/><Relationship Id="rId31" Type="http://schemas.openxmlformats.org/officeDocument/2006/relationships/customXml" Target="../ink/ink223.xml"/><Relationship Id="rId4" Type="http://schemas.openxmlformats.org/officeDocument/2006/relationships/image" Target="../media/image228.emf"/><Relationship Id="rId9" Type="http://schemas.openxmlformats.org/officeDocument/2006/relationships/customXml" Target="../ink/ink212.xml"/><Relationship Id="rId14" Type="http://schemas.openxmlformats.org/officeDocument/2006/relationships/image" Target="../media/image233.emf"/><Relationship Id="rId22" Type="http://schemas.openxmlformats.org/officeDocument/2006/relationships/image" Target="../media/image237.emf"/><Relationship Id="rId27" Type="http://schemas.openxmlformats.org/officeDocument/2006/relationships/customXml" Target="../ink/ink221.xml"/><Relationship Id="rId30" Type="http://schemas.openxmlformats.org/officeDocument/2006/relationships/image" Target="../media/image241.emf"/><Relationship Id="rId35" Type="http://schemas.openxmlformats.org/officeDocument/2006/relationships/customXml" Target="../ink/ink225.xml"/><Relationship Id="rId8" Type="http://schemas.openxmlformats.org/officeDocument/2006/relationships/image" Target="../media/image230.emf"/><Relationship Id="rId3" Type="http://schemas.openxmlformats.org/officeDocument/2006/relationships/customXml" Target="../ink/ink209.xml"/><Relationship Id="rId12" Type="http://schemas.openxmlformats.org/officeDocument/2006/relationships/image" Target="../media/image232.emf"/><Relationship Id="rId17" Type="http://schemas.openxmlformats.org/officeDocument/2006/relationships/customXml" Target="../ink/ink216.xml"/><Relationship Id="rId25" Type="http://schemas.openxmlformats.org/officeDocument/2006/relationships/customXml" Target="../ink/ink220.xml"/><Relationship Id="rId33" Type="http://schemas.openxmlformats.org/officeDocument/2006/relationships/customXml" Target="../ink/ink224.xml"/><Relationship Id="rId38" Type="http://schemas.openxmlformats.org/officeDocument/2006/relationships/image" Target="../media/image245.emf"/></Relationships>
</file>

<file path=ppt/slides/_rels/slide17.xml.rels><?xml version="1.0" encoding="UTF-8" standalone="yes"?>
<Relationships xmlns="http://schemas.openxmlformats.org/package/2006/relationships"><Relationship Id="rId8" Type="http://schemas.openxmlformats.org/officeDocument/2006/relationships/image" Target="../media/image251.emf"/><Relationship Id="rId13" Type="http://schemas.openxmlformats.org/officeDocument/2006/relationships/customXml" Target="../ink/ink234.xml"/><Relationship Id="rId18" Type="http://schemas.openxmlformats.org/officeDocument/2006/relationships/image" Target="../media/image256.emf"/><Relationship Id="rId26" Type="http://schemas.openxmlformats.org/officeDocument/2006/relationships/image" Target="../media/image260.emf"/><Relationship Id="rId3" Type="http://schemas.openxmlformats.org/officeDocument/2006/relationships/customXml" Target="../ink/ink229.xml"/><Relationship Id="rId21" Type="http://schemas.openxmlformats.org/officeDocument/2006/relationships/customXml" Target="../ink/ink238.xml"/><Relationship Id="rId7" Type="http://schemas.openxmlformats.org/officeDocument/2006/relationships/customXml" Target="../ink/ink231.xml"/><Relationship Id="rId12" Type="http://schemas.openxmlformats.org/officeDocument/2006/relationships/image" Target="../media/image253.emf"/><Relationship Id="rId17" Type="http://schemas.openxmlformats.org/officeDocument/2006/relationships/customXml" Target="../ink/ink236.xml"/><Relationship Id="rId25" Type="http://schemas.openxmlformats.org/officeDocument/2006/relationships/customXml" Target="../ink/ink240.xml"/><Relationship Id="rId2" Type="http://schemas.openxmlformats.org/officeDocument/2006/relationships/image" Target="../media/image16.png"/><Relationship Id="rId16" Type="http://schemas.openxmlformats.org/officeDocument/2006/relationships/image" Target="../media/image255.emf"/><Relationship Id="rId20" Type="http://schemas.openxmlformats.org/officeDocument/2006/relationships/image" Target="../media/image257.emf"/><Relationship Id="rId29" Type="http://schemas.openxmlformats.org/officeDocument/2006/relationships/customXml" Target="../ink/ink242.xml"/><Relationship Id="rId1" Type="http://schemas.openxmlformats.org/officeDocument/2006/relationships/slideLayout" Target="../slideLayouts/slideLayout2.xml"/><Relationship Id="rId6" Type="http://schemas.openxmlformats.org/officeDocument/2006/relationships/image" Target="../media/image250.emf"/><Relationship Id="rId11" Type="http://schemas.openxmlformats.org/officeDocument/2006/relationships/customXml" Target="../ink/ink233.xml"/><Relationship Id="rId24" Type="http://schemas.openxmlformats.org/officeDocument/2006/relationships/image" Target="../media/image259.emf"/><Relationship Id="rId5" Type="http://schemas.openxmlformats.org/officeDocument/2006/relationships/customXml" Target="../ink/ink230.xml"/><Relationship Id="rId15" Type="http://schemas.openxmlformats.org/officeDocument/2006/relationships/customXml" Target="../ink/ink235.xml"/><Relationship Id="rId23" Type="http://schemas.openxmlformats.org/officeDocument/2006/relationships/customXml" Target="../ink/ink239.xml"/><Relationship Id="rId28" Type="http://schemas.openxmlformats.org/officeDocument/2006/relationships/image" Target="../media/image261.emf"/><Relationship Id="rId10" Type="http://schemas.openxmlformats.org/officeDocument/2006/relationships/image" Target="../media/image252.emf"/><Relationship Id="rId19" Type="http://schemas.openxmlformats.org/officeDocument/2006/relationships/customXml" Target="../ink/ink237.xml"/><Relationship Id="rId4" Type="http://schemas.openxmlformats.org/officeDocument/2006/relationships/image" Target="../media/image249.emf"/><Relationship Id="rId9" Type="http://schemas.openxmlformats.org/officeDocument/2006/relationships/customXml" Target="../ink/ink232.xml"/><Relationship Id="rId14" Type="http://schemas.openxmlformats.org/officeDocument/2006/relationships/image" Target="../media/image254.emf"/><Relationship Id="rId22" Type="http://schemas.openxmlformats.org/officeDocument/2006/relationships/image" Target="../media/image258.emf"/><Relationship Id="rId27" Type="http://schemas.openxmlformats.org/officeDocument/2006/relationships/customXml" Target="../ink/ink241.xml"/><Relationship Id="rId30" Type="http://schemas.openxmlformats.org/officeDocument/2006/relationships/image" Target="../media/image262.emf"/></Relationships>
</file>

<file path=ppt/slides/_rels/slide18.xml.rels><?xml version="1.0" encoding="UTF-8" standalone="yes"?>
<Relationships xmlns="http://schemas.openxmlformats.org/package/2006/relationships"><Relationship Id="rId8" Type="http://schemas.openxmlformats.org/officeDocument/2006/relationships/image" Target="../media/image266.emf"/><Relationship Id="rId3" Type="http://schemas.openxmlformats.org/officeDocument/2006/relationships/customXml" Target="../ink/ink243.xml"/><Relationship Id="rId7" Type="http://schemas.openxmlformats.org/officeDocument/2006/relationships/customXml" Target="../ink/ink245.xml"/><Relationship Id="rId12" Type="http://schemas.openxmlformats.org/officeDocument/2006/relationships/image" Target="../media/image268.emf"/><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65.emf"/><Relationship Id="rId11" Type="http://schemas.openxmlformats.org/officeDocument/2006/relationships/customXml" Target="../ink/ink247.xml"/><Relationship Id="rId5" Type="http://schemas.openxmlformats.org/officeDocument/2006/relationships/customXml" Target="../ink/ink244.xml"/><Relationship Id="rId10" Type="http://schemas.openxmlformats.org/officeDocument/2006/relationships/image" Target="../media/image267.emf"/><Relationship Id="rId4" Type="http://schemas.openxmlformats.org/officeDocument/2006/relationships/image" Target="../media/image264.emf"/><Relationship Id="rId9" Type="http://schemas.openxmlformats.org/officeDocument/2006/relationships/customXml" Target="../ink/ink246.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73.emf"/><Relationship Id="rId13" Type="http://schemas.openxmlformats.org/officeDocument/2006/relationships/customXml" Target="../ink/ink253.xml"/><Relationship Id="rId3" Type="http://schemas.openxmlformats.org/officeDocument/2006/relationships/customXml" Target="../ink/ink248.xml"/><Relationship Id="rId7" Type="http://schemas.openxmlformats.org/officeDocument/2006/relationships/customXml" Target="../ink/ink250.xml"/><Relationship Id="rId12" Type="http://schemas.openxmlformats.org/officeDocument/2006/relationships/image" Target="../media/image275.emf"/><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72.emf"/><Relationship Id="rId11" Type="http://schemas.openxmlformats.org/officeDocument/2006/relationships/customXml" Target="../ink/ink252.xml"/><Relationship Id="rId5" Type="http://schemas.openxmlformats.org/officeDocument/2006/relationships/customXml" Target="../ink/ink249.xml"/><Relationship Id="rId10" Type="http://schemas.openxmlformats.org/officeDocument/2006/relationships/image" Target="../media/image274.emf"/><Relationship Id="rId4" Type="http://schemas.openxmlformats.org/officeDocument/2006/relationships/image" Target="../media/image271.emf"/><Relationship Id="rId9" Type="http://schemas.openxmlformats.org/officeDocument/2006/relationships/customXml" Target="../ink/ink251.xml"/><Relationship Id="rId14" Type="http://schemas.openxmlformats.org/officeDocument/2006/relationships/image" Target="../media/image276.emf"/></Relationships>
</file>

<file path=ppt/slides/_rels/slide21.xml.rels><?xml version="1.0" encoding="UTF-8" standalone="yes"?>
<Relationships xmlns="http://schemas.openxmlformats.org/package/2006/relationships"><Relationship Id="rId3" Type="http://schemas.openxmlformats.org/officeDocument/2006/relationships/customXml" Target="../ink/ink254.xml"/><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79.emf"/><Relationship Id="rId5" Type="http://schemas.openxmlformats.org/officeDocument/2006/relationships/customXml" Target="../ink/ink255.xml"/><Relationship Id="rId4" Type="http://schemas.openxmlformats.org/officeDocument/2006/relationships/image" Target="../media/image278.emf"/></Relationships>
</file>

<file path=ppt/slides/_rels/slide22.xml.rels><?xml version="1.0" encoding="UTF-8" standalone="yes"?>
<Relationships xmlns="http://schemas.openxmlformats.org/package/2006/relationships"><Relationship Id="rId3" Type="http://schemas.openxmlformats.org/officeDocument/2006/relationships/customXml" Target="../ink/ink256.xml"/><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81.emf"/></Relationships>
</file>

<file path=ppt/slides/_rels/slide23.xml.rels><?xml version="1.0" encoding="UTF-8" standalone="yes"?>
<Relationships xmlns="http://schemas.openxmlformats.org/package/2006/relationships"><Relationship Id="rId13" Type="http://schemas.openxmlformats.org/officeDocument/2006/relationships/image" Target="../media/image288.emf"/><Relationship Id="rId18" Type="http://schemas.openxmlformats.org/officeDocument/2006/relationships/customXml" Target="../ink/ink264.xml"/><Relationship Id="rId26" Type="http://schemas.openxmlformats.org/officeDocument/2006/relationships/customXml" Target="../ink/ink268.xml"/><Relationship Id="rId39" Type="http://schemas.openxmlformats.org/officeDocument/2006/relationships/image" Target="../media/image301.emf"/><Relationship Id="rId21" Type="http://schemas.openxmlformats.org/officeDocument/2006/relationships/image" Target="../media/image292.emf"/><Relationship Id="rId34" Type="http://schemas.openxmlformats.org/officeDocument/2006/relationships/customXml" Target="../ink/ink272.xml"/><Relationship Id="rId42" Type="http://schemas.openxmlformats.org/officeDocument/2006/relationships/customXml" Target="../ink/ink276.xml"/><Relationship Id="rId47" Type="http://schemas.openxmlformats.org/officeDocument/2006/relationships/image" Target="../media/image305.emf"/><Relationship Id="rId50" Type="http://schemas.openxmlformats.org/officeDocument/2006/relationships/customXml" Target="../ink/ink280.xml"/><Relationship Id="rId55" Type="http://schemas.openxmlformats.org/officeDocument/2006/relationships/image" Target="../media/image309.emf"/><Relationship Id="rId7" Type="http://schemas.openxmlformats.org/officeDocument/2006/relationships/image" Target="../media/image285.emf"/><Relationship Id="rId2" Type="http://schemas.openxmlformats.org/officeDocument/2006/relationships/image" Target="../media/image22.png"/><Relationship Id="rId16" Type="http://schemas.openxmlformats.org/officeDocument/2006/relationships/customXml" Target="../ink/ink263.xml"/><Relationship Id="rId29" Type="http://schemas.openxmlformats.org/officeDocument/2006/relationships/image" Target="../media/image296.emf"/><Relationship Id="rId11" Type="http://schemas.openxmlformats.org/officeDocument/2006/relationships/image" Target="../media/image287.emf"/><Relationship Id="rId24" Type="http://schemas.openxmlformats.org/officeDocument/2006/relationships/customXml" Target="../ink/ink267.xml"/><Relationship Id="rId32" Type="http://schemas.openxmlformats.org/officeDocument/2006/relationships/customXml" Target="../ink/ink271.xml"/><Relationship Id="rId37" Type="http://schemas.openxmlformats.org/officeDocument/2006/relationships/image" Target="../media/image300.emf"/><Relationship Id="rId40" Type="http://schemas.openxmlformats.org/officeDocument/2006/relationships/customXml" Target="../ink/ink275.xml"/><Relationship Id="rId45" Type="http://schemas.openxmlformats.org/officeDocument/2006/relationships/image" Target="../media/image304.emf"/><Relationship Id="rId53" Type="http://schemas.openxmlformats.org/officeDocument/2006/relationships/image" Target="../media/image308.emf"/><Relationship Id="rId58" Type="http://schemas.openxmlformats.org/officeDocument/2006/relationships/customXml" Target="../ink/ink284.xml"/><Relationship Id="rId5" Type="http://schemas.openxmlformats.org/officeDocument/2006/relationships/image" Target="../media/image284.emf"/><Relationship Id="rId19" Type="http://schemas.openxmlformats.org/officeDocument/2006/relationships/image" Target="../media/image291.emf"/><Relationship Id="rId4" Type="http://schemas.openxmlformats.org/officeDocument/2006/relationships/customXml" Target="../ink/ink257.xml"/><Relationship Id="rId9" Type="http://schemas.openxmlformats.org/officeDocument/2006/relationships/image" Target="../media/image286.emf"/><Relationship Id="rId14" Type="http://schemas.openxmlformats.org/officeDocument/2006/relationships/customXml" Target="../ink/ink262.xml"/><Relationship Id="rId22" Type="http://schemas.openxmlformats.org/officeDocument/2006/relationships/customXml" Target="../ink/ink266.xml"/><Relationship Id="rId27" Type="http://schemas.openxmlformats.org/officeDocument/2006/relationships/image" Target="../media/image295.emf"/><Relationship Id="rId30" Type="http://schemas.openxmlformats.org/officeDocument/2006/relationships/customXml" Target="../ink/ink270.xml"/><Relationship Id="rId35" Type="http://schemas.openxmlformats.org/officeDocument/2006/relationships/image" Target="../media/image299.emf"/><Relationship Id="rId43" Type="http://schemas.openxmlformats.org/officeDocument/2006/relationships/image" Target="../media/image303.emf"/><Relationship Id="rId48" Type="http://schemas.openxmlformats.org/officeDocument/2006/relationships/customXml" Target="../ink/ink279.xml"/><Relationship Id="rId56" Type="http://schemas.openxmlformats.org/officeDocument/2006/relationships/customXml" Target="../ink/ink283.xml"/><Relationship Id="rId8" Type="http://schemas.openxmlformats.org/officeDocument/2006/relationships/customXml" Target="../ink/ink259.xml"/><Relationship Id="rId51" Type="http://schemas.openxmlformats.org/officeDocument/2006/relationships/image" Target="../media/image307.emf"/><Relationship Id="rId3" Type="http://schemas.openxmlformats.org/officeDocument/2006/relationships/image" Target="../media/image23.png"/><Relationship Id="rId12" Type="http://schemas.openxmlformats.org/officeDocument/2006/relationships/customXml" Target="../ink/ink261.xml"/><Relationship Id="rId17" Type="http://schemas.openxmlformats.org/officeDocument/2006/relationships/image" Target="../media/image290.emf"/><Relationship Id="rId25" Type="http://schemas.openxmlformats.org/officeDocument/2006/relationships/image" Target="../media/image294.emf"/><Relationship Id="rId33" Type="http://schemas.openxmlformats.org/officeDocument/2006/relationships/image" Target="../media/image298.emf"/><Relationship Id="rId38" Type="http://schemas.openxmlformats.org/officeDocument/2006/relationships/customXml" Target="../ink/ink274.xml"/><Relationship Id="rId46" Type="http://schemas.openxmlformats.org/officeDocument/2006/relationships/customXml" Target="../ink/ink278.xml"/><Relationship Id="rId59" Type="http://schemas.openxmlformats.org/officeDocument/2006/relationships/image" Target="../media/image311.emf"/><Relationship Id="rId20" Type="http://schemas.openxmlformats.org/officeDocument/2006/relationships/customXml" Target="../ink/ink265.xml"/><Relationship Id="rId41" Type="http://schemas.openxmlformats.org/officeDocument/2006/relationships/image" Target="../media/image302.emf"/><Relationship Id="rId54" Type="http://schemas.openxmlformats.org/officeDocument/2006/relationships/customXml" Target="../ink/ink282.xml"/><Relationship Id="rId1" Type="http://schemas.openxmlformats.org/officeDocument/2006/relationships/slideLayout" Target="../slideLayouts/slideLayout2.xml"/><Relationship Id="rId6" Type="http://schemas.openxmlformats.org/officeDocument/2006/relationships/customXml" Target="../ink/ink258.xml"/><Relationship Id="rId15" Type="http://schemas.openxmlformats.org/officeDocument/2006/relationships/image" Target="../media/image289.emf"/><Relationship Id="rId23" Type="http://schemas.openxmlformats.org/officeDocument/2006/relationships/image" Target="../media/image293.emf"/><Relationship Id="rId28" Type="http://schemas.openxmlformats.org/officeDocument/2006/relationships/customXml" Target="../ink/ink269.xml"/><Relationship Id="rId36" Type="http://schemas.openxmlformats.org/officeDocument/2006/relationships/customXml" Target="../ink/ink273.xml"/><Relationship Id="rId49" Type="http://schemas.openxmlformats.org/officeDocument/2006/relationships/image" Target="../media/image306.emf"/><Relationship Id="rId57" Type="http://schemas.openxmlformats.org/officeDocument/2006/relationships/image" Target="../media/image310.emf"/><Relationship Id="rId10" Type="http://schemas.openxmlformats.org/officeDocument/2006/relationships/customXml" Target="../ink/ink260.xml"/><Relationship Id="rId31" Type="http://schemas.openxmlformats.org/officeDocument/2006/relationships/image" Target="../media/image297.emf"/><Relationship Id="rId44" Type="http://schemas.openxmlformats.org/officeDocument/2006/relationships/customXml" Target="../ink/ink277.xml"/><Relationship Id="rId52" Type="http://schemas.openxmlformats.org/officeDocument/2006/relationships/customXml" Target="../ink/ink281.xml"/></Relationships>
</file>

<file path=ppt/slides/_rels/slide24.xml.rels><?xml version="1.0" encoding="UTF-8" standalone="yes"?>
<Relationships xmlns="http://schemas.openxmlformats.org/package/2006/relationships"><Relationship Id="rId26" Type="http://schemas.openxmlformats.org/officeDocument/2006/relationships/customXml" Target="../ink/ink295.xml"/><Relationship Id="rId21" Type="http://schemas.openxmlformats.org/officeDocument/2006/relationships/image" Target="../media/image323.emf"/><Relationship Id="rId42" Type="http://schemas.openxmlformats.org/officeDocument/2006/relationships/customXml" Target="../ink/ink303.xml"/><Relationship Id="rId47" Type="http://schemas.openxmlformats.org/officeDocument/2006/relationships/image" Target="../media/image336.emf"/><Relationship Id="rId63" Type="http://schemas.openxmlformats.org/officeDocument/2006/relationships/image" Target="../media/image344.emf"/><Relationship Id="rId68" Type="http://schemas.openxmlformats.org/officeDocument/2006/relationships/customXml" Target="../ink/ink316.xml"/><Relationship Id="rId16" Type="http://schemas.openxmlformats.org/officeDocument/2006/relationships/customXml" Target="../ink/ink290.xml"/><Relationship Id="rId11" Type="http://schemas.openxmlformats.org/officeDocument/2006/relationships/image" Target="../media/image318.emf"/><Relationship Id="rId24" Type="http://schemas.openxmlformats.org/officeDocument/2006/relationships/customXml" Target="../ink/ink294.xml"/><Relationship Id="rId32" Type="http://schemas.openxmlformats.org/officeDocument/2006/relationships/customXml" Target="../ink/ink298.xml"/><Relationship Id="rId37" Type="http://schemas.openxmlformats.org/officeDocument/2006/relationships/image" Target="../media/image331.emf"/><Relationship Id="rId40" Type="http://schemas.openxmlformats.org/officeDocument/2006/relationships/customXml" Target="../ink/ink302.xml"/><Relationship Id="rId45" Type="http://schemas.openxmlformats.org/officeDocument/2006/relationships/image" Target="../media/image335.emf"/><Relationship Id="rId53" Type="http://schemas.openxmlformats.org/officeDocument/2006/relationships/image" Target="../media/image339.emf"/><Relationship Id="rId58" Type="http://schemas.openxmlformats.org/officeDocument/2006/relationships/customXml" Target="../ink/ink311.xml"/><Relationship Id="rId66" Type="http://schemas.openxmlformats.org/officeDocument/2006/relationships/customXml" Target="../ink/ink315.xml"/><Relationship Id="rId74" Type="http://schemas.openxmlformats.org/officeDocument/2006/relationships/customXml" Target="../ink/ink319.xml"/><Relationship Id="rId79" Type="http://schemas.openxmlformats.org/officeDocument/2006/relationships/image" Target="../media/image352.emf"/><Relationship Id="rId5" Type="http://schemas.openxmlformats.org/officeDocument/2006/relationships/image" Target="../media/image27.png"/><Relationship Id="rId61" Type="http://schemas.openxmlformats.org/officeDocument/2006/relationships/image" Target="../media/image343.emf"/><Relationship Id="rId19" Type="http://schemas.openxmlformats.org/officeDocument/2006/relationships/image" Target="../media/image322.emf"/><Relationship Id="rId14" Type="http://schemas.openxmlformats.org/officeDocument/2006/relationships/customXml" Target="../ink/ink289.xml"/><Relationship Id="rId22" Type="http://schemas.openxmlformats.org/officeDocument/2006/relationships/customXml" Target="../ink/ink293.xml"/><Relationship Id="rId27" Type="http://schemas.openxmlformats.org/officeDocument/2006/relationships/image" Target="../media/image326.emf"/><Relationship Id="rId30" Type="http://schemas.openxmlformats.org/officeDocument/2006/relationships/customXml" Target="../ink/ink297.xml"/><Relationship Id="rId35" Type="http://schemas.openxmlformats.org/officeDocument/2006/relationships/image" Target="../media/image330.emf"/><Relationship Id="rId43" Type="http://schemas.openxmlformats.org/officeDocument/2006/relationships/image" Target="../media/image334.emf"/><Relationship Id="rId48" Type="http://schemas.openxmlformats.org/officeDocument/2006/relationships/customXml" Target="../ink/ink306.xml"/><Relationship Id="rId56" Type="http://schemas.openxmlformats.org/officeDocument/2006/relationships/customXml" Target="../ink/ink310.xml"/><Relationship Id="rId64" Type="http://schemas.openxmlformats.org/officeDocument/2006/relationships/customXml" Target="../ink/ink314.xml"/><Relationship Id="rId69" Type="http://schemas.openxmlformats.org/officeDocument/2006/relationships/image" Target="../media/image347.emf"/><Relationship Id="rId77" Type="http://schemas.openxmlformats.org/officeDocument/2006/relationships/image" Target="../media/image351.emf"/><Relationship Id="rId8" Type="http://schemas.openxmlformats.org/officeDocument/2006/relationships/customXml" Target="../ink/ink286.xml"/><Relationship Id="rId51" Type="http://schemas.openxmlformats.org/officeDocument/2006/relationships/image" Target="../media/image338.emf"/><Relationship Id="rId72" Type="http://schemas.openxmlformats.org/officeDocument/2006/relationships/customXml" Target="../ink/ink318.xml"/><Relationship Id="rId3" Type="http://schemas.openxmlformats.org/officeDocument/2006/relationships/image" Target="../media/image25.png"/><Relationship Id="rId12" Type="http://schemas.openxmlformats.org/officeDocument/2006/relationships/customXml" Target="../ink/ink288.xml"/><Relationship Id="rId17" Type="http://schemas.openxmlformats.org/officeDocument/2006/relationships/image" Target="../media/image321.emf"/><Relationship Id="rId25" Type="http://schemas.openxmlformats.org/officeDocument/2006/relationships/image" Target="../media/image325.emf"/><Relationship Id="rId33" Type="http://schemas.openxmlformats.org/officeDocument/2006/relationships/image" Target="../media/image329.emf"/><Relationship Id="rId38" Type="http://schemas.openxmlformats.org/officeDocument/2006/relationships/customXml" Target="../ink/ink301.xml"/><Relationship Id="rId46" Type="http://schemas.openxmlformats.org/officeDocument/2006/relationships/customXml" Target="../ink/ink305.xml"/><Relationship Id="rId59" Type="http://schemas.openxmlformats.org/officeDocument/2006/relationships/image" Target="../media/image342.emf"/><Relationship Id="rId67" Type="http://schemas.openxmlformats.org/officeDocument/2006/relationships/image" Target="../media/image346.emf"/><Relationship Id="rId20" Type="http://schemas.openxmlformats.org/officeDocument/2006/relationships/customXml" Target="../ink/ink292.xml"/><Relationship Id="rId41" Type="http://schemas.openxmlformats.org/officeDocument/2006/relationships/image" Target="../media/image333.emf"/><Relationship Id="rId54" Type="http://schemas.openxmlformats.org/officeDocument/2006/relationships/customXml" Target="../ink/ink309.xml"/><Relationship Id="rId62" Type="http://schemas.openxmlformats.org/officeDocument/2006/relationships/customXml" Target="../ink/ink313.xml"/><Relationship Id="rId70" Type="http://schemas.openxmlformats.org/officeDocument/2006/relationships/customXml" Target="../ink/ink317.xml"/><Relationship Id="rId75" Type="http://schemas.openxmlformats.org/officeDocument/2006/relationships/image" Target="../media/image350.emf"/><Relationship Id="rId1" Type="http://schemas.openxmlformats.org/officeDocument/2006/relationships/slideLayout" Target="../slideLayouts/slideLayout2.xml"/><Relationship Id="rId6" Type="http://schemas.openxmlformats.org/officeDocument/2006/relationships/customXml" Target="../ink/ink285.xml"/><Relationship Id="rId15" Type="http://schemas.openxmlformats.org/officeDocument/2006/relationships/image" Target="../media/image320.emf"/><Relationship Id="rId23" Type="http://schemas.openxmlformats.org/officeDocument/2006/relationships/image" Target="../media/image324.emf"/><Relationship Id="rId28" Type="http://schemas.openxmlformats.org/officeDocument/2006/relationships/customXml" Target="../ink/ink296.xml"/><Relationship Id="rId36" Type="http://schemas.openxmlformats.org/officeDocument/2006/relationships/customXml" Target="../ink/ink300.xml"/><Relationship Id="rId49" Type="http://schemas.openxmlformats.org/officeDocument/2006/relationships/image" Target="../media/image337.emf"/><Relationship Id="rId57" Type="http://schemas.openxmlformats.org/officeDocument/2006/relationships/image" Target="../media/image341.emf"/><Relationship Id="rId10" Type="http://schemas.openxmlformats.org/officeDocument/2006/relationships/customXml" Target="../ink/ink287.xml"/><Relationship Id="rId31" Type="http://schemas.openxmlformats.org/officeDocument/2006/relationships/image" Target="../media/image328.emf"/><Relationship Id="rId44" Type="http://schemas.openxmlformats.org/officeDocument/2006/relationships/customXml" Target="../ink/ink304.xml"/><Relationship Id="rId52" Type="http://schemas.openxmlformats.org/officeDocument/2006/relationships/customXml" Target="../ink/ink308.xml"/><Relationship Id="rId60" Type="http://schemas.openxmlformats.org/officeDocument/2006/relationships/customXml" Target="../ink/ink312.xml"/><Relationship Id="rId65" Type="http://schemas.openxmlformats.org/officeDocument/2006/relationships/image" Target="../media/image345.emf"/><Relationship Id="rId73" Type="http://schemas.openxmlformats.org/officeDocument/2006/relationships/image" Target="../media/image349.emf"/><Relationship Id="rId78" Type="http://schemas.openxmlformats.org/officeDocument/2006/relationships/customXml" Target="../ink/ink321.xml"/><Relationship Id="rId4" Type="http://schemas.openxmlformats.org/officeDocument/2006/relationships/image" Target="../media/image26.png"/><Relationship Id="rId9" Type="http://schemas.openxmlformats.org/officeDocument/2006/relationships/image" Target="../media/image317.emf"/><Relationship Id="rId13" Type="http://schemas.openxmlformats.org/officeDocument/2006/relationships/image" Target="../media/image319.emf"/><Relationship Id="rId18" Type="http://schemas.openxmlformats.org/officeDocument/2006/relationships/customXml" Target="../ink/ink291.xml"/><Relationship Id="rId39" Type="http://schemas.openxmlformats.org/officeDocument/2006/relationships/image" Target="../media/image332.emf"/><Relationship Id="rId34" Type="http://schemas.openxmlformats.org/officeDocument/2006/relationships/customXml" Target="../ink/ink299.xml"/><Relationship Id="rId50" Type="http://schemas.openxmlformats.org/officeDocument/2006/relationships/customXml" Target="../ink/ink307.xml"/><Relationship Id="rId55" Type="http://schemas.openxmlformats.org/officeDocument/2006/relationships/image" Target="../media/image340.emf"/><Relationship Id="rId76" Type="http://schemas.openxmlformats.org/officeDocument/2006/relationships/customXml" Target="../ink/ink320.xml"/><Relationship Id="rId7" Type="http://schemas.openxmlformats.org/officeDocument/2006/relationships/image" Target="../media/image316.emf"/><Relationship Id="rId71" Type="http://schemas.openxmlformats.org/officeDocument/2006/relationships/image" Target="../media/image348.emf"/><Relationship Id="rId2" Type="http://schemas.openxmlformats.org/officeDocument/2006/relationships/image" Target="../media/image24.png"/><Relationship Id="rId29" Type="http://schemas.openxmlformats.org/officeDocument/2006/relationships/image" Target="../media/image327.emf"/></Relationships>
</file>

<file path=ppt/slides/_rels/slide25.xml.rels><?xml version="1.0" encoding="UTF-8" standalone="yes"?>
<Relationships xmlns="http://schemas.openxmlformats.org/package/2006/relationships"><Relationship Id="rId13" Type="http://schemas.openxmlformats.org/officeDocument/2006/relationships/customXml" Target="../ink/ink327.xml"/><Relationship Id="rId18" Type="http://schemas.openxmlformats.org/officeDocument/2006/relationships/image" Target="../media/image361.emf"/><Relationship Id="rId26" Type="http://schemas.openxmlformats.org/officeDocument/2006/relationships/image" Target="../media/image365.emf"/><Relationship Id="rId39" Type="http://schemas.openxmlformats.org/officeDocument/2006/relationships/customXml" Target="../ink/ink340.xml"/><Relationship Id="rId21" Type="http://schemas.openxmlformats.org/officeDocument/2006/relationships/customXml" Target="../ink/ink331.xml"/><Relationship Id="rId34" Type="http://schemas.openxmlformats.org/officeDocument/2006/relationships/image" Target="../media/image369.emf"/><Relationship Id="rId42" Type="http://schemas.openxmlformats.org/officeDocument/2006/relationships/image" Target="../media/image373.emf"/><Relationship Id="rId7" Type="http://schemas.openxmlformats.org/officeDocument/2006/relationships/customXml" Target="../ink/ink324.xml"/><Relationship Id="rId2" Type="http://schemas.openxmlformats.org/officeDocument/2006/relationships/image" Target="../media/image28.png"/><Relationship Id="rId16" Type="http://schemas.openxmlformats.org/officeDocument/2006/relationships/image" Target="../media/image360.emf"/><Relationship Id="rId20" Type="http://schemas.openxmlformats.org/officeDocument/2006/relationships/image" Target="../media/image362.emf"/><Relationship Id="rId29" Type="http://schemas.openxmlformats.org/officeDocument/2006/relationships/customXml" Target="../ink/ink335.xml"/><Relationship Id="rId41" Type="http://schemas.openxmlformats.org/officeDocument/2006/relationships/customXml" Target="../ink/ink341.xml"/><Relationship Id="rId1" Type="http://schemas.openxmlformats.org/officeDocument/2006/relationships/slideLayout" Target="../slideLayouts/slideLayout2.xml"/><Relationship Id="rId6" Type="http://schemas.openxmlformats.org/officeDocument/2006/relationships/image" Target="../media/image355.emf"/><Relationship Id="rId11" Type="http://schemas.openxmlformats.org/officeDocument/2006/relationships/customXml" Target="../ink/ink326.xml"/><Relationship Id="rId24" Type="http://schemas.openxmlformats.org/officeDocument/2006/relationships/image" Target="../media/image364.emf"/><Relationship Id="rId32" Type="http://schemas.openxmlformats.org/officeDocument/2006/relationships/image" Target="../media/image368.emf"/><Relationship Id="rId37" Type="http://schemas.openxmlformats.org/officeDocument/2006/relationships/customXml" Target="../ink/ink339.xml"/><Relationship Id="rId40" Type="http://schemas.openxmlformats.org/officeDocument/2006/relationships/image" Target="../media/image372.emf"/><Relationship Id="rId5" Type="http://schemas.openxmlformats.org/officeDocument/2006/relationships/customXml" Target="../ink/ink323.xml"/><Relationship Id="rId15" Type="http://schemas.openxmlformats.org/officeDocument/2006/relationships/customXml" Target="../ink/ink328.xml"/><Relationship Id="rId23" Type="http://schemas.openxmlformats.org/officeDocument/2006/relationships/customXml" Target="../ink/ink332.xml"/><Relationship Id="rId28" Type="http://schemas.openxmlformats.org/officeDocument/2006/relationships/image" Target="../media/image366.emf"/><Relationship Id="rId36" Type="http://schemas.openxmlformats.org/officeDocument/2006/relationships/image" Target="../media/image370.emf"/><Relationship Id="rId10" Type="http://schemas.openxmlformats.org/officeDocument/2006/relationships/image" Target="../media/image357.emf"/><Relationship Id="rId19" Type="http://schemas.openxmlformats.org/officeDocument/2006/relationships/customXml" Target="../ink/ink330.xml"/><Relationship Id="rId31" Type="http://schemas.openxmlformats.org/officeDocument/2006/relationships/customXml" Target="../ink/ink336.xml"/><Relationship Id="rId44" Type="http://schemas.openxmlformats.org/officeDocument/2006/relationships/image" Target="../media/image374.emf"/><Relationship Id="rId4" Type="http://schemas.openxmlformats.org/officeDocument/2006/relationships/image" Target="../media/image354.emf"/><Relationship Id="rId9" Type="http://schemas.openxmlformats.org/officeDocument/2006/relationships/customXml" Target="../ink/ink325.xml"/><Relationship Id="rId14" Type="http://schemas.openxmlformats.org/officeDocument/2006/relationships/image" Target="../media/image359.emf"/><Relationship Id="rId22" Type="http://schemas.openxmlformats.org/officeDocument/2006/relationships/image" Target="../media/image363.emf"/><Relationship Id="rId27" Type="http://schemas.openxmlformats.org/officeDocument/2006/relationships/customXml" Target="../ink/ink334.xml"/><Relationship Id="rId30" Type="http://schemas.openxmlformats.org/officeDocument/2006/relationships/image" Target="../media/image367.emf"/><Relationship Id="rId35" Type="http://schemas.openxmlformats.org/officeDocument/2006/relationships/customXml" Target="../ink/ink338.xml"/><Relationship Id="rId43" Type="http://schemas.openxmlformats.org/officeDocument/2006/relationships/customXml" Target="../ink/ink342.xml"/><Relationship Id="rId8" Type="http://schemas.openxmlformats.org/officeDocument/2006/relationships/image" Target="../media/image356.emf"/><Relationship Id="rId3" Type="http://schemas.openxmlformats.org/officeDocument/2006/relationships/customXml" Target="../ink/ink322.xml"/><Relationship Id="rId12" Type="http://schemas.openxmlformats.org/officeDocument/2006/relationships/image" Target="../media/image358.emf"/><Relationship Id="rId17" Type="http://schemas.openxmlformats.org/officeDocument/2006/relationships/customXml" Target="../ink/ink329.xml"/><Relationship Id="rId25" Type="http://schemas.openxmlformats.org/officeDocument/2006/relationships/customXml" Target="../ink/ink333.xml"/><Relationship Id="rId33" Type="http://schemas.openxmlformats.org/officeDocument/2006/relationships/customXml" Target="../ink/ink337.xml"/><Relationship Id="rId38" Type="http://schemas.openxmlformats.org/officeDocument/2006/relationships/image" Target="../media/image371.emf"/></Relationships>
</file>

<file path=ppt/slides/_rels/slide26.xml.rels><?xml version="1.0" encoding="UTF-8" standalone="yes"?>
<Relationships xmlns="http://schemas.openxmlformats.org/package/2006/relationships"><Relationship Id="rId8" Type="http://schemas.openxmlformats.org/officeDocument/2006/relationships/customXml" Target="../ink/ink345.xml"/><Relationship Id="rId13" Type="http://schemas.openxmlformats.org/officeDocument/2006/relationships/image" Target="../media/image381.emf"/><Relationship Id="rId18" Type="http://schemas.openxmlformats.org/officeDocument/2006/relationships/customXml" Target="../ink/ink350.xml"/><Relationship Id="rId3" Type="http://schemas.openxmlformats.org/officeDocument/2006/relationships/image" Target="../media/image30.png"/><Relationship Id="rId21" Type="http://schemas.openxmlformats.org/officeDocument/2006/relationships/image" Target="../media/image385.emf"/><Relationship Id="rId7" Type="http://schemas.openxmlformats.org/officeDocument/2006/relationships/image" Target="../media/image378.emf"/><Relationship Id="rId12" Type="http://schemas.openxmlformats.org/officeDocument/2006/relationships/customXml" Target="../ink/ink347.xml"/><Relationship Id="rId17" Type="http://schemas.openxmlformats.org/officeDocument/2006/relationships/image" Target="../media/image383.emf"/><Relationship Id="rId25" Type="http://schemas.openxmlformats.org/officeDocument/2006/relationships/image" Target="../media/image387.emf"/><Relationship Id="rId2" Type="http://schemas.openxmlformats.org/officeDocument/2006/relationships/image" Target="../media/image29.png"/><Relationship Id="rId16" Type="http://schemas.openxmlformats.org/officeDocument/2006/relationships/customXml" Target="../ink/ink349.xml"/><Relationship Id="rId20" Type="http://schemas.openxmlformats.org/officeDocument/2006/relationships/customXml" Target="../ink/ink351.xml"/><Relationship Id="rId1" Type="http://schemas.openxmlformats.org/officeDocument/2006/relationships/slideLayout" Target="../slideLayouts/slideLayout2.xml"/><Relationship Id="rId6" Type="http://schemas.openxmlformats.org/officeDocument/2006/relationships/customXml" Target="../ink/ink344.xml"/><Relationship Id="rId11" Type="http://schemas.openxmlformats.org/officeDocument/2006/relationships/image" Target="../media/image380.emf"/><Relationship Id="rId24" Type="http://schemas.openxmlformats.org/officeDocument/2006/relationships/customXml" Target="../ink/ink353.xml"/><Relationship Id="rId5" Type="http://schemas.openxmlformats.org/officeDocument/2006/relationships/image" Target="../media/image377.emf"/><Relationship Id="rId15" Type="http://schemas.openxmlformats.org/officeDocument/2006/relationships/image" Target="../media/image382.emf"/><Relationship Id="rId23" Type="http://schemas.openxmlformats.org/officeDocument/2006/relationships/image" Target="../media/image386.emf"/><Relationship Id="rId10" Type="http://schemas.openxmlformats.org/officeDocument/2006/relationships/customXml" Target="../ink/ink346.xml"/><Relationship Id="rId19" Type="http://schemas.openxmlformats.org/officeDocument/2006/relationships/image" Target="../media/image384.emf"/><Relationship Id="rId4" Type="http://schemas.openxmlformats.org/officeDocument/2006/relationships/customXml" Target="../ink/ink343.xml"/><Relationship Id="rId9" Type="http://schemas.openxmlformats.org/officeDocument/2006/relationships/image" Target="../media/image379.emf"/><Relationship Id="rId14" Type="http://schemas.openxmlformats.org/officeDocument/2006/relationships/customXml" Target="../ink/ink348.xml"/><Relationship Id="rId22" Type="http://schemas.openxmlformats.org/officeDocument/2006/relationships/customXml" Target="../ink/ink352.xml"/></Relationships>
</file>

<file path=ppt/slides/_rels/slide27.xml.rels><?xml version="1.0" encoding="UTF-8" standalone="yes"?>
<Relationships xmlns="http://schemas.openxmlformats.org/package/2006/relationships"><Relationship Id="rId13" Type="http://schemas.openxmlformats.org/officeDocument/2006/relationships/customXml" Target="../ink/ink359.xml"/><Relationship Id="rId18" Type="http://schemas.openxmlformats.org/officeDocument/2006/relationships/image" Target="../media/image396.emf"/><Relationship Id="rId26" Type="http://schemas.openxmlformats.org/officeDocument/2006/relationships/image" Target="../media/image400.emf"/><Relationship Id="rId39" Type="http://schemas.openxmlformats.org/officeDocument/2006/relationships/customXml" Target="../ink/ink372.xml"/><Relationship Id="rId21" Type="http://schemas.openxmlformats.org/officeDocument/2006/relationships/customXml" Target="../ink/ink363.xml"/><Relationship Id="rId34" Type="http://schemas.openxmlformats.org/officeDocument/2006/relationships/image" Target="../media/image404.emf"/><Relationship Id="rId42" Type="http://schemas.openxmlformats.org/officeDocument/2006/relationships/image" Target="../media/image408.emf"/><Relationship Id="rId47" Type="http://schemas.openxmlformats.org/officeDocument/2006/relationships/customXml" Target="../ink/ink376.xml"/><Relationship Id="rId50" Type="http://schemas.openxmlformats.org/officeDocument/2006/relationships/image" Target="../media/image412.emf"/><Relationship Id="rId55" Type="http://schemas.openxmlformats.org/officeDocument/2006/relationships/customXml" Target="../ink/ink380.xml"/><Relationship Id="rId7" Type="http://schemas.openxmlformats.org/officeDocument/2006/relationships/customXml" Target="../ink/ink356.xml"/><Relationship Id="rId2" Type="http://schemas.openxmlformats.org/officeDocument/2006/relationships/image" Target="../media/image31.png"/><Relationship Id="rId16" Type="http://schemas.openxmlformats.org/officeDocument/2006/relationships/image" Target="../media/image395.emf"/><Relationship Id="rId29" Type="http://schemas.openxmlformats.org/officeDocument/2006/relationships/customXml" Target="../ink/ink367.xml"/><Relationship Id="rId11" Type="http://schemas.openxmlformats.org/officeDocument/2006/relationships/customXml" Target="../ink/ink358.xml"/><Relationship Id="rId24" Type="http://schemas.openxmlformats.org/officeDocument/2006/relationships/image" Target="../media/image399.emf"/><Relationship Id="rId32" Type="http://schemas.openxmlformats.org/officeDocument/2006/relationships/image" Target="../media/image403.emf"/><Relationship Id="rId37" Type="http://schemas.openxmlformats.org/officeDocument/2006/relationships/customXml" Target="../ink/ink371.xml"/><Relationship Id="rId40" Type="http://schemas.openxmlformats.org/officeDocument/2006/relationships/image" Target="../media/image407.emf"/><Relationship Id="rId45" Type="http://schemas.openxmlformats.org/officeDocument/2006/relationships/customXml" Target="../ink/ink375.xml"/><Relationship Id="rId53" Type="http://schemas.openxmlformats.org/officeDocument/2006/relationships/customXml" Target="../ink/ink379.xml"/><Relationship Id="rId58" Type="http://schemas.openxmlformats.org/officeDocument/2006/relationships/image" Target="../media/image416.emf"/><Relationship Id="rId5" Type="http://schemas.openxmlformats.org/officeDocument/2006/relationships/customXml" Target="../ink/ink355.xml"/><Relationship Id="rId19" Type="http://schemas.openxmlformats.org/officeDocument/2006/relationships/customXml" Target="../ink/ink362.xml"/><Relationship Id="rId4" Type="http://schemas.openxmlformats.org/officeDocument/2006/relationships/image" Target="../media/image389.emf"/><Relationship Id="rId9" Type="http://schemas.openxmlformats.org/officeDocument/2006/relationships/customXml" Target="../ink/ink357.xml"/><Relationship Id="rId14" Type="http://schemas.openxmlformats.org/officeDocument/2006/relationships/image" Target="../media/image394.emf"/><Relationship Id="rId22" Type="http://schemas.openxmlformats.org/officeDocument/2006/relationships/image" Target="../media/image398.emf"/><Relationship Id="rId27" Type="http://schemas.openxmlformats.org/officeDocument/2006/relationships/customXml" Target="../ink/ink366.xml"/><Relationship Id="rId30" Type="http://schemas.openxmlformats.org/officeDocument/2006/relationships/image" Target="../media/image402.emf"/><Relationship Id="rId35" Type="http://schemas.openxmlformats.org/officeDocument/2006/relationships/customXml" Target="../ink/ink370.xml"/><Relationship Id="rId43" Type="http://schemas.openxmlformats.org/officeDocument/2006/relationships/customXml" Target="../ink/ink374.xml"/><Relationship Id="rId48" Type="http://schemas.openxmlformats.org/officeDocument/2006/relationships/image" Target="../media/image411.emf"/><Relationship Id="rId56" Type="http://schemas.openxmlformats.org/officeDocument/2006/relationships/image" Target="../media/image415.emf"/><Relationship Id="rId8" Type="http://schemas.openxmlformats.org/officeDocument/2006/relationships/image" Target="../media/image391.emf"/><Relationship Id="rId51" Type="http://schemas.openxmlformats.org/officeDocument/2006/relationships/customXml" Target="../ink/ink378.xml"/><Relationship Id="rId3" Type="http://schemas.openxmlformats.org/officeDocument/2006/relationships/customXml" Target="../ink/ink354.xml"/><Relationship Id="rId12" Type="http://schemas.openxmlformats.org/officeDocument/2006/relationships/image" Target="../media/image393.emf"/><Relationship Id="rId17" Type="http://schemas.openxmlformats.org/officeDocument/2006/relationships/customXml" Target="../ink/ink361.xml"/><Relationship Id="rId25" Type="http://schemas.openxmlformats.org/officeDocument/2006/relationships/customXml" Target="../ink/ink365.xml"/><Relationship Id="rId33" Type="http://schemas.openxmlformats.org/officeDocument/2006/relationships/customXml" Target="../ink/ink369.xml"/><Relationship Id="rId38" Type="http://schemas.openxmlformats.org/officeDocument/2006/relationships/image" Target="../media/image406.emf"/><Relationship Id="rId46" Type="http://schemas.openxmlformats.org/officeDocument/2006/relationships/image" Target="../media/image410.emf"/><Relationship Id="rId59" Type="http://schemas.openxmlformats.org/officeDocument/2006/relationships/customXml" Target="../ink/ink382.xml"/><Relationship Id="rId20" Type="http://schemas.openxmlformats.org/officeDocument/2006/relationships/image" Target="../media/image397.emf"/><Relationship Id="rId41" Type="http://schemas.openxmlformats.org/officeDocument/2006/relationships/customXml" Target="../ink/ink373.xml"/><Relationship Id="rId54" Type="http://schemas.openxmlformats.org/officeDocument/2006/relationships/image" Target="../media/image414.emf"/><Relationship Id="rId1" Type="http://schemas.openxmlformats.org/officeDocument/2006/relationships/slideLayout" Target="../slideLayouts/slideLayout2.xml"/><Relationship Id="rId6" Type="http://schemas.openxmlformats.org/officeDocument/2006/relationships/image" Target="../media/image390.emf"/><Relationship Id="rId15" Type="http://schemas.openxmlformats.org/officeDocument/2006/relationships/customXml" Target="../ink/ink360.xml"/><Relationship Id="rId23" Type="http://schemas.openxmlformats.org/officeDocument/2006/relationships/customXml" Target="../ink/ink364.xml"/><Relationship Id="rId28" Type="http://schemas.openxmlformats.org/officeDocument/2006/relationships/image" Target="../media/image401.emf"/><Relationship Id="rId36" Type="http://schemas.openxmlformats.org/officeDocument/2006/relationships/image" Target="../media/image405.emf"/><Relationship Id="rId49" Type="http://schemas.openxmlformats.org/officeDocument/2006/relationships/customXml" Target="../ink/ink377.xml"/><Relationship Id="rId57" Type="http://schemas.openxmlformats.org/officeDocument/2006/relationships/customXml" Target="../ink/ink381.xml"/><Relationship Id="rId10" Type="http://schemas.openxmlformats.org/officeDocument/2006/relationships/image" Target="../media/image392.emf"/><Relationship Id="rId31" Type="http://schemas.openxmlformats.org/officeDocument/2006/relationships/customXml" Target="../ink/ink368.xml"/><Relationship Id="rId44" Type="http://schemas.openxmlformats.org/officeDocument/2006/relationships/image" Target="../media/image409.emf"/><Relationship Id="rId52" Type="http://schemas.openxmlformats.org/officeDocument/2006/relationships/image" Target="../media/image413.emf"/><Relationship Id="rId60" Type="http://schemas.openxmlformats.org/officeDocument/2006/relationships/image" Target="../media/image417.emf"/></Relationships>
</file>

<file path=ppt/slides/_rels/slide28.xml.rels><?xml version="1.0" encoding="UTF-8" standalone="yes"?>
<Relationships xmlns="http://schemas.openxmlformats.org/package/2006/relationships"><Relationship Id="rId8" Type="http://schemas.openxmlformats.org/officeDocument/2006/relationships/customXml" Target="../ink/ink384.xml"/><Relationship Id="rId13" Type="http://schemas.openxmlformats.org/officeDocument/2006/relationships/image" Target="../media/image425.emf"/><Relationship Id="rId18" Type="http://schemas.openxmlformats.org/officeDocument/2006/relationships/customXml" Target="../ink/ink389.xml"/><Relationship Id="rId3" Type="http://schemas.openxmlformats.org/officeDocument/2006/relationships/image" Target="../media/image33.png"/><Relationship Id="rId21" Type="http://schemas.openxmlformats.org/officeDocument/2006/relationships/image" Target="../media/image429.emf"/><Relationship Id="rId7" Type="http://schemas.openxmlformats.org/officeDocument/2006/relationships/image" Target="../media/image422.emf"/><Relationship Id="rId12" Type="http://schemas.openxmlformats.org/officeDocument/2006/relationships/customXml" Target="../ink/ink386.xml"/><Relationship Id="rId17" Type="http://schemas.openxmlformats.org/officeDocument/2006/relationships/image" Target="../media/image427.emf"/><Relationship Id="rId2" Type="http://schemas.openxmlformats.org/officeDocument/2006/relationships/image" Target="../media/image32.png"/><Relationship Id="rId16" Type="http://schemas.openxmlformats.org/officeDocument/2006/relationships/customXml" Target="../ink/ink388.xml"/><Relationship Id="rId20" Type="http://schemas.openxmlformats.org/officeDocument/2006/relationships/customXml" Target="../ink/ink390.xml"/><Relationship Id="rId1" Type="http://schemas.openxmlformats.org/officeDocument/2006/relationships/slideLayout" Target="../slideLayouts/slideLayout2.xml"/><Relationship Id="rId6" Type="http://schemas.openxmlformats.org/officeDocument/2006/relationships/customXml" Target="../ink/ink383.xml"/><Relationship Id="rId11" Type="http://schemas.openxmlformats.org/officeDocument/2006/relationships/image" Target="../media/image424.emf"/><Relationship Id="rId5" Type="http://schemas.openxmlformats.org/officeDocument/2006/relationships/image" Target="../media/image35.png"/><Relationship Id="rId15" Type="http://schemas.openxmlformats.org/officeDocument/2006/relationships/image" Target="../media/image426.emf"/><Relationship Id="rId10" Type="http://schemas.openxmlformats.org/officeDocument/2006/relationships/customXml" Target="../ink/ink385.xml"/><Relationship Id="rId19" Type="http://schemas.openxmlformats.org/officeDocument/2006/relationships/image" Target="../media/image428.emf"/><Relationship Id="rId4" Type="http://schemas.openxmlformats.org/officeDocument/2006/relationships/image" Target="../media/image34.png"/><Relationship Id="rId9" Type="http://schemas.openxmlformats.org/officeDocument/2006/relationships/image" Target="../media/image423.emf"/><Relationship Id="rId14" Type="http://schemas.openxmlformats.org/officeDocument/2006/relationships/customXml" Target="../ink/ink387.xml"/></Relationships>
</file>

<file path=ppt/slides/_rels/slide29.xml.rels><?xml version="1.0" encoding="UTF-8" standalone="yes"?>
<Relationships xmlns="http://schemas.openxmlformats.org/package/2006/relationships"><Relationship Id="rId3" Type="http://schemas.openxmlformats.org/officeDocument/2006/relationships/customXml" Target="../ink/ink391.xml"/><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32.emf"/><Relationship Id="rId5" Type="http://schemas.openxmlformats.org/officeDocument/2006/relationships/customXml" Target="../ink/ink392.xml"/><Relationship Id="rId4" Type="http://schemas.openxmlformats.org/officeDocument/2006/relationships/image" Target="../media/image431.emf"/></Relationships>
</file>

<file path=ppt/slides/_rels/slide30.xml.rels><?xml version="1.0" encoding="UTF-8" standalone="yes"?>
<Relationships xmlns="http://schemas.openxmlformats.org/package/2006/relationships"><Relationship Id="rId3" Type="http://schemas.openxmlformats.org/officeDocument/2006/relationships/customXml" Target="../ink/ink393.xml"/><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35.emf"/><Relationship Id="rId5" Type="http://schemas.openxmlformats.org/officeDocument/2006/relationships/customXml" Target="../ink/ink394.xml"/><Relationship Id="rId4" Type="http://schemas.openxmlformats.org/officeDocument/2006/relationships/image" Target="../media/image434.emf"/></Relationships>
</file>

<file path=ppt/slides/_rels/slide31.xml.rels><?xml version="1.0" encoding="UTF-8" standalone="yes"?>
<Relationships xmlns="http://schemas.openxmlformats.org/package/2006/relationships"><Relationship Id="rId8" Type="http://schemas.openxmlformats.org/officeDocument/2006/relationships/image" Target="../media/image439.emf"/><Relationship Id="rId13" Type="http://schemas.openxmlformats.org/officeDocument/2006/relationships/customXml" Target="../ink/ink400.xml"/><Relationship Id="rId3" Type="http://schemas.openxmlformats.org/officeDocument/2006/relationships/customXml" Target="../ink/ink395.xml"/><Relationship Id="rId7" Type="http://schemas.openxmlformats.org/officeDocument/2006/relationships/customXml" Target="../ink/ink397.xml"/><Relationship Id="rId12" Type="http://schemas.openxmlformats.org/officeDocument/2006/relationships/image" Target="../media/image441.emf"/><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38.emf"/><Relationship Id="rId11" Type="http://schemas.openxmlformats.org/officeDocument/2006/relationships/customXml" Target="../ink/ink399.xml"/><Relationship Id="rId5" Type="http://schemas.openxmlformats.org/officeDocument/2006/relationships/customXml" Target="../ink/ink396.xml"/><Relationship Id="rId10" Type="http://schemas.openxmlformats.org/officeDocument/2006/relationships/image" Target="../media/image440.emf"/><Relationship Id="rId4" Type="http://schemas.openxmlformats.org/officeDocument/2006/relationships/image" Target="../media/image437.emf"/><Relationship Id="rId9" Type="http://schemas.openxmlformats.org/officeDocument/2006/relationships/customXml" Target="../ink/ink398.xml"/><Relationship Id="rId14" Type="http://schemas.openxmlformats.org/officeDocument/2006/relationships/image" Target="../media/image442.emf"/></Relationships>
</file>

<file path=ppt/slides/_rels/slide32.xml.rels><?xml version="1.0" encoding="UTF-8" standalone="yes"?>
<Relationships xmlns="http://schemas.openxmlformats.org/package/2006/relationships"><Relationship Id="rId13" Type="http://schemas.openxmlformats.org/officeDocument/2006/relationships/image" Target="../media/image449.emf"/><Relationship Id="rId18" Type="http://schemas.openxmlformats.org/officeDocument/2006/relationships/customXml" Target="../ink/ink408.xml"/><Relationship Id="rId26" Type="http://schemas.openxmlformats.org/officeDocument/2006/relationships/customXml" Target="../ink/ink412.xml"/><Relationship Id="rId21" Type="http://schemas.openxmlformats.org/officeDocument/2006/relationships/image" Target="../media/image453.emf"/><Relationship Id="rId34" Type="http://schemas.openxmlformats.org/officeDocument/2006/relationships/customXml" Target="../ink/ink416.xml"/><Relationship Id="rId7" Type="http://schemas.openxmlformats.org/officeDocument/2006/relationships/image" Target="../media/image446.emf"/><Relationship Id="rId12" Type="http://schemas.openxmlformats.org/officeDocument/2006/relationships/customXml" Target="../ink/ink405.xml"/><Relationship Id="rId17" Type="http://schemas.openxmlformats.org/officeDocument/2006/relationships/image" Target="../media/image451.emf"/><Relationship Id="rId25" Type="http://schemas.openxmlformats.org/officeDocument/2006/relationships/image" Target="../media/image455.emf"/><Relationship Id="rId33" Type="http://schemas.openxmlformats.org/officeDocument/2006/relationships/image" Target="../media/image459.emf"/><Relationship Id="rId2" Type="http://schemas.openxmlformats.org/officeDocument/2006/relationships/image" Target="../media/image39.png"/><Relationship Id="rId16" Type="http://schemas.openxmlformats.org/officeDocument/2006/relationships/customXml" Target="../ink/ink407.xml"/><Relationship Id="rId20" Type="http://schemas.openxmlformats.org/officeDocument/2006/relationships/customXml" Target="../ink/ink409.xml"/><Relationship Id="rId29" Type="http://schemas.openxmlformats.org/officeDocument/2006/relationships/image" Target="../media/image457.emf"/><Relationship Id="rId1" Type="http://schemas.openxmlformats.org/officeDocument/2006/relationships/slideLayout" Target="../slideLayouts/slideLayout2.xml"/><Relationship Id="rId6" Type="http://schemas.openxmlformats.org/officeDocument/2006/relationships/customXml" Target="../ink/ink402.xml"/><Relationship Id="rId11" Type="http://schemas.openxmlformats.org/officeDocument/2006/relationships/image" Target="../media/image448.emf"/><Relationship Id="rId24" Type="http://schemas.openxmlformats.org/officeDocument/2006/relationships/customXml" Target="../ink/ink411.xml"/><Relationship Id="rId32" Type="http://schemas.openxmlformats.org/officeDocument/2006/relationships/customXml" Target="../ink/ink415.xml"/><Relationship Id="rId37" Type="http://schemas.openxmlformats.org/officeDocument/2006/relationships/image" Target="../media/image461.emf"/><Relationship Id="rId5" Type="http://schemas.openxmlformats.org/officeDocument/2006/relationships/image" Target="../media/image445.emf"/><Relationship Id="rId15" Type="http://schemas.openxmlformats.org/officeDocument/2006/relationships/image" Target="../media/image450.emf"/><Relationship Id="rId23" Type="http://schemas.openxmlformats.org/officeDocument/2006/relationships/image" Target="../media/image454.emf"/><Relationship Id="rId28" Type="http://schemas.openxmlformats.org/officeDocument/2006/relationships/customXml" Target="../ink/ink413.xml"/><Relationship Id="rId36" Type="http://schemas.openxmlformats.org/officeDocument/2006/relationships/customXml" Target="../ink/ink417.xml"/><Relationship Id="rId10" Type="http://schemas.openxmlformats.org/officeDocument/2006/relationships/customXml" Target="../ink/ink404.xml"/><Relationship Id="rId19" Type="http://schemas.openxmlformats.org/officeDocument/2006/relationships/image" Target="../media/image452.emf"/><Relationship Id="rId31" Type="http://schemas.openxmlformats.org/officeDocument/2006/relationships/image" Target="../media/image458.emf"/><Relationship Id="rId4" Type="http://schemas.openxmlformats.org/officeDocument/2006/relationships/customXml" Target="../ink/ink401.xml"/><Relationship Id="rId9" Type="http://schemas.openxmlformats.org/officeDocument/2006/relationships/image" Target="../media/image447.emf"/><Relationship Id="rId14" Type="http://schemas.openxmlformats.org/officeDocument/2006/relationships/customXml" Target="../ink/ink406.xml"/><Relationship Id="rId22" Type="http://schemas.openxmlformats.org/officeDocument/2006/relationships/customXml" Target="../ink/ink410.xml"/><Relationship Id="rId27" Type="http://schemas.openxmlformats.org/officeDocument/2006/relationships/image" Target="../media/image456.emf"/><Relationship Id="rId30" Type="http://schemas.openxmlformats.org/officeDocument/2006/relationships/customXml" Target="../ink/ink414.xml"/><Relationship Id="rId35" Type="http://schemas.openxmlformats.org/officeDocument/2006/relationships/image" Target="../media/image460.emf"/><Relationship Id="rId8" Type="http://schemas.openxmlformats.org/officeDocument/2006/relationships/customXml" Target="../ink/ink403.xml"/><Relationship Id="rId3" Type="http://schemas.openxmlformats.org/officeDocument/2006/relationships/image" Target="../media/image40.png"/></Relationships>
</file>

<file path=ppt/slides/_rels/slide33.xml.rels><?xml version="1.0" encoding="UTF-8" standalone="yes"?>
<Relationships xmlns="http://schemas.openxmlformats.org/package/2006/relationships"><Relationship Id="rId8" Type="http://schemas.openxmlformats.org/officeDocument/2006/relationships/customXml" Target="../ink/ink420.xml"/><Relationship Id="rId3" Type="http://schemas.openxmlformats.org/officeDocument/2006/relationships/image" Target="../media/image42.png"/><Relationship Id="rId7" Type="http://schemas.openxmlformats.org/officeDocument/2006/relationships/image" Target="../media/image465.emf"/><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customXml" Target="../ink/ink419.xml"/><Relationship Id="rId11" Type="http://schemas.openxmlformats.org/officeDocument/2006/relationships/image" Target="../media/image467.emf"/><Relationship Id="rId5" Type="http://schemas.openxmlformats.org/officeDocument/2006/relationships/image" Target="../media/image464.emf"/><Relationship Id="rId10" Type="http://schemas.openxmlformats.org/officeDocument/2006/relationships/customXml" Target="../ink/ink421.xml"/><Relationship Id="rId4" Type="http://schemas.openxmlformats.org/officeDocument/2006/relationships/customXml" Target="../ink/ink418.xml"/><Relationship Id="rId9" Type="http://schemas.openxmlformats.org/officeDocument/2006/relationships/image" Target="../media/image466.emf"/></Relationships>
</file>

<file path=ppt/slides/_rels/slide34.xml.rels><?xml version="1.0" encoding="UTF-8" standalone="yes"?>
<Relationships xmlns="http://schemas.openxmlformats.org/package/2006/relationships"><Relationship Id="rId26" Type="http://schemas.openxmlformats.org/officeDocument/2006/relationships/customXml" Target="../ink/ink434.xml"/><Relationship Id="rId21" Type="http://schemas.openxmlformats.org/officeDocument/2006/relationships/image" Target="../media/image477.emf"/><Relationship Id="rId42" Type="http://schemas.openxmlformats.org/officeDocument/2006/relationships/customXml" Target="../ink/ink442.xml"/><Relationship Id="rId47" Type="http://schemas.openxmlformats.org/officeDocument/2006/relationships/image" Target="../media/image490.emf"/><Relationship Id="rId63" Type="http://schemas.openxmlformats.org/officeDocument/2006/relationships/image" Target="../media/image498.emf"/><Relationship Id="rId68" Type="http://schemas.openxmlformats.org/officeDocument/2006/relationships/customXml" Target="../ink/ink455.xml"/><Relationship Id="rId2" Type="http://schemas.openxmlformats.org/officeDocument/2006/relationships/customXml" Target="../ink/ink422.xml"/><Relationship Id="rId16" Type="http://schemas.openxmlformats.org/officeDocument/2006/relationships/customXml" Target="../ink/ink429.xml"/><Relationship Id="rId29" Type="http://schemas.openxmlformats.org/officeDocument/2006/relationships/image" Target="../media/image481.emf"/><Relationship Id="rId11" Type="http://schemas.openxmlformats.org/officeDocument/2006/relationships/image" Target="../media/image472.emf"/><Relationship Id="rId24" Type="http://schemas.openxmlformats.org/officeDocument/2006/relationships/customXml" Target="../ink/ink433.xml"/><Relationship Id="rId32" Type="http://schemas.openxmlformats.org/officeDocument/2006/relationships/customXml" Target="../ink/ink437.xml"/><Relationship Id="rId37" Type="http://schemas.openxmlformats.org/officeDocument/2006/relationships/image" Target="../media/image485.emf"/><Relationship Id="rId40" Type="http://schemas.openxmlformats.org/officeDocument/2006/relationships/customXml" Target="../ink/ink441.xml"/><Relationship Id="rId45" Type="http://schemas.openxmlformats.org/officeDocument/2006/relationships/image" Target="../media/image489.emf"/><Relationship Id="rId53" Type="http://schemas.openxmlformats.org/officeDocument/2006/relationships/image" Target="../media/image493.emf"/><Relationship Id="rId58" Type="http://schemas.openxmlformats.org/officeDocument/2006/relationships/customXml" Target="../ink/ink450.xml"/><Relationship Id="rId66" Type="http://schemas.openxmlformats.org/officeDocument/2006/relationships/customXml" Target="../ink/ink454.xml"/><Relationship Id="rId74" Type="http://schemas.openxmlformats.org/officeDocument/2006/relationships/customXml" Target="../ink/ink458.xml"/><Relationship Id="rId5" Type="http://schemas.openxmlformats.org/officeDocument/2006/relationships/image" Target="../media/image469.emf"/><Relationship Id="rId61" Type="http://schemas.openxmlformats.org/officeDocument/2006/relationships/image" Target="../media/image497.emf"/><Relationship Id="rId19" Type="http://schemas.openxmlformats.org/officeDocument/2006/relationships/image" Target="../media/image476.emf"/><Relationship Id="rId14" Type="http://schemas.openxmlformats.org/officeDocument/2006/relationships/customXml" Target="../ink/ink428.xml"/><Relationship Id="rId22" Type="http://schemas.openxmlformats.org/officeDocument/2006/relationships/customXml" Target="../ink/ink432.xml"/><Relationship Id="rId27" Type="http://schemas.openxmlformats.org/officeDocument/2006/relationships/image" Target="../media/image480.emf"/><Relationship Id="rId30" Type="http://schemas.openxmlformats.org/officeDocument/2006/relationships/customXml" Target="../ink/ink436.xml"/><Relationship Id="rId35" Type="http://schemas.openxmlformats.org/officeDocument/2006/relationships/image" Target="../media/image484.emf"/><Relationship Id="rId43" Type="http://schemas.openxmlformats.org/officeDocument/2006/relationships/image" Target="../media/image488.emf"/><Relationship Id="rId48" Type="http://schemas.openxmlformats.org/officeDocument/2006/relationships/customXml" Target="../ink/ink445.xml"/><Relationship Id="rId56" Type="http://schemas.openxmlformats.org/officeDocument/2006/relationships/customXml" Target="../ink/ink449.xml"/><Relationship Id="rId64" Type="http://schemas.openxmlformats.org/officeDocument/2006/relationships/customXml" Target="../ink/ink453.xml"/><Relationship Id="rId69" Type="http://schemas.openxmlformats.org/officeDocument/2006/relationships/image" Target="../media/image501.emf"/><Relationship Id="rId8" Type="http://schemas.openxmlformats.org/officeDocument/2006/relationships/customXml" Target="../ink/ink425.xml"/><Relationship Id="rId51" Type="http://schemas.openxmlformats.org/officeDocument/2006/relationships/image" Target="../media/image492.emf"/><Relationship Id="rId72" Type="http://schemas.openxmlformats.org/officeDocument/2006/relationships/customXml" Target="../ink/ink457.xml"/><Relationship Id="rId3" Type="http://schemas.openxmlformats.org/officeDocument/2006/relationships/image" Target="../media/image468.emf"/><Relationship Id="rId12" Type="http://schemas.openxmlformats.org/officeDocument/2006/relationships/customXml" Target="../ink/ink427.xml"/><Relationship Id="rId17" Type="http://schemas.openxmlformats.org/officeDocument/2006/relationships/image" Target="../media/image475.emf"/><Relationship Id="rId25" Type="http://schemas.openxmlformats.org/officeDocument/2006/relationships/image" Target="../media/image479.emf"/><Relationship Id="rId33" Type="http://schemas.openxmlformats.org/officeDocument/2006/relationships/image" Target="../media/image483.emf"/><Relationship Id="rId38" Type="http://schemas.openxmlformats.org/officeDocument/2006/relationships/customXml" Target="../ink/ink440.xml"/><Relationship Id="rId46" Type="http://schemas.openxmlformats.org/officeDocument/2006/relationships/customXml" Target="../ink/ink444.xml"/><Relationship Id="rId59" Type="http://schemas.openxmlformats.org/officeDocument/2006/relationships/image" Target="../media/image496.emf"/><Relationship Id="rId67" Type="http://schemas.openxmlformats.org/officeDocument/2006/relationships/image" Target="../media/image500.emf"/><Relationship Id="rId20" Type="http://schemas.openxmlformats.org/officeDocument/2006/relationships/customXml" Target="../ink/ink431.xml"/><Relationship Id="rId41" Type="http://schemas.openxmlformats.org/officeDocument/2006/relationships/image" Target="../media/image487.emf"/><Relationship Id="rId54" Type="http://schemas.openxmlformats.org/officeDocument/2006/relationships/customXml" Target="../ink/ink448.xml"/><Relationship Id="rId62" Type="http://schemas.openxmlformats.org/officeDocument/2006/relationships/customXml" Target="../ink/ink452.xml"/><Relationship Id="rId70" Type="http://schemas.openxmlformats.org/officeDocument/2006/relationships/customXml" Target="../ink/ink456.xml"/><Relationship Id="rId75" Type="http://schemas.openxmlformats.org/officeDocument/2006/relationships/image" Target="../media/image504.emf"/><Relationship Id="rId1" Type="http://schemas.openxmlformats.org/officeDocument/2006/relationships/slideLayout" Target="../slideLayouts/slideLayout2.xml"/><Relationship Id="rId6" Type="http://schemas.openxmlformats.org/officeDocument/2006/relationships/customXml" Target="../ink/ink424.xml"/><Relationship Id="rId15" Type="http://schemas.openxmlformats.org/officeDocument/2006/relationships/image" Target="../media/image474.emf"/><Relationship Id="rId23" Type="http://schemas.openxmlformats.org/officeDocument/2006/relationships/image" Target="../media/image478.emf"/><Relationship Id="rId28" Type="http://schemas.openxmlformats.org/officeDocument/2006/relationships/customXml" Target="../ink/ink435.xml"/><Relationship Id="rId36" Type="http://schemas.openxmlformats.org/officeDocument/2006/relationships/customXml" Target="../ink/ink439.xml"/><Relationship Id="rId49" Type="http://schemas.openxmlformats.org/officeDocument/2006/relationships/image" Target="../media/image491.emf"/><Relationship Id="rId57" Type="http://schemas.openxmlformats.org/officeDocument/2006/relationships/image" Target="../media/image495.emf"/><Relationship Id="rId10" Type="http://schemas.openxmlformats.org/officeDocument/2006/relationships/customXml" Target="../ink/ink426.xml"/><Relationship Id="rId31" Type="http://schemas.openxmlformats.org/officeDocument/2006/relationships/image" Target="../media/image482.emf"/><Relationship Id="rId44" Type="http://schemas.openxmlformats.org/officeDocument/2006/relationships/customXml" Target="../ink/ink443.xml"/><Relationship Id="rId52" Type="http://schemas.openxmlformats.org/officeDocument/2006/relationships/customXml" Target="../ink/ink447.xml"/><Relationship Id="rId60" Type="http://schemas.openxmlformats.org/officeDocument/2006/relationships/customXml" Target="../ink/ink451.xml"/><Relationship Id="rId65" Type="http://schemas.openxmlformats.org/officeDocument/2006/relationships/image" Target="../media/image499.emf"/><Relationship Id="rId73" Type="http://schemas.openxmlformats.org/officeDocument/2006/relationships/image" Target="../media/image503.emf"/><Relationship Id="rId4" Type="http://schemas.openxmlformats.org/officeDocument/2006/relationships/customXml" Target="../ink/ink423.xml"/><Relationship Id="rId9" Type="http://schemas.openxmlformats.org/officeDocument/2006/relationships/image" Target="../media/image471.emf"/><Relationship Id="rId13" Type="http://schemas.openxmlformats.org/officeDocument/2006/relationships/image" Target="../media/image473.emf"/><Relationship Id="rId18" Type="http://schemas.openxmlformats.org/officeDocument/2006/relationships/customXml" Target="../ink/ink430.xml"/><Relationship Id="rId39" Type="http://schemas.openxmlformats.org/officeDocument/2006/relationships/image" Target="../media/image486.emf"/><Relationship Id="rId34" Type="http://schemas.openxmlformats.org/officeDocument/2006/relationships/customXml" Target="../ink/ink438.xml"/><Relationship Id="rId50" Type="http://schemas.openxmlformats.org/officeDocument/2006/relationships/customXml" Target="../ink/ink446.xml"/><Relationship Id="rId55" Type="http://schemas.openxmlformats.org/officeDocument/2006/relationships/image" Target="../media/image494.emf"/><Relationship Id="rId7" Type="http://schemas.openxmlformats.org/officeDocument/2006/relationships/image" Target="../media/image470.emf"/><Relationship Id="rId71" Type="http://schemas.openxmlformats.org/officeDocument/2006/relationships/image" Target="../media/image502.e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5810A-8FFF-4688-B886-2760516D3FEF}"/>
              </a:ext>
            </a:extLst>
          </p:cNvPr>
          <p:cNvSpPr>
            <a:spLocks noGrp="1"/>
          </p:cNvSpPr>
          <p:nvPr>
            <p:ph type="ctrTitle"/>
          </p:nvPr>
        </p:nvSpPr>
        <p:spPr>
          <a:xfrm>
            <a:off x="1524000" y="2245809"/>
            <a:ext cx="9144000" cy="1564716"/>
          </a:xfrm>
        </p:spPr>
        <p:txBody>
          <a:bodyPr>
            <a:normAutofit/>
          </a:bodyPr>
          <a:lstStyle/>
          <a:p>
            <a:pPr algn="l"/>
            <a:r>
              <a:rPr lang="en-US" sz="4800"/>
              <a:t>CSE 445</a:t>
            </a:r>
            <a:br>
              <a:rPr lang="en-US" sz="4800" dirty="0"/>
            </a:br>
            <a:r>
              <a:rPr lang="en-US" sz="4800"/>
              <a:t>Lecture 8.2</a:t>
            </a:r>
          </a:p>
        </p:txBody>
      </p:sp>
      <p:sp>
        <p:nvSpPr>
          <p:cNvPr id="3" name="Subtitle 2">
            <a:extLst>
              <a:ext uri="{FF2B5EF4-FFF2-40B4-BE49-F238E27FC236}">
                <a16:creationId xmlns:a16="http://schemas.microsoft.com/office/drawing/2014/main" id="{6FE02420-0B57-4C8C-9661-7D4661E7B635}"/>
              </a:ext>
            </a:extLst>
          </p:cNvPr>
          <p:cNvSpPr>
            <a:spLocks noGrp="1"/>
          </p:cNvSpPr>
          <p:nvPr>
            <p:ph type="subTitle" idx="1"/>
          </p:nvPr>
        </p:nvSpPr>
        <p:spPr>
          <a:xfrm>
            <a:off x="1524000" y="3947050"/>
            <a:ext cx="9144000" cy="572583"/>
          </a:xfrm>
        </p:spPr>
        <p:txBody>
          <a:bodyPr>
            <a:normAutofit/>
          </a:bodyPr>
          <a:lstStyle/>
          <a:p>
            <a:pPr algn="l"/>
            <a:r>
              <a:rPr lang="en-US" sz="2000" dirty="0"/>
              <a:t>Linear classifier by decision boundary (2)</a:t>
            </a:r>
          </a:p>
        </p:txBody>
      </p:sp>
      <p:sp>
        <p:nvSpPr>
          <p:cNvPr id="8" name="Freeform 14">
            <a:extLst>
              <a:ext uri="{FF2B5EF4-FFF2-40B4-BE49-F238E27FC236}">
                <a16:creationId xmlns:a16="http://schemas.microsoft.com/office/drawing/2014/main" id="{C66F2F30-5DC0-44A0-BFA6-E12F46ED1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920619" cy="2130951"/>
          </a:xfrm>
          <a:custGeom>
            <a:avLst/>
            <a:gdLst>
              <a:gd name="connsiteX0" fmla="*/ 0 w 5920619"/>
              <a:gd name="connsiteY0" fmla="*/ 0 h 2130951"/>
              <a:gd name="connsiteX1" fmla="*/ 3191370 w 5920619"/>
              <a:gd name="connsiteY1" fmla="*/ 0 h 2130951"/>
              <a:gd name="connsiteX2" fmla="*/ 3346315 w 5920619"/>
              <a:gd name="connsiteY2" fmla="*/ 0 h 2130951"/>
              <a:gd name="connsiteX3" fmla="*/ 5920619 w 5920619"/>
              <a:gd name="connsiteY3" fmla="*/ 0 h 2130951"/>
              <a:gd name="connsiteX4" fmla="*/ 4936971 w 5920619"/>
              <a:gd name="connsiteY4" fmla="*/ 2130951 h 2130951"/>
              <a:gd name="connsiteX5" fmla="*/ 0 w 5920619"/>
              <a:gd name="connsiteY5" fmla="*/ 2130951 h 2130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0619" h="2130951">
                <a:moveTo>
                  <a:pt x="0" y="0"/>
                </a:moveTo>
                <a:lnTo>
                  <a:pt x="3191370" y="0"/>
                </a:lnTo>
                <a:lnTo>
                  <a:pt x="3346315" y="0"/>
                </a:lnTo>
                <a:lnTo>
                  <a:pt x="5920619" y="0"/>
                </a:lnTo>
                <a:lnTo>
                  <a:pt x="4936971" y="2130951"/>
                </a:lnTo>
                <a:lnTo>
                  <a:pt x="0" y="2130951"/>
                </a:ln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21">
            <a:extLst>
              <a:ext uri="{FF2B5EF4-FFF2-40B4-BE49-F238E27FC236}">
                <a16:creationId xmlns:a16="http://schemas.microsoft.com/office/drawing/2014/main" id="{85872F57-7F42-4F97-8391-DDC8D0054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7839" y="0"/>
            <a:ext cx="7094160" cy="2130952"/>
          </a:xfrm>
          <a:custGeom>
            <a:avLst/>
            <a:gdLst>
              <a:gd name="connsiteX0" fmla="*/ 4417853 w 7094160"/>
              <a:gd name="connsiteY0" fmla="*/ 0 h 2130952"/>
              <a:gd name="connsiteX1" fmla="*/ 7094160 w 7094160"/>
              <a:gd name="connsiteY1" fmla="*/ 0 h 2130952"/>
              <a:gd name="connsiteX2" fmla="*/ 7094160 w 7094160"/>
              <a:gd name="connsiteY2" fmla="*/ 2130552 h 2130952"/>
              <a:gd name="connsiteX3" fmla="*/ 5920619 w 7094160"/>
              <a:gd name="connsiteY3" fmla="*/ 2130552 h 2130952"/>
              <a:gd name="connsiteX4" fmla="*/ 5920619 w 7094160"/>
              <a:gd name="connsiteY4" fmla="*/ 2130952 h 2130952"/>
              <a:gd name="connsiteX5" fmla="*/ 2729249 w 7094160"/>
              <a:gd name="connsiteY5" fmla="*/ 2130952 h 2130952"/>
              <a:gd name="connsiteX6" fmla="*/ 2574304 w 7094160"/>
              <a:gd name="connsiteY6" fmla="*/ 2130952 h 2130952"/>
              <a:gd name="connsiteX7" fmla="*/ 0 w 7094160"/>
              <a:gd name="connsiteY7" fmla="*/ 2130952 h 2130952"/>
              <a:gd name="connsiteX8" fmla="*/ 983648 w 7094160"/>
              <a:gd name="connsiteY8" fmla="*/ 1 h 2130952"/>
              <a:gd name="connsiteX9" fmla="*/ 4417853 w 7094160"/>
              <a:gd name="connsiteY9" fmla="*/ 1 h 2130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94160" h="2130952">
                <a:moveTo>
                  <a:pt x="4417853" y="0"/>
                </a:moveTo>
                <a:lnTo>
                  <a:pt x="7094160" y="0"/>
                </a:lnTo>
                <a:lnTo>
                  <a:pt x="7094160" y="2130552"/>
                </a:lnTo>
                <a:lnTo>
                  <a:pt x="5920619" y="2130552"/>
                </a:lnTo>
                <a:lnTo>
                  <a:pt x="5920619" y="2130952"/>
                </a:lnTo>
                <a:lnTo>
                  <a:pt x="2729249" y="2130952"/>
                </a:lnTo>
                <a:lnTo>
                  <a:pt x="2574304" y="2130952"/>
                </a:lnTo>
                <a:lnTo>
                  <a:pt x="0" y="2130952"/>
                </a:lnTo>
                <a:lnTo>
                  <a:pt x="983648" y="1"/>
                </a:lnTo>
                <a:lnTo>
                  <a:pt x="4417853" y="1"/>
                </a:lnTo>
                <a:close/>
              </a:path>
            </a:pathLst>
          </a:custGeom>
          <a:solidFill>
            <a:srgbClr val="7F7F7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04DC2037-48A0-4F22-B9D4-8EAEBC780A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49721" y="4682920"/>
            <a:ext cx="4522796" cy="2175080"/>
          </a:xfrm>
          <a:custGeom>
            <a:avLst/>
            <a:gdLst>
              <a:gd name="connsiteX0" fmla="*/ 3515449 w 4522796"/>
              <a:gd name="connsiteY0" fmla="*/ 0 h 2175080"/>
              <a:gd name="connsiteX1" fmla="*/ 0 w 4522796"/>
              <a:gd name="connsiteY1" fmla="*/ 0 h 2175080"/>
              <a:gd name="connsiteX2" fmla="*/ 0 w 4522796"/>
              <a:gd name="connsiteY2" fmla="*/ 2175080 h 2175080"/>
              <a:gd name="connsiteX3" fmla="*/ 4522796 w 4522796"/>
              <a:gd name="connsiteY3" fmla="*/ 2175080 h 2175080"/>
            </a:gdLst>
            <a:ahLst/>
            <a:cxnLst>
              <a:cxn ang="0">
                <a:pos x="connsiteX0" y="connsiteY0"/>
              </a:cxn>
              <a:cxn ang="0">
                <a:pos x="connsiteX1" y="connsiteY1"/>
              </a:cxn>
              <a:cxn ang="0">
                <a:pos x="connsiteX2" y="connsiteY2"/>
              </a:cxn>
              <a:cxn ang="0">
                <a:pos x="connsiteX3" y="connsiteY3"/>
              </a:cxn>
            </a:cxnLst>
            <a:rect l="l" t="t" r="r" b="b"/>
            <a:pathLst>
              <a:path w="4522796" h="2175080">
                <a:moveTo>
                  <a:pt x="3515449" y="0"/>
                </a:moveTo>
                <a:lnTo>
                  <a:pt x="0" y="0"/>
                </a:lnTo>
                <a:lnTo>
                  <a:pt x="0" y="2175080"/>
                </a:lnTo>
                <a:lnTo>
                  <a:pt x="4522796" y="217508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a:p>
        </p:txBody>
      </p:sp>
      <p:sp>
        <p:nvSpPr>
          <p:cNvPr id="14" name="Freeform 22">
            <a:extLst>
              <a:ext uri="{FF2B5EF4-FFF2-40B4-BE49-F238E27FC236}">
                <a16:creationId xmlns:a16="http://schemas.microsoft.com/office/drawing/2014/main" id="{0006CBFD-ADA0-43D1-9332-9C34CA1C76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66810" y="4682920"/>
            <a:ext cx="5925190" cy="2175080"/>
          </a:xfrm>
          <a:custGeom>
            <a:avLst/>
            <a:gdLst>
              <a:gd name="connsiteX0" fmla="*/ 1007347 w 5925190"/>
              <a:gd name="connsiteY0" fmla="*/ 0 h 2175080"/>
              <a:gd name="connsiteX1" fmla="*/ 5925190 w 5925190"/>
              <a:gd name="connsiteY1" fmla="*/ 0 h 2175080"/>
              <a:gd name="connsiteX2" fmla="*/ 5925190 w 5925190"/>
              <a:gd name="connsiteY2" fmla="*/ 2175080 h 2175080"/>
              <a:gd name="connsiteX3" fmla="*/ 0 w 5925190"/>
              <a:gd name="connsiteY3" fmla="*/ 2175080 h 2175080"/>
            </a:gdLst>
            <a:ahLst/>
            <a:cxnLst>
              <a:cxn ang="0">
                <a:pos x="connsiteX0" y="connsiteY0"/>
              </a:cxn>
              <a:cxn ang="0">
                <a:pos x="connsiteX1" y="connsiteY1"/>
              </a:cxn>
              <a:cxn ang="0">
                <a:pos x="connsiteX2" y="connsiteY2"/>
              </a:cxn>
              <a:cxn ang="0">
                <a:pos x="connsiteX3" y="connsiteY3"/>
              </a:cxn>
            </a:cxnLst>
            <a:rect l="l" t="t" r="r" b="b"/>
            <a:pathLst>
              <a:path w="5925190" h="2175080">
                <a:moveTo>
                  <a:pt x="1007347" y="0"/>
                </a:moveTo>
                <a:lnTo>
                  <a:pt x="5925190" y="0"/>
                </a:lnTo>
                <a:lnTo>
                  <a:pt x="5925190" y="2175080"/>
                </a:lnTo>
                <a:lnTo>
                  <a:pt x="0" y="217508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25">
            <a:extLst>
              <a:ext uri="{FF2B5EF4-FFF2-40B4-BE49-F238E27FC236}">
                <a16:creationId xmlns:a16="http://schemas.microsoft.com/office/drawing/2014/main" id="{2B931666-F28F-45F3-A074-66D2272D58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2920"/>
            <a:ext cx="7114535" cy="2175080"/>
          </a:xfrm>
          <a:custGeom>
            <a:avLst/>
            <a:gdLst>
              <a:gd name="connsiteX0" fmla="*/ 0 w 7114535"/>
              <a:gd name="connsiteY0" fmla="*/ 0 h 2175080"/>
              <a:gd name="connsiteX1" fmla="*/ 1189345 w 7114535"/>
              <a:gd name="connsiteY1" fmla="*/ 0 h 2175080"/>
              <a:gd name="connsiteX2" fmla="*/ 7114535 w 7114535"/>
              <a:gd name="connsiteY2" fmla="*/ 0 h 2175080"/>
              <a:gd name="connsiteX3" fmla="*/ 6107188 w 7114535"/>
              <a:gd name="connsiteY3" fmla="*/ 2175080 h 2175080"/>
              <a:gd name="connsiteX4" fmla="*/ 1189345 w 7114535"/>
              <a:gd name="connsiteY4" fmla="*/ 2175080 h 2175080"/>
              <a:gd name="connsiteX5" fmla="*/ 0 w 7114535"/>
              <a:gd name="connsiteY5" fmla="*/ 2175080 h 217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4535" h="2175080">
                <a:moveTo>
                  <a:pt x="0" y="0"/>
                </a:moveTo>
                <a:lnTo>
                  <a:pt x="1189345" y="0"/>
                </a:lnTo>
                <a:lnTo>
                  <a:pt x="7114535" y="0"/>
                </a:lnTo>
                <a:lnTo>
                  <a:pt x="6107188" y="2175080"/>
                </a:lnTo>
                <a:lnTo>
                  <a:pt x="1189345" y="2175080"/>
                </a:lnTo>
                <a:lnTo>
                  <a:pt x="0" y="2175080"/>
                </a:lnTo>
                <a:close/>
              </a:path>
            </a:pathLst>
          </a:custGeom>
          <a:solidFill>
            <a:srgbClr val="7F7F7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6043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ABA39-2869-C367-AE07-3AE573A5FC99}"/>
              </a:ext>
            </a:extLst>
          </p:cNvPr>
          <p:cNvSpPr>
            <a:spLocks noGrp="1"/>
          </p:cNvSpPr>
          <p:nvPr>
            <p:ph type="title"/>
          </p:nvPr>
        </p:nvSpPr>
        <p:spPr/>
        <p:txBody>
          <a:bodyPr>
            <a:normAutofit fontScale="90000"/>
          </a:bodyPr>
          <a:lstStyle/>
          <a:p>
            <a:r>
              <a:rPr lang="en-US" dirty="0">
                <a:ea typeface="Calibri Light"/>
                <a:cs typeface="Calibri Light"/>
              </a:rPr>
              <a:t>Multiclass Classification</a:t>
            </a:r>
          </a:p>
        </p:txBody>
      </p:sp>
      <p:sp>
        <p:nvSpPr>
          <p:cNvPr id="3" name="Content Placeholder 2">
            <a:extLst>
              <a:ext uri="{FF2B5EF4-FFF2-40B4-BE49-F238E27FC236}">
                <a16:creationId xmlns:a16="http://schemas.microsoft.com/office/drawing/2014/main" id="{11DC57B7-77B1-AA0C-54D4-9BBC16E8F5E7}"/>
              </a:ext>
            </a:extLst>
          </p:cNvPr>
          <p:cNvSpPr>
            <a:spLocks noGrp="1"/>
          </p:cNvSpPr>
          <p:nvPr>
            <p:ph idx="1"/>
          </p:nvPr>
        </p:nvSpPr>
        <p:spPr/>
        <p:txBody>
          <a:bodyPr vert="horz" lIns="91440" tIns="45720" rIns="91440" bIns="45720" rtlCol="0" anchor="t">
            <a:normAutofit/>
          </a:bodyPr>
          <a:lstStyle/>
          <a:p>
            <a:r>
              <a:rPr lang="en-US" dirty="0">
                <a:ea typeface="+mn-lt"/>
                <a:cs typeface="+mn-lt"/>
              </a:rPr>
              <a:t>Binary classifiers such as logistic regression, perceptron, and SVM do not natively handle multi-class problems, so they rely on meta-strategies to extend them.</a:t>
            </a:r>
            <a:endParaRPr lang="en-US" dirty="0">
              <a:ea typeface="Calibri" panose="020F0502020204030204"/>
              <a:cs typeface="Calibri" panose="020F0502020204030204"/>
            </a:endParaRPr>
          </a:p>
          <a:p>
            <a:pPr lvl="1"/>
            <a:r>
              <a:rPr lang="en-US" dirty="0">
                <a:solidFill>
                  <a:schemeClr val="accent6">
                    <a:lumMod val="76000"/>
                  </a:schemeClr>
                </a:solidFill>
                <a:ea typeface="+mn-lt"/>
                <a:cs typeface="+mn-lt"/>
              </a:rPr>
              <a:t>In the One-vs-Rest (</a:t>
            </a:r>
            <a:r>
              <a:rPr lang="en-US" err="1">
                <a:solidFill>
                  <a:schemeClr val="accent6">
                    <a:lumMod val="76000"/>
                  </a:schemeClr>
                </a:solidFill>
                <a:ea typeface="+mn-lt"/>
                <a:cs typeface="+mn-lt"/>
              </a:rPr>
              <a:t>OvR</a:t>
            </a:r>
            <a:r>
              <a:rPr lang="en-US" dirty="0">
                <a:solidFill>
                  <a:schemeClr val="accent6">
                    <a:lumMod val="76000"/>
                  </a:schemeClr>
                </a:solidFill>
                <a:ea typeface="+mn-lt"/>
                <a:cs typeface="+mn-lt"/>
              </a:rPr>
              <a:t>) strategy, a separate binary classifier is trained for each class, distinguishing that class from all remaining classes.</a:t>
            </a:r>
            <a:endParaRPr lang="en-US">
              <a:solidFill>
                <a:schemeClr val="accent6">
                  <a:lumMod val="76000"/>
                </a:schemeClr>
              </a:solidFill>
              <a:ea typeface="Calibri"/>
              <a:cs typeface="Calibri"/>
            </a:endParaRPr>
          </a:p>
          <a:p>
            <a:pPr lvl="1"/>
            <a:r>
              <a:rPr lang="en-US" dirty="0">
                <a:solidFill>
                  <a:schemeClr val="accent6">
                    <a:lumMod val="76000"/>
                  </a:schemeClr>
                </a:solidFill>
                <a:ea typeface="+mn-lt"/>
                <a:cs typeface="+mn-lt"/>
              </a:rPr>
              <a:t>In the One-vs-One (</a:t>
            </a:r>
            <a:r>
              <a:rPr lang="en-US" dirty="0" err="1">
                <a:solidFill>
                  <a:schemeClr val="accent6">
                    <a:lumMod val="76000"/>
                  </a:schemeClr>
                </a:solidFill>
                <a:ea typeface="+mn-lt"/>
                <a:cs typeface="+mn-lt"/>
              </a:rPr>
              <a:t>OvO</a:t>
            </a:r>
            <a:r>
              <a:rPr lang="en-US" dirty="0">
                <a:solidFill>
                  <a:schemeClr val="accent6">
                    <a:lumMod val="76000"/>
                  </a:schemeClr>
                </a:solidFill>
                <a:ea typeface="+mn-lt"/>
                <a:cs typeface="+mn-lt"/>
              </a:rPr>
              <a:t>) strategy, a binary classifier is trained for every pair of classes, so each model learns to discriminate between just two classes at a time.</a:t>
            </a:r>
            <a:endParaRPr lang="en-US" dirty="0">
              <a:solidFill>
                <a:schemeClr val="accent6">
                  <a:lumMod val="76000"/>
                </a:schemeClr>
              </a:solidFill>
              <a:ea typeface="Calibri"/>
              <a:cs typeface="Calibri"/>
            </a:endParaRPr>
          </a:p>
          <a:p>
            <a:endParaRPr lang="en-US"/>
          </a:p>
          <a:p>
            <a:endParaRPr lang="en-US" dirty="0">
              <a:ea typeface="Calibri"/>
              <a:cs typeface="Calibri"/>
            </a:endParaRPr>
          </a:p>
        </p:txBody>
      </p:sp>
    </p:spTree>
    <p:extLst>
      <p:ext uri="{BB962C8B-B14F-4D97-AF65-F5344CB8AC3E}">
        <p14:creationId xmlns:p14="http://schemas.microsoft.com/office/powerpoint/2010/main" val="6745173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4E02C-E47A-12C4-4619-796CC9B24ADB}"/>
              </a:ext>
            </a:extLst>
          </p:cNvPr>
          <p:cNvSpPr>
            <a:spLocks noGrp="1"/>
          </p:cNvSpPr>
          <p:nvPr>
            <p:ph type="title"/>
          </p:nvPr>
        </p:nvSpPr>
        <p:spPr/>
        <p:txBody>
          <a:bodyPr>
            <a:normAutofit fontScale="90000"/>
          </a:bodyPr>
          <a:lstStyle/>
          <a:p>
            <a:r>
              <a:rPr lang="en-US" dirty="0">
                <a:ea typeface="+mj-lt"/>
                <a:cs typeface="+mj-lt"/>
              </a:rPr>
              <a:t>One-vs-One (</a:t>
            </a:r>
            <a:r>
              <a:rPr lang="en-US" err="1">
                <a:ea typeface="+mj-lt"/>
                <a:cs typeface="+mj-lt"/>
              </a:rPr>
              <a:t>OvO</a:t>
            </a:r>
            <a:r>
              <a:rPr lang="en-US" dirty="0">
                <a:ea typeface="+mj-lt"/>
                <a:cs typeface="+mj-lt"/>
              </a:rPr>
              <a:t>) strategy</a:t>
            </a:r>
            <a:endParaRPr lang="en-US" dirty="0"/>
          </a:p>
        </p:txBody>
      </p:sp>
      <p:sp>
        <p:nvSpPr>
          <p:cNvPr id="3" name="Content Placeholder 2">
            <a:extLst>
              <a:ext uri="{FF2B5EF4-FFF2-40B4-BE49-F238E27FC236}">
                <a16:creationId xmlns:a16="http://schemas.microsoft.com/office/drawing/2014/main" id="{85A02D9E-3950-24E8-8DD8-093AC60461A7}"/>
              </a:ext>
            </a:extLst>
          </p:cNvPr>
          <p:cNvSpPr>
            <a:spLocks noGrp="1"/>
          </p:cNvSpPr>
          <p:nvPr>
            <p:ph idx="1"/>
          </p:nvPr>
        </p:nvSpPr>
        <p:spPr>
          <a:xfrm>
            <a:off x="685800" y="921266"/>
            <a:ext cx="11320465" cy="5435084"/>
          </a:xfrm>
        </p:spPr>
        <p:txBody>
          <a:bodyPr vert="horz" lIns="91440" tIns="45720" rIns="91440" bIns="45720" rtlCol="0" anchor="t">
            <a:normAutofit fontScale="92500" lnSpcReduction="20000"/>
          </a:bodyPr>
          <a:lstStyle/>
          <a:p>
            <a:r>
              <a:rPr lang="en-US" dirty="0">
                <a:ea typeface="Calibri"/>
                <a:cs typeface="Calibri"/>
              </a:rPr>
              <a:t>The One-vs-One (</a:t>
            </a:r>
            <a:r>
              <a:rPr lang="en-US" dirty="0" err="1">
                <a:ea typeface="Calibri"/>
                <a:cs typeface="Calibri"/>
              </a:rPr>
              <a:t>OvO</a:t>
            </a:r>
            <a:r>
              <a:rPr lang="en-US" dirty="0">
                <a:ea typeface="Calibri"/>
                <a:cs typeface="Calibri"/>
              </a:rPr>
              <a:t>) strategy constructs a separate binary classifier for every possible pair of classes. </a:t>
            </a:r>
            <a:endParaRPr lang="en-US" dirty="0"/>
          </a:p>
          <a:p>
            <a:r>
              <a:rPr lang="en-US" dirty="0">
                <a:ea typeface="Calibri"/>
                <a:cs typeface="Calibri"/>
              </a:rPr>
              <a:t>Suitable when the number of classes is modest, because each model focuses on distinguishing between just two classes while ignoring the </a:t>
            </a:r>
            <a:r>
              <a:rPr lang="en-US">
                <a:ea typeface="Calibri"/>
                <a:cs typeface="Calibri"/>
              </a:rPr>
              <a:t>rest.</a:t>
            </a:r>
            <a:endParaRPr lang="en-US"/>
          </a:p>
          <a:p>
            <a:r>
              <a:rPr lang="en-US" dirty="0">
                <a:ea typeface="Calibri"/>
                <a:cs typeface="Calibri"/>
              </a:rPr>
              <a:t>Training phase</a:t>
            </a:r>
            <a:endParaRPr lang="en-US" dirty="0"/>
          </a:p>
          <a:p>
            <a:pPr lvl="1"/>
            <a:r>
              <a:rPr lang="en-US">
                <a:solidFill>
                  <a:schemeClr val="accent6">
                    <a:lumMod val="76000"/>
                  </a:schemeClr>
                </a:solidFill>
                <a:ea typeface="Calibri"/>
                <a:cs typeface="Calibri"/>
              </a:rPr>
              <a:t>For every pair of classes, train a binary SVM/perceptron/LR using only the data points from </a:t>
            </a:r>
            <a:r>
              <a:rPr lang="en-US" dirty="0">
                <a:solidFill>
                  <a:schemeClr val="accent6">
                    <a:lumMod val="76000"/>
                  </a:schemeClr>
                </a:solidFill>
                <a:ea typeface="Calibri"/>
                <a:cs typeface="Calibri"/>
              </a:rPr>
              <a:t>those two classes.</a:t>
            </a:r>
          </a:p>
          <a:p>
            <a:pPr lvl="1"/>
            <a:r>
              <a:rPr lang="en-US" dirty="0">
                <a:solidFill>
                  <a:schemeClr val="accent6">
                    <a:lumMod val="76000"/>
                  </a:schemeClr>
                </a:solidFill>
                <a:ea typeface="Calibri"/>
                <a:cs typeface="Calibri"/>
              </a:rPr>
              <a:t>For example, with three classes A, B, and C, </a:t>
            </a:r>
            <a:r>
              <a:rPr lang="en-US" err="1">
                <a:solidFill>
                  <a:schemeClr val="accent6">
                    <a:lumMod val="76000"/>
                  </a:schemeClr>
                </a:solidFill>
                <a:ea typeface="Calibri"/>
                <a:cs typeface="Calibri"/>
              </a:rPr>
              <a:t>OvO</a:t>
            </a:r>
            <a:r>
              <a:rPr lang="en-US" dirty="0">
                <a:solidFill>
                  <a:schemeClr val="accent6">
                    <a:lumMod val="76000"/>
                  </a:schemeClr>
                </a:solidFill>
                <a:ea typeface="Calibri"/>
                <a:cs typeface="Calibri"/>
              </a:rPr>
              <a:t> trains three classifiers:</a:t>
            </a:r>
            <a:endParaRPr lang="en-US">
              <a:solidFill>
                <a:schemeClr val="accent6">
                  <a:lumMod val="76000"/>
                </a:schemeClr>
              </a:solidFill>
              <a:ea typeface="Calibri"/>
              <a:cs typeface="Calibri"/>
            </a:endParaRPr>
          </a:p>
          <a:p>
            <a:pPr lvl="2"/>
            <a:r>
              <a:rPr lang="en-US" dirty="0">
                <a:ea typeface="Calibri"/>
                <a:cs typeface="Calibri"/>
              </a:rPr>
              <a:t>A vs B</a:t>
            </a:r>
          </a:p>
          <a:p>
            <a:pPr lvl="2"/>
            <a:r>
              <a:rPr lang="en-US" dirty="0">
                <a:ea typeface="Calibri"/>
                <a:cs typeface="Calibri"/>
              </a:rPr>
              <a:t>A vs C</a:t>
            </a:r>
          </a:p>
          <a:p>
            <a:pPr lvl="2"/>
            <a:r>
              <a:rPr lang="en-US" dirty="0">
                <a:ea typeface="Calibri"/>
                <a:cs typeface="Calibri"/>
              </a:rPr>
              <a:t>B vs C</a:t>
            </a:r>
            <a:endParaRPr lang="en-US">
              <a:ea typeface="Calibri"/>
              <a:cs typeface="Calibri"/>
            </a:endParaRPr>
          </a:p>
          <a:p>
            <a:r>
              <a:rPr lang="en-US" dirty="0">
                <a:ea typeface="Calibri"/>
                <a:cs typeface="Calibri"/>
              </a:rPr>
              <a:t>Prediction phase</a:t>
            </a:r>
            <a:endParaRPr lang="en-US" dirty="0"/>
          </a:p>
          <a:p>
            <a:pPr lvl="1"/>
            <a:r>
              <a:rPr lang="en-US" dirty="0">
                <a:ea typeface="Calibri"/>
                <a:cs typeface="Calibri"/>
              </a:rPr>
              <a:t>For a new instance, each binary classifier predicts one of its two classes and effectively casts a vote for that class.</a:t>
            </a:r>
          </a:p>
          <a:p>
            <a:pPr lvl="1"/>
            <a:r>
              <a:rPr lang="en-US" dirty="0">
                <a:ea typeface="Calibri"/>
                <a:cs typeface="Calibri"/>
              </a:rPr>
              <a:t>All votes across classifiers are counted.</a:t>
            </a:r>
          </a:p>
          <a:p>
            <a:pPr lvl="1"/>
            <a:r>
              <a:rPr lang="en-US" dirty="0">
                <a:ea typeface="Calibri"/>
                <a:cs typeface="Calibri"/>
              </a:rPr>
              <a:t>The class that receives the highest number of votes is chosen as the final prediction.</a:t>
            </a:r>
          </a:p>
          <a:p>
            <a:endParaRPr lang="en-US" dirty="0">
              <a:ea typeface="Calibri"/>
              <a:cs typeface="Calibri"/>
            </a:endParaRPr>
          </a:p>
        </p:txBody>
      </p:sp>
    </p:spTree>
    <p:extLst>
      <p:ext uri="{BB962C8B-B14F-4D97-AF65-F5344CB8AC3E}">
        <p14:creationId xmlns:p14="http://schemas.microsoft.com/office/powerpoint/2010/main" val="3007148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8C72B-4A52-AD62-5C84-1503401AA633}"/>
              </a:ext>
            </a:extLst>
          </p:cNvPr>
          <p:cNvSpPr>
            <a:spLocks noGrp="1"/>
          </p:cNvSpPr>
          <p:nvPr>
            <p:ph type="title"/>
          </p:nvPr>
        </p:nvSpPr>
        <p:spPr/>
        <p:txBody>
          <a:bodyPr>
            <a:normAutofit fontScale="90000"/>
          </a:bodyPr>
          <a:lstStyle/>
          <a:p>
            <a:r>
              <a:rPr lang="en-US" dirty="0">
                <a:ea typeface="+mj-lt"/>
                <a:cs typeface="+mj-lt"/>
              </a:rPr>
              <a:t>One-vs-Rest (</a:t>
            </a:r>
            <a:r>
              <a:rPr lang="en-US" dirty="0" err="1">
                <a:ea typeface="+mj-lt"/>
                <a:cs typeface="+mj-lt"/>
              </a:rPr>
              <a:t>OvR</a:t>
            </a:r>
            <a:r>
              <a:rPr lang="en-US" dirty="0">
                <a:ea typeface="+mj-lt"/>
                <a:cs typeface="+mj-lt"/>
              </a:rPr>
              <a:t>) strategy</a:t>
            </a:r>
            <a:endParaRPr lang="en-US" dirty="0"/>
          </a:p>
        </p:txBody>
      </p:sp>
      <p:sp>
        <p:nvSpPr>
          <p:cNvPr id="3" name="Content Placeholder 2">
            <a:extLst>
              <a:ext uri="{FF2B5EF4-FFF2-40B4-BE49-F238E27FC236}">
                <a16:creationId xmlns:a16="http://schemas.microsoft.com/office/drawing/2014/main" id="{10D0B51F-A154-BBFC-A349-B3EB634B325E}"/>
              </a:ext>
            </a:extLst>
          </p:cNvPr>
          <p:cNvSpPr>
            <a:spLocks noGrp="1"/>
          </p:cNvSpPr>
          <p:nvPr>
            <p:ph idx="1"/>
          </p:nvPr>
        </p:nvSpPr>
        <p:spPr/>
        <p:txBody>
          <a:bodyPr vert="horz" lIns="91440" tIns="45720" rIns="91440" bIns="45720" rtlCol="0" anchor="t">
            <a:normAutofit lnSpcReduction="10000"/>
          </a:bodyPr>
          <a:lstStyle/>
          <a:p>
            <a:r>
              <a:rPr lang="en-US" dirty="0">
                <a:ea typeface="Calibri"/>
                <a:cs typeface="Calibri"/>
              </a:rPr>
              <a:t>The One-vs-All (</a:t>
            </a:r>
            <a:r>
              <a:rPr lang="en-US" dirty="0" err="1">
                <a:ea typeface="Calibri"/>
                <a:cs typeface="Calibri"/>
              </a:rPr>
              <a:t>OvA</a:t>
            </a:r>
            <a:r>
              <a:rPr lang="en-US" dirty="0">
                <a:ea typeface="Calibri"/>
                <a:cs typeface="Calibri"/>
              </a:rPr>
              <a:t>) approach, also called One-vs-Rest (</a:t>
            </a:r>
            <a:r>
              <a:rPr lang="en-US" dirty="0" err="1">
                <a:ea typeface="Calibri"/>
                <a:cs typeface="Calibri"/>
              </a:rPr>
              <a:t>OvR</a:t>
            </a:r>
            <a:r>
              <a:rPr lang="en-US" dirty="0">
                <a:ea typeface="Calibri"/>
                <a:cs typeface="Calibri"/>
              </a:rPr>
              <a:t>), trains one binary classifier per class. For each classifier, its target class is treated as the positive class, and all remaining classes are grouped together as the negative class. This method is conceptually simple and the number of classifiers grows linearly with the number of classes.</a:t>
            </a:r>
          </a:p>
          <a:p>
            <a:r>
              <a:rPr lang="en-US" dirty="0">
                <a:ea typeface="Calibri"/>
                <a:cs typeface="Calibri"/>
              </a:rPr>
              <a:t>Training phase</a:t>
            </a:r>
            <a:endParaRPr lang="en-US" dirty="0"/>
          </a:p>
          <a:p>
            <a:pPr lvl="1"/>
            <a:r>
              <a:rPr lang="en-US" dirty="0">
                <a:solidFill>
                  <a:schemeClr val="accent6">
                    <a:lumMod val="76000"/>
                  </a:schemeClr>
                </a:solidFill>
                <a:ea typeface="Calibri"/>
                <a:cs typeface="Calibri"/>
              </a:rPr>
              <a:t>For a dataset with n classes, train n binary classifiers.</a:t>
            </a:r>
          </a:p>
          <a:p>
            <a:pPr lvl="1"/>
            <a:r>
              <a:rPr lang="en-US" dirty="0">
                <a:solidFill>
                  <a:schemeClr val="accent6">
                    <a:lumMod val="76000"/>
                  </a:schemeClr>
                </a:solidFill>
                <a:ea typeface="Calibri"/>
                <a:cs typeface="Calibri"/>
              </a:rPr>
              <a:t>For each class C</a:t>
            </a:r>
            <a:r>
              <a:rPr lang="en-US" baseline="-25000" dirty="0">
                <a:solidFill>
                  <a:schemeClr val="accent6">
                    <a:lumMod val="76000"/>
                  </a:schemeClr>
                </a:solidFill>
                <a:ea typeface="Calibri"/>
                <a:cs typeface="Calibri"/>
              </a:rPr>
              <a:t>i</a:t>
            </a:r>
            <a:r>
              <a:rPr lang="en-US" dirty="0">
                <a:solidFill>
                  <a:schemeClr val="accent6">
                    <a:lumMod val="76000"/>
                  </a:schemeClr>
                </a:solidFill>
                <a:ea typeface="Calibri"/>
                <a:cs typeface="Calibri"/>
              </a:rPr>
              <a:t> , build a classifier that learns to distinguish C</a:t>
            </a:r>
            <a:r>
              <a:rPr lang="en-US" baseline="-25000" dirty="0">
                <a:solidFill>
                  <a:schemeClr val="accent6">
                    <a:lumMod val="76000"/>
                  </a:schemeClr>
                </a:solidFill>
                <a:ea typeface="Calibri"/>
                <a:cs typeface="Calibri"/>
              </a:rPr>
              <a:t>i</a:t>
            </a:r>
            <a:r>
              <a:rPr lang="en-US" dirty="0">
                <a:solidFill>
                  <a:schemeClr val="accent6">
                    <a:lumMod val="76000"/>
                  </a:schemeClr>
                </a:solidFill>
                <a:ea typeface="Calibri"/>
                <a:cs typeface="Calibri"/>
              </a:rPr>
              <a:t>  (</a:t>
            </a:r>
            <a:r>
              <a:rPr lang="en-US" dirty="0">
                <a:solidFill>
                  <a:schemeClr val="accent6">
                    <a:lumMod val="49000"/>
                  </a:schemeClr>
                </a:solidFill>
                <a:ea typeface="Calibri"/>
                <a:cs typeface="Calibri"/>
              </a:rPr>
              <a:t>positive</a:t>
            </a:r>
            <a:r>
              <a:rPr lang="en-US" dirty="0">
                <a:solidFill>
                  <a:schemeClr val="accent6">
                    <a:lumMod val="76000"/>
                  </a:schemeClr>
                </a:solidFill>
                <a:ea typeface="Calibri"/>
                <a:cs typeface="Calibri"/>
              </a:rPr>
              <a:t>) from "</a:t>
            </a:r>
            <a:r>
              <a:rPr lang="en-US" i="1" dirty="0">
                <a:solidFill>
                  <a:schemeClr val="accent6">
                    <a:lumMod val="49000"/>
                  </a:schemeClr>
                </a:solidFill>
                <a:ea typeface="Calibri"/>
                <a:cs typeface="Calibri"/>
              </a:rPr>
              <a:t>not C</a:t>
            </a:r>
            <a:r>
              <a:rPr lang="en-US" i="1" baseline="-25000" dirty="0">
                <a:solidFill>
                  <a:schemeClr val="accent6">
                    <a:lumMod val="49000"/>
                  </a:schemeClr>
                </a:solidFill>
                <a:ea typeface="Calibri"/>
                <a:cs typeface="Calibri"/>
              </a:rPr>
              <a:t>i</a:t>
            </a:r>
            <a:r>
              <a:rPr lang="en-US" dirty="0">
                <a:solidFill>
                  <a:schemeClr val="accent6">
                    <a:lumMod val="76000"/>
                  </a:schemeClr>
                </a:solidFill>
                <a:ea typeface="Calibri"/>
                <a:cs typeface="Calibri"/>
              </a:rPr>
              <a:t>" (all other classes combined, </a:t>
            </a:r>
            <a:r>
              <a:rPr lang="en-US" dirty="0">
                <a:solidFill>
                  <a:schemeClr val="accent6">
                    <a:lumMod val="49000"/>
                  </a:schemeClr>
                </a:solidFill>
                <a:ea typeface="Calibri"/>
                <a:cs typeface="Calibri"/>
              </a:rPr>
              <a:t>negative</a:t>
            </a:r>
            <a:r>
              <a:rPr lang="en-US" dirty="0">
                <a:solidFill>
                  <a:schemeClr val="accent6">
                    <a:lumMod val="76000"/>
                  </a:schemeClr>
                </a:solidFill>
                <a:ea typeface="Calibri"/>
                <a:cs typeface="Calibri"/>
              </a:rPr>
              <a:t>).</a:t>
            </a:r>
          </a:p>
          <a:p>
            <a:r>
              <a:rPr lang="en-US" dirty="0">
                <a:ea typeface="Calibri"/>
                <a:cs typeface="Calibri"/>
              </a:rPr>
              <a:t>Prediction phase</a:t>
            </a:r>
            <a:endParaRPr lang="en-US" dirty="0"/>
          </a:p>
          <a:p>
            <a:pPr lvl="1"/>
            <a:r>
              <a:rPr lang="en-US" dirty="0">
                <a:solidFill>
                  <a:schemeClr val="accent6">
                    <a:lumMod val="76000"/>
                  </a:schemeClr>
                </a:solidFill>
                <a:ea typeface="Calibri"/>
                <a:cs typeface="Calibri"/>
              </a:rPr>
              <a:t>For a new instance, each classifier produces a score (or probability) indicating how likely it is to belong to its corresponding class.</a:t>
            </a:r>
          </a:p>
          <a:p>
            <a:pPr lvl="1">
              <a:buFont typeface="Arial"/>
              <a:buChar char="•"/>
            </a:pPr>
            <a:r>
              <a:rPr lang="en-US" dirty="0">
                <a:solidFill>
                  <a:schemeClr val="accent6">
                    <a:lumMod val="76000"/>
                  </a:schemeClr>
                </a:solidFill>
                <a:ea typeface="Calibri"/>
                <a:cs typeface="Calibri"/>
              </a:rPr>
              <a:t>The instance is assigned to the class whose classifier outputs the highest score.</a:t>
            </a:r>
            <a:endParaRPr lang="en-US">
              <a:solidFill>
                <a:schemeClr val="accent6">
                  <a:lumMod val="76000"/>
                </a:schemeClr>
              </a:solidFill>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233753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Multiclass linear classification</a:t>
            </a:r>
          </a:p>
        </p:txBody>
      </p:sp>
      <p:sp>
        <p:nvSpPr>
          <p:cNvPr id="3" name="Content Placeholder 2"/>
          <p:cNvSpPr>
            <a:spLocks noGrp="1"/>
          </p:cNvSpPr>
          <p:nvPr>
            <p:ph idx="1"/>
          </p:nvPr>
        </p:nvSpPr>
        <p:spPr/>
        <p:txBody>
          <a:bodyPr vert="horz" lIns="91440" tIns="45720" rIns="91440" bIns="45720" rtlCol="0" anchor="t">
            <a:normAutofit/>
          </a:bodyPr>
          <a:lstStyle/>
          <a:p>
            <a:r>
              <a:rPr lang="en-US"/>
              <a:t>How to make </a:t>
            </a:r>
            <a:r>
              <a:rPr lang="en-US" dirty="0" err="1"/>
              <a:t>OvR</a:t>
            </a:r>
            <a:r>
              <a:rPr lang="en-US"/>
              <a:t> work?</a:t>
            </a:r>
          </a:p>
          <a:p>
            <a:pPr lvl="1"/>
            <a:r>
              <a:rPr lang="en-US" dirty="0"/>
              <a:t>We will let each class has its linear boundaries</a:t>
            </a:r>
          </a:p>
        </p:txBody>
      </p:sp>
      <mc:AlternateContent xmlns:mc="http://schemas.openxmlformats.org/markup-compatibility/2006" xmlns:p14="http://schemas.microsoft.com/office/powerpoint/2010/main">
        <mc:Choice Requires="p14">
          <p:contentPart p14:bwMode="auto" r:id="rId2">
            <p14:nvContentPartPr>
              <p14:cNvPr id="46" name="Ink 45"/>
              <p14:cNvContentPartPr/>
              <p14:nvPr/>
            </p14:nvContentPartPr>
            <p14:xfrm>
              <a:off x="4116042" y="745398"/>
              <a:ext cx="1012680" cy="30600"/>
            </p14:xfrm>
          </p:contentPart>
        </mc:Choice>
        <mc:Fallback xmlns="">
          <p:pic>
            <p:nvPicPr>
              <p:cNvPr id="46" name="Ink 45"/>
              <p:cNvPicPr/>
              <p:nvPr/>
            </p:nvPicPr>
            <p:blipFill>
              <a:blip r:embed="rId3"/>
              <a:stretch>
                <a:fillRect/>
              </a:stretch>
            </p:blipFill>
            <p:spPr>
              <a:xfrm>
                <a:off x="4108122" y="737118"/>
                <a:ext cx="102780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15" name="Ink 114"/>
              <p14:cNvContentPartPr/>
              <p14:nvPr/>
            </p14:nvContentPartPr>
            <p14:xfrm>
              <a:off x="2950722" y="5491998"/>
              <a:ext cx="0" cy="24480"/>
            </p14:xfrm>
          </p:contentPart>
        </mc:Choice>
        <mc:Fallback xmlns="">
          <p:pic>
            <p:nvPicPr>
              <p:cNvPr id="115" name="Ink 114"/>
              <p:cNvPicPr/>
              <p:nvPr/>
            </p:nvPicPr>
            <p:blipFill>
              <a:blip r:embed="rId5"/>
              <a:stretch>
                <a:fillRect/>
              </a:stretch>
            </p:blipFill>
            <p:spPr>
              <a:xfrm>
                <a:off x="0" y="0"/>
                <a:ext cx="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35" name="Ink 134"/>
              <p14:cNvContentPartPr/>
              <p14:nvPr/>
            </p14:nvContentPartPr>
            <p14:xfrm>
              <a:off x="8653122" y="1225638"/>
              <a:ext cx="3261240" cy="348480"/>
            </p14:xfrm>
          </p:contentPart>
        </mc:Choice>
        <mc:Fallback xmlns="">
          <p:pic>
            <p:nvPicPr>
              <p:cNvPr id="135" name="Ink 134"/>
              <p:cNvPicPr/>
              <p:nvPr/>
            </p:nvPicPr>
            <p:blipFill>
              <a:blip r:embed="rId7"/>
              <a:stretch>
                <a:fillRect/>
              </a:stretch>
            </p:blipFill>
            <p:spPr>
              <a:xfrm>
                <a:off x="8642322" y="1212678"/>
                <a:ext cx="3283560" cy="37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6" name="Ink 155"/>
              <p14:cNvContentPartPr/>
              <p14:nvPr/>
            </p14:nvContentPartPr>
            <p14:xfrm>
              <a:off x="3521682" y="4972518"/>
              <a:ext cx="3600" cy="16560"/>
            </p14:xfrm>
          </p:contentPart>
        </mc:Choice>
        <mc:Fallback xmlns="">
          <p:pic>
            <p:nvPicPr>
              <p:cNvPr id="156" name="Ink 155"/>
              <p:cNvPicPr/>
              <p:nvPr/>
            </p:nvPicPr>
            <p:blipFill>
              <a:blip r:embed="rId9"/>
              <a:stretch>
                <a:fillRect/>
              </a:stretch>
            </p:blipFill>
            <p:spPr>
              <a:xfrm>
                <a:off x="3513173" y="4963518"/>
                <a:ext cx="20291"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8" name="Ink 157"/>
              <p14:cNvContentPartPr/>
              <p14:nvPr/>
            </p14:nvContentPartPr>
            <p14:xfrm>
              <a:off x="3704922" y="3154878"/>
              <a:ext cx="1638720" cy="228600"/>
            </p14:xfrm>
          </p:contentPart>
        </mc:Choice>
        <mc:Fallback xmlns="">
          <p:pic>
            <p:nvPicPr>
              <p:cNvPr id="158" name="Ink 157"/>
              <p:cNvPicPr/>
              <p:nvPr/>
            </p:nvPicPr>
            <p:blipFill>
              <a:blip r:embed="rId11"/>
              <a:stretch>
                <a:fillRect/>
              </a:stretch>
            </p:blipFill>
            <p:spPr>
              <a:xfrm>
                <a:off x="3697362" y="3144438"/>
                <a:ext cx="165564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83" name="Ink 182"/>
              <p14:cNvContentPartPr/>
              <p14:nvPr/>
            </p14:nvContentPartPr>
            <p14:xfrm>
              <a:off x="3505842" y="4786758"/>
              <a:ext cx="11160" cy="16200"/>
            </p14:xfrm>
          </p:contentPart>
        </mc:Choice>
        <mc:Fallback xmlns="">
          <p:pic>
            <p:nvPicPr>
              <p:cNvPr id="183" name="Ink 182"/>
              <p:cNvPicPr/>
              <p:nvPr/>
            </p:nvPicPr>
            <p:blipFill>
              <a:blip r:embed="rId13"/>
              <a:stretch>
                <a:fillRect/>
              </a:stretch>
            </p:blipFill>
            <p:spPr>
              <a:xfrm>
                <a:off x="3500959" y="4778838"/>
                <a:ext cx="23715"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88" name="Ink 187"/>
              <p14:cNvContentPartPr/>
              <p14:nvPr/>
            </p14:nvContentPartPr>
            <p14:xfrm>
              <a:off x="5625882" y="3583998"/>
              <a:ext cx="194760" cy="2727360"/>
            </p14:xfrm>
          </p:contentPart>
        </mc:Choice>
        <mc:Fallback xmlns="">
          <p:pic>
            <p:nvPicPr>
              <p:cNvPr id="188" name="Ink 187"/>
              <p:cNvPicPr/>
              <p:nvPr/>
            </p:nvPicPr>
            <p:blipFill>
              <a:blip r:embed="rId15"/>
              <a:stretch>
                <a:fillRect/>
              </a:stretch>
            </p:blipFill>
            <p:spPr>
              <a:xfrm>
                <a:off x="5622282" y="3574278"/>
                <a:ext cx="205560" cy="27496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94" name="Ink 193"/>
              <p14:cNvContentPartPr/>
              <p14:nvPr/>
            </p14:nvContentPartPr>
            <p14:xfrm>
              <a:off x="1714842" y="2168478"/>
              <a:ext cx="6523560" cy="675720"/>
            </p14:xfrm>
          </p:contentPart>
        </mc:Choice>
        <mc:Fallback xmlns="">
          <p:pic>
            <p:nvPicPr>
              <p:cNvPr id="194" name="Ink 193"/>
              <p:cNvPicPr/>
              <p:nvPr/>
            </p:nvPicPr>
            <p:blipFill>
              <a:blip r:embed="rId17"/>
              <a:stretch>
                <a:fillRect/>
              </a:stretch>
            </p:blipFill>
            <p:spPr>
              <a:xfrm>
                <a:off x="1706562" y="2157318"/>
                <a:ext cx="6547680" cy="6973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96" name="Ink 195"/>
              <p14:cNvContentPartPr/>
              <p14:nvPr/>
            </p14:nvContentPartPr>
            <p14:xfrm>
              <a:off x="6636762" y="3662478"/>
              <a:ext cx="2596680" cy="1152000"/>
            </p14:xfrm>
          </p:contentPart>
        </mc:Choice>
        <mc:Fallback xmlns="">
          <p:pic>
            <p:nvPicPr>
              <p:cNvPr id="196" name="Ink 195"/>
              <p:cNvPicPr/>
              <p:nvPr/>
            </p:nvPicPr>
            <p:blipFill>
              <a:blip r:embed="rId19"/>
              <a:stretch>
                <a:fillRect/>
              </a:stretch>
            </p:blipFill>
            <p:spPr>
              <a:xfrm>
                <a:off x="6626682" y="3651678"/>
                <a:ext cx="2617920" cy="11736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19" name="Ink 218"/>
              <p14:cNvContentPartPr/>
              <p14:nvPr/>
            </p14:nvContentPartPr>
            <p14:xfrm>
              <a:off x="6663762" y="4637358"/>
              <a:ext cx="182160" cy="633600"/>
            </p14:xfrm>
          </p:contentPart>
        </mc:Choice>
        <mc:Fallback xmlns="">
          <p:pic>
            <p:nvPicPr>
              <p:cNvPr id="219" name="Ink 218"/>
              <p:cNvPicPr/>
              <p:nvPr/>
            </p:nvPicPr>
            <p:blipFill>
              <a:blip r:embed="rId21"/>
              <a:stretch>
                <a:fillRect/>
              </a:stretch>
            </p:blipFill>
            <p:spPr>
              <a:xfrm>
                <a:off x="6655842" y="4627278"/>
                <a:ext cx="195120" cy="657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20" name="Ink 219"/>
              <p14:cNvContentPartPr/>
              <p14:nvPr/>
            </p14:nvContentPartPr>
            <p14:xfrm>
              <a:off x="5856282" y="4673358"/>
              <a:ext cx="779760" cy="277560"/>
            </p14:xfrm>
          </p:contentPart>
        </mc:Choice>
        <mc:Fallback xmlns="">
          <p:pic>
            <p:nvPicPr>
              <p:cNvPr id="220" name="Ink 219"/>
              <p:cNvPicPr/>
              <p:nvPr/>
            </p:nvPicPr>
            <p:blipFill>
              <a:blip r:embed="rId23"/>
              <a:stretch>
                <a:fillRect/>
              </a:stretch>
            </p:blipFill>
            <p:spPr>
              <a:xfrm>
                <a:off x="5847642" y="4663638"/>
                <a:ext cx="792000" cy="2977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22" name="Ink 221"/>
              <p14:cNvContentPartPr/>
              <p14:nvPr/>
            </p14:nvContentPartPr>
            <p14:xfrm>
              <a:off x="6845562" y="4166838"/>
              <a:ext cx="511560" cy="832320"/>
            </p14:xfrm>
          </p:contentPart>
        </mc:Choice>
        <mc:Fallback xmlns="">
          <p:pic>
            <p:nvPicPr>
              <p:cNvPr id="222" name="Ink 221"/>
              <p:cNvPicPr/>
              <p:nvPr/>
            </p:nvPicPr>
            <p:blipFill>
              <a:blip r:embed="rId25"/>
              <a:stretch>
                <a:fillRect/>
              </a:stretch>
            </p:blipFill>
            <p:spPr>
              <a:xfrm>
                <a:off x="6832242" y="4157478"/>
                <a:ext cx="528840" cy="8524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23" name="Ink 222"/>
              <p14:cNvContentPartPr/>
              <p14:nvPr/>
            </p14:nvContentPartPr>
            <p14:xfrm>
              <a:off x="7219602" y="4901958"/>
              <a:ext cx="1539000" cy="94680"/>
            </p14:xfrm>
          </p:contentPart>
        </mc:Choice>
        <mc:Fallback xmlns="">
          <p:pic>
            <p:nvPicPr>
              <p:cNvPr id="223" name="Ink 222"/>
              <p:cNvPicPr/>
              <p:nvPr/>
            </p:nvPicPr>
            <p:blipFill>
              <a:blip r:embed="rId27"/>
              <a:stretch>
                <a:fillRect/>
              </a:stretch>
            </p:blipFill>
            <p:spPr>
              <a:xfrm>
                <a:off x="7216362" y="4895118"/>
                <a:ext cx="154908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25" name="Ink 224"/>
              <p14:cNvContentPartPr/>
              <p14:nvPr/>
            </p14:nvContentPartPr>
            <p14:xfrm>
              <a:off x="6548922" y="4717638"/>
              <a:ext cx="552960" cy="685800"/>
            </p14:xfrm>
          </p:contentPart>
        </mc:Choice>
        <mc:Fallback xmlns="">
          <p:pic>
            <p:nvPicPr>
              <p:cNvPr id="225" name="Ink 224"/>
              <p:cNvPicPr/>
              <p:nvPr/>
            </p:nvPicPr>
            <p:blipFill>
              <a:blip r:embed="rId29"/>
              <a:stretch>
                <a:fillRect/>
              </a:stretch>
            </p:blipFill>
            <p:spPr>
              <a:xfrm>
                <a:off x="6539922" y="4708278"/>
                <a:ext cx="570960" cy="7052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30" name="Ink 229"/>
              <p14:cNvContentPartPr/>
              <p14:nvPr/>
            </p14:nvContentPartPr>
            <p14:xfrm>
              <a:off x="5646042" y="2838798"/>
              <a:ext cx="4594680" cy="559800"/>
            </p14:xfrm>
          </p:contentPart>
        </mc:Choice>
        <mc:Fallback xmlns="">
          <p:pic>
            <p:nvPicPr>
              <p:cNvPr id="230" name="Ink 229"/>
              <p:cNvPicPr/>
              <p:nvPr/>
            </p:nvPicPr>
            <p:blipFill>
              <a:blip r:embed="rId31"/>
              <a:stretch>
                <a:fillRect/>
              </a:stretch>
            </p:blipFill>
            <p:spPr>
              <a:xfrm>
                <a:off x="5636322" y="2824758"/>
                <a:ext cx="4618800" cy="5846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31" name="Ink 230"/>
              <p14:cNvContentPartPr/>
              <p14:nvPr/>
            </p14:nvContentPartPr>
            <p14:xfrm>
              <a:off x="936162" y="3243438"/>
              <a:ext cx="3765960" cy="671760"/>
            </p14:xfrm>
          </p:contentPart>
        </mc:Choice>
        <mc:Fallback xmlns="">
          <p:pic>
            <p:nvPicPr>
              <p:cNvPr id="231" name="Ink 230"/>
              <p:cNvPicPr/>
              <p:nvPr/>
            </p:nvPicPr>
            <p:blipFill>
              <a:blip r:embed="rId33"/>
              <a:stretch>
                <a:fillRect/>
              </a:stretch>
            </p:blipFill>
            <p:spPr>
              <a:xfrm>
                <a:off x="926082" y="3233358"/>
                <a:ext cx="3788280" cy="6922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33" name="Ink 232"/>
              <p14:cNvContentPartPr/>
              <p14:nvPr/>
            </p14:nvContentPartPr>
            <p14:xfrm>
              <a:off x="938682" y="3974238"/>
              <a:ext cx="4231080" cy="1816200"/>
            </p14:xfrm>
          </p:contentPart>
        </mc:Choice>
        <mc:Fallback xmlns="">
          <p:pic>
            <p:nvPicPr>
              <p:cNvPr id="233" name="Ink 232"/>
              <p:cNvPicPr/>
              <p:nvPr/>
            </p:nvPicPr>
            <p:blipFill>
              <a:blip r:embed="rId35"/>
              <a:stretch>
                <a:fillRect/>
              </a:stretch>
            </p:blipFill>
            <p:spPr>
              <a:xfrm>
                <a:off x="930402" y="3964158"/>
                <a:ext cx="4254120" cy="18302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7" name="Ink 236"/>
              <p14:cNvContentPartPr/>
              <p14:nvPr/>
            </p14:nvContentPartPr>
            <p14:xfrm>
              <a:off x="985482" y="1617318"/>
              <a:ext cx="405360" cy="135000"/>
            </p14:xfrm>
          </p:contentPart>
        </mc:Choice>
        <mc:Fallback xmlns="">
          <p:pic>
            <p:nvPicPr>
              <p:cNvPr id="237" name="Ink 236"/>
              <p:cNvPicPr/>
              <p:nvPr/>
            </p:nvPicPr>
            <p:blipFill>
              <a:blip r:embed="rId37"/>
              <a:stretch>
                <a:fillRect/>
              </a:stretch>
            </p:blipFill>
            <p:spPr>
              <a:xfrm>
                <a:off x="976122" y="1609038"/>
                <a:ext cx="42192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9" name="Ink 238"/>
              <p14:cNvContentPartPr/>
              <p14:nvPr/>
            </p14:nvContentPartPr>
            <p14:xfrm>
              <a:off x="842922" y="1688958"/>
              <a:ext cx="433800" cy="1553760"/>
            </p14:xfrm>
          </p:contentPart>
        </mc:Choice>
        <mc:Fallback xmlns="">
          <p:pic>
            <p:nvPicPr>
              <p:cNvPr id="239" name="Ink 238"/>
              <p:cNvPicPr/>
              <p:nvPr/>
            </p:nvPicPr>
            <p:blipFill>
              <a:blip r:embed="rId39"/>
              <a:stretch>
                <a:fillRect/>
              </a:stretch>
            </p:blipFill>
            <p:spPr>
              <a:xfrm>
                <a:off x="832482" y="1680318"/>
                <a:ext cx="455760" cy="15735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40" name="Ink 239"/>
              <p14:cNvContentPartPr/>
              <p14:nvPr/>
            </p14:nvContentPartPr>
            <p14:xfrm>
              <a:off x="2719962" y="3643758"/>
              <a:ext cx="759240" cy="192960"/>
            </p14:xfrm>
          </p:contentPart>
        </mc:Choice>
        <mc:Fallback xmlns="">
          <p:pic>
            <p:nvPicPr>
              <p:cNvPr id="240" name="Ink 239"/>
              <p:cNvPicPr/>
              <p:nvPr/>
            </p:nvPicPr>
            <p:blipFill>
              <a:blip r:embed="rId41"/>
              <a:stretch>
                <a:fillRect/>
              </a:stretch>
            </p:blipFill>
            <p:spPr>
              <a:xfrm>
                <a:off x="2713122" y="3639798"/>
                <a:ext cx="775800" cy="207000"/>
              </a:xfrm>
              <a:prstGeom prst="rect">
                <a:avLst/>
              </a:prstGeom>
            </p:spPr>
          </p:pic>
        </mc:Fallback>
      </mc:AlternateContent>
    </p:spTree>
    <p:extLst>
      <p:ext uri="{BB962C8B-B14F-4D97-AF65-F5344CB8AC3E}">
        <p14:creationId xmlns:p14="http://schemas.microsoft.com/office/powerpoint/2010/main" val="221917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From binary to multiclass logistic regression </a:t>
            </a:r>
          </a:p>
        </p:txBody>
      </p:sp>
      <p:pic>
        <p:nvPicPr>
          <p:cNvPr id="4" name="Picture 3"/>
          <p:cNvPicPr>
            <a:picLocks noChangeAspect="1"/>
          </p:cNvPicPr>
          <p:nvPr/>
        </p:nvPicPr>
        <p:blipFill>
          <a:blip r:embed="rId2"/>
          <a:stretch>
            <a:fillRect/>
          </a:stretch>
        </p:blipFill>
        <p:spPr>
          <a:xfrm>
            <a:off x="1654583" y="1061884"/>
            <a:ext cx="9318251" cy="1484209"/>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4583" y="2503018"/>
            <a:ext cx="9754978" cy="1124602"/>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54583" y="3978174"/>
            <a:ext cx="7174624" cy="1865402"/>
          </a:xfrm>
          <a:prstGeom prst="rect">
            <a:avLst/>
          </a:prstGeom>
        </p:spPr>
      </p:pic>
      <mc:AlternateContent xmlns:mc="http://schemas.openxmlformats.org/markup-compatibility/2006" xmlns:p14="http://schemas.microsoft.com/office/powerpoint/2010/main">
        <mc:Choice Requires="p14">
          <p:contentPart p14:bwMode="auto" r:id="rId5">
            <p14:nvContentPartPr>
              <p14:cNvPr id="7" name="Ink 6"/>
              <p14:cNvContentPartPr/>
              <p14:nvPr/>
            </p14:nvContentPartPr>
            <p14:xfrm>
              <a:off x="7610922" y="733158"/>
              <a:ext cx="2785680" cy="82800"/>
            </p14:xfrm>
          </p:contentPart>
        </mc:Choice>
        <mc:Fallback xmlns="">
          <p:pic>
            <p:nvPicPr>
              <p:cNvPr id="7" name="Ink 6"/>
              <p:cNvPicPr/>
              <p:nvPr/>
            </p:nvPicPr>
            <p:blipFill>
              <a:blip r:embed="rId6"/>
              <a:stretch>
                <a:fillRect/>
              </a:stretch>
            </p:blipFill>
            <p:spPr>
              <a:xfrm>
                <a:off x="7604802" y="727398"/>
                <a:ext cx="279972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p14:cNvContentPartPr/>
              <p14:nvPr/>
            </p14:nvContentPartPr>
            <p14:xfrm>
              <a:off x="7545042" y="1807758"/>
              <a:ext cx="3245760" cy="540000"/>
            </p14:xfrm>
          </p:contentPart>
        </mc:Choice>
        <mc:Fallback xmlns="">
          <p:pic>
            <p:nvPicPr>
              <p:cNvPr id="13" name="Ink 12"/>
              <p:cNvPicPr/>
              <p:nvPr/>
            </p:nvPicPr>
            <p:blipFill>
              <a:blip r:embed="rId8"/>
              <a:stretch>
                <a:fillRect/>
              </a:stretch>
            </p:blipFill>
            <p:spPr>
              <a:xfrm>
                <a:off x="7537842" y="1798038"/>
                <a:ext cx="3264120" cy="5587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4" name="Ink 13"/>
              <p14:cNvContentPartPr/>
              <p14:nvPr/>
            </p14:nvContentPartPr>
            <p14:xfrm>
              <a:off x="5343282" y="2159838"/>
              <a:ext cx="13320" cy="0"/>
            </p14:xfrm>
          </p:contentPart>
        </mc:Choice>
        <mc:Fallback xmlns="">
          <p:pic>
            <p:nvPicPr>
              <p:cNvPr id="14" name="Ink 13"/>
              <p:cNvPicPr/>
              <p:nvPr/>
            </p:nvPicPr>
            <p:blipFill>
              <a:blip r:embed="rId10"/>
              <a:stretch>
                <a:fillRect/>
              </a:stretch>
            </p:blipFill>
            <p:spPr>
              <a:xfrm>
                <a:off x="0" y="0"/>
                <a:ext cx="13320" cy="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8" name="Ink 37"/>
              <p14:cNvContentPartPr/>
              <p14:nvPr/>
            </p14:nvContentPartPr>
            <p14:xfrm>
              <a:off x="6119082" y="1506438"/>
              <a:ext cx="1894680" cy="525960"/>
            </p14:xfrm>
          </p:contentPart>
        </mc:Choice>
        <mc:Fallback xmlns="">
          <p:pic>
            <p:nvPicPr>
              <p:cNvPr id="38" name="Ink 37"/>
              <p:cNvPicPr/>
              <p:nvPr/>
            </p:nvPicPr>
            <p:blipFill>
              <a:blip r:embed="rId12"/>
              <a:stretch>
                <a:fillRect/>
              </a:stretch>
            </p:blipFill>
            <p:spPr>
              <a:xfrm>
                <a:off x="6109722" y="1496718"/>
                <a:ext cx="1913400" cy="5439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2" name="Ink 41"/>
              <p14:cNvContentPartPr/>
              <p14:nvPr/>
            </p14:nvContentPartPr>
            <p14:xfrm>
              <a:off x="6121962" y="2124918"/>
              <a:ext cx="1403280" cy="351360"/>
            </p14:xfrm>
          </p:contentPart>
        </mc:Choice>
        <mc:Fallback xmlns="">
          <p:pic>
            <p:nvPicPr>
              <p:cNvPr id="42" name="Ink 41"/>
              <p:cNvPicPr/>
              <p:nvPr/>
            </p:nvPicPr>
            <p:blipFill>
              <a:blip r:embed="rId14"/>
              <a:stretch>
                <a:fillRect/>
              </a:stretch>
            </p:blipFill>
            <p:spPr>
              <a:xfrm>
                <a:off x="6111882" y="2114838"/>
                <a:ext cx="1423080" cy="3697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45" name="Ink 44"/>
              <p14:cNvContentPartPr/>
              <p14:nvPr/>
            </p14:nvContentPartPr>
            <p14:xfrm>
              <a:off x="4630842" y="3440718"/>
              <a:ext cx="1041840" cy="172440"/>
            </p14:xfrm>
          </p:contentPart>
        </mc:Choice>
        <mc:Fallback xmlns="">
          <p:pic>
            <p:nvPicPr>
              <p:cNvPr id="45" name="Ink 44"/>
              <p:cNvPicPr/>
              <p:nvPr/>
            </p:nvPicPr>
            <p:blipFill>
              <a:blip r:embed="rId16"/>
              <a:stretch>
                <a:fillRect/>
              </a:stretch>
            </p:blipFill>
            <p:spPr>
              <a:xfrm>
                <a:off x="4620762" y="3430998"/>
                <a:ext cx="106164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46" name="Ink 45"/>
              <p14:cNvContentPartPr/>
              <p14:nvPr/>
            </p14:nvContentPartPr>
            <p14:xfrm>
              <a:off x="4826682" y="3565278"/>
              <a:ext cx="747000" cy="37800"/>
            </p14:xfrm>
          </p:contentPart>
        </mc:Choice>
        <mc:Fallback xmlns="">
          <p:pic>
            <p:nvPicPr>
              <p:cNvPr id="46" name="Ink 45"/>
              <p:cNvPicPr/>
              <p:nvPr/>
            </p:nvPicPr>
            <p:blipFill>
              <a:blip r:embed="rId18"/>
              <a:stretch>
                <a:fillRect/>
              </a:stretch>
            </p:blipFill>
            <p:spPr>
              <a:xfrm>
                <a:off x="4817322" y="3555558"/>
                <a:ext cx="76680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49" name="Ink 48"/>
              <p14:cNvContentPartPr/>
              <p14:nvPr/>
            </p14:nvContentPartPr>
            <p14:xfrm>
              <a:off x="6112962" y="3059118"/>
              <a:ext cx="1078920" cy="519480"/>
            </p14:xfrm>
          </p:contentPart>
        </mc:Choice>
        <mc:Fallback xmlns="">
          <p:pic>
            <p:nvPicPr>
              <p:cNvPr id="49" name="Ink 48"/>
              <p:cNvPicPr/>
              <p:nvPr/>
            </p:nvPicPr>
            <p:blipFill>
              <a:blip r:embed="rId20"/>
              <a:stretch>
                <a:fillRect/>
              </a:stretch>
            </p:blipFill>
            <p:spPr>
              <a:xfrm>
                <a:off x="6101802" y="3048318"/>
                <a:ext cx="1100160" cy="540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52" name="Ink 51"/>
              <p14:cNvContentPartPr/>
              <p14:nvPr/>
            </p14:nvContentPartPr>
            <p14:xfrm>
              <a:off x="4464522" y="2402838"/>
              <a:ext cx="968760" cy="41760"/>
            </p14:xfrm>
          </p:contentPart>
        </mc:Choice>
        <mc:Fallback xmlns="">
          <p:pic>
            <p:nvPicPr>
              <p:cNvPr id="52" name="Ink 51"/>
              <p:cNvPicPr/>
              <p:nvPr/>
            </p:nvPicPr>
            <p:blipFill>
              <a:blip r:embed="rId22"/>
              <a:stretch>
                <a:fillRect/>
              </a:stretch>
            </p:blipFill>
            <p:spPr>
              <a:xfrm>
                <a:off x="4453722" y="2399238"/>
                <a:ext cx="99000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53" name="Ink 52"/>
              <p14:cNvContentPartPr/>
              <p14:nvPr/>
            </p14:nvContentPartPr>
            <p14:xfrm>
              <a:off x="4508802" y="2464038"/>
              <a:ext cx="975960" cy="26280"/>
            </p14:xfrm>
          </p:contentPart>
        </mc:Choice>
        <mc:Fallback xmlns="">
          <p:pic>
            <p:nvPicPr>
              <p:cNvPr id="53" name="Ink 52"/>
              <p:cNvPicPr/>
              <p:nvPr/>
            </p:nvPicPr>
            <p:blipFill>
              <a:blip r:embed="rId24"/>
              <a:stretch>
                <a:fillRect/>
              </a:stretch>
            </p:blipFill>
            <p:spPr>
              <a:xfrm>
                <a:off x="4499442" y="2454318"/>
                <a:ext cx="99684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55" name="Ink 54"/>
              <p14:cNvContentPartPr/>
              <p14:nvPr/>
            </p14:nvContentPartPr>
            <p14:xfrm>
              <a:off x="3270402" y="2916558"/>
              <a:ext cx="1150920" cy="35640"/>
            </p14:xfrm>
          </p:contentPart>
        </mc:Choice>
        <mc:Fallback xmlns="">
          <p:pic>
            <p:nvPicPr>
              <p:cNvPr id="55" name="Ink 54"/>
              <p:cNvPicPr/>
              <p:nvPr/>
            </p:nvPicPr>
            <p:blipFill>
              <a:blip r:embed="rId26"/>
              <a:stretch>
                <a:fillRect/>
              </a:stretch>
            </p:blipFill>
            <p:spPr>
              <a:xfrm>
                <a:off x="3260322" y="2906478"/>
                <a:ext cx="117144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58" name="Ink 57"/>
              <p14:cNvContentPartPr/>
              <p14:nvPr/>
            </p14:nvContentPartPr>
            <p14:xfrm>
              <a:off x="5101002" y="1833678"/>
              <a:ext cx="339840" cy="423360"/>
            </p14:xfrm>
          </p:contentPart>
        </mc:Choice>
        <mc:Fallback xmlns="">
          <p:pic>
            <p:nvPicPr>
              <p:cNvPr id="58" name="Ink 57"/>
              <p:cNvPicPr/>
              <p:nvPr/>
            </p:nvPicPr>
            <p:blipFill>
              <a:blip r:embed="rId28"/>
              <a:stretch>
                <a:fillRect/>
              </a:stretch>
            </p:blipFill>
            <p:spPr>
              <a:xfrm>
                <a:off x="5092002" y="1824318"/>
                <a:ext cx="352800" cy="4420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59" name="Ink 58"/>
              <p14:cNvContentPartPr/>
              <p14:nvPr/>
            </p14:nvContentPartPr>
            <p14:xfrm>
              <a:off x="3276882" y="2506158"/>
              <a:ext cx="138240" cy="87480"/>
            </p14:xfrm>
          </p:contentPart>
        </mc:Choice>
        <mc:Fallback xmlns="">
          <p:pic>
            <p:nvPicPr>
              <p:cNvPr id="59" name="Ink 58"/>
              <p:cNvPicPr/>
              <p:nvPr/>
            </p:nvPicPr>
            <p:blipFill>
              <a:blip r:embed="rId30"/>
              <a:stretch>
                <a:fillRect/>
              </a:stretch>
            </p:blipFill>
            <p:spPr>
              <a:xfrm>
                <a:off x="3270042" y="2502918"/>
                <a:ext cx="14832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64" name="Ink 63"/>
              <p14:cNvContentPartPr/>
              <p14:nvPr/>
            </p14:nvContentPartPr>
            <p14:xfrm>
              <a:off x="3554802" y="2510118"/>
              <a:ext cx="123840" cy="97920"/>
            </p14:xfrm>
          </p:contentPart>
        </mc:Choice>
        <mc:Fallback xmlns="">
          <p:pic>
            <p:nvPicPr>
              <p:cNvPr id="64" name="Ink 63"/>
              <p:cNvPicPr/>
              <p:nvPr/>
            </p:nvPicPr>
            <p:blipFill>
              <a:blip r:embed="rId32"/>
              <a:stretch>
                <a:fillRect/>
              </a:stretch>
            </p:blipFill>
            <p:spPr>
              <a:xfrm>
                <a:off x="3547602" y="2506878"/>
                <a:ext cx="13428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65" name="Ink 64"/>
              <p14:cNvContentPartPr/>
              <p14:nvPr/>
            </p14:nvContentPartPr>
            <p14:xfrm>
              <a:off x="4270482" y="2536758"/>
              <a:ext cx="101520" cy="88200"/>
            </p14:xfrm>
          </p:contentPart>
        </mc:Choice>
        <mc:Fallback xmlns="">
          <p:pic>
            <p:nvPicPr>
              <p:cNvPr id="65" name="Ink 64"/>
              <p:cNvPicPr/>
              <p:nvPr/>
            </p:nvPicPr>
            <p:blipFill>
              <a:blip r:embed="rId34"/>
              <a:stretch>
                <a:fillRect/>
              </a:stretch>
            </p:blipFill>
            <p:spPr>
              <a:xfrm>
                <a:off x="4262562" y="2533158"/>
                <a:ext cx="11304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71" name="Ink 70"/>
              <p14:cNvContentPartPr/>
              <p14:nvPr/>
            </p14:nvContentPartPr>
            <p14:xfrm>
              <a:off x="7380882" y="1645398"/>
              <a:ext cx="774720" cy="158760"/>
            </p14:xfrm>
          </p:contentPart>
        </mc:Choice>
        <mc:Fallback xmlns="">
          <p:pic>
            <p:nvPicPr>
              <p:cNvPr id="71" name="Ink 70"/>
              <p:cNvPicPr/>
              <p:nvPr/>
            </p:nvPicPr>
            <p:blipFill>
              <a:blip r:embed="rId36"/>
              <a:stretch>
                <a:fillRect/>
              </a:stretch>
            </p:blipFill>
            <p:spPr>
              <a:xfrm>
                <a:off x="7374042" y="1635318"/>
                <a:ext cx="78984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77" name="Ink 76"/>
              <p14:cNvContentPartPr/>
              <p14:nvPr/>
            </p14:nvContentPartPr>
            <p14:xfrm>
              <a:off x="134082" y="1584558"/>
              <a:ext cx="790560" cy="940320"/>
            </p14:xfrm>
          </p:contentPart>
        </mc:Choice>
        <mc:Fallback xmlns="">
          <p:pic>
            <p:nvPicPr>
              <p:cNvPr id="77" name="Ink 76"/>
              <p:cNvPicPr/>
              <p:nvPr/>
            </p:nvPicPr>
            <p:blipFill>
              <a:blip r:embed="rId38"/>
              <a:stretch>
                <a:fillRect/>
              </a:stretch>
            </p:blipFill>
            <p:spPr>
              <a:xfrm>
                <a:off x="124002" y="1578078"/>
                <a:ext cx="811080" cy="9583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81" name="Ink 80"/>
              <p14:cNvContentPartPr/>
              <p14:nvPr/>
            </p14:nvContentPartPr>
            <p14:xfrm>
              <a:off x="490842" y="2412558"/>
              <a:ext cx="0" cy="14760"/>
            </p14:xfrm>
          </p:contentPart>
        </mc:Choice>
        <mc:Fallback xmlns="">
          <p:pic>
            <p:nvPicPr>
              <p:cNvPr id="81" name="Ink 80"/>
              <p:cNvPicPr/>
              <p:nvPr/>
            </p:nvPicPr>
            <p:blipFill>
              <a:blip r:embed="rId40"/>
              <a:stretch>
                <a:fillRect/>
              </a:stretch>
            </p:blipFill>
            <p:spPr>
              <a:xfrm>
                <a:off x="0" y="0"/>
                <a:ext cx="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03" name="Ink 102"/>
              <p14:cNvContentPartPr/>
              <p14:nvPr/>
            </p14:nvContentPartPr>
            <p14:xfrm>
              <a:off x="837522" y="1733958"/>
              <a:ext cx="142200" cy="299880"/>
            </p14:xfrm>
          </p:contentPart>
        </mc:Choice>
        <mc:Fallback xmlns="">
          <p:pic>
            <p:nvPicPr>
              <p:cNvPr id="103" name="Ink 102"/>
              <p:cNvPicPr/>
              <p:nvPr/>
            </p:nvPicPr>
            <p:blipFill>
              <a:blip r:embed="rId42"/>
              <a:stretch>
                <a:fillRect/>
              </a:stretch>
            </p:blipFill>
            <p:spPr>
              <a:xfrm>
                <a:off x="828162" y="1724598"/>
                <a:ext cx="155520" cy="31896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104" name="Ink 103"/>
              <p14:cNvContentPartPr/>
              <p14:nvPr/>
            </p14:nvContentPartPr>
            <p14:xfrm>
              <a:off x="1080522" y="1373598"/>
              <a:ext cx="321120" cy="504000"/>
            </p14:xfrm>
          </p:contentPart>
        </mc:Choice>
        <mc:Fallback xmlns="">
          <p:pic>
            <p:nvPicPr>
              <p:cNvPr id="104" name="Ink 103"/>
              <p:cNvPicPr/>
              <p:nvPr/>
            </p:nvPicPr>
            <p:blipFill>
              <a:blip r:embed="rId44"/>
              <a:stretch>
                <a:fillRect/>
              </a:stretch>
            </p:blipFill>
            <p:spPr>
              <a:xfrm>
                <a:off x="1070802" y="1363158"/>
                <a:ext cx="337680" cy="5252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107" name="Ink 106"/>
              <p14:cNvContentPartPr/>
              <p14:nvPr/>
            </p14:nvContentPartPr>
            <p14:xfrm>
              <a:off x="-1364238" y="2839158"/>
              <a:ext cx="1095480" cy="1083960"/>
            </p14:xfrm>
          </p:contentPart>
        </mc:Choice>
        <mc:Fallback xmlns="">
          <p:pic>
            <p:nvPicPr>
              <p:cNvPr id="107" name="Ink 106"/>
              <p:cNvPicPr/>
              <p:nvPr/>
            </p:nvPicPr>
            <p:blipFill>
              <a:blip r:embed="rId46"/>
              <a:stretch>
                <a:fillRect/>
              </a:stretch>
            </p:blipFill>
            <p:spPr>
              <a:xfrm>
                <a:off x="-1373958" y="2831598"/>
                <a:ext cx="1116720" cy="11019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124" name="Ink 123"/>
              <p14:cNvContentPartPr/>
              <p14:nvPr/>
            </p14:nvContentPartPr>
            <p14:xfrm>
              <a:off x="-199638" y="2664198"/>
              <a:ext cx="268200" cy="265680"/>
            </p14:xfrm>
          </p:contentPart>
        </mc:Choice>
        <mc:Fallback xmlns="">
          <p:pic>
            <p:nvPicPr>
              <p:cNvPr id="124" name="Ink 123"/>
              <p:cNvPicPr/>
              <p:nvPr/>
            </p:nvPicPr>
            <p:blipFill>
              <a:blip r:embed="rId48"/>
              <a:stretch>
                <a:fillRect/>
              </a:stretch>
            </p:blipFill>
            <p:spPr>
              <a:xfrm>
                <a:off x="-209718" y="2654478"/>
                <a:ext cx="28188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125" name="Ink 124"/>
              <p14:cNvContentPartPr/>
              <p14:nvPr/>
            </p14:nvContentPartPr>
            <p14:xfrm>
              <a:off x="-437958" y="2879478"/>
              <a:ext cx="151200" cy="248760"/>
            </p14:xfrm>
          </p:contentPart>
        </mc:Choice>
        <mc:Fallback xmlns="">
          <p:pic>
            <p:nvPicPr>
              <p:cNvPr id="125" name="Ink 124"/>
              <p:cNvPicPr/>
              <p:nvPr/>
            </p:nvPicPr>
            <p:blipFill>
              <a:blip r:embed="rId50"/>
              <a:stretch>
                <a:fillRect/>
              </a:stretch>
            </p:blipFill>
            <p:spPr>
              <a:xfrm>
                <a:off x="-446598" y="2871918"/>
                <a:ext cx="163440" cy="26496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135" name="Ink 134"/>
              <p14:cNvContentPartPr/>
              <p14:nvPr/>
            </p14:nvContentPartPr>
            <p14:xfrm>
              <a:off x="1548882" y="4654278"/>
              <a:ext cx="2363760" cy="1138680"/>
            </p14:xfrm>
          </p:contentPart>
        </mc:Choice>
        <mc:Fallback xmlns="">
          <p:pic>
            <p:nvPicPr>
              <p:cNvPr id="135" name="Ink 134"/>
              <p:cNvPicPr/>
              <p:nvPr/>
            </p:nvPicPr>
            <p:blipFill>
              <a:blip r:embed="rId52"/>
              <a:stretch>
                <a:fillRect/>
              </a:stretch>
            </p:blipFill>
            <p:spPr>
              <a:xfrm>
                <a:off x="1539162" y="4646358"/>
                <a:ext cx="2383920" cy="11556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139" name="Ink 138"/>
              <p14:cNvContentPartPr/>
              <p14:nvPr/>
            </p14:nvContentPartPr>
            <p14:xfrm>
              <a:off x="1461402" y="3951198"/>
              <a:ext cx="221400" cy="210960"/>
            </p14:xfrm>
          </p:contentPart>
        </mc:Choice>
        <mc:Fallback xmlns="">
          <p:pic>
            <p:nvPicPr>
              <p:cNvPr id="139" name="Ink 138"/>
              <p:cNvPicPr/>
              <p:nvPr/>
            </p:nvPicPr>
            <p:blipFill>
              <a:blip r:embed="rId54"/>
              <a:stretch>
                <a:fillRect/>
              </a:stretch>
            </p:blipFill>
            <p:spPr>
              <a:xfrm>
                <a:off x="1453482" y="3947958"/>
                <a:ext cx="23256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154" name="Ink 153"/>
              <p14:cNvContentPartPr/>
              <p14:nvPr/>
            </p14:nvContentPartPr>
            <p14:xfrm>
              <a:off x="7900722" y="2321118"/>
              <a:ext cx="312840" cy="160200"/>
            </p14:xfrm>
          </p:contentPart>
        </mc:Choice>
        <mc:Fallback xmlns="">
          <p:pic>
            <p:nvPicPr>
              <p:cNvPr id="154" name="Ink 153"/>
              <p:cNvPicPr/>
              <p:nvPr/>
            </p:nvPicPr>
            <p:blipFill>
              <a:blip r:embed="rId56"/>
              <a:stretch>
                <a:fillRect/>
              </a:stretch>
            </p:blipFill>
            <p:spPr>
              <a:xfrm>
                <a:off x="7892442" y="2317518"/>
                <a:ext cx="32472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165" name="Ink 164"/>
              <p14:cNvContentPartPr/>
              <p14:nvPr/>
            </p14:nvContentPartPr>
            <p14:xfrm>
              <a:off x="8039682" y="2979918"/>
              <a:ext cx="140040" cy="38880"/>
            </p14:xfrm>
          </p:contentPart>
        </mc:Choice>
        <mc:Fallback xmlns="">
          <p:pic>
            <p:nvPicPr>
              <p:cNvPr id="165" name="Ink 164"/>
              <p:cNvPicPr/>
              <p:nvPr/>
            </p:nvPicPr>
            <p:blipFill>
              <a:blip r:embed="rId58"/>
              <a:stretch>
                <a:fillRect/>
              </a:stretch>
            </p:blipFill>
            <p:spPr>
              <a:xfrm>
                <a:off x="8028522" y="2969118"/>
                <a:ext cx="16236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166" name="Ink 165"/>
              <p14:cNvContentPartPr/>
              <p14:nvPr/>
            </p14:nvContentPartPr>
            <p14:xfrm>
              <a:off x="4230162" y="4781358"/>
              <a:ext cx="7345080" cy="270000"/>
            </p14:xfrm>
          </p:contentPart>
        </mc:Choice>
        <mc:Fallback xmlns="">
          <p:pic>
            <p:nvPicPr>
              <p:cNvPr id="166" name="Ink 165"/>
              <p:cNvPicPr/>
              <p:nvPr/>
            </p:nvPicPr>
            <p:blipFill>
              <a:blip r:embed="rId60"/>
              <a:stretch>
                <a:fillRect/>
              </a:stretch>
            </p:blipFill>
            <p:spPr>
              <a:xfrm>
                <a:off x="4222962" y="4776318"/>
                <a:ext cx="7359120" cy="28224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169" name="Ink 168"/>
              <p14:cNvContentPartPr/>
              <p14:nvPr/>
            </p14:nvContentPartPr>
            <p14:xfrm>
              <a:off x="7065162" y="4379598"/>
              <a:ext cx="297000" cy="278280"/>
            </p14:xfrm>
          </p:contentPart>
        </mc:Choice>
        <mc:Fallback xmlns="">
          <p:pic>
            <p:nvPicPr>
              <p:cNvPr id="169" name="Ink 168"/>
              <p:cNvPicPr/>
              <p:nvPr/>
            </p:nvPicPr>
            <p:blipFill>
              <a:blip r:embed="rId62"/>
              <a:stretch>
                <a:fillRect/>
              </a:stretch>
            </p:blipFill>
            <p:spPr>
              <a:xfrm>
                <a:off x="7055802" y="4371318"/>
                <a:ext cx="315360" cy="2970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222" name="Ink 221"/>
              <p14:cNvContentPartPr/>
              <p14:nvPr/>
            </p14:nvContentPartPr>
            <p14:xfrm>
              <a:off x="3599082" y="5766318"/>
              <a:ext cx="655560" cy="56880"/>
            </p14:xfrm>
          </p:contentPart>
        </mc:Choice>
        <mc:Fallback xmlns="">
          <p:pic>
            <p:nvPicPr>
              <p:cNvPr id="222" name="Ink 221"/>
              <p:cNvPicPr/>
              <p:nvPr/>
            </p:nvPicPr>
            <p:blipFill>
              <a:blip r:embed="rId64"/>
              <a:stretch>
                <a:fillRect/>
              </a:stretch>
            </p:blipFill>
            <p:spPr>
              <a:xfrm>
                <a:off x="3585402" y="5754798"/>
                <a:ext cx="68112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237" name="Ink 236"/>
              <p14:cNvContentPartPr/>
              <p14:nvPr/>
            </p14:nvContentPartPr>
            <p14:xfrm>
              <a:off x="4468122" y="4566078"/>
              <a:ext cx="9030600" cy="2091240"/>
            </p14:xfrm>
          </p:contentPart>
        </mc:Choice>
        <mc:Fallback xmlns="">
          <p:pic>
            <p:nvPicPr>
              <p:cNvPr id="237" name="Ink 236"/>
              <p:cNvPicPr/>
              <p:nvPr/>
            </p:nvPicPr>
            <p:blipFill>
              <a:blip r:embed="rId66"/>
              <a:stretch>
                <a:fillRect/>
              </a:stretch>
            </p:blipFill>
            <p:spPr>
              <a:xfrm>
                <a:off x="4460922" y="4557798"/>
                <a:ext cx="9047520" cy="211104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249" name="Ink 248"/>
              <p14:cNvContentPartPr/>
              <p14:nvPr/>
            </p14:nvContentPartPr>
            <p14:xfrm>
              <a:off x="9871722" y="4028238"/>
              <a:ext cx="933480" cy="501480"/>
            </p14:xfrm>
          </p:contentPart>
        </mc:Choice>
        <mc:Fallback xmlns="">
          <p:pic>
            <p:nvPicPr>
              <p:cNvPr id="249" name="Ink 248"/>
              <p:cNvPicPr/>
              <p:nvPr/>
            </p:nvPicPr>
            <p:blipFill>
              <a:blip r:embed="rId68"/>
              <a:stretch>
                <a:fillRect/>
              </a:stretch>
            </p:blipFill>
            <p:spPr>
              <a:xfrm>
                <a:off x="9862362" y="4020678"/>
                <a:ext cx="953640" cy="5194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255" name="Ink 254"/>
              <p14:cNvContentPartPr/>
              <p14:nvPr/>
            </p14:nvContentPartPr>
            <p14:xfrm>
              <a:off x="13284162" y="5170158"/>
              <a:ext cx="17640" cy="9000"/>
            </p14:xfrm>
          </p:contentPart>
        </mc:Choice>
        <mc:Fallback xmlns="">
          <p:pic>
            <p:nvPicPr>
              <p:cNvPr id="255" name="Ink 254"/>
              <p:cNvPicPr/>
              <p:nvPr/>
            </p:nvPicPr>
            <p:blipFill>
              <a:blip r:embed="rId70"/>
              <a:stretch>
                <a:fillRect/>
              </a:stretch>
            </p:blipFill>
            <p:spPr>
              <a:xfrm>
                <a:off x="13273722" y="5159718"/>
                <a:ext cx="3960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257" name="Ink 256"/>
              <p14:cNvContentPartPr/>
              <p14:nvPr/>
            </p14:nvContentPartPr>
            <p14:xfrm>
              <a:off x="5491242" y="4226238"/>
              <a:ext cx="2059560" cy="777600"/>
            </p14:xfrm>
          </p:contentPart>
        </mc:Choice>
        <mc:Fallback xmlns="">
          <p:pic>
            <p:nvPicPr>
              <p:cNvPr id="257" name="Ink 256"/>
              <p:cNvPicPr/>
              <p:nvPr/>
            </p:nvPicPr>
            <p:blipFill>
              <a:blip r:embed="rId72"/>
              <a:stretch>
                <a:fillRect/>
              </a:stretch>
            </p:blipFill>
            <p:spPr>
              <a:xfrm>
                <a:off x="5482602" y="4217238"/>
                <a:ext cx="2077920" cy="79668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259" name="Ink 258"/>
              <p14:cNvContentPartPr/>
              <p14:nvPr/>
            </p14:nvContentPartPr>
            <p14:xfrm>
              <a:off x="5178042" y="3672558"/>
              <a:ext cx="50040" cy="74160"/>
            </p14:xfrm>
          </p:contentPart>
        </mc:Choice>
        <mc:Fallback xmlns="">
          <p:pic>
            <p:nvPicPr>
              <p:cNvPr id="259" name="Ink 258"/>
              <p:cNvPicPr/>
              <p:nvPr/>
            </p:nvPicPr>
            <p:blipFill>
              <a:blip r:embed="rId74"/>
              <a:stretch>
                <a:fillRect/>
              </a:stretch>
            </p:blipFill>
            <p:spPr>
              <a:xfrm>
                <a:off x="5172642" y="3663198"/>
                <a:ext cx="6264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261" name="Ink 260"/>
              <p14:cNvContentPartPr/>
              <p14:nvPr/>
            </p14:nvContentPartPr>
            <p14:xfrm>
              <a:off x="7121322" y="2628198"/>
              <a:ext cx="186120" cy="363960"/>
            </p14:xfrm>
          </p:contentPart>
        </mc:Choice>
        <mc:Fallback xmlns="">
          <p:pic>
            <p:nvPicPr>
              <p:cNvPr id="261" name="Ink 260"/>
              <p:cNvPicPr/>
              <p:nvPr/>
            </p:nvPicPr>
            <p:blipFill>
              <a:blip r:embed="rId76"/>
              <a:stretch>
                <a:fillRect/>
              </a:stretch>
            </p:blipFill>
            <p:spPr>
              <a:xfrm>
                <a:off x="7112322" y="2619198"/>
                <a:ext cx="205920" cy="3837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262" name="Ink 261"/>
              <p14:cNvContentPartPr/>
              <p14:nvPr/>
            </p14:nvContentPartPr>
            <p14:xfrm>
              <a:off x="6301242" y="3466278"/>
              <a:ext cx="511200" cy="73800"/>
            </p14:xfrm>
          </p:contentPart>
        </mc:Choice>
        <mc:Fallback xmlns="">
          <p:pic>
            <p:nvPicPr>
              <p:cNvPr id="262" name="Ink 261"/>
              <p:cNvPicPr/>
              <p:nvPr/>
            </p:nvPicPr>
            <p:blipFill>
              <a:blip r:embed="rId78"/>
              <a:stretch>
                <a:fillRect/>
              </a:stretch>
            </p:blipFill>
            <p:spPr>
              <a:xfrm>
                <a:off x="6295482" y="3460518"/>
                <a:ext cx="52452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263" name="Ink 262"/>
              <p14:cNvContentPartPr/>
              <p14:nvPr/>
            </p14:nvContentPartPr>
            <p14:xfrm>
              <a:off x="5882922" y="4409118"/>
              <a:ext cx="1051200" cy="304200"/>
            </p14:xfrm>
          </p:contentPart>
        </mc:Choice>
        <mc:Fallback xmlns="">
          <p:pic>
            <p:nvPicPr>
              <p:cNvPr id="263" name="Ink 262"/>
              <p:cNvPicPr/>
              <p:nvPr/>
            </p:nvPicPr>
            <p:blipFill>
              <a:blip r:embed="rId80"/>
              <a:stretch>
                <a:fillRect/>
              </a:stretch>
            </p:blipFill>
            <p:spPr>
              <a:xfrm>
                <a:off x="5873562" y="4399398"/>
                <a:ext cx="1064520" cy="32364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266" name="Ink 265"/>
              <p14:cNvContentPartPr/>
              <p14:nvPr/>
            </p14:nvContentPartPr>
            <p14:xfrm>
              <a:off x="6010722" y="6049998"/>
              <a:ext cx="1799640" cy="497160"/>
            </p14:xfrm>
          </p:contentPart>
        </mc:Choice>
        <mc:Fallback xmlns="">
          <p:pic>
            <p:nvPicPr>
              <p:cNvPr id="266" name="Ink 265"/>
              <p:cNvPicPr/>
              <p:nvPr/>
            </p:nvPicPr>
            <p:blipFill>
              <a:blip r:embed="rId82"/>
              <a:stretch>
                <a:fillRect/>
              </a:stretch>
            </p:blipFill>
            <p:spPr>
              <a:xfrm>
                <a:off x="6001362" y="6040638"/>
                <a:ext cx="1819800" cy="51552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267" name="Ink 266"/>
              <p14:cNvContentPartPr/>
              <p14:nvPr/>
            </p14:nvContentPartPr>
            <p14:xfrm>
              <a:off x="4291722" y="6179958"/>
              <a:ext cx="1352520" cy="567360"/>
            </p14:xfrm>
          </p:contentPart>
        </mc:Choice>
        <mc:Fallback xmlns="">
          <p:pic>
            <p:nvPicPr>
              <p:cNvPr id="267" name="Ink 266"/>
              <p:cNvPicPr/>
              <p:nvPr/>
            </p:nvPicPr>
            <p:blipFill>
              <a:blip r:embed="rId84"/>
              <a:stretch>
                <a:fillRect/>
              </a:stretch>
            </p:blipFill>
            <p:spPr>
              <a:xfrm>
                <a:off x="4284522" y="6171318"/>
                <a:ext cx="1363680" cy="58644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268" name="Ink 267"/>
              <p14:cNvContentPartPr/>
              <p14:nvPr/>
            </p14:nvContentPartPr>
            <p14:xfrm>
              <a:off x="6375042" y="6573078"/>
              <a:ext cx="933120" cy="91080"/>
            </p14:xfrm>
          </p:contentPart>
        </mc:Choice>
        <mc:Fallback xmlns="">
          <p:pic>
            <p:nvPicPr>
              <p:cNvPr id="268" name="Ink 267"/>
              <p:cNvPicPr/>
              <p:nvPr/>
            </p:nvPicPr>
            <p:blipFill>
              <a:blip r:embed="rId86"/>
              <a:stretch>
                <a:fillRect/>
              </a:stretch>
            </p:blipFill>
            <p:spPr>
              <a:xfrm>
                <a:off x="6366762" y="6565158"/>
                <a:ext cx="94968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271" name="Ink 270"/>
              <p14:cNvContentPartPr/>
              <p14:nvPr/>
            </p14:nvContentPartPr>
            <p14:xfrm>
              <a:off x="6422922" y="6559758"/>
              <a:ext cx="1117440" cy="96840"/>
            </p14:xfrm>
          </p:contentPart>
        </mc:Choice>
        <mc:Fallback xmlns="">
          <p:pic>
            <p:nvPicPr>
              <p:cNvPr id="271" name="Ink 270"/>
              <p:cNvPicPr/>
              <p:nvPr/>
            </p:nvPicPr>
            <p:blipFill>
              <a:blip r:embed="rId88"/>
              <a:stretch>
                <a:fillRect/>
              </a:stretch>
            </p:blipFill>
            <p:spPr>
              <a:xfrm>
                <a:off x="6415002" y="6553278"/>
                <a:ext cx="113292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272" name="Ink 271"/>
              <p14:cNvContentPartPr/>
              <p14:nvPr/>
            </p14:nvContentPartPr>
            <p14:xfrm>
              <a:off x="6444882" y="6545358"/>
              <a:ext cx="1044000" cy="117000"/>
            </p14:xfrm>
          </p:contentPart>
        </mc:Choice>
        <mc:Fallback xmlns="">
          <p:pic>
            <p:nvPicPr>
              <p:cNvPr id="272" name="Ink 271"/>
              <p:cNvPicPr/>
              <p:nvPr/>
            </p:nvPicPr>
            <p:blipFill>
              <a:blip r:embed="rId90"/>
              <a:stretch>
                <a:fillRect/>
              </a:stretch>
            </p:blipFill>
            <p:spPr>
              <a:xfrm>
                <a:off x="6435882" y="6537798"/>
                <a:ext cx="106020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274" name="Ink 273"/>
              <p14:cNvContentPartPr/>
              <p14:nvPr/>
            </p14:nvContentPartPr>
            <p14:xfrm>
              <a:off x="6286122" y="6566238"/>
              <a:ext cx="1107720" cy="73080"/>
            </p14:xfrm>
          </p:contentPart>
        </mc:Choice>
        <mc:Fallback xmlns="">
          <p:pic>
            <p:nvPicPr>
              <p:cNvPr id="274" name="Ink 273"/>
              <p:cNvPicPr/>
              <p:nvPr/>
            </p:nvPicPr>
            <p:blipFill>
              <a:blip r:embed="rId92"/>
              <a:stretch>
                <a:fillRect/>
              </a:stretch>
            </p:blipFill>
            <p:spPr>
              <a:xfrm>
                <a:off x="6278562" y="6557238"/>
                <a:ext cx="1123560" cy="87840"/>
              </a:xfrm>
              <a:prstGeom prst="rect">
                <a:avLst/>
              </a:prstGeom>
            </p:spPr>
          </p:pic>
        </mc:Fallback>
      </mc:AlternateContent>
    </p:spTree>
    <p:extLst>
      <p:ext uri="{BB962C8B-B14F-4D97-AF65-F5344CB8AC3E}">
        <p14:creationId xmlns:p14="http://schemas.microsoft.com/office/powerpoint/2010/main" val="53780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Multiclass logistic regression</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3881" y="930851"/>
            <a:ext cx="8969214" cy="5584059"/>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p14:cNvContentPartPr/>
              <p14:nvPr/>
            </p14:nvContentPartPr>
            <p14:xfrm>
              <a:off x="1726002" y="1088118"/>
              <a:ext cx="605160" cy="275760"/>
            </p14:xfrm>
          </p:contentPart>
        </mc:Choice>
        <mc:Fallback xmlns="">
          <p:pic>
            <p:nvPicPr>
              <p:cNvPr id="5" name="Ink 4"/>
              <p:cNvPicPr/>
              <p:nvPr/>
            </p:nvPicPr>
            <p:blipFill>
              <a:blip r:embed="rId4"/>
              <a:stretch>
                <a:fillRect/>
              </a:stretch>
            </p:blipFill>
            <p:spPr>
              <a:xfrm>
                <a:off x="1717362" y="1084158"/>
                <a:ext cx="617760" cy="2894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p14:cNvContentPartPr/>
              <p14:nvPr/>
            </p14:nvContentPartPr>
            <p14:xfrm>
              <a:off x="5997042" y="1404198"/>
              <a:ext cx="200880" cy="41760"/>
            </p14:xfrm>
          </p:contentPart>
        </mc:Choice>
        <mc:Fallback xmlns="">
          <p:pic>
            <p:nvPicPr>
              <p:cNvPr id="9" name="Ink 8"/>
              <p:cNvPicPr/>
              <p:nvPr/>
            </p:nvPicPr>
            <p:blipFill>
              <a:blip r:embed="rId6"/>
              <a:stretch>
                <a:fillRect/>
              </a:stretch>
            </p:blipFill>
            <p:spPr>
              <a:xfrm>
                <a:off x="5985882" y="1397718"/>
                <a:ext cx="21996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k 11"/>
              <p14:cNvContentPartPr/>
              <p14:nvPr/>
            </p14:nvContentPartPr>
            <p14:xfrm>
              <a:off x="4787082" y="1434078"/>
              <a:ext cx="166680" cy="30600"/>
            </p14:xfrm>
          </p:contentPart>
        </mc:Choice>
        <mc:Fallback xmlns="">
          <p:pic>
            <p:nvPicPr>
              <p:cNvPr id="12" name="Ink 11"/>
              <p:cNvPicPr/>
              <p:nvPr/>
            </p:nvPicPr>
            <p:blipFill>
              <a:blip r:embed="rId8"/>
              <a:stretch>
                <a:fillRect/>
              </a:stretch>
            </p:blipFill>
            <p:spPr>
              <a:xfrm>
                <a:off x="4777002" y="1425078"/>
                <a:ext cx="18072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Ink 12"/>
              <p14:cNvContentPartPr/>
              <p14:nvPr/>
            </p14:nvContentPartPr>
            <p14:xfrm>
              <a:off x="5147442" y="1452078"/>
              <a:ext cx="221760" cy="15120"/>
            </p14:xfrm>
          </p:contentPart>
        </mc:Choice>
        <mc:Fallback xmlns="">
          <p:pic>
            <p:nvPicPr>
              <p:cNvPr id="13" name="Ink 12"/>
              <p:cNvPicPr/>
              <p:nvPr/>
            </p:nvPicPr>
            <p:blipFill>
              <a:blip r:embed="rId10"/>
              <a:stretch>
                <a:fillRect/>
              </a:stretch>
            </p:blipFill>
            <p:spPr>
              <a:xfrm>
                <a:off x="5137362" y="1448118"/>
                <a:ext cx="23580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4" name="Ink 13"/>
              <p14:cNvContentPartPr/>
              <p14:nvPr/>
            </p14:nvContentPartPr>
            <p14:xfrm>
              <a:off x="3643002" y="2241198"/>
              <a:ext cx="1373760" cy="123480"/>
            </p14:xfrm>
          </p:contentPart>
        </mc:Choice>
        <mc:Fallback xmlns="">
          <p:pic>
            <p:nvPicPr>
              <p:cNvPr id="14" name="Ink 13"/>
              <p:cNvPicPr/>
              <p:nvPr/>
            </p:nvPicPr>
            <p:blipFill>
              <a:blip r:embed="rId12"/>
              <a:stretch>
                <a:fillRect/>
              </a:stretch>
            </p:blipFill>
            <p:spPr>
              <a:xfrm>
                <a:off x="3634002" y="2234358"/>
                <a:ext cx="139212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9" name="Ink 18"/>
              <p14:cNvContentPartPr/>
              <p14:nvPr/>
            </p14:nvContentPartPr>
            <p14:xfrm>
              <a:off x="7584642" y="3500478"/>
              <a:ext cx="928440" cy="53280"/>
            </p14:xfrm>
          </p:contentPart>
        </mc:Choice>
        <mc:Fallback xmlns="">
          <p:pic>
            <p:nvPicPr>
              <p:cNvPr id="19" name="Ink 18"/>
              <p:cNvPicPr/>
              <p:nvPr/>
            </p:nvPicPr>
            <p:blipFill>
              <a:blip r:embed="rId14"/>
              <a:stretch>
                <a:fillRect/>
              </a:stretch>
            </p:blipFill>
            <p:spPr>
              <a:xfrm>
                <a:off x="7574922" y="3490758"/>
                <a:ext cx="94860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8" name="Ink 27"/>
              <p14:cNvContentPartPr/>
              <p14:nvPr/>
            </p14:nvContentPartPr>
            <p14:xfrm>
              <a:off x="9206082" y="2481678"/>
              <a:ext cx="2819880" cy="572760"/>
            </p14:xfrm>
          </p:contentPart>
        </mc:Choice>
        <mc:Fallback xmlns="">
          <p:pic>
            <p:nvPicPr>
              <p:cNvPr id="28" name="Ink 27"/>
              <p:cNvPicPr/>
              <p:nvPr/>
            </p:nvPicPr>
            <p:blipFill>
              <a:blip r:embed="rId16"/>
              <a:stretch>
                <a:fillRect/>
              </a:stretch>
            </p:blipFill>
            <p:spPr>
              <a:xfrm>
                <a:off x="9199602" y="2471238"/>
                <a:ext cx="2836440" cy="5929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41" name="Ink 240"/>
              <p14:cNvContentPartPr/>
              <p14:nvPr/>
            </p14:nvContentPartPr>
            <p14:xfrm>
              <a:off x="9077202" y="2356038"/>
              <a:ext cx="279000" cy="127440"/>
            </p14:xfrm>
          </p:contentPart>
        </mc:Choice>
        <mc:Fallback xmlns="">
          <p:pic>
            <p:nvPicPr>
              <p:cNvPr id="241" name="Ink 240"/>
              <p:cNvPicPr/>
              <p:nvPr/>
            </p:nvPicPr>
            <p:blipFill>
              <a:blip r:embed="rId18"/>
              <a:stretch>
                <a:fillRect/>
              </a:stretch>
            </p:blipFill>
            <p:spPr>
              <a:xfrm>
                <a:off x="9070362" y="2343798"/>
                <a:ext cx="29808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42" name="Ink 241"/>
              <p14:cNvContentPartPr/>
              <p14:nvPr/>
            </p14:nvContentPartPr>
            <p14:xfrm>
              <a:off x="9291762" y="2329038"/>
              <a:ext cx="276480" cy="117720"/>
            </p14:xfrm>
          </p:contentPart>
        </mc:Choice>
        <mc:Fallback xmlns="">
          <p:pic>
            <p:nvPicPr>
              <p:cNvPr id="242" name="Ink 241"/>
              <p:cNvPicPr/>
              <p:nvPr/>
            </p:nvPicPr>
            <p:blipFill>
              <a:blip r:embed="rId20"/>
              <a:stretch>
                <a:fillRect/>
              </a:stretch>
            </p:blipFill>
            <p:spPr>
              <a:xfrm>
                <a:off x="9280602" y="2317878"/>
                <a:ext cx="29952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43" name="Ink 242"/>
              <p14:cNvContentPartPr/>
              <p14:nvPr/>
            </p14:nvContentPartPr>
            <p14:xfrm>
              <a:off x="8822322" y="3190518"/>
              <a:ext cx="986760" cy="88560"/>
            </p14:xfrm>
          </p:contentPart>
        </mc:Choice>
        <mc:Fallback xmlns="">
          <p:pic>
            <p:nvPicPr>
              <p:cNvPr id="243" name="Ink 242"/>
              <p:cNvPicPr/>
              <p:nvPr/>
            </p:nvPicPr>
            <p:blipFill>
              <a:blip r:embed="rId22"/>
              <a:stretch>
                <a:fillRect/>
              </a:stretch>
            </p:blipFill>
            <p:spPr>
              <a:xfrm>
                <a:off x="8815482" y="3182958"/>
                <a:ext cx="100152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44" name="Ink 243"/>
              <p14:cNvContentPartPr/>
              <p14:nvPr/>
            </p14:nvContentPartPr>
            <p14:xfrm>
              <a:off x="4756482" y="3905478"/>
              <a:ext cx="499680" cy="110160"/>
            </p14:xfrm>
          </p:contentPart>
        </mc:Choice>
        <mc:Fallback xmlns="">
          <p:pic>
            <p:nvPicPr>
              <p:cNvPr id="244" name="Ink 243"/>
              <p:cNvPicPr/>
              <p:nvPr/>
            </p:nvPicPr>
            <p:blipFill>
              <a:blip r:embed="rId24"/>
              <a:stretch>
                <a:fillRect/>
              </a:stretch>
            </p:blipFill>
            <p:spPr>
              <a:xfrm>
                <a:off x="4749642" y="3898638"/>
                <a:ext cx="51336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47" name="Ink 246"/>
              <p14:cNvContentPartPr/>
              <p14:nvPr/>
            </p14:nvContentPartPr>
            <p14:xfrm>
              <a:off x="6782922" y="3977838"/>
              <a:ext cx="641160" cy="52200"/>
            </p14:xfrm>
          </p:contentPart>
        </mc:Choice>
        <mc:Fallback xmlns="">
          <p:pic>
            <p:nvPicPr>
              <p:cNvPr id="247" name="Ink 246"/>
              <p:cNvPicPr/>
              <p:nvPr/>
            </p:nvPicPr>
            <p:blipFill>
              <a:blip r:embed="rId26"/>
              <a:stretch>
                <a:fillRect/>
              </a:stretch>
            </p:blipFill>
            <p:spPr>
              <a:xfrm>
                <a:off x="6775002" y="3970998"/>
                <a:ext cx="65736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53" name="Ink 252"/>
              <p14:cNvContentPartPr/>
              <p14:nvPr/>
            </p14:nvContentPartPr>
            <p14:xfrm>
              <a:off x="-260838" y="1735398"/>
              <a:ext cx="1854000" cy="1528200"/>
            </p14:xfrm>
          </p:contentPart>
        </mc:Choice>
        <mc:Fallback xmlns="">
          <p:pic>
            <p:nvPicPr>
              <p:cNvPr id="253" name="Ink 252"/>
              <p:cNvPicPr/>
              <p:nvPr/>
            </p:nvPicPr>
            <p:blipFill>
              <a:blip r:embed="rId28"/>
              <a:stretch>
                <a:fillRect/>
              </a:stretch>
            </p:blipFill>
            <p:spPr>
              <a:xfrm>
                <a:off x="-269118" y="1725678"/>
                <a:ext cx="1872360" cy="15454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6" name="Ink 35"/>
              <p14:cNvContentPartPr/>
              <p14:nvPr/>
            </p14:nvContentPartPr>
            <p14:xfrm>
              <a:off x="-426438" y="2550078"/>
              <a:ext cx="28080" cy="3240"/>
            </p14:xfrm>
          </p:contentPart>
        </mc:Choice>
        <mc:Fallback xmlns="">
          <p:pic>
            <p:nvPicPr>
              <p:cNvPr id="36" name="Ink 35"/>
              <p:cNvPicPr/>
              <p:nvPr/>
            </p:nvPicPr>
            <p:blipFill>
              <a:blip r:embed="rId30"/>
              <a:stretch>
                <a:fillRect/>
              </a:stretch>
            </p:blipFill>
            <p:spPr>
              <a:xfrm>
                <a:off x="-432198" y="2544318"/>
                <a:ext cx="37080" cy="122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7" name="Ink 36"/>
              <p14:cNvContentPartPr/>
              <p14:nvPr/>
            </p14:nvContentPartPr>
            <p14:xfrm>
              <a:off x="-327438" y="2786958"/>
              <a:ext cx="21240" cy="54000"/>
            </p14:xfrm>
          </p:contentPart>
        </mc:Choice>
        <mc:Fallback xmlns="">
          <p:pic>
            <p:nvPicPr>
              <p:cNvPr id="37" name="Ink 36"/>
              <p:cNvPicPr/>
              <p:nvPr/>
            </p:nvPicPr>
            <p:blipFill>
              <a:blip r:embed="rId32"/>
              <a:stretch>
                <a:fillRect/>
              </a:stretch>
            </p:blipFill>
            <p:spPr>
              <a:xfrm>
                <a:off x="-334998" y="2780478"/>
                <a:ext cx="3528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8" name="Ink 37"/>
              <p14:cNvContentPartPr/>
              <p14:nvPr/>
            </p14:nvContentPartPr>
            <p14:xfrm>
              <a:off x="-119718" y="2056518"/>
              <a:ext cx="1445400" cy="643680"/>
            </p14:xfrm>
          </p:contentPart>
        </mc:Choice>
        <mc:Fallback xmlns="">
          <p:pic>
            <p:nvPicPr>
              <p:cNvPr id="38" name="Ink 37"/>
              <p:cNvPicPr/>
              <p:nvPr/>
            </p:nvPicPr>
            <p:blipFill>
              <a:blip r:embed="rId34"/>
              <a:stretch>
                <a:fillRect/>
              </a:stretch>
            </p:blipFill>
            <p:spPr>
              <a:xfrm>
                <a:off x="-127998" y="2048958"/>
                <a:ext cx="1461240" cy="65916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39" name="Ink 38"/>
              <p14:cNvContentPartPr/>
              <p14:nvPr/>
            </p14:nvContentPartPr>
            <p14:xfrm>
              <a:off x="81522" y="2287638"/>
              <a:ext cx="1200240" cy="522000"/>
            </p14:xfrm>
          </p:contentPart>
        </mc:Choice>
        <mc:Fallback xmlns="">
          <p:pic>
            <p:nvPicPr>
              <p:cNvPr id="39" name="Ink 38"/>
              <p:cNvPicPr/>
              <p:nvPr/>
            </p:nvPicPr>
            <p:blipFill>
              <a:blip r:embed="rId36"/>
              <a:stretch>
                <a:fillRect/>
              </a:stretch>
            </p:blipFill>
            <p:spPr>
              <a:xfrm>
                <a:off x="73962" y="2278638"/>
                <a:ext cx="1216800" cy="5396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0" name="Ink 39"/>
              <p14:cNvContentPartPr/>
              <p14:nvPr/>
            </p14:nvContentPartPr>
            <p14:xfrm>
              <a:off x="89082" y="2424078"/>
              <a:ext cx="1329480" cy="574200"/>
            </p14:xfrm>
          </p:contentPart>
        </mc:Choice>
        <mc:Fallback xmlns="">
          <p:pic>
            <p:nvPicPr>
              <p:cNvPr id="40" name="Ink 39"/>
              <p:cNvPicPr/>
              <p:nvPr/>
            </p:nvPicPr>
            <p:blipFill>
              <a:blip r:embed="rId38"/>
              <a:stretch>
                <a:fillRect/>
              </a:stretch>
            </p:blipFill>
            <p:spPr>
              <a:xfrm>
                <a:off x="80442" y="2416878"/>
                <a:ext cx="1346040" cy="5900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7" name="Ink 46"/>
              <p14:cNvContentPartPr/>
              <p14:nvPr/>
            </p14:nvContentPartPr>
            <p14:xfrm>
              <a:off x="-239238" y="2952918"/>
              <a:ext cx="389880" cy="443520"/>
            </p14:xfrm>
          </p:contentPart>
        </mc:Choice>
        <mc:Fallback xmlns="">
          <p:pic>
            <p:nvPicPr>
              <p:cNvPr id="47" name="Ink 46"/>
              <p:cNvPicPr/>
              <p:nvPr/>
            </p:nvPicPr>
            <p:blipFill>
              <a:blip r:embed="rId40"/>
              <a:stretch>
                <a:fillRect/>
              </a:stretch>
            </p:blipFill>
            <p:spPr>
              <a:xfrm>
                <a:off x="-246798" y="2946798"/>
                <a:ext cx="403560" cy="4586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52" name="Ink 51"/>
              <p14:cNvContentPartPr/>
              <p14:nvPr/>
            </p14:nvContentPartPr>
            <p14:xfrm>
              <a:off x="4971402" y="5089878"/>
              <a:ext cx="369360" cy="161640"/>
            </p14:xfrm>
          </p:contentPart>
        </mc:Choice>
        <mc:Fallback xmlns="">
          <p:pic>
            <p:nvPicPr>
              <p:cNvPr id="52" name="Ink 51"/>
              <p:cNvPicPr/>
              <p:nvPr/>
            </p:nvPicPr>
            <p:blipFill>
              <a:blip r:embed="rId42"/>
              <a:stretch>
                <a:fillRect/>
              </a:stretch>
            </p:blipFill>
            <p:spPr>
              <a:xfrm>
                <a:off x="4965642" y="5082318"/>
                <a:ext cx="378000" cy="176400"/>
              </a:xfrm>
              <a:prstGeom prst="rect">
                <a:avLst/>
              </a:prstGeom>
            </p:spPr>
          </p:pic>
        </mc:Fallback>
      </mc:AlternateContent>
    </p:spTree>
    <p:extLst>
      <p:ext uri="{BB962C8B-B14F-4D97-AF65-F5344CB8AC3E}">
        <p14:creationId xmlns:p14="http://schemas.microsoft.com/office/powerpoint/2010/main" val="1731795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Multiclass Perceptron</a:t>
            </a:r>
          </a:p>
        </p:txBody>
      </p:sp>
      <p:pic>
        <p:nvPicPr>
          <p:cNvPr id="4" name="Picture 3"/>
          <p:cNvPicPr>
            <a:picLocks noChangeAspect="1"/>
          </p:cNvPicPr>
          <p:nvPr/>
        </p:nvPicPr>
        <p:blipFill>
          <a:blip r:embed="rId2"/>
          <a:stretch>
            <a:fillRect/>
          </a:stretch>
        </p:blipFill>
        <p:spPr>
          <a:xfrm>
            <a:off x="1141463" y="1061884"/>
            <a:ext cx="9582643" cy="2272173"/>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8733" y="3097162"/>
            <a:ext cx="7854784" cy="3451936"/>
          </a:xfrm>
          <a:prstGeom prst="rect">
            <a:avLst/>
          </a:prstGeom>
        </p:spPr>
      </p:pic>
      <mc:AlternateContent xmlns:mc="http://schemas.openxmlformats.org/markup-compatibility/2006" xmlns:p14="http://schemas.microsoft.com/office/powerpoint/2010/main">
        <mc:Choice Requires="p14">
          <p:contentPart p14:bwMode="auto" r:id="rId4">
            <p14:nvContentPartPr>
              <p14:cNvPr id="7" name="Ink 6"/>
              <p14:cNvContentPartPr/>
              <p14:nvPr/>
            </p14:nvContentPartPr>
            <p14:xfrm>
              <a:off x="945162" y="1330038"/>
              <a:ext cx="382680" cy="201960"/>
            </p14:xfrm>
          </p:contentPart>
        </mc:Choice>
        <mc:Fallback xmlns="">
          <p:pic>
            <p:nvPicPr>
              <p:cNvPr id="7" name="Ink 6"/>
              <p:cNvPicPr/>
              <p:nvPr/>
            </p:nvPicPr>
            <p:blipFill>
              <a:blip r:embed="rId5"/>
              <a:stretch>
                <a:fillRect/>
              </a:stretch>
            </p:blipFill>
            <p:spPr>
              <a:xfrm>
                <a:off x="936522" y="1325358"/>
                <a:ext cx="39492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p14:cNvContentPartPr/>
              <p14:nvPr/>
            </p14:nvContentPartPr>
            <p14:xfrm>
              <a:off x="2545002" y="1522638"/>
              <a:ext cx="1118520" cy="764280"/>
            </p14:xfrm>
          </p:contentPart>
        </mc:Choice>
        <mc:Fallback xmlns="">
          <p:pic>
            <p:nvPicPr>
              <p:cNvPr id="11" name="Ink 10"/>
              <p:cNvPicPr/>
              <p:nvPr/>
            </p:nvPicPr>
            <p:blipFill>
              <a:blip r:embed="rId7"/>
              <a:stretch>
                <a:fillRect/>
              </a:stretch>
            </p:blipFill>
            <p:spPr>
              <a:xfrm>
                <a:off x="2536362" y="1513638"/>
                <a:ext cx="1136880" cy="780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1" name="Ink 20"/>
              <p14:cNvContentPartPr/>
              <p14:nvPr/>
            </p14:nvContentPartPr>
            <p14:xfrm>
              <a:off x="3664242" y="1812438"/>
              <a:ext cx="440640" cy="496440"/>
            </p14:xfrm>
          </p:contentPart>
        </mc:Choice>
        <mc:Fallback xmlns="">
          <p:pic>
            <p:nvPicPr>
              <p:cNvPr id="21" name="Ink 20"/>
              <p:cNvPicPr/>
              <p:nvPr/>
            </p:nvPicPr>
            <p:blipFill>
              <a:blip r:embed="rId9"/>
              <a:stretch>
                <a:fillRect/>
              </a:stretch>
            </p:blipFill>
            <p:spPr>
              <a:xfrm>
                <a:off x="3655962" y="1805958"/>
                <a:ext cx="459360" cy="5122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2" name="Ink 21"/>
              <p14:cNvContentPartPr/>
              <p14:nvPr/>
            </p14:nvContentPartPr>
            <p14:xfrm>
              <a:off x="4836762" y="1949238"/>
              <a:ext cx="33480" cy="8640"/>
            </p14:xfrm>
          </p:contentPart>
        </mc:Choice>
        <mc:Fallback xmlns="">
          <p:pic>
            <p:nvPicPr>
              <p:cNvPr id="22" name="Ink 21"/>
              <p:cNvPicPr/>
              <p:nvPr/>
            </p:nvPicPr>
            <p:blipFill>
              <a:blip r:embed="rId11"/>
              <a:stretch>
                <a:fillRect/>
              </a:stretch>
            </p:blipFill>
            <p:spPr>
              <a:xfrm>
                <a:off x="4831722" y="1938798"/>
                <a:ext cx="4644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3" name="Ink 22"/>
              <p14:cNvContentPartPr/>
              <p14:nvPr/>
            </p14:nvContentPartPr>
            <p14:xfrm>
              <a:off x="5814162" y="2111238"/>
              <a:ext cx="1056600" cy="92880"/>
            </p14:xfrm>
          </p:contentPart>
        </mc:Choice>
        <mc:Fallback xmlns="">
          <p:pic>
            <p:nvPicPr>
              <p:cNvPr id="23" name="Ink 22"/>
              <p:cNvPicPr/>
              <p:nvPr/>
            </p:nvPicPr>
            <p:blipFill>
              <a:blip r:embed="rId13"/>
              <a:stretch>
                <a:fillRect/>
              </a:stretch>
            </p:blipFill>
            <p:spPr>
              <a:xfrm>
                <a:off x="5805882" y="2108358"/>
                <a:ext cx="107460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5" name="Ink 24"/>
              <p14:cNvContentPartPr/>
              <p14:nvPr/>
            </p14:nvContentPartPr>
            <p14:xfrm>
              <a:off x="5953842" y="2186478"/>
              <a:ext cx="1061640" cy="45000"/>
            </p14:xfrm>
          </p:contentPart>
        </mc:Choice>
        <mc:Fallback xmlns="">
          <p:pic>
            <p:nvPicPr>
              <p:cNvPr id="25" name="Ink 24"/>
              <p:cNvPicPr/>
              <p:nvPr/>
            </p:nvPicPr>
            <p:blipFill>
              <a:blip r:embed="rId15"/>
              <a:stretch>
                <a:fillRect/>
              </a:stretch>
            </p:blipFill>
            <p:spPr>
              <a:xfrm>
                <a:off x="5944842" y="2177478"/>
                <a:ext cx="108144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8" name="Ink 37"/>
              <p14:cNvContentPartPr/>
              <p14:nvPr/>
            </p14:nvContentPartPr>
            <p14:xfrm>
              <a:off x="5520402" y="1559358"/>
              <a:ext cx="977760" cy="69480"/>
            </p14:xfrm>
          </p:contentPart>
        </mc:Choice>
        <mc:Fallback xmlns="">
          <p:pic>
            <p:nvPicPr>
              <p:cNvPr id="38" name="Ink 37"/>
              <p:cNvPicPr/>
              <p:nvPr/>
            </p:nvPicPr>
            <p:blipFill>
              <a:blip r:embed="rId17"/>
              <a:stretch>
                <a:fillRect/>
              </a:stretch>
            </p:blipFill>
            <p:spPr>
              <a:xfrm>
                <a:off x="5511762" y="1551078"/>
                <a:ext cx="99684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9" name="Ink 38"/>
              <p14:cNvContentPartPr/>
              <p14:nvPr/>
            </p14:nvContentPartPr>
            <p14:xfrm>
              <a:off x="5665122" y="1653318"/>
              <a:ext cx="1167120" cy="12240"/>
            </p14:xfrm>
          </p:contentPart>
        </mc:Choice>
        <mc:Fallback xmlns="">
          <p:pic>
            <p:nvPicPr>
              <p:cNvPr id="39" name="Ink 38"/>
              <p:cNvPicPr/>
              <p:nvPr/>
            </p:nvPicPr>
            <p:blipFill>
              <a:blip r:embed="rId19"/>
              <a:stretch>
                <a:fillRect/>
              </a:stretch>
            </p:blipFill>
            <p:spPr>
              <a:xfrm>
                <a:off x="5655042" y="1640718"/>
                <a:ext cx="119088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0" name="Ink 39"/>
              <p14:cNvContentPartPr/>
              <p14:nvPr/>
            </p14:nvContentPartPr>
            <p14:xfrm>
              <a:off x="7222842" y="2405358"/>
              <a:ext cx="3178440" cy="731520"/>
            </p14:xfrm>
          </p:contentPart>
        </mc:Choice>
        <mc:Fallback xmlns="">
          <p:pic>
            <p:nvPicPr>
              <p:cNvPr id="40" name="Ink 39"/>
              <p:cNvPicPr/>
              <p:nvPr/>
            </p:nvPicPr>
            <p:blipFill>
              <a:blip r:embed="rId21"/>
              <a:stretch>
                <a:fillRect/>
              </a:stretch>
            </p:blipFill>
            <p:spPr>
              <a:xfrm>
                <a:off x="7219242" y="2397798"/>
                <a:ext cx="3190320" cy="747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44" name="Ink 43"/>
              <p14:cNvContentPartPr/>
              <p14:nvPr/>
            </p14:nvContentPartPr>
            <p14:xfrm>
              <a:off x="9557802" y="1288998"/>
              <a:ext cx="4055400" cy="1080360"/>
            </p14:xfrm>
          </p:contentPart>
        </mc:Choice>
        <mc:Fallback xmlns="">
          <p:pic>
            <p:nvPicPr>
              <p:cNvPr id="44" name="Ink 43"/>
              <p:cNvPicPr/>
              <p:nvPr/>
            </p:nvPicPr>
            <p:blipFill>
              <a:blip r:embed="rId23"/>
              <a:stretch>
                <a:fillRect/>
              </a:stretch>
            </p:blipFill>
            <p:spPr>
              <a:xfrm>
                <a:off x="9548082" y="1279638"/>
                <a:ext cx="4075920" cy="10987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61" name="Ink 60"/>
              <p14:cNvContentPartPr/>
              <p14:nvPr/>
            </p14:nvContentPartPr>
            <p14:xfrm>
              <a:off x="5007042" y="4428558"/>
              <a:ext cx="360" cy="4320"/>
            </p14:xfrm>
          </p:contentPart>
        </mc:Choice>
        <mc:Fallback xmlns="">
          <p:pic>
            <p:nvPicPr>
              <p:cNvPr id="61" name="Ink 60"/>
              <p:cNvPicPr/>
              <p:nvPr/>
            </p:nvPicPr>
            <p:blipFill>
              <a:blip r:embed="rId25"/>
              <a:stretch>
                <a:fillRect/>
              </a:stretch>
            </p:blipFill>
            <p:spPr>
              <a:xfrm>
                <a:off x="5002722" y="4424238"/>
                <a:ext cx="9000" cy="129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63" name="Ink 62"/>
              <p14:cNvContentPartPr/>
              <p14:nvPr/>
            </p14:nvContentPartPr>
            <p14:xfrm>
              <a:off x="2325762" y="4168998"/>
              <a:ext cx="980280" cy="632160"/>
            </p14:xfrm>
          </p:contentPart>
        </mc:Choice>
        <mc:Fallback xmlns="">
          <p:pic>
            <p:nvPicPr>
              <p:cNvPr id="63" name="Ink 62"/>
              <p:cNvPicPr/>
              <p:nvPr/>
            </p:nvPicPr>
            <p:blipFill>
              <a:blip r:embed="rId27"/>
              <a:stretch>
                <a:fillRect/>
              </a:stretch>
            </p:blipFill>
            <p:spPr>
              <a:xfrm>
                <a:off x="2315322" y="4159998"/>
                <a:ext cx="997920" cy="6541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73" name="Ink 72"/>
              <p14:cNvContentPartPr/>
              <p14:nvPr/>
            </p14:nvContentPartPr>
            <p14:xfrm>
              <a:off x="2066202" y="4910238"/>
              <a:ext cx="436680" cy="169200"/>
            </p14:xfrm>
          </p:contentPart>
        </mc:Choice>
        <mc:Fallback xmlns="">
          <p:pic>
            <p:nvPicPr>
              <p:cNvPr id="73" name="Ink 72"/>
              <p:cNvPicPr/>
              <p:nvPr/>
            </p:nvPicPr>
            <p:blipFill>
              <a:blip r:embed="rId29"/>
              <a:stretch>
                <a:fillRect/>
              </a:stretch>
            </p:blipFill>
            <p:spPr>
              <a:xfrm>
                <a:off x="2059002" y="4901958"/>
                <a:ext cx="44820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78" name="Ink 77"/>
              <p14:cNvContentPartPr/>
              <p14:nvPr/>
            </p14:nvContentPartPr>
            <p14:xfrm>
              <a:off x="7231842" y="4514238"/>
              <a:ext cx="1205280" cy="86760"/>
            </p14:xfrm>
          </p:contentPart>
        </mc:Choice>
        <mc:Fallback xmlns="">
          <p:pic>
            <p:nvPicPr>
              <p:cNvPr id="78" name="Ink 77"/>
              <p:cNvPicPr/>
              <p:nvPr/>
            </p:nvPicPr>
            <p:blipFill>
              <a:blip r:embed="rId31"/>
              <a:stretch>
                <a:fillRect/>
              </a:stretch>
            </p:blipFill>
            <p:spPr>
              <a:xfrm>
                <a:off x="7221762" y="4504878"/>
                <a:ext cx="122508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79" name="Ink 78"/>
              <p14:cNvContentPartPr/>
              <p14:nvPr/>
            </p14:nvContentPartPr>
            <p14:xfrm>
              <a:off x="6061122" y="4519278"/>
              <a:ext cx="660960" cy="92520"/>
            </p14:xfrm>
          </p:contentPart>
        </mc:Choice>
        <mc:Fallback xmlns="">
          <p:pic>
            <p:nvPicPr>
              <p:cNvPr id="79" name="Ink 78"/>
              <p:cNvPicPr/>
              <p:nvPr/>
            </p:nvPicPr>
            <p:blipFill>
              <a:blip r:embed="rId33"/>
              <a:stretch>
                <a:fillRect/>
              </a:stretch>
            </p:blipFill>
            <p:spPr>
              <a:xfrm>
                <a:off x="6050682" y="4508838"/>
                <a:ext cx="68184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80" name="Ink 79"/>
              <p14:cNvContentPartPr/>
              <p14:nvPr/>
            </p14:nvContentPartPr>
            <p14:xfrm>
              <a:off x="7037082" y="4560678"/>
              <a:ext cx="1000800" cy="31680"/>
            </p14:xfrm>
          </p:contentPart>
        </mc:Choice>
        <mc:Fallback xmlns="">
          <p:pic>
            <p:nvPicPr>
              <p:cNvPr id="80" name="Ink 79"/>
              <p:cNvPicPr/>
              <p:nvPr/>
            </p:nvPicPr>
            <p:blipFill>
              <a:blip r:embed="rId35"/>
              <a:stretch>
                <a:fillRect/>
              </a:stretch>
            </p:blipFill>
            <p:spPr>
              <a:xfrm>
                <a:off x="7028082" y="4551678"/>
                <a:ext cx="101808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81" name="Ink 80"/>
              <p14:cNvContentPartPr/>
              <p14:nvPr/>
            </p14:nvContentPartPr>
            <p14:xfrm>
              <a:off x="7297722" y="4555278"/>
              <a:ext cx="1090800" cy="60840"/>
            </p14:xfrm>
          </p:contentPart>
        </mc:Choice>
        <mc:Fallback xmlns="">
          <p:pic>
            <p:nvPicPr>
              <p:cNvPr id="81" name="Ink 80"/>
              <p:cNvPicPr/>
              <p:nvPr/>
            </p:nvPicPr>
            <p:blipFill>
              <a:blip r:embed="rId37"/>
              <a:stretch>
                <a:fillRect/>
              </a:stretch>
            </p:blipFill>
            <p:spPr>
              <a:xfrm>
                <a:off x="7289442" y="4546998"/>
                <a:ext cx="110844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86" name="Ink 85"/>
              <p14:cNvContentPartPr/>
              <p14:nvPr/>
            </p14:nvContentPartPr>
            <p14:xfrm>
              <a:off x="5248242" y="4725198"/>
              <a:ext cx="208440" cy="115200"/>
            </p14:xfrm>
          </p:contentPart>
        </mc:Choice>
        <mc:Fallback xmlns="">
          <p:pic>
            <p:nvPicPr>
              <p:cNvPr id="86" name="Ink 85"/>
              <p:cNvPicPr/>
              <p:nvPr/>
            </p:nvPicPr>
            <p:blipFill>
              <a:blip r:embed="rId39"/>
              <a:stretch>
                <a:fillRect/>
              </a:stretch>
            </p:blipFill>
            <p:spPr>
              <a:xfrm>
                <a:off x="5240322" y="4715118"/>
                <a:ext cx="22644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87" name="Ink 86"/>
              <p14:cNvContentPartPr/>
              <p14:nvPr/>
            </p14:nvContentPartPr>
            <p14:xfrm>
              <a:off x="5411682" y="4706478"/>
              <a:ext cx="243720" cy="85680"/>
            </p14:xfrm>
          </p:contentPart>
        </mc:Choice>
        <mc:Fallback xmlns="">
          <p:pic>
            <p:nvPicPr>
              <p:cNvPr id="87" name="Ink 86"/>
              <p:cNvPicPr/>
              <p:nvPr/>
            </p:nvPicPr>
            <p:blipFill>
              <a:blip r:embed="rId41"/>
              <a:stretch>
                <a:fillRect/>
              </a:stretch>
            </p:blipFill>
            <p:spPr>
              <a:xfrm>
                <a:off x="5404482" y="4697838"/>
                <a:ext cx="25668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92" name="Ink 91"/>
              <p14:cNvContentPartPr/>
              <p14:nvPr/>
            </p14:nvContentPartPr>
            <p14:xfrm>
              <a:off x="4644522" y="5113998"/>
              <a:ext cx="736920" cy="130320"/>
            </p14:xfrm>
          </p:contentPart>
        </mc:Choice>
        <mc:Fallback xmlns="">
          <p:pic>
            <p:nvPicPr>
              <p:cNvPr id="92" name="Ink 91"/>
              <p:cNvPicPr/>
              <p:nvPr/>
            </p:nvPicPr>
            <p:blipFill>
              <a:blip r:embed="rId43"/>
              <a:stretch>
                <a:fillRect/>
              </a:stretch>
            </p:blipFill>
            <p:spPr>
              <a:xfrm>
                <a:off x="4637682" y="5106798"/>
                <a:ext cx="74700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95" name="Ink 94"/>
              <p14:cNvContentPartPr/>
              <p14:nvPr/>
            </p14:nvContentPartPr>
            <p14:xfrm>
              <a:off x="4621842" y="5910318"/>
              <a:ext cx="779040" cy="437760"/>
            </p14:xfrm>
          </p:contentPart>
        </mc:Choice>
        <mc:Fallback xmlns="">
          <p:pic>
            <p:nvPicPr>
              <p:cNvPr id="95" name="Ink 94"/>
              <p:cNvPicPr/>
              <p:nvPr/>
            </p:nvPicPr>
            <p:blipFill>
              <a:blip r:embed="rId45"/>
              <a:stretch>
                <a:fillRect/>
              </a:stretch>
            </p:blipFill>
            <p:spPr>
              <a:xfrm>
                <a:off x="4615002" y="5903478"/>
                <a:ext cx="792360" cy="453600"/>
              </a:xfrm>
              <a:prstGeom prst="rect">
                <a:avLst/>
              </a:prstGeom>
            </p:spPr>
          </p:pic>
        </mc:Fallback>
      </mc:AlternateContent>
    </p:spTree>
    <p:extLst>
      <p:ext uri="{BB962C8B-B14F-4D97-AF65-F5344CB8AC3E}">
        <p14:creationId xmlns:p14="http://schemas.microsoft.com/office/powerpoint/2010/main" val="18197521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Multiclass perceptron example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4765" y="1474347"/>
            <a:ext cx="7051906" cy="4710673"/>
          </a:xfrm>
          <a:prstGeom prst="rect">
            <a:avLst/>
          </a:prstGeom>
        </p:spPr>
      </p:pic>
    </p:spTree>
    <p:extLst>
      <p:ext uri="{BB962C8B-B14F-4D97-AF65-F5344CB8AC3E}">
        <p14:creationId xmlns:p14="http://schemas.microsoft.com/office/powerpoint/2010/main" val="2909849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Multiclass SVM</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8733" y="1447511"/>
            <a:ext cx="10018532" cy="4970555"/>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p14:cNvContentPartPr/>
              <p14:nvPr/>
            </p14:nvContentPartPr>
            <p14:xfrm>
              <a:off x="1301202" y="1579158"/>
              <a:ext cx="402840" cy="226800"/>
            </p14:xfrm>
          </p:contentPart>
        </mc:Choice>
        <mc:Fallback xmlns="">
          <p:pic>
            <p:nvPicPr>
              <p:cNvPr id="5" name="Ink 4"/>
              <p:cNvPicPr/>
              <p:nvPr/>
            </p:nvPicPr>
            <p:blipFill>
              <a:blip r:embed="rId4"/>
              <a:stretch>
                <a:fillRect/>
              </a:stretch>
            </p:blipFill>
            <p:spPr>
              <a:xfrm>
                <a:off x="1294722" y="1575198"/>
                <a:ext cx="413280" cy="2412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p14:cNvContentPartPr/>
              <p14:nvPr/>
            </p14:nvContentPartPr>
            <p14:xfrm>
              <a:off x="6056802" y="1280358"/>
              <a:ext cx="405360" cy="152640"/>
            </p14:xfrm>
          </p:contentPart>
        </mc:Choice>
        <mc:Fallback xmlns="">
          <p:pic>
            <p:nvPicPr>
              <p:cNvPr id="7" name="Ink 6"/>
              <p:cNvPicPr/>
              <p:nvPr/>
            </p:nvPicPr>
            <p:blipFill>
              <a:blip r:embed="rId6"/>
              <a:stretch>
                <a:fillRect/>
              </a:stretch>
            </p:blipFill>
            <p:spPr>
              <a:xfrm>
                <a:off x="6047802" y="1269558"/>
                <a:ext cx="42516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p14:cNvContentPartPr/>
              <p14:nvPr/>
            </p14:nvContentPartPr>
            <p14:xfrm>
              <a:off x="5713002" y="3212478"/>
              <a:ext cx="1229760" cy="70560"/>
            </p14:xfrm>
          </p:contentPart>
        </mc:Choice>
        <mc:Fallback xmlns="">
          <p:pic>
            <p:nvPicPr>
              <p:cNvPr id="13" name="Ink 12"/>
              <p:cNvPicPr/>
              <p:nvPr/>
            </p:nvPicPr>
            <p:blipFill>
              <a:blip r:embed="rId8"/>
              <a:stretch>
                <a:fillRect/>
              </a:stretch>
            </p:blipFill>
            <p:spPr>
              <a:xfrm>
                <a:off x="5704722" y="3203478"/>
                <a:ext cx="124812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4" name="Ink 13"/>
              <p14:cNvContentPartPr/>
              <p14:nvPr/>
            </p14:nvContentPartPr>
            <p14:xfrm>
              <a:off x="8188002" y="3221838"/>
              <a:ext cx="1092240" cy="47520"/>
            </p14:xfrm>
          </p:contentPart>
        </mc:Choice>
        <mc:Fallback xmlns="">
          <p:pic>
            <p:nvPicPr>
              <p:cNvPr id="14" name="Ink 13"/>
              <p:cNvPicPr/>
              <p:nvPr/>
            </p:nvPicPr>
            <p:blipFill>
              <a:blip r:embed="rId10"/>
              <a:stretch>
                <a:fillRect/>
              </a:stretch>
            </p:blipFill>
            <p:spPr>
              <a:xfrm>
                <a:off x="8177922" y="3209598"/>
                <a:ext cx="111492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45" name="Ink 244"/>
              <p14:cNvContentPartPr/>
              <p14:nvPr/>
            </p14:nvContentPartPr>
            <p14:xfrm>
              <a:off x="594882" y="3010158"/>
              <a:ext cx="2805480" cy="1038600"/>
            </p14:xfrm>
          </p:contentPart>
        </mc:Choice>
        <mc:Fallback xmlns="">
          <p:pic>
            <p:nvPicPr>
              <p:cNvPr id="245" name="Ink 244"/>
              <p:cNvPicPr/>
              <p:nvPr/>
            </p:nvPicPr>
            <p:blipFill>
              <a:blip r:embed="rId12"/>
              <a:stretch>
                <a:fillRect/>
              </a:stretch>
            </p:blipFill>
            <p:spPr>
              <a:xfrm>
                <a:off x="586242" y="3001158"/>
                <a:ext cx="2821680" cy="10576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46" name="Ink 245"/>
              <p14:cNvContentPartPr/>
              <p14:nvPr/>
            </p14:nvContentPartPr>
            <p14:xfrm>
              <a:off x="670482" y="3208158"/>
              <a:ext cx="2546280" cy="685080"/>
            </p14:xfrm>
          </p:contentPart>
        </mc:Choice>
        <mc:Fallback xmlns="">
          <p:pic>
            <p:nvPicPr>
              <p:cNvPr id="246" name="Ink 245"/>
              <p:cNvPicPr/>
              <p:nvPr/>
            </p:nvPicPr>
            <p:blipFill>
              <a:blip r:embed="rId14"/>
              <a:stretch>
                <a:fillRect/>
              </a:stretch>
            </p:blipFill>
            <p:spPr>
              <a:xfrm>
                <a:off x="664002" y="3198438"/>
                <a:ext cx="2556360" cy="7045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5" name="Ink 34"/>
              <p14:cNvContentPartPr/>
              <p14:nvPr/>
            </p14:nvContentPartPr>
            <p14:xfrm>
              <a:off x="6678522" y="5019318"/>
              <a:ext cx="1058400" cy="556560"/>
            </p14:xfrm>
          </p:contentPart>
        </mc:Choice>
        <mc:Fallback xmlns="">
          <p:pic>
            <p:nvPicPr>
              <p:cNvPr id="35" name="Ink 34"/>
              <p:cNvPicPr/>
              <p:nvPr/>
            </p:nvPicPr>
            <p:blipFill>
              <a:blip r:embed="rId16"/>
              <a:stretch>
                <a:fillRect/>
              </a:stretch>
            </p:blipFill>
            <p:spPr>
              <a:xfrm>
                <a:off x="6669162" y="5011038"/>
                <a:ext cx="1078560" cy="5745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42" name="Ink 41"/>
              <p14:cNvContentPartPr/>
              <p14:nvPr/>
            </p14:nvContentPartPr>
            <p14:xfrm>
              <a:off x="7102602" y="1820718"/>
              <a:ext cx="2975400" cy="835560"/>
            </p14:xfrm>
          </p:contentPart>
        </mc:Choice>
        <mc:Fallback xmlns="">
          <p:pic>
            <p:nvPicPr>
              <p:cNvPr id="42" name="Ink 41"/>
              <p:cNvPicPr/>
              <p:nvPr/>
            </p:nvPicPr>
            <p:blipFill>
              <a:blip r:embed="rId18"/>
              <a:stretch>
                <a:fillRect/>
              </a:stretch>
            </p:blipFill>
            <p:spPr>
              <a:xfrm>
                <a:off x="7096842" y="1809558"/>
                <a:ext cx="2990160" cy="8575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45" name="Ink 44"/>
              <p14:cNvContentPartPr/>
              <p14:nvPr/>
            </p14:nvContentPartPr>
            <p14:xfrm>
              <a:off x="3552642" y="3203478"/>
              <a:ext cx="351360" cy="146880"/>
            </p14:xfrm>
          </p:contentPart>
        </mc:Choice>
        <mc:Fallback xmlns="">
          <p:pic>
            <p:nvPicPr>
              <p:cNvPr id="45" name="Ink 44"/>
              <p:cNvPicPr/>
              <p:nvPr/>
            </p:nvPicPr>
            <p:blipFill>
              <a:blip r:embed="rId20"/>
              <a:stretch>
                <a:fillRect/>
              </a:stretch>
            </p:blipFill>
            <p:spPr>
              <a:xfrm>
                <a:off x="3543282" y="3193758"/>
                <a:ext cx="37044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47" name="Ink 46"/>
              <p14:cNvContentPartPr/>
              <p14:nvPr/>
            </p14:nvContentPartPr>
            <p14:xfrm>
              <a:off x="1783602" y="4985478"/>
              <a:ext cx="2532240" cy="745200"/>
            </p14:xfrm>
          </p:contentPart>
        </mc:Choice>
        <mc:Fallback xmlns="">
          <p:pic>
            <p:nvPicPr>
              <p:cNvPr id="47" name="Ink 46"/>
              <p:cNvPicPr/>
              <p:nvPr/>
            </p:nvPicPr>
            <p:blipFill>
              <a:blip r:embed="rId22"/>
              <a:stretch>
                <a:fillRect/>
              </a:stretch>
            </p:blipFill>
            <p:spPr>
              <a:xfrm>
                <a:off x="1772802" y="4973958"/>
                <a:ext cx="2557080" cy="7675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52" name="Ink 51"/>
              <p14:cNvContentPartPr/>
              <p14:nvPr/>
            </p14:nvContentPartPr>
            <p14:xfrm>
              <a:off x="4575042" y="4056318"/>
              <a:ext cx="781200" cy="550800"/>
            </p14:xfrm>
          </p:contentPart>
        </mc:Choice>
        <mc:Fallback xmlns="">
          <p:pic>
            <p:nvPicPr>
              <p:cNvPr id="52" name="Ink 51"/>
              <p:cNvPicPr/>
              <p:nvPr/>
            </p:nvPicPr>
            <p:blipFill>
              <a:blip r:embed="rId24"/>
              <a:stretch>
                <a:fillRect/>
              </a:stretch>
            </p:blipFill>
            <p:spPr>
              <a:xfrm>
                <a:off x="4564962" y="4046238"/>
                <a:ext cx="801360" cy="5713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53" name="Ink 52"/>
              <p14:cNvContentPartPr/>
              <p14:nvPr/>
            </p14:nvContentPartPr>
            <p14:xfrm>
              <a:off x="7072722" y="4642038"/>
              <a:ext cx="800280" cy="319680"/>
            </p14:xfrm>
          </p:contentPart>
        </mc:Choice>
        <mc:Fallback xmlns="">
          <p:pic>
            <p:nvPicPr>
              <p:cNvPr id="53" name="Ink 52"/>
              <p:cNvPicPr/>
              <p:nvPr/>
            </p:nvPicPr>
            <p:blipFill>
              <a:blip r:embed="rId26"/>
              <a:stretch>
                <a:fillRect/>
              </a:stretch>
            </p:blipFill>
            <p:spPr>
              <a:xfrm>
                <a:off x="7065162" y="4634478"/>
                <a:ext cx="818640" cy="3348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54" name="Ink 53"/>
              <p14:cNvContentPartPr/>
              <p14:nvPr/>
            </p14:nvContentPartPr>
            <p14:xfrm>
              <a:off x="1805371" y="4995558"/>
              <a:ext cx="4640231" cy="701640"/>
            </p14:xfrm>
          </p:contentPart>
        </mc:Choice>
        <mc:Fallback xmlns="">
          <p:pic>
            <p:nvPicPr>
              <p:cNvPr id="54" name="Ink 53"/>
              <p:cNvPicPr/>
              <p:nvPr/>
            </p:nvPicPr>
            <p:blipFill>
              <a:blip r:embed="rId28"/>
              <a:stretch>
                <a:fillRect/>
              </a:stretch>
            </p:blipFill>
            <p:spPr>
              <a:xfrm>
                <a:off x="1799971" y="4987998"/>
                <a:ext cx="4654990" cy="7153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61" name="Ink 260"/>
              <p14:cNvContentPartPr/>
              <p14:nvPr/>
            </p14:nvContentPartPr>
            <p14:xfrm>
              <a:off x="5389722" y="5259438"/>
              <a:ext cx="11160" cy="0"/>
            </p14:xfrm>
          </p:contentPart>
        </mc:Choice>
        <mc:Fallback xmlns="">
          <p:pic>
            <p:nvPicPr>
              <p:cNvPr id="261" name="Ink 260"/>
              <p:cNvPicPr/>
              <p:nvPr/>
            </p:nvPicPr>
            <p:blipFill>
              <a:blip r:embed="rId30"/>
              <a:stretch>
                <a:fillRect/>
              </a:stretch>
            </p:blipFill>
            <p:spPr>
              <a:xfrm>
                <a:off x="0" y="0"/>
                <a:ext cx="11160" cy="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62" name="Ink 261"/>
              <p14:cNvContentPartPr/>
              <p14:nvPr/>
            </p14:nvContentPartPr>
            <p14:xfrm>
              <a:off x="4259682" y="5167998"/>
              <a:ext cx="1231560" cy="124200"/>
            </p14:xfrm>
          </p:contentPart>
        </mc:Choice>
        <mc:Fallback xmlns="">
          <p:pic>
            <p:nvPicPr>
              <p:cNvPr id="262" name="Ink 261"/>
              <p:cNvPicPr/>
              <p:nvPr/>
            </p:nvPicPr>
            <p:blipFill>
              <a:blip r:embed="rId32"/>
              <a:stretch>
                <a:fillRect/>
              </a:stretch>
            </p:blipFill>
            <p:spPr>
              <a:xfrm>
                <a:off x="4256442" y="5164038"/>
                <a:ext cx="124236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69" name="Ink 268"/>
              <p14:cNvContentPartPr/>
              <p14:nvPr/>
            </p14:nvContentPartPr>
            <p14:xfrm>
              <a:off x="8669682" y="4644918"/>
              <a:ext cx="180720" cy="77760"/>
            </p14:xfrm>
          </p:contentPart>
        </mc:Choice>
        <mc:Fallback xmlns="">
          <p:pic>
            <p:nvPicPr>
              <p:cNvPr id="269" name="Ink 268"/>
              <p:cNvPicPr/>
              <p:nvPr/>
            </p:nvPicPr>
            <p:blipFill>
              <a:blip r:embed="rId34"/>
              <a:stretch>
                <a:fillRect/>
              </a:stretch>
            </p:blipFill>
            <p:spPr>
              <a:xfrm>
                <a:off x="8659242" y="4640598"/>
                <a:ext cx="19512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79" name="Ink 278"/>
              <p14:cNvContentPartPr/>
              <p14:nvPr/>
            </p14:nvContentPartPr>
            <p14:xfrm>
              <a:off x="6340482" y="4540158"/>
              <a:ext cx="235440" cy="47520"/>
            </p14:xfrm>
          </p:contentPart>
        </mc:Choice>
        <mc:Fallback xmlns="">
          <p:pic>
            <p:nvPicPr>
              <p:cNvPr id="279" name="Ink 278"/>
              <p:cNvPicPr/>
              <p:nvPr/>
            </p:nvPicPr>
            <p:blipFill>
              <a:blip r:embed="rId36"/>
              <a:stretch>
                <a:fillRect/>
              </a:stretch>
            </p:blipFill>
            <p:spPr>
              <a:xfrm>
                <a:off x="6336162" y="4535838"/>
                <a:ext cx="24264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82" name="Ink 281"/>
              <p14:cNvContentPartPr/>
              <p14:nvPr/>
            </p14:nvContentPartPr>
            <p14:xfrm>
              <a:off x="9551322" y="1931598"/>
              <a:ext cx="317880" cy="111240"/>
            </p14:xfrm>
          </p:contentPart>
        </mc:Choice>
        <mc:Fallback xmlns="">
          <p:pic>
            <p:nvPicPr>
              <p:cNvPr id="282" name="Ink 281"/>
              <p:cNvPicPr/>
              <p:nvPr/>
            </p:nvPicPr>
            <p:blipFill>
              <a:blip r:embed="rId38"/>
              <a:stretch>
                <a:fillRect/>
              </a:stretch>
            </p:blipFill>
            <p:spPr>
              <a:xfrm>
                <a:off x="9540882" y="1923678"/>
                <a:ext cx="33552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83" name="Ink 282"/>
              <p14:cNvContentPartPr/>
              <p14:nvPr/>
            </p14:nvContentPartPr>
            <p14:xfrm>
              <a:off x="7498962" y="3577518"/>
              <a:ext cx="191880" cy="411840"/>
            </p14:xfrm>
          </p:contentPart>
        </mc:Choice>
        <mc:Fallback xmlns="">
          <p:pic>
            <p:nvPicPr>
              <p:cNvPr id="283" name="Ink 282"/>
              <p:cNvPicPr/>
              <p:nvPr/>
            </p:nvPicPr>
            <p:blipFill>
              <a:blip r:embed="rId40"/>
              <a:stretch>
                <a:fillRect/>
              </a:stretch>
            </p:blipFill>
            <p:spPr>
              <a:xfrm>
                <a:off x="7492122" y="3570318"/>
                <a:ext cx="207360" cy="4276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84" name="Ink 283"/>
              <p14:cNvContentPartPr/>
              <p14:nvPr/>
            </p14:nvContentPartPr>
            <p14:xfrm>
              <a:off x="7581402" y="3914478"/>
              <a:ext cx="327960" cy="171360"/>
            </p14:xfrm>
          </p:contentPart>
        </mc:Choice>
        <mc:Fallback xmlns="">
          <p:pic>
            <p:nvPicPr>
              <p:cNvPr id="284" name="Ink 283"/>
              <p:cNvPicPr/>
              <p:nvPr/>
            </p:nvPicPr>
            <p:blipFill>
              <a:blip r:embed="rId42"/>
              <a:stretch>
                <a:fillRect/>
              </a:stretch>
            </p:blipFill>
            <p:spPr>
              <a:xfrm>
                <a:off x="7574922" y="3903318"/>
                <a:ext cx="34560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85" name="Ink 284"/>
              <p14:cNvContentPartPr/>
              <p14:nvPr/>
            </p14:nvContentPartPr>
            <p14:xfrm>
              <a:off x="9440442" y="4590558"/>
              <a:ext cx="216360" cy="36360"/>
            </p14:xfrm>
          </p:contentPart>
        </mc:Choice>
        <mc:Fallback xmlns="">
          <p:pic>
            <p:nvPicPr>
              <p:cNvPr id="285" name="Ink 284"/>
              <p:cNvPicPr/>
              <p:nvPr/>
            </p:nvPicPr>
            <p:blipFill>
              <a:blip r:embed="rId44"/>
              <a:stretch>
                <a:fillRect/>
              </a:stretch>
            </p:blipFill>
            <p:spPr>
              <a:xfrm>
                <a:off x="9431802" y="4585158"/>
                <a:ext cx="23508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68" name="Ink 67"/>
              <p14:cNvContentPartPr/>
              <p14:nvPr/>
            </p14:nvContentPartPr>
            <p14:xfrm>
              <a:off x="8576442" y="357318"/>
              <a:ext cx="6324369" cy="6015240"/>
            </p14:xfrm>
          </p:contentPart>
        </mc:Choice>
        <mc:Fallback xmlns="">
          <p:pic>
            <p:nvPicPr>
              <p:cNvPr id="68" name="Ink 67"/>
              <p:cNvPicPr/>
              <p:nvPr/>
            </p:nvPicPr>
            <p:blipFill>
              <a:blip r:embed="rId46"/>
              <a:stretch>
                <a:fillRect/>
              </a:stretch>
            </p:blipFill>
            <p:spPr>
              <a:xfrm>
                <a:off x="8568882" y="348678"/>
                <a:ext cx="6342369" cy="60278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80" name="Ink 379"/>
              <p14:cNvContentPartPr/>
              <p14:nvPr/>
            </p14:nvContentPartPr>
            <p14:xfrm>
              <a:off x="4515091" y="4980438"/>
              <a:ext cx="269111" cy="533520"/>
            </p14:xfrm>
          </p:contentPart>
        </mc:Choice>
        <mc:Fallback xmlns="">
          <p:pic>
            <p:nvPicPr>
              <p:cNvPr id="380" name="Ink 379"/>
              <p:cNvPicPr/>
              <p:nvPr/>
            </p:nvPicPr>
            <p:blipFill>
              <a:blip r:embed="rId48"/>
              <a:stretch>
                <a:fillRect/>
              </a:stretch>
            </p:blipFill>
            <p:spPr>
              <a:xfrm>
                <a:off x="4506456" y="4974318"/>
                <a:ext cx="280984" cy="5482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81" name="Ink 380"/>
              <p14:cNvContentPartPr/>
              <p14:nvPr/>
            </p14:nvContentPartPr>
            <p14:xfrm>
              <a:off x="5846371" y="5165478"/>
              <a:ext cx="71111" cy="284040"/>
            </p14:xfrm>
          </p:contentPart>
        </mc:Choice>
        <mc:Fallback xmlns="">
          <p:pic>
            <p:nvPicPr>
              <p:cNvPr id="381" name="Ink 380"/>
              <p:cNvPicPr/>
              <p:nvPr/>
            </p:nvPicPr>
            <p:blipFill>
              <a:blip r:embed="rId50"/>
              <a:stretch>
                <a:fillRect/>
              </a:stretch>
            </p:blipFill>
            <p:spPr>
              <a:xfrm>
                <a:off x="5837392" y="5156838"/>
                <a:ext cx="88709" cy="303120"/>
              </a:xfrm>
              <a:prstGeom prst="rect">
                <a:avLst/>
              </a:prstGeom>
            </p:spPr>
          </p:pic>
        </mc:Fallback>
      </mc:AlternateContent>
    </p:spTree>
    <p:extLst>
      <p:ext uri="{BB962C8B-B14F-4D97-AF65-F5344CB8AC3E}">
        <p14:creationId xmlns:p14="http://schemas.microsoft.com/office/powerpoint/2010/main" val="3432532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Multiclass SVM example: iris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2864" y="975013"/>
            <a:ext cx="7408336" cy="5283464"/>
          </a:xfrm>
          <a:prstGeom prst="rect">
            <a:avLst/>
          </a:prstGeom>
        </p:spPr>
      </p:pic>
      <mc:AlternateContent xmlns:mc="http://schemas.openxmlformats.org/markup-compatibility/2006" xmlns:p14="http://schemas.microsoft.com/office/powerpoint/2010/main">
        <mc:Choice Requires="p14">
          <p:contentPart p14:bwMode="auto" r:id="rId3">
            <p14:nvContentPartPr>
              <p14:cNvPr id="8" name="Ink 7"/>
              <p14:cNvContentPartPr/>
              <p14:nvPr/>
            </p14:nvContentPartPr>
            <p14:xfrm>
              <a:off x="8131482" y="2172438"/>
              <a:ext cx="642960" cy="212760"/>
            </p14:xfrm>
          </p:contentPart>
        </mc:Choice>
        <mc:Fallback xmlns="">
          <p:pic>
            <p:nvPicPr>
              <p:cNvPr id="8" name="Ink 7"/>
              <p:cNvPicPr/>
              <p:nvPr/>
            </p:nvPicPr>
            <p:blipFill>
              <a:blip r:embed="rId4"/>
              <a:stretch>
                <a:fillRect/>
              </a:stretch>
            </p:blipFill>
            <p:spPr>
              <a:xfrm>
                <a:off x="8122122" y="2163438"/>
                <a:ext cx="66132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p14:cNvContentPartPr/>
              <p14:nvPr/>
            </p14:nvContentPartPr>
            <p14:xfrm>
              <a:off x="5168322" y="2737998"/>
              <a:ext cx="1172520" cy="461880"/>
            </p14:xfrm>
          </p:contentPart>
        </mc:Choice>
        <mc:Fallback xmlns="">
          <p:pic>
            <p:nvPicPr>
              <p:cNvPr id="9" name="Ink 8"/>
              <p:cNvPicPr/>
              <p:nvPr/>
            </p:nvPicPr>
            <p:blipFill>
              <a:blip r:embed="rId6"/>
              <a:stretch>
                <a:fillRect/>
              </a:stretch>
            </p:blipFill>
            <p:spPr>
              <a:xfrm>
                <a:off x="5159682" y="2729718"/>
                <a:ext cx="1188000" cy="4798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p14:cNvContentPartPr/>
              <p14:nvPr/>
            </p14:nvContentPartPr>
            <p14:xfrm>
              <a:off x="6729642" y="3654558"/>
              <a:ext cx="660960" cy="248400"/>
            </p14:xfrm>
          </p:contentPart>
        </mc:Choice>
        <mc:Fallback xmlns="">
          <p:pic>
            <p:nvPicPr>
              <p:cNvPr id="10" name="Ink 9"/>
              <p:cNvPicPr/>
              <p:nvPr/>
            </p:nvPicPr>
            <p:blipFill>
              <a:blip r:embed="rId8"/>
              <a:stretch>
                <a:fillRect/>
              </a:stretch>
            </p:blipFill>
            <p:spPr>
              <a:xfrm>
                <a:off x="6719562" y="3645918"/>
                <a:ext cx="67896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Ink 12"/>
              <p14:cNvContentPartPr/>
              <p14:nvPr/>
            </p14:nvContentPartPr>
            <p14:xfrm>
              <a:off x="4488642" y="2950758"/>
              <a:ext cx="431280" cy="351720"/>
            </p14:xfrm>
          </p:contentPart>
        </mc:Choice>
        <mc:Fallback xmlns="">
          <p:pic>
            <p:nvPicPr>
              <p:cNvPr id="13" name="Ink 12"/>
              <p:cNvPicPr/>
              <p:nvPr/>
            </p:nvPicPr>
            <p:blipFill>
              <a:blip r:embed="rId10"/>
              <a:stretch>
                <a:fillRect/>
              </a:stretch>
            </p:blipFill>
            <p:spPr>
              <a:xfrm>
                <a:off x="4479642" y="2940318"/>
                <a:ext cx="452160" cy="372240"/>
              </a:xfrm>
              <a:prstGeom prst="rect">
                <a:avLst/>
              </a:prstGeom>
            </p:spPr>
          </p:pic>
        </mc:Fallback>
      </mc:AlternateContent>
    </p:spTree>
    <p:extLst>
      <p:ext uri="{BB962C8B-B14F-4D97-AF65-F5344CB8AC3E}">
        <p14:creationId xmlns:p14="http://schemas.microsoft.com/office/powerpoint/2010/main" val="2271612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Multiclass SVM</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0296" y="1196009"/>
            <a:ext cx="8773575" cy="5017305"/>
          </a:xfrm>
          <a:prstGeom prst="rect">
            <a:avLst/>
          </a:prstGeom>
        </p:spPr>
      </p:pic>
      <mc:AlternateContent xmlns:mc="http://schemas.openxmlformats.org/markup-compatibility/2006" xmlns:p14="http://schemas.microsoft.com/office/powerpoint/2010/main">
        <mc:Choice Requires="p14">
          <p:contentPart p14:bwMode="auto" r:id="rId3">
            <p14:nvContentPartPr>
              <p14:cNvPr id="9" name="Ink 8"/>
              <p14:cNvContentPartPr/>
              <p14:nvPr/>
            </p14:nvContentPartPr>
            <p14:xfrm>
              <a:off x="3281562" y="5134158"/>
              <a:ext cx="1493640" cy="237600"/>
            </p14:xfrm>
          </p:contentPart>
        </mc:Choice>
        <mc:Fallback xmlns="">
          <p:pic>
            <p:nvPicPr>
              <p:cNvPr id="9" name="Ink 8"/>
              <p:cNvPicPr/>
              <p:nvPr/>
            </p:nvPicPr>
            <p:blipFill>
              <a:blip r:embed="rId4"/>
              <a:stretch>
                <a:fillRect/>
              </a:stretch>
            </p:blipFill>
            <p:spPr>
              <a:xfrm>
                <a:off x="3273282" y="5125158"/>
                <a:ext cx="151056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p14:cNvContentPartPr/>
              <p14:nvPr/>
            </p14:nvContentPartPr>
            <p14:xfrm>
              <a:off x="3394602" y="5291478"/>
              <a:ext cx="2046240" cy="222480"/>
            </p14:xfrm>
          </p:contentPart>
        </mc:Choice>
        <mc:Fallback xmlns="">
          <p:pic>
            <p:nvPicPr>
              <p:cNvPr id="10" name="Ink 9"/>
              <p:cNvPicPr/>
              <p:nvPr/>
            </p:nvPicPr>
            <p:blipFill>
              <a:blip r:embed="rId6"/>
              <a:stretch>
                <a:fillRect/>
              </a:stretch>
            </p:blipFill>
            <p:spPr>
              <a:xfrm>
                <a:off x="3386682" y="5282118"/>
                <a:ext cx="206352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k 11"/>
              <p14:cNvContentPartPr/>
              <p14:nvPr/>
            </p14:nvContentPartPr>
            <p14:xfrm>
              <a:off x="6177762" y="5369598"/>
              <a:ext cx="2367000" cy="84240"/>
            </p14:xfrm>
          </p:contentPart>
        </mc:Choice>
        <mc:Fallback xmlns="">
          <p:pic>
            <p:nvPicPr>
              <p:cNvPr id="12" name="Ink 11"/>
              <p:cNvPicPr/>
              <p:nvPr/>
            </p:nvPicPr>
            <p:blipFill>
              <a:blip r:embed="rId8"/>
              <a:stretch>
                <a:fillRect/>
              </a:stretch>
            </p:blipFill>
            <p:spPr>
              <a:xfrm>
                <a:off x="6168762" y="5358798"/>
                <a:ext cx="238680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7" name="Ink 26"/>
              <p14:cNvContentPartPr/>
              <p14:nvPr/>
            </p14:nvContentPartPr>
            <p14:xfrm>
              <a:off x="2938842" y="3613878"/>
              <a:ext cx="37800" cy="13320"/>
            </p14:xfrm>
          </p:contentPart>
        </mc:Choice>
        <mc:Fallback xmlns="">
          <p:pic>
            <p:nvPicPr>
              <p:cNvPr id="27" name="Ink 26"/>
              <p:cNvPicPr/>
              <p:nvPr/>
            </p:nvPicPr>
            <p:blipFill>
              <a:blip r:embed="rId10"/>
              <a:stretch>
                <a:fillRect/>
              </a:stretch>
            </p:blipFill>
            <p:spPr>
              <a:xfrm>
                <a:off x="2933082" y="3610998"/>
                <a:ext cx="4644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8" name="Ink 27"/>
              <p14:cNvContentPartPr/>
              <p14:nvPr/>
            </p14:nvContentPartPr>
            <p14:xfrm>
              <a:off x="1518282" y="4541598"/>
              <a:ext cx="272160" cy="203400"/>
            </p14:xfrm>
          </p:contentPart>
        </mc:Choice>
        <mc:Fallback xmlns="">
          <p:pic>
            <p:nvPicPr>
              <p:cNvPr id="28" name="Ink 27"/>
              <p:cNvPicPr/>
              <p:nvPr/>
            </p:nvPicPr>
            <p:blipFill>
              <a:blip r:embed="rId12"/>
              <a:stretch>
                <a:fillRect/>
              </a:stretch>
            </p:blipFill>
            <p:spPr>
              <a:xfrm>
                <a:off x="1508562" y="4536918"/>
                <a:ext cx="29304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9" name="Ink 28"/>
              <p14:cNvContentPartPr/>
              <p14:nvPr/>
            </p14:nvContentPartPr>
            <p14:xfrm>
              <a:off x="1702602" y="4488678"/>
              <a:ext cx="310680" cy="218880"/>
            </p14:xfrm>
          </p:contentPart>
        </mc:Choice>
        <mc:Fallback xmlns="">
          <p:pic>
            <p:nvPicPr>
              <p:cNvPr id="29" name="Ink 28"/>
              <p:cNvPicPr/>
              <p:nvPr/>
            </p:nvPicPr>
            <p:blipFill>
              <a:blip r:embed="rId14"/>
              <a:stretch>
                <a:fillRect/>
              </a:stretch>
            </p:blipFill>
            <p:spPr>
              <a:xfrm>
                <a:off x="1692162" y="4485078"/>
                <a:ext cx="32472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0" name="Ink 29"/>
              <p14:cNvContentPartPr/>
              <p14:nvPr/>
            </p14:nvContentPartPr>
            <p14:xfrm>
              <a:off x="3866202" y="3645918"/>
              <a:ext cx="62280" cy="29520"/>
            </p14:xfrm>
          </p:contentPart>
        </mc:Choice>
        <mc:Fallback xmlns="">
          <p:pic>
            <p:nvPicPr>
              <p:cNvPr id="30" name="Ink 29"/>
              <p:cNvPicPr/>
              <p:nvPr/>
            </p:nvPicPr>
            <p:blipFill>
              <a:blip r:embed="rId16"/>
              <a:stretch>
                <a:fillRect/>
              </a:stretch>
            </p:blipFill>
            <p:spPr>
              <a:xfrm>
                <a:off x="3860082" y="3642678"/>
                <a:ext cx="7128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27" name="Ink 226"/>
              <p14:cNvContentPartPr/>
              <p14:nvPr/>
            </p14:nvContentPartPr>
            <p14:xfrm>
              <a:off x="7304202" y="2932398"/>
              <a:ext cx="1190520" cy="60480"/>
            </p14:xfrm>
          </p:contentPart>
        </mc:Choice>
        <mc:Fallback xmlns="">
          <p:pic>
            <p:nvPicPr>
              <p:cNvPr id="227" name="Ink 226"/>
              <p:cNvPicPr/>
              <p:nvPr/>
            </p:nvPicPr>
            <p:blipFill>
              <a:blip r:embed="rId18"/>
              <a:stretch>
                <a:fillRect/>
              </a:stretch>
            </p:blipFill>
            <p:spPr>
              <a:xfrm>
                <a:off x="7298442" y="2926638"/>
                <a:ext cx="120204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29" name="Ink 228"/>
              <p14:cNvContentPartPr/>
              <p14:nvPr/>
            </p14:nvContentPartPr>
            <p14:xfrm>
              <a:off x="8231562" y="3208878"/>
              <a:ext cx="2410920" cy="439920"/>
            </p14:xfrm>
          </p:contentPart>
        </mc:Choice>
        <mc:Fallback xmlns="">
          <p:pic>
            <p:nvPicPr>
              <p:cNvPr id="229" name="Ink 228"/>
              <p:cNvPicPr/>
              <p:nvPr/>
            </p:nvPicPr>
            <p:blipFill>
              <a:blip r:embed="rId20"/>
              <a:stretch>
                <a:fillRect/>
              </a:stretch>
            </p:blipFill>
            <p:spPr>
              <a:xfrm>
                <a:off x="8225802" y="3205638"/>
                <a:ext cx="2419920" cy="4489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42" name="Ink 241"/>
              <p14:cNvContentPartPr/>
              <p14:nvPr/>
            </p14:nvContentPartPr>
            <p14:xfrm>
              <a:off x="2682162" y="5777478"/>
              <a:ext cx="0" cy="12960"/>
            </p14:xfrm>
          </p:contentPart>
        </mc:Choice>
        <mc:Fallback xmlns="">
          <p:pic>
            <p:nvPicPr>
              <p:cNvPr id="242" name="Ink 241"/>
              <p:cNvPicPr/>
              <p:nvPr/>
            </p:nvPicPr>
            <p:blipFill>
              <a:blip r:embed="rId22"/>
              <a:stretch>
                <a:fillRect/>
              </a:stretch>
            </p:blipFill>
            <p:spPr>
              <a:xfrm>
                <a:off x="0" y="0"/>
                <a:ext cx="0" cy="129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44" name="Ink 243"/>
              <p14:cNvContentPartPr/>
              <p14:nvPr/>
            </p14:nvContentPartPr>
            <p14:xfrm>
              <a:off x="3013002" y="5760558"/>
              <a:ext cx="3240" cy="0"/>
            </p14:xfrm>
          </p:contentPart>
        </mc:Choice>
        <mc:Fallback xmlns="">
          <p:pic>
            <p:nvPicPr>
              <p:cNvPr id="244" name="Ink 243"/>
              <p:cNvPicPr/>
              <p:nvPr/>
            </p:nvPicPr>
            <p:blipFill>
              <a:blip r:embed="rId24"/>
              <a:stretch>
                <a:fillRect/>
              </a:stretch>
            </p:blipFill>
            <p:spPr>
              <a:xfrm>
                <a:off x="0" y="0"/>
                <a:ext cx="3240" cy="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67" name="Ink 66"/>
              <p14:cNvContentPartPr/>
              <p14:nvPr/>
            </p14:nvContentPartPr>
            <p14:xfrm>
              <a:off x="4451922" y="5387238"/>
              <a:ext cx="344880" cy="20520"/>
            </p14:xfrm>
          </p:contentPart>
        </mc:Choice>
        <mc:Fallback xmlns="">
          <p:pic>
            <p:nvPicPr>
              <p:cNvPr id="67" name="Ink 66"/>
              <p:cNvPicPr/>
              <p:nvPr/>
            </p:nvPicPr>
            <p:blipFill>
              <a:blip r:embed="rId26"/>
              <a:stretch>
                <a:fillRect/>
              </a:stretch>
            </p:blipFill>
            <p:spPr>
              <a:xfrm>
                <a:off x="4445442" y="5380758"/>
                <a:ext cx="35460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85" name="Ink 84"/>
              <p14:cNvContentPartPr/>
              <p14:nvPr/>
            </p14:nvContentPartPr>
            <p14:xfrm>
              <a:off x="7135362" y="2409678"/>
              <a:ext cx="79560" cy="96480"/>
            </p14:xfrm>
          </p:contentPart>
        </mc:Choice>
        <mc:Fallback xmlns="">
          <p:pic>
            <p:nvPicPr>
              <p:cNvPr id="85" name="Ink 84"/>
              <p:cNvPicPr/>
              <p:nvPr/>
            </p:nvPicPr>
            <p:blipFill>
              <a:blip r:embed="rId28"/>
              <a:stretch>
                <a:fillRect/>
              </a:stretch>
            </p:blipFill>
            <p:spPr>
              <a:xfrm>
                <a:off x="7130322" y="2404638"/>
                <a:ext cx="8784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88" name="Ink 87"/>
              <p14:cNvContentPartPr/>
              <p14:nvPr/>
            </p14:nvContentPartPr>
            <p14:xfrm>
              <a:off x="8058042" y="2818278"/>
              <a:ext cx="668160" cy="470520"/>
            </p14:xfrm>
          </p:contentPart>
        </mc:Choice>
        <mc:Fallback xmlns="">
          <p:pic>
            <p:nvPicPr>
              <p:cNvPr id="88" name="Ink 87"/>
              <p:cNvPicPr/>
              <p:nvPr/>
            </p:nvPicPr>
            <p:blipFill>
              <a:blip r:embed="rId30"/>
              <a:stretch>
                <a:fillRect/>
              </a:stretch>
            </p:blipFill>
            <p:spPr>
              <a:xfrm>
                <a:off x="8051922" y="2812518"/>
                <a:ext cx="678960" cy="4834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93" name="Ink 92"/>
              <p14:cNvContentPartPr/>
              <p14:nvPr/>
            </p14:nvContentPartPr>
            <p14:xfrm>
              <a:off x="8263962" y="2163798"/>
              <a:ext cx="399240" cy="344520"/>
            </p14:xfrm>
          </p:contentPart>
        </mc:Choice>
        <mc:Fallback xmlns="">
          <p:pic>
            <p:nvPicPr>
              <p:cNvPr id="93" name="Ink 92"/>
              <p:cNvPicPr/>
              <p:nvPr/>
            </p:nvPicPr>
            <p:blipFill>
              <a:blip r:embed="rId32"/>
              <a:stretch>
                <a:fillRect/>
              </a:stretch>
            </p:blipFill>
            <p:spPr>
              <a:xfrm>
                <a:off x="8257482" y="2156958"/>
                <a:ext cx="415080" cy="3589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02" name="Ink 101"/>
              <p14:cNvContentPartPr/>
              <p14:nvPr/>
            </p14:nvContentPartPr>
            <p14:xfrm>
              <a:off x="7455042" y="6078438"/>
              <a:ext cx="415080" cy="271800"/>
            </p14:xfrm>
          </p:contentPart>
        </mc:Choice>
        <mc:Fallback xmlns="">
          <p:pic>
            <p:nvPicPr>
              <p:cNvPr id="102" name="Ink 101"/>
              <p:cNvPicPr/>
              <p:nvPr/>
            </p:nvPicPr>
            <p:blipFill>
              <a:blip r:embed="rId34"/>
              <a:stretch>
                <a:fillRect/>
              </a:stretch>
            </p:blipFill>
            <p:spPr>
              <a:xfrm>
                <a:off x="7448202" y="6067998"/>
                <a:ext cx="434160" cy="2930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16" name="Ink 115"/>
              <p14:cNvContentPartPr/>
              <p14:nvPr/>
            </p14:nvContentPartPr>
            <p14:xfrm>
              <a:off x="4744962" y="6073038"/>
              <a:ext cx="3352680" cy="771840"/>
            </p14:xfrm>
          </p:contentPart>
        </mc:Choice>
        <mc:Fallback xmlns="">
          <p:pic>
            <p:nvPicPr>
              <p:cNvPr id="116" name="Ink 115"/>
              <p:cNvPicPr/>
              <p:nvPr/>
            </p:nvPicPr>
            <p:blipFill>
              <a:blip r:embed="rId36"/>
              <a:stretch>
                <a:fillRect/>
              </a:stretch>
            </p:blipFill>
            <p:spPr>
              <a:xfrm>
                <a:off x="4737402" y="6064038"/>
                <a:ext cx="3366720" cy="7866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60" name="Ink 159"/>
              <p14:cNvContentPartPr/>
              <p14:nvPr/>
            </p14:nvContentPartPr>
            <p14:xfrm>
              <a:off x="8929962" y="5367438"/>
              <a:ext cx="318960" cy="1003320"/>
            </p14:xfrm>
          </p:contentPart>
        </mc:Choice>
        <mc:Fallback xmlns="">
          <p:pic>
            <p:nvPicPr>
              <p:cNvPr id="160" name="Ink 159"/>
              <p:cNvPicPr/>
              <p:nvPr/>
            </p:nvPicPr>
            <p:blipFill>
              <a:blip r:embed="rId38"/>
              <a:stretch>
                <a:fillRect/>
              </a:stretch>
            </p:blipFill>
            <p:spPr>
              <a:xfrm>
                <a:off x="8922402" y="5359158"/>
                <a:ext cx="330480" cy="10216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64" name="Ink 163"/>
              <p14:cNvContentPartPr/>
              <p14:nvPr/>
            </p14:nvContentPartPr>
            <p14:xfrm>
              <a:off x="9446562" y="4790718"/>
              <a:ext cx="2660760" cy="1343520"/>
            </p14:xfrm>
          </p:contentPart>
        </mc:Choice>
        <mc:Fallback xmlns="">
          <p:pic>
            <p:nvPicPr>
              <p:cNvPr id="164" name="Ink 163"/>
              <p:cNvPicPr/>
              <p:nvPr/>
            </p:nvPicPr>
            <p:blipFill>
              <a:blip r:embed="rId40"/>
              <a:stretch>
                <a:fillRect/>
              </a:stretch>
            </p:blipFill>
            <p:spPr>
              <a:xfrm>
                <a:off x="9440082" y="4780278"/>
                <a:ext cx="2679120" cy="13582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77" name="Ink 176"/>
              <p14:cNvContentPartPr/>
              <p14:nvPr/>
            </p14:nvContentPartPr>
            <p14:xfrm>
              <a:off x="2446002" y="3601278"/>
              <a:ext cx="3647160" cy="137880"/>
            </p14:xfrm>
          </p:contentPart>
        </mc:Choice>
        <mc:Fallback xmlns="">
          <p:pic>
            <p:nvPicPr>
              <p:cNvPr id="177" name="Ink 176"/>
              <p:cNvPicPr/>
              <p:nvPr/>
            </p:nvPicPr>
            <p:blipFill>
              <a:blip r:embed="rId42"/>
              <a:stretch>
                <a:fillRect/>
              </a:stretch>
            </p:blipFill>
            <p:spPr>
              <a:xfrm>
                <a:off x="2441322" y="3595878"/>
                <a:ext cx="365832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179" name="Ink 178"/>
              <p14:cNvContentPartPr/>
              <p14:nvPr/>
            </p14:nvContentPartPr>
            <p14:xfrm>
              <a:off x="1393722" y="4923558"/>
              <a:ext cx="7478640" cy="1675800"/>
            </p14:xfrm>
          </p:contentPart>
        </mc:Choice>
        <mc:Fallback xmlns="">
          <p:pic>
            <p:nvPicPr>
              <p:cNvPr id="179" name="Ink 178"/>
              <p:cNvPicPr/>
              <p:nvPr/>
            </p:nvPicPr>
            <p:blipFill>
              <a:blip r:embed="rId44"/>
              <a:stretch>
                <a:fillRect/>
              </a:stretch>
            </p:blipFill>
            <p:spPr>
              <a:xfrm>
                <a:off x="1385802" y="4915278"/>
                <a:ext cx="7497000" cy="16923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184" name="Ink 183"/>
              <p14:cNvContentPartPr/>
              <p14:nvPr/>
            </p14:nvContentPartPr>
            <p14:xfrm>
              <a:off x="6676722" y="2807838"/>
              <a:ext cx="2327760" cy="2511000"/>
            </p14:xfrm>
          </p:contentPart>
        </mc:Choice>
        <mc:Fallback xmlns="">
          <p:pic>
            <p:nvPicPr>
              <p:cNvPr id="184" name="Ink 183"/>
              <p:cNvPicPr/>
              <p:nvPr/>
            </p:nvPicPr>
            <p:blipFill>
              <a:blip r:embed="rId46"/>
              <a:stretch>
                <a:fillRect/>
              </a:stretch>
            </p:blipFill>
            <p:spPr>
              <a:xfrm>
                <a:off x="6669882" y="2798838"/>
                <a:ext cx="2344680" cy="25268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187" name="Ink 186"/>
              <p14:cNvContentPartPr/>
              <p14:nvPr/>
            </p14:nvContentPartPr>
            <p14:xfrm>
              <a:off x="8014482" y="2280078"/>
              <a:ext cx="26640" cy="75600"/>
            </p14:xfrm>
          </p:contentPart>
        </mc:Choice>
        <mc:Fallback xmlns="">
          <p:pic>
            <p:nvPicPr>
              <p:cNvPr id="187" name="Ink 186"/>
              <p:cNvPicPr/>
              <p:nvPr/>
            </p:nvPicPr>
            <p:blipFill>
              <a:blip r:embed="rId48"/>
              <a:stretch>
                <a:fillRect/>
              </a:stretch>
            </p:blipFill>
            <p:spPr>
              <a:xfrm>
                <a:off x="8008722" y="2274318"/>
                <a:ext cx="3744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188" name="Ink 187"/>
              <p14:cNvContentPartPr/>
              <p14:nvPr/>
            </p14:nvContentPartPr>
            <p14:xfrm>
              <a:off x="8770842" y="2255598"/>
              <a:ext cx="360" cy="193680"/>
            </p14:xfrm>
          </p:contentPart>
        </mc:Choice>
        <mc:Fallback xmlns="">
          <p:pic>
            <p:nvPicPr>
              <p:cNvPr id="188" name="Ink 187"/>
              <p:cNvPicPr/>
              <p:nvPr/>
            </p:nvPicPr>
            <p:blipFill>
              <a:blip r:embed="rId50"/>
              <a:stretch>
                <a:fillRect/>
              </a:stretch>
            </p:blipFill>
            <p:spPr>
              <a:xfrm>
                <a:off x="8765802" y="2250558"/>
                <a:ext cx="1044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202" name="Ink 201"/>
              <p14:cNvContentPartPr/>
              <p14:nvPr/>
            </p14:nvContentPartPr>
            <p14:xfrm>
              <a:off x="9577602" y="5922198"/>
              <a:ext cx="1245960" cy="439920"/>
            </p14:xfrm>
          </p:contentPart>
        </mc:Choice>
        <mc:Fallback xmlns="">
          <p:pic>
            <p:nvPicPr>
              <p:cNvPr id="202" name="Ink 201"/>
              <p:cNvPicPr/>
              <p:nvPr/>
            </p:nvPicPr>
            <p:blipFill>
              <a:blip r:embed="rId52"/>
              <a:stretch>
                <a:fillRect/>
              </a:stretch>
            </p:blipFill>
            <p:spPr>
              <a:xfrm>
                <a:off x="9569682" y="5914638"/>
                <a:ext cx="1263960" cy="4550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205" name="Ink 204"/>
              <p14:cNvContentPartPr/>
              <p14:nvPr/>
            </p14:nvContentPartPr>
            <p14:xfrm>
              <a:off x="1480122" y="1936278"/>
              <a:ext cx="595800" cy="2391840"/>
            </p14:xfrm>
          </p:contentPart>
        </mc:Choice>
        <mc:Fallback xmlns="">
          <p:pic>
            <p:nvPicPr>
              <p:cNvPr id="205" name="Ink 204"/>
              <p:cNvPicPr/>
              <p:nvPr/>
            </p:nvPicPr>
            <p:blipFill>
              <a:blip r:embed="rId54"/>
              <a:stretch>
                <a:fillRect/>
              </a:stretch>
            </p:blipFill>
            <p:spPr>
              <a:xfrm>
                <a:off x="1468962" y="1926198"/>
                <a:ext cx="613800" cy="24127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210" name="Ink 209"/>
              <p14:cNvContentPartPr/>
              <p14:nvPr/>
            </p14:nvContentPartPr>
            <p14:xfrm>
              <a:off x="2070522" y="2482038"/>
              <a:ext cx="250920" cy="163440"/>
            </p14:xfrm>
          </p:contentPart>
        </mc:Choice>
        <mc:Fallback xmlns="">
          <p:pic>
            <p:nvPicPr>
              <p:cNvPr id="210" name="Ink 209"/>
              <p:cNvPicPr/>
              <p:nvPr/>
            </p:nvPicPr>
            <p:blipFill>
              <a:blip r:embed="rId56"/>
              <a:stretch>
                <a:fillRect/>
              </a:stretch>
            </p:blipFill>
            <p:spPr>
              <a:xfrm>
                <a:off x="2062602" y="2474478"/>
                <a:ext cx="26244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211" name="Ink 210"/>
              <p14:cNvContentPartPr/>
              <p14:nvPr/>
            </p14:nvContentPartPr>
            <p14:xfrm>
              <a:off x="2177802" y="2322558"/>
              <a:ext cx="193320" cy="379800"/>
            </p14:xfrm>
          </p:contentPart>
        </mc:Choice>
        <mc:Fallback xmlns="">
          <p:pic>
            <p:nvPicPr>
              <p:cNvPr id="211" name="Ink 210"/>
              <p:cNvPicPr/>
              <p:nvPr/>
            </p:nvPicPr>
            <p:blipFill>
              <a:blip r:embed="rId58"/>
              <a:stretch>
                <a:fillRect/>
              </a:stretch>
            </p:blipFill>
            <p:spPr>
              <a:xfrm>
                <a:off x="2174202" y="2315358"/>
                <a:ext cx="204120" cy="393840"/>
              </a:xfrm>
              <a:prstGeom prst="rect">
                <a:avLst/>
              </a:prstGeom>
            </p:spPr>
          </p:pic>
        </mc:Fallback>
      </mc:AlternateContent>
    </p:spTree>
    <p:extLst>
      <p:ext uri="{BB962C8B-B14F-4D97-AF65-F5344CB8AC3E}">
        <p14:creationId xmlns:p14="http://schemas.microsoft.com/office/powerpoint/2010/main" val="1365508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Kernel Methods</a:t>
            </a:r>
          </a:p>
        </p:txBody>
      </p:sp>
      <p:sp>
        <p:nvSpPr>
          <p:cNvPr id="3" name="Content Placeholder 2"/>
          <p:cNvSpPr>
            <a:spLocks noGrp="1"/>
          </p:cNvSpPr>
          <p:nvPr>
            <p:ph idx="1"/>
          </p:nvPr>
        </p:nvSpPr>
        <p:spPr>
          <a:xfrm>
            <a:off x="213852" y="1030698"/>
            <a:ext cx="11320465" cy="5237162"/>
          </a:xfrm>
        </p:spPr>
        <p:txBody>
          <a:bodyPr/>
          <a:lstStyle/>
          <a:p>
            <a:r>
              <a:rPr lang="en-US" dirty="0"/>
              <a:t>Two deviations from linear </a:t>
            </a:r>
            <a:r>
              <a:rPr lang="en-US" dirty="0" err="1"/>
              <a:t>separability</a:t>
            </a:r>
            <a:r>
              <a:rPr lang="en-US" dirty="0"/>
              <a:t> </a:t>
            </a:r>
          </a:p>
          <a:p>
            <a:r>
              <a:rPr lang="en-US" dirty="0"/>
              <a:t>Learning quadratic boundaries using basis expansion </a:t>
            </a:r>
          </a:p>
          <a:p>
            <a:r>
              <a:rPr lang="en-US" dirty="0"/>
              <a:t>What is Noise?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9940" y="2610351"/>
            <a:ext cx="6011114" cy="3820058"/>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p14:cNvContentPartPr/>
              <p14:nvPr/>
            </p14:nvContentPartPr>
            <p14:xfrm>
              <a:off x="4660002" y="4699278"/>
              <a:ext cx="395640" cy="174600"/>
            </p14:xfrm>
          </p:contentPart>
        </mc:Choice>
        <mc:Fallback xmlns="">
          <p:pic>
            <p:nvPicPr>
              <p:cNvPr id="7" name="Ink 6"/>
              <p:cNvPicPr/>
              <p:nvPr/>
            </p:nvPicPr>
            <p:blipFill>
              <a:blip r:embed="rId4"/>
              <a:stretch>
                <a:fillRect/>
              </a:stretch>
            </p:blipFill>
            <p:spPr>
              <a:xfrm>
                <a:off x="4649562" y="4689198"/>
                <a:ext cx="41616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5" name="Ink 14"/>
              <p14:cNvContentPartPr/>
              <p14:nvPr/>
            </p14:nvContentPartPr>
            <p14:xfrm>
              <a:off x="9232002" y="3628638"/>
              <a:ext cx="838080" cy="262080"/>
            </p14:xfrm>
          </p:contentPart>
        </mc:Choice>
        <mc:Fallback xmlns="">
          <p:pic>
            <p:nvPicPr>
              <p:cNvPr id="15" name="Ink 14"/>
              <p:cNvPicPr/>
              <p:nvPr/>
            </p:nvPicPr>
            <p:blipFill>
              <a:blip r:embed="rId6"/>
              <a:stretch>
                <a:fillRect/>
              </a:stretch>
            </p:blipFill>
            <p:spPr>
              <a:xfrm>
                <a:off x="9225162" y="3619278"/>
                <a:ext cx="85212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6" name="Ink 15"/>
              <p14:cNvContentPartPr/>
              <p14:nvPr/>
            </p14:nvContentPartPr>
            <p14:xfrm>
              <a:off x="10661202" y="2621358"/>
              <a:ext cx="627480" cy="2592000"/>
            </p14:xfrm>
          </p:contentPart>
        </mc:Choice>
        <mc:Fallback xmlns="">
          <p:pic>
            <p:nvPicPr>
              <p:cNvPr id="16" name="Ink 15"/>
              <p:cNvPicPr/>
              <p:nvPr/>
            </p:nvPicPr>
            <p:blipFill>
              <a:blip r:embed="rId8"/>
              <a:stretch>
                <a:fillRect/>
              </a:stretch>
            </p:blipFill>
            <p:spPr>
              <a:xfrm>
                <a:off x="10654722" y="2614878"/>
                <a:ext cx="641520" cy="26071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0" name="Ink 19"/>
              <p14:cNvContentPartPr/>
              <p14:nvPr/>
            </p14:nvContentPartPr>
            <p14:xfrm>
              <a:off x="4448322" y="343278"/>
              <a:ext cx="457920" cy="221400"/>
            </p14:xfrm>
          </p:contentPart>
        </mc:Choice>
        <mc:Fallback xmlns="">
          <p:pic>
            <p:nvPicPr>
              <p:cNvPr id="20" name="Ink 19"/>
              <p:cNvPicPr/>
              <p:nvPr/>
            </p:nvPicPr>
            <p:blipFill>
              <a:blip r:embed="rId10"/>
              <a:stretch>
                <a:fillRect/>
              </a:stretch>
            </p:blipFill>
            <p:spPr>
              <a:xfrm>
                <a:off x="4441122" y="334638"/>
                <a:ext cx="468720" cy="238320"/>
              </a:xfrm>
              <a:prstGeom prst="rect">
                <a:avLst/>
              </a:prstGeom>
            </p:spPr>
          </p:pic>
        </mc:Fallback>
      </mc:AlternateContent>
    </p:spTree>
    <p:extLst>
      <p:ext uri="{BB962C8B-B14F-4D97-AF65-F5344CB8AC3E}">
        <p14:creationId xmlns:p14="http://schemas.microsoft.com/office/powerpoint/2010/main" val="3915610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How do we deal with nonlinear boundaries?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8415" y="681037"/>
            <a:ext cx="9174562" cy="5951450"/>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1888362" y="5657598"/>
              <a:ext cx="2517120" cy="545040"/>
            </p14:xfrm>
          </p:contentPart>
        </mc:Choice>
        <mc:Fallback xmlns="">
          <p:pic>
            <p:nvPicPr>
              <p:cNvPr id="4" name="Ink 3"/>
              <p:cNvPicPr/>
              <p:nvPr/>
            </p:nvPicPr>
            <p:blipFill>
              <a:blip r:embed="rId4"/>
              <a:stretch>
                <a:fillRect/>
              </a:stretch>
            </p:blipFill>
            <p:spPr>
              <a:xfrm>
                <a:off x="1880442" y="5647878"/>
                <a:ext cx="2534040" cy="5641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0" name="Ink 19"/>
              <p14:cNvContentPartPr/>
              <p14:nvPr/>
            </p14:nvContentPartPr>
            <p14:xfrm>
              <a:off x="-936918" y="4450518"/>
              <a:ext cx="1690200" cy="1347840"/>
            </p14:xfrm>
          </p:contentPart>
        </mc:Choice>
        <mc:Fallback xmlns="">
          <p:pic>
            <p:nvPicPr>
              <p:cNvPr id="20" name="Ink 19"/>
              <p:cNvPicPr/>
              <p:nvPr/>
            </p:nvPicPr>
            <p:blipFill>
              <a:blip r:embed="rId6"/>
              <a:stretch>
                <a:fillRect/>
              </a:stretch>
            </p:blipFill>
            <p:spPr>
              <a:xfrm>
                <a:off x="-947718" y="4446918"/>
                <a:ext cx="1704600" cy="136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0" name="Ink 29"/>
              <p14:cNvContentPartPr/>
              <p14:nvPr/>
            </p14:nvContentPartPr>
            <p14:xfrm>
              <a:off x="-722718" y="5076198"/>
              <a:ext cx="1359360" cy="1177200"/>
            </p14:xfrm>
          </p:contentPart>
        </mc:Choice>
        <mc:Fallback xmlns="">
          <p:pic>
            <p:nvPicPr>
              <p:cNvPr id="30" name="Ink 29"/>
              <p:cNvPicPr/>
              <p:nvPr/>
            </p:nvPicPr>
            <p:blipFill>
              <a:blip r:embed="rId8"/>
              <a:stretch>
                <a:fillRect/>
              </a:stretch>
            </p:blipFill>
            <p:spPr>
              <a:xfrm>
                <a:off x="-733158" y="5072238"/>
                <a:ext cx="1375200" cy="1191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5" name="Ink 34"/>
              <p14:cNvContentPartPr/>
              <p14:nvPr/>
            </p14:nvContentPartPr>
            <p14:xfrm>
              <a:off x="2043882" y="5668758"/>
              <a:ext cx="322920" cy="22320"/>
            </p14:xfrm>
          </p:contentPart>
        </mc:Choice>
        <mc:Fallback xmlns="">
          <p:pic>
            <p:nvPicPr>
              <p:cNvPr id="35" name="Ink 34"/>
              <p:cNvPicPr/>
              <p:nvPr/>
            </p:nvPicPr>
            <p:blipFill>
              <a:blip r:embed="rId10"/>
              <a:stretch>
                <a:fillRect/>
              </a:stretch>
            </p:blipFill>
            <p:spPr>
              <a:xfrm>
                <a:off x="2039922" y="5660118"/>
                <a:ext cx="33552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6" name="Ink 35"/>
              <p14:cNvContentPartPr/>
              <p14:nvPr/>
            </p14:nvContentPartPr>
            <p14:xfrm>
              <a:off x="1744722" y="5928678"/>
              <a:ext cx="250560" cy="231480"/>
            </p14:xfrm>
          </p:contentPart>
        </mc:Choice>
        <mc:Fallback xmlns="">
          <p:pic>
            <p:nvPicPr>
              <p:cNvPr id="36" name="Ink 35"/>
              <p:cNvPicPr/>
              <p:nvPr/>
            </p:nvPicPr>
            <p:blipFill>
              <a:blip r:embed="rId12"/>
              <a:stretch>
                <a:fillRect/>
              </a:stretch>
            </p:blipFill>
            <p:spPr>
              <a:xfrm>
                <a:off x="1737522" y="5918238"/>
                <a:ext cx="26820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1" name="Ink 40"/>
              <p14:cNvContentPartPr/>
              <p14:nvPr/>
            </p14:nvContentPartPr>
            <p14:xfrm>
              <a:off x="5842962" y="4748238"/>
              <a:ext cx="2431080" cy="728640"/>
            </p14:xfrm>
          </p:contentPart>
        </mc:Choice>
        <mc:Fallback xmlns="">
          <p:pic>
            <p:nvPicPr>
              <p:cNvPr id="41" name="Ink 40"/>
              <p:cNvPicPr/>
              <p:nvPr/>
            </p:nvPicPr>
            <p:blipFill>
              <a:blip r:embed="rId14"/>
              <a:stretch>
                <a:fillRect/>
              </a:stretch>
            </p:blipFill>
            <p:spPr>
              <a:xfrm>
                <a:off x="5835402" y="4739958"/>
                <a:ext cx="2448720" cy="7434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48" name="Ink 47"/>
              <p14:cNvContentPartPr/>
              <p14:nvPr/>
            </p14:nvContentPartPr>
            <p14:xfrm>
              <a:off x="4709682" y="3151998"/>
              <a:ext cx="1667520" cy="975240"/>
            </p14:xfrm>
          </p:contentPart>
        </mc:Choice>
        <mc:Fallback xmlns="">
          <p:pic>
            <p:nvPicPr>
              <p:cNvPr id="48" name="Ink 47"/>
              <p:cNvPicPr/>
              <p:nvPr/>
            </p:nvPicPr>
            <p:blipFill>
              <a:blip r:embed="rId16"/>
              <a:stretch>
                <a:fillRect/>
              </a:stretch>
            </p:blipFill>
            <p:spPr>
              <a:xfrm>
                <a:off x="4703922" y="3145876"/>
                <a:ext cx="1679040" cy="991806"/>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66" name="Ink 65"/>
              <p14:cNvContentPartPr/>
              <p14:nvPr/>
            </p14:nvContentPartPr>
            <p14:xfrm>
              <a:off x="1200762" y="2546478"/>
              <a:ext cx="1019520" cy="774360"/>
            </p14:xfrm>
          </p:contentPart>
        </mc:Choice>
        <mc:Fallback xmlns="">
          <p:pic>
            <p:nvPicPr>
              <p:cNvPr id="66" name="Ink 65"/>
              <p:cNvPicPr/>
              <p:nvPr/>
            </p:nvPicPr>
            <p:blipFill>
              <a:blip r:embed="rId18"/>
              <a:stretch>
                <a:fillRect/>
              </a:stretch>
            </p:blipFill>
            <p:spPr>
              <a:xfrm>
                <a:off x="1193202" y="2537478"/>
                <a:ext cx="1037520" cy="7977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69" name="Ink 68"/>
              <p14:cNvContentPartPr/>
              <p14:nvPr/>
            </p14:nvContentPartPr>
            <p14:xfrm>
              <a:off x="1347282" y="2807118"/>
              <a:ext cx="1079280" cy="447120"/>
            </p14:xfrm>
          </p:contentPart>
        </mc:Choice>
        <mc:Fallback xmlns="">
          <p:pic>
            <p:nvPicPr>
              <p:cNvPr id="69" name="Ink 68"/>
              <p:cNvPicPr/>
              <p:nvPr/>
            </p:nvPicPr>
            <p:blipFill>
              <a:blip r:embed="rId20"/>
              <a:stretch>
                <a:fillRect/>
              </a:stretch>
            </p:blipFill>
            <p:spPr>
              <a:xfrm>
                <a:off x="1337922" y="2797758"/>
                <a:ext cx="1101960" cy="4658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87" name="Ink 86"/>
              <p14:cNvContentPartPr/>
              <p14:nvPr/>
            </p14:nvContentPartPr>
            <p14:xfrm>
              <a:off x="4347522" y="5565798"/>
              <a:ext cx="20880" cy="23400"/>
            </p14:xfrm>
          </p:contentPart>
        </mc:Choice>
        <mc:Fallback xmlns="">
          <p:pic>
            <p:nvPicPr>
              <p:cNvPr id="87" name="Ink 86"/>
              <p:cNvPicPr/>
              <p:nvPr/>
            </p:nvPicPr>
            <p:blipFill>
              <a:blip r:embed="rId22"/>
              <a:stretch>
                <a:fillRect/>
              </a:stretch>
            </p:blipFill>
            <p:spPr>
              <a:xfrm>
                <a:off x="4341762" y="5560038"/>
                <a:ext cx="3168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64" name="Ink 163"/>
              <p14:cNvContentPartPr/>
              <p14:nvPr/>
            </p14:nvContentPartPr>
            <p14:xfrm>
              <a:off x="6343722" y="4057758"/>
              <a:ext cx="413280" cy="78120"/>
            </p14:xfrm>
          </p:contentPart>
        </mc:Choice>
        <mc:Fallback xmlns="">
          <p:pic>
            <p:nvPicPr>
              <p:cNvPr id="164" name="Ink 163"/>
              <p:cNvPicPr/>
              <p:nvPr/>
            </p:nvPicPr>
            <p:blipFill>
              <a:blip r:embed="rId24"/>
              <a:stretch>
                <a:fillRect/>
              </a:stretch>
            </p:blipFill>
            <p:spPr>
              <a:xfrm>
                <a:off x="6338682" y="4054518"/>
                <a:ext cx="42156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20" name="Ink 219"/>
              <p14:cNvContentPartPr/>
              <p14:nvPr/>
            </p14:nvContentPartPr>
            <p14:xfrm>
              <a:off x="7407882" y="4201038"/>
              <a:ext cx="82800" cy="120240"/>
            </p14:xfrm>
          </p:contentPart>
        </mc:Choice>
        <mc:Fallback xmlns="">
          <p:pic>
            <p:nvPicPr>
              <p:cNvPr id="220" name="Ink 219"/>
              <p:cNvPicPr/>
              <p:nvPr/>
            </p:nvPicPr>
            <p:blipFill>
              <a:blip r:embed="rId26"/>
              <a:stretch>
                <a:fillRect/>
              </a:stretch>
            </p:blipFill>
            <p:spPr>
              <a:xfrm>
                <a:off x="7402820" y="4194918"/>
                <a:ext cx="94732"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52" name="Ink 251"/>
              <p14:cNvContentPartPr/>
              <p14:nvPr/>
            </p14:nvContentPartPr>
            <p14:xfrm>
              <a:off x="6266322" y="4031478"/>
              <a:ext cx="67680" cy="473760"/>
            </p14:xfrm>
          </p:contentPart>
        </mc:Choice>
        <mc:Fallback xmlns="">
          <p:pic>
            <p:nvPicPr>
              <p:cNvPr id="252" name="Ink 251"/>
              <p:cNvPicPr/>
              <p:nvPr/>
            </p:nvPicPr>
            <p:blipFill>
              <a:blip r:embed="rId28"/>
              <a:stretch>
                <a:fillRect/>
              </a:stretch>
            </p:blipFill>
            <p:spPr>
              <a:xfrm>
                <a:off x="6259482" y="4024638"/>
                <a:ext cx="83160" cy="4892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60" name="Ink 259"/>
              <p14:cNvContentPartPr/>
              <p14:nvPr/>
            </p14:nvContentPartPr>
            <p14:xfrm>
              <a:off x="7893162" y="1512918"/>
              <a:ext cx="5205960" cy="3894480"/>
            </p14:xfrm>
          </p:contentPart>
        </mc:Choice>
        <mc:Fallback xmlns="">
          <p:pic>
            <p:nvPicPr>
              <p:cNvPr id="260" name="Ink 259"/>
              <p:cNvPicPr/>
              <p:nvPr/>
            </p:nvPicPr>
            <p:blipFill>
              <a:blip r:embed="rId30"/>
              <a:stretch>
                <a:fillRect/>
              </a:stretch>
            </p:blipFill>
            <p:spPr>
              <a:xfrm>
                <a:off x="7885962" y="1504638"/>
                <a:ext cx="5224320" cy="39092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64" name="Ink 263"/>
              <p14:cNvContentPartPr/>
              <p14:nvPr/>
            </p14:nvContentPartPr>
            <p14:xfrm>
              <a:off x="8085042" y="4084038"/>
              <a:ext cx="1005480" cy="58680"/>
            </p14:xfrm>
          </p:contentPart>
        </mc:Choice>
        <mc:Fallback xmlns="">
          <p:pic>
            <p:nvPicPr>
              <p:cNvPr id="264" name="Ink 263"/>
              <p:cNvPicPr/>
              <p:nvPr/>
            </p:nvPicPr>
            <p:blipFill>
              <a:blip r:embed="rId32"/>
              <a:stretch>
                <a:fillRect/>
              </a:stretch>
            </p:blipFill>
            <p:spPr>
              <a:xfrm>
                <a:off x="8078562" y="4074678"/>
                <a:ext cx="1022040" cy="777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79" name="Ink 278"/>
              <p14:cNvContentPartPr/>
              <p14:nvPr/>
            </p14:nvContentPartPr>
            <p14:xfrm>
              <a:off x="7071282" y="3455118"/>
              <a:ext cx="310680" cy="214920"/>
            </p14:xfrm>
          </p:contentPart>
        </mc:Choice>
        <mc:Fallback xmlns="">
          <p:pic>
            <p:nvPicPr>
              <p:cNvPr id="279" name="Ink 278"/>
              <p:cNvPicPr/>
              <p:nvPr/>
            </p:nvPicPr>
            <p:blipFill>
              <a:blip r:embed="rId34"/>
              <a:stretch>
                <a:fillRect/>
              </a:stretch>
            </p:blipFill>
            <p:spPr>
              <a:xfrm>
                <a:off x="7064434" y="3450438"/>
                <a:ext cx="324015"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81" name="Ink 280"/>
              <p14:cNvContentPartPr/>
              <p14:nvPr/>
            </p14:nvContentPartPr>
            <p14:xfrm>
              <a:off x="6224562" y="3604878"/>
              <a:ext cx="1781640" cy="898200"/>
            </p14:xfrm>
          </p:contentPart>
        </mc:Choice>
        <mc:Fallback xmlns="">
          <p:pic>
            <p:nvPicPr>
              <p:cNvPr id="281" name="Ink 280"/>
              <p:cNvPicPr/>
              <p:nvPr/>
            </p:nvPicPr>
            <p:blipFill>
              <a:blip r:embed="rId36"/>
              <a:stretch>
                <a:fillRect/>
              </a:stretch>
            </p:blipFill>
            <p:spPr>
              <a:xfrm>
                <a:off x="6217362" y="3597318"/>
                <a:ext cx="1798920" cy="9165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83" name="Ink 282"/>
              <p14:cNvContentPartPr/>
              <p14:nvPr/>
            </p14:nvContentPartPr>
            <p14:xfrm>
              <a:off x="4259682" y="2651238"/>
              <a:ext cx="9000" cy="16560"/>
            </p14:xfrm>
          </p:contentPart>
        </mc:Choice>
        <mc:Fallback xmlns="">
          <p:pic>
            <p:nvPicPr>
              <p:cNvPr id="283" name="Ink 282"/>
              <p:cNvPicPr/>
              <p:nvPr/>
            </p:nvPicPr>
            <p:blipFill>
              <a:blip r:embed="rId38"/>
              <a:stretch>
                <a:fillRect/>
              </a:stretch>
            </p:blipFill>
            <p:spPr>
              <a:xfrm>
                <a:off x="4254282" y="2644038"/>
                <a:ext cx="2160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85" name="Ink 284"/>
              <p14:cNvContentPartPr/>
              <p14:nvPr/>
            </p14:nvContentPartPr>
            <p14:xfrm>
              <a:off x="9345402" y="3339198"/>
              <a:ext cx="2953080" cy="1138680"/>
            </p14:xfrm>
          </p:contentPart>
        </mc:Choice>
        <mc:Fallback xmlns="">
          <p:pic>
            <p:nvPicPr>
              <p:cNvPr id="285" name="Ink 284"/>
              <p:cNvPicPr/>
              <p:nvPr/>
            </p:nvPicPr>
            <p:blipFill>
              <a:blip r:embed="rId40"/>
              <a:stretch>
                <a:fillRect/>
              </a:stretch>
            </p:blipFill>
            <p:spPr>
              <a:xfrm>
                <a:off x="9336762" y="3330558"/>
                <a:ext cx="2970720" cy="11563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89" name="Ink 288"/>
              <p14:cNvContentPartPr/>
              <p14:nvPr/>
            </p14:nvContentPartPr>
            <p14:xfrm>
              <a:off x="7674642" y="3817998"/>
              <a:ext cx="551520" cy="637560"/>
            </p14:xfrm>
          </p:contentPart>
        </mc:Choice>
        <mc:Fallback xmlns="">
          <p:pic>
            <p:nvPicPr>
              <p:cNvPr id="289" name="Ink 288"/>
              <p:cNvPicPr/>
              <p:nvPr/>
            </p:nvPicPr>
            <p:blipFill>
              <a:blip r:embed="rId42"/>
              <a:stretch>
                <a:fillRect/>
              </a:stretch>
            </p:blipFill>
            <p:spPr>
              <a:xfrm>
                <a:off x="7664922" y="3807198"/>
                <a:ext cx="572760" cy="6584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92" name="Ink 291"/>
              <p14:cNvContentPartPr/>
              <p14:nvPr/>
            </p14:nvContentPartPr>
            <p14:xfrm>
              <a:off x="1244322" y="2923758"/>
              <a:ext cx="1216440" cy="386640"/>
            </p14:xfrm>
          </p:contentPart>
        </mc:Choice>
        <mc:Fallback xmlns="">
          <p:pic>
            <p:nvPicPr>
              <p:cNvPr id="292" name="Ink 291"/>
              <p:cNvPicPr/>
              <p:nvPr/>
            </p:nvPicPr>
            <p:blipFill>
              <a:blip r:embed="rId44"/>
              <a:stretch>
                <a:fillRect/>
              </a:stretch>
            </p:blipFill>
            <p:spPr>
              <a:xfrm>
                <a:off x="1236042" y="2915118"/>
                <a:ext cx="1234440" cy="4021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93" name="Ink 292"/>
              <p14:cNvContentPartPr/>
              <p14:nvPr/>
            </p14:nvContentPartPr>
            <p14:xfrm>
              <a:off x="1510002" y="2901798"/>
              <a:ext cx="921240" cy="314640"/>
            </p14:xfrm>
          </p:contentPart>
        </mc:Choice>
        <mc:Fallback xmlns="">
          <p:pic>
            <p:nvPicPr>
              <p:cNvPr id="293" name="Ink 292"/>
              <p:cNvPicPr/>
              <p:nvPr/>
            </p:nvPicPr>
            <p:blipFill>
              <a:blip r:embed="rId46"/>
              <a:stretch>
                <a:fillRect/>
              </a:stretch>
            </p:blipFill>
            <p:spPr>
              <a:xfrm>
                <a:off x="1499922" y="2890278"/>
                <a:ext cx="942840" cy="3362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11" name="Ink 310"/>
              <p14:cNvContentPartPr/>
              <p14:nvPr/>
            </p14:nvContentPartPr>
            <p14:xfrm>
              <a:off x="10552122" y="4188078"/>
              <a:ext cx="243000" cy="415800"/>
            </p14:xfrm>
          </p:contentPart>
        </mc:Choice>
        <mc:Fallback xmlns="">
          <p:pic>
            <p:nvPicPr>
              <p:cNvPr id="311" name="Ink 310"/>
              <p:cNvPicPr/>
              <p:nvPr/>
            </p:nvPicPr>
            <p:blipFill>
              <a:blip r:embed="rId48"/>
              <a:stretch>
                <a:fillRect/>
              </a:stretch>
            </p:blipFill>
            <p:spPr>
              <a:xfrm>
                <a:off x="10542762" y="4177278"/>
                <a:ext cx="263160" cy="4370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19" name="Ink 318"/>
              <p14:cNvContentPartPr/>
              <p14:nvPr/>
            </p14:nvContentPartPr>
            <p14:xfrm>
              <a:off x="10530162" y="5094558"/>
              <a:ext cx="3408840" cy="539280"/>
            </p14:xfrm>
          </p:contentPart>
        </mc:Choice>
        <mc:Fallback xmlns="">
          <p:pic>
            <p:nvPicPr>
              <p:cNvPr id="319" name="Ink 318"/>
              <p:cNvPicPr/>
              <p:nvPr/>
            </p:nvPicPr>
            <p:blipFill>
              <a:blip r:embed="rId50"/>
              <a:stretch>
                <a:fillRect/>
              </a:stretch>
            </p:blipFill>
            <p:spPr>
              <a:xfrm>
                <a:off x="10521162" y="5090598"/>
                <a:ext cx="3433320" cy="55296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21" name="Ink 320"/>
              <p14:cNvContentPartPr/>
              <p14:nvPr/>
            </p14:nvContentPartPr>
            <p14:xfrm>
              <a:off x="10372122" y="5175198"/>
              <a:ext cx="1131120" cy="216000"/>
            </p14:xfrm>
          </p:contentPart>
        </mc:Choice>
        <mc:Fallback xmlns="">
          <p:pic>
            <p:nvPicPr>
              <p:cNvPr id="321" name="Ink 320"/>
              <p:cNvPicPr/>
              <p:nvPr/>
            </p:nvPicPr>
            <p:blipFill>
              <a:blip r:embed="rId52"/>
              <a:stretch>
                <a:fillRect/>
              </a:stretch>
            </p:blipFill>
            <p:spPr>
              <a:xfrm>
                <a:off x="10365642" y="5167278"/>
                <a:ext cx="114588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24" name="Ink 323"/>
              <p14:cNvContentPartPr/>
              <p14:nvPr/>
            </p14:nvContentPartPr>
            <p14:xfrm>
              <a:off x="6834402" y="3524598"/>
              <a:ext cx="315720" cy="304560"/>
            </p14:xfrm>
          </p:contentPart>
        </mc:Choice>
        <mc:Fallback xmlns="">
          <p:pic>
            <p:nvPicPr>
              <p:cNvPr id="324" name="Ink 323"/>
              <p:cNvPicPr/>
              <p:nvPr/>
            </p:nvPicPr>
            <p:blipFill>
              <a:blip r:embed="rId54"/>
              <a:stretch>
                <a:fillRect/>
              </a:stretch>
            </p:blipFill>
            <p:spPr>
              <a:xfrm>
                <a:off x="6827554" y="3515958"/>
                <a:ext cx="331218" cy="319680"/>
              </a:xfrm>
              <a:prstGeom prst="rect">
                <a:avLst/>
              </a:prstGeom>
            </p:spPr>
          </p:pic>
        </mc:Fallback>
      </mc:AlternateContent>
    </p:spTree>
    <p:extLst>
      <p:ext uri="{BB962C8B-B14F-4D97-AF65-F5344CB8AC3E}">
        <p14:creationId xmlns:p14="http://schemas.microsoft.com/office/powerpoint/2010/main" val="37979971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Basis expansion for quadratic boundaries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3556" y="937239"/>
            <a:ext cx="8005726" cy="5231086"/>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p14:cNvContentPartPr/>
              <p14:nvPr/>
            </p14:nvContentPartPr>
            <p14:xfrm>
              <a:off x="2360682" y="1731438"/>
              <a:ext cx="584280" cy="290160"/>
            </p14:xfrm>
          </p:contentPart>
        </mc:Choice>
        <mc:Fallback xmlns="">
          <p:pic>
            <p:nvPicPr>
              <p:cNvPr id="7" name="Ink 6"/>
              <p:cNvPicPr/>
              <p:nvPr/>
            </p:nvPicPr>
            <p:blipFill>
              <a:blip r:embed="rId4"/>
              <a:stretch>
                <a:fillRect/>
              </a:stretch>
            </p:blipFill>
            <p:spPr>
              <a:xfrm>
                <a:off x="2352762" y="1727838"/>
                <a:ext cx="59580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8" name="Ink 17"/>
              <p14:cNvContentPartPr/>
              <p14:nvPr/>
            </p14:nvContentPartPr>
            <p14:xfrm>
              <a:off x="4059882" y="5902038"/>
              <a:ext cx="1819080" cy="171720"/>
            </p14:xfrm>
          </p:contentPart>
        </mc:Choice>
        <mc:Fallback xmlns="">
          <p:pic>
            <p:nvPicPr>
              <p:cNvPr id="18" name="Ink 17"/>
              <p:cNvPicPr/>
              <p:nvPr/>
            </p:nvPicPr>
            <p:blipFill>
              <a:blip r:embed="rId6"/>
              <a:stretch>
                <a:fillRect/>
              </a:stretch>
            </p:blipFill>
            <p:spPr>
              <a:xfrm>
                <a:off x="4051602" y="5898078"/>
                <a:ext cx="183672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5" name="Ink 24"/>
              <p14:cNvContentPartPr/>
              <p14:nvPr/>
            </p14:nvContentPartPr>
            <p14:xfrm>
              <a:off x="334242" y="3805758"/>
              <a:ext cx="2687760" cy="414720"/>
            </p14:xfrm>
          </p:contentPart>
        </mc:Choice>
        <mc:Fallback xmlns="">
          <p:pic>
            <p:nvPicPr>
              <p:cNvPr id="25" name="Ink 24"/>
              <p:cNvPicPr/>
              <p:nvPr/>
            </p:nvPicPr>
            <p:blipFill>
              <a:blip r:embed="rId8"/>
              <a:stretch>
                <a:fillRect/>
              </a:stretch>
            </p:blipFill>
            <p:spPr>
              <a:xfrm>
                <a:off x="325242" y="3802158"/>
                <a:ext cx="2706480" cy="4248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4" name="Ink 43"/>
              <p14:cNvContentPartPr/>
              <p14:nvPr/>
            </p14:nvContentPartPr>
            <p14:xfrm>
              <a:off x="-144918" y="3140478"/>
              <a:ext cx="3624480" cy="1533240"/>
            </p14:xfrm>
          </p:contentPart>
        </mc:Choice>
        <mc:Fallback xmlns="">
          <p:pic>
            <p:nvPicPr>
              <p:cNvPr id="44" name="Ink 43"/>
              <p:cNvPicPr/>
              <p:nvPr/>
            </p:nvPicPr>
            <p:blipFill>
              <a:blip r:embed="rId10"/>
              <a:stretch>
                <a:fillRect/>
              </a:stretch>
            </p:blipFill>
            <p:spPr>
              <a:xfrm>
                <a:off x="-154278" y="3132198"/>
                <a:ext cx="3642480" cy="1549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60" name="Ink 59"/>
              <p14:cNvContentPartPr/>
              <p14:nvPr/>
            </p14:nvContentPartPr>
            <p14:xfrm>
              <a:off x="-93798" y="4877118"/>
              <a:ext cx="2401920" cy="347760"/>
            </p14:xfrm>
          </p:contentPart>
        </mc:Choice>
        <mc:Fallback xmlns="">
          <p:pic>
            <p:nvPicPr>
              <p:cNvPr id="60" name="Ink 59"/>
              <p:cNvPicPr/>
              <p:nvPr/>
            </p:nvPicPr>
            <p:blipFill>
              <a:blip r:embed="rId12"/>
              <a:stretch>
                <a:fillRect/>
              </a:stretch>
            </p:blipFill>
            <p:spPr>
              <a:xfrm>
                <a:off x="-102078" y="4868109"/>
                <a:ext cx="2417400" cy="362175"/>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69" name="Ink 68"/>
              <p14:cNvContentPartPr/>
              <p14:nvPr/>
            </p14:nvContentPartPr>
            <p14:xfrm>
              <a:off x="133362" y="4812678"/>
              <a:ext cx="1823760" cy="619920"/>
            </p14:xfrm>
          </p:contentPart>
        </mc:Choice>
        <mc:Fallback xmlns="">
          <p:pic>
            <p:nvPicPr>
              <p:cNvPr id="69" name="Ink 68"/>
              <p:cNvPicPr/>
              <p:nvPr/>
            </p:nvPicPr>
            <p:blipFill>
              <a:blip r:embed="rId14"/>
              <a:stretch>
                <a:fillRect/>
              </a:stretch>
            </p:blipFill>
            <p:spPr>
              <a:xfrm>
                <a:off x="124002" y="4800438"/>
                <a:ext cx="1844280" cy="6408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70" name="Ink 69"/>
              <p14:cNvContentPartPr/>
              <p14:nvPr/>
            </p14:nvContentPartPr>
            <p14:xfrm>
              <a:off x="513522" y="4842558"/>
              <a:ext cx="966960" cy="815760"/>
            </p14:xfrm>
          </p:contentPart>
        </mc:Choice>
        <mc:Fallback xmlns="">
          <p:pic>
            <p:nvPicPr>
              <p:cNvPr id="70" name="Ink 69"/>
              <p:cNvPicPr/>
              <p:nvPr/>
            </p:nvPicPr>
            <p:blipFill>
              <a:blip r:embed="rId16"/>
              <a:stretch>
                <a:fillRect/>
              </a:stretch>
            </p:blipFill>
            <p:spPr>
              <a:xfrm>
                <a:off x="503442" y="4832118"/>
                <a:ext cx="987480" cy="8380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74" name="Ink 73"/>
              <p14:cNvContentPartPr/>
              <p14:nvPr/>
            </p14:nvContentPartPr>
            <p14:xfrm>
              <a:off x="6110802" y="1504278"/>
              <a:ext cx="73440" cy="1249200"/>
            </p14:xfrm>
          </p:contentPart>
        </mc:Choice>
        <mc:Fallback xmlns="">
          <p:pic>
            <p:nvPicPr>
              <p:cNvPr id="74" name="Ink 73"/>
              <p:cNvPicPr/>
              <p:nvPr/>
            </p:nvPicPr>
            <p:blipFill>
              <a:blip r:embed="rId18"/>
              <a:stretch>
                <a:fillRect/>
              </a:stretch>
            </p:blipFill>
            <p:spPr>
              <a:xfrm>
                <a:off x="6101082" y="1495638"/>
                <a:ext cx="92880" cy="12672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75" name="Ink 74"/>
              <p14:cNvContentPartPr/>
              <p14:nvPr/>
            </p14:nvContentPartPr>
            <p14:xfrm>
              <a:off x="8593002" y="3613158"/>
              <a:ext cx="273240" cy="73080"/>
            </p14:xfrm>
          </p:contentPart>
        </mc:Choice>
        <mc:Fallback xmlns="">
          <p:pic>
            <p:nvPicPr>
              <p:cNvPr id="75" name="Ink 74"/>
              <p:cNvPicPr/>
              <p:nvPr/>
            </p:nvPicPr>
            <p:blipFill>
              <a:blip r:embed="rId20"/>
              <a:stretch>
                <a:fillRect/>
              </a:stretch>
            </p:blipFill>
            <p:spPr>
              <a:xfrm>
                <a:off x="8582922" y="3602358"/>
                <a:ext cx="29448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76" name="Ink 75"/>
              <p14:cNvContentPartPr/>
              <p14:nvPr/>
            </p14:nvContentPartPr>
            <p14:xfrm>
              <a:off x="7831962" y="3657798"/>
              <a:ext cx="318600" cy="39960"/>
            </p14:xfrm>
          </p:contentPart>
        </mc:Choice>
        <mc:Fallback xmlns="">
          <p:pic>
            <p:nvPicPr>
              <p:cNvPr id="76" name="Ink 75"/>
              <p:cNvPicPr/>
              <p:nvPr/>
            </p:nvPicPr>
            <p:blipFill>
              <a:blip r:embed="rId22"/>
              <a:stretch>
                <a:fillRect/>
              </a:stretch>
            </p:blipFill>
            <p:spPr>
              <a:xfrm>
                <a:off x="7822602" y="3654198"/>
                <a:ext cx="33156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77" name="Ink 76"/>
              <p14:cNvContentPartPr/>
              <p14:nvPr/>
            </p14:nvContentPartPr>
            <p14:xfrm>
              <a:off x="7308162" y="3623958"/>
              <a:ext cx="342360" cy="49320"/>
            </p14:xfrm>
          </p:contentPart>
        </mc:Choice>
        <mc:Fallback xmlns="">
          <p:pic>
            <p:nvPicPr>
              <p:cNvPr id="77" name="Ink 76"/>
              <p:cNvPicPr/>
              <p:nvPr/>
            </p:nvPicPr>
            <p:blipFill>
              <a:blip r:embed="rId24"/>
              <a:stretch>
                <a:fillRect/>
              </a:stretch>
            </p:blipFill>
            <p:spPr>
              <a:xfrm>
                <a:off x="7298802" y="3616038"/>
                <a:ext cx="35748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79" name="Ink 78"/>
              <p14:cNvContentPartPr/>
              <p14:nvPr/>
            </p14:nvContentPartPr>
            <p14:xfrm>
              <a:off x="6173802" y="1318878"/>
              <a:ext cx="2363400" cy="303120"/>
            </p14:xfrm>
          </p:contentPart>
        </mc:Choice>
        <mc:Fallback xmlns="">
          <p:pic>
            <p:nvPicPr>
              <p:cNvPr id="79" name="Ink 78"/>
              <p:cNvPicPr/>
              <p:nvPr/>
            </p:nvPicPr>
            <p:blipFill>
              <a:blip r:embed="rId26"/>
              <a:stretch>
                <a:fillRect/>
              </a:stretch>
            </p:blipFill>
            <p:spPr>
              <a:xfrm>
                <a:off x="6166962" y="1309518"/>
                <a:ext cx="2373840" cy="3200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81" name="Ink 80"/>
              <p14:cNvContentPartPr/>
              <p14:nvPr/>
            </p14:nvContentPartPr>
            <p14:xfrm>
              <a:off x="6123762" y="887238"/>
              <a:ext cx="2938680" cy="2048040"/>
            </p14:xfrm>
          </p:contentPart>
        </mc:Choice>
        <mc:Fallback xmlns="">
          <p:pic>
            <p:nvPicPr>
              <p:cNvPr id="81" name="Ink 80"/>
              <p:cNvPicPr/>
              <p:nvPr/>
            </p:nvPicPr>
            <p:blipFill>
              <a:blip r:embed="rId28"/>
              <a:stretch>
                <a:fillRect/>
              </a:stretch>
            </p:blipFill>
            <p:spPr>
              <a:xfrm>
                <a:off x="6114402" y="881118"/>
                <a:ext cx="2957040" cy="20638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82" name="Ink 81"/>
              <p14:cNvContentPartPr/>
              <p14:nvPr/>
            </p14:nvContentPartPr>
            <p14:xfrm>
              <a:off x="9745362" y="790758"/>
              <a:ext cx="1603080" cy="2371680"/>
            </p14:xfrm>
          </p:contentPart>
        </mc:Choice>
        <mc:Fallback xmlns="">
          <p:pic>
            <p:nvPicPr>
              <p:cNvPr id="82" name="Ink 81"/>
              <p:cNvPicPr/>
              <p:nvPr/>
            </p:nvPicPr>
            <p:blipFill>
              <a:blip r:embed="rId30"/>
              <a:stretch>
                <a:fillRect/>
              </a:stretch>
            </p:blipFill>
            <p:spPr>
              <a:xfrm>
                <a:off x="9735642" y="784998"/>
                <a:ext cx="1618200" cy="23875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83" name="Ink 82"/>
              <p14:cNvContentPartPr/>
              <p14:nvPr/>
            </p14:nvContentPartPr>
            <p14:xfrm>
              <a:off x="6663762" y="3554838"/>
              <a:ext cx="328680" cy="97200"/>
            </p14:xfrm>
          </p:contentPart>
        </mc:Choice>
        <mc:Fallback xmlns="">
          <p:pic>
            <p:nvPicPr>
              <p:cNvPr id="83" name="Ink 82"/>
              <p:cNvPicPr/>
              <p:nvPr/>
            </p:nvPicPr>
            <p:blipFill>
              <a:blip r:embed="rId32"/>
              <a:stretch>
                <a:fillRect/>
              </a:stretch>
            </p:blipFill>
            <p:spPr>
              <a:xfrm>
                <a:off x="6654402" y="3547278"/>
                <a:ext cx="34560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84" name="Ink 83"/>
              <p14:cNvContentPartPr/>
              <p14:nvPr/>
            </p14:nvContentPartPr>
            <p14:xfrm>
              <a:off x="5120802" y="3965238"/>
              <a:ext cx="184680" cy="214200"/>
            </p14:xfrm>
          </p:contentPart>
        </mc:Choice>
        <mc:Fallback xmlns="">
          <p:pic>
            <p:nvPicPr>
              <p:cNvPr id="84" name="Ink 83"/>
              <p:cNvPicPr/>
              <p:nvPr/>
            </p:nvPicPr>
            <p:blipFill>
              <a:blip r:embed="rId34"/>
              <a:stretch>
                <a:fillRect/>
              </a:stretch>
            </p:blipFill>
            <p:spPr>
              <a:xfrm>
                <a:off x="5114322" y="3959838"/>
                <a:ext cx="19836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85" name="Ink 84"/>
              <p14:cNvContentPartPr/>
              <p14:nvPr/>
            </p14:nvContentPartPr>
            <p14:xfrm>
              <a:off x="4935402" y="4273038"/>
              <a:ext cx="192960" cy="325800"/>
            </p14:xfrm>
          </p:contentPart>
        </mc:Choice>
        <mc:Fallback xmlns="">
          <p:pic>
            <p:nvPicPr>
              <p:cNvPr id="85" name="Ink 84"/>
              <p:cNvPicPr/>
              <p:nvPr/>
            </p:nvPicPr>
            <p:blipFill>
              <a:blip r:embed="rId36"/>
              <a:stretch>
                <a:fillRect/>
              </a:stretch>
            </p:blipFill>
            <p:spPr>
              <a:xfrm>
                <a:off x="4930002" y="4267278"/>
                <a:ext cx="205560" cy="340920"/>
              </a:xfrm>
              <a:prstGeom prst="rect">
                <a:avLst/>
              </a:prstGeom>
            </p:spPr>
          </p:pic>
        </mc:Fallback>
      </mc:AlternateContent>
    </p:spTree>
    <p:extLst>
      <p:ext uri="{BB962C8B-B14F-4D97-AF65-F5344CB8AC3E}">
        <p14:creationId xmlns:p14="http://schemas.microsoft.com/office/powerpoint/2010/main" val="3562323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Idea check 1</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590" y="961928"/>
            <a:ext cx="11830410" cy="597049"/>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p14:cNvContentPartPr/>
              <p14:nvPr/>
            </p14:nvContentPartPr>
            <p14:xfrm>
              <a:off x="3463722" y="1664478"/>
              <a:ext cx="1283400" cy="24840"/>
            </p14:xfrm>
          </p:contentPart>
        </mc:Choice>
        <mc:Fallback xmlns="">
          <p:pic>
            <p:nvPicPr>
              <p:cNvPr id="6" name="Ink 5"/>
              <p:cNvPicPr/>
              <p:nvPr/>
            </p:nvPicPr>
            <p:blipFill>
              <a:blip r:embed="rId4"/>
              <a:stretch>
                <a:fillRect/>
              </a:stretch>
            </p:blipFill>
            <p:spPr>
              <a:xfrm>
                <a:off x="3455082" y="1655478"/>
                <a:ext cx="130104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p14:cNvContentPartPr/>
              <p14:nvPr/>
            </p14:nvContentPartPr>
            <p14:xfrm>
              <a:off x="3542562" y="1590678"/>
              <a:ext cx="1510200" cy="110520"/>
            </p14:xfrm>
          </p:contentPart>
        </mc:Choice>
        <mc:Fallback xmlns="">
          <p:pic>
            <p:nvPicPr>
              <p:cNvPr id="12" name="Ink 11"/>
              <p:cNvPicPr/>
              <p:nvPr/>
            </p:nvPicPr>
            <p:blipFill>
              <a:blip r:embed="rId6"/>
              <a:stretch>
                <a:fillRect/>
              </a:stretch>
            </p:blipFill>
            <p:spPr>
              <a:xfrm>
                <a:off x="3534282" y="1587078"/>
                <a:ext cx="152892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p14:cNvContentPartPr/>
              <p14:nvPr/>
            </p14:nvContentPartPr>
            <p14:xfrm>
              <a:off x="3711762" y="1587438"/>
              <a:ext cx="1295640" cy="103680"/>
            </p14:xfrm>
          </p:contentPart>
        </mc:Choice>
        <mc:Fallback xmlns="">
          <p:pic>
            <p:nvPicPr>
              <p:cNvPr id="13" name="Ink 12"/>
              <p:cNvPicPr/>
              <p:nvPr/>
            </p:nvPicPr>
            <p:blipFill>
              <a:blip r:embed="rId8"/>
              <a:stretch>
                <a:fillRect/>
              </a:stretch>
            </p:blipFill>
            <p:spPr>
              <a:xfrm>
                <a:off x="3703122" y="1583838"/>
                <a:ext cx="131508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4" name="Ink 13"/>
              <p14:cNvContentPartPr/>
              <p14:nvPr/>
            </p14:nvContentPartPr>
            <p14:xfrm>
              <a:off x="3688362" y="1646838"/>
              <a:ext cx="1029600" cy="34200"/>
            </p14:xfrm>
          </p:contentPart>
        </mc:Choice>
        <mc:Fallback xmlns="">
          <p:pic>
            <p:nvPicPr>
              <p:cNvPr id="14" name="Ink 13"/>
              <p:cNvPicPr/>
              <p:nvPr/>
            </p:nvPicPr>
            <p:blipFill>
              <a:blip r:embed="rId10"/>
              <a:stretch>
                <a:fillRect/>
              </a:stretch>
            </p:blipFill>
            <p:spPr>
              <a:xfrm>
                <a:off x="3679722" y="1639638"/>
                <a:ext cx="104904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9" name="Ink 18"/>
              <p14:cNvContentPartPr/>
              <p14:nvPr/>
            </p14:nvContentPartPr>
            <p14:xfrm>
              <a:off x="10483060" y="1661238"/>
              <a:ext cx="1106942" cy="100440"/>
            </p14:xfrm>
          </p:contentPart>
        </mc:Choice>
        <mc:Fallback xmlns="">
          <p:pic>
            <p:nvPicPr>
              <p:cNvPr id="19" name="Ink 18"/>
              <p:cNvPicPr/>
              <p:nvPr/>
            </p:nvPicPr>
            <p:blipFill>
              <a:blip r:embed="rId12"/>
              <a:stretch>
                <a:fillRect/>
              </a:stretch>
            </p:blipFill>
            <p:spPr>
              <a:xfrm>
                <a:off x="10473341" y="1652238"/>
                <a:ext cx="1128181"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6" name="Ink 35"/>
              <p14:cNvContentPartPr/>
              <p14:nvPr/>
            </p14:nvContentPartPr>
            <p14:xfrm>
              <a:off x="-1988118" y="426438"/>
              <a:ext cx="3868258" cy="2731320"/>
            </p14:xfrm>
          </p:contentPart>
        </mc:Choice>
        <mc:Fallback xmlns="">
          <p:pic>
            <p:nvPicPr>
              <p:cNvPr id="36" name="Ink 35"/>
              <p:cNvPicPr/>
              <p:nvPr/>
            </p:nvPicPr>
            <p:blipFill>
              <a:blip r:embed="rId14"/>
              <a:stretch>
                <a:fillRect/>
              </a:stretch>
            </p:blipFill>
            <p:spPr>
              <a:xfrm>
                <a:off x="-1998198" y="411318"/>
                <a:ext cx="3881938" cy="27565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80" name="Ink 79"/>
              <p14:cNvContentPartPr/>
              <p14:nvPr/>
            </p14:nvContentPartPr>
            <p14:xfrm>
              <a:off x="-1871060" y="1297638"/>
              <a:ext cx="1674000" cy="1052280"/>
            </p14:xfrm>
          </p:contentPart>
        </mc:Choice>
        <mc:Fallback xmlns="">
          <p:pic>
            <p:nvPicPr>
              <p:cNvPr id="80" name="Ink 79"/>
              <p:cNvPicPr/>
              <p:nvPr/>
            </p:nvPicPr>
            <p:blipFill>
              <a:blip r:embed="rId16"/>
              <a:stretch>
                <a:fillRect/>
              </a:stretch>
            </p:blipFill>
            <p:spPr>
              <a:xfrm>
                <a:off x="-1878260" y="1288278"/>
                <a:ext cx="1690560" cy="10699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87" name="Ink 86"/>
              <p14:cNvContentPartPr/>
              <p14:nvPr/>
            </p14:nvContentPartPr>
            <p14:xfrm>
              <a:off x="-986180" y="1839438"/>
              <a:ext cx="1014480" cy="632160"/>
            </p14:xfrm>
          </p:contentPart>
        </mc:Choice>
        <mc:Fallback xmlns="">
          <p:pic>
            <p:nvPicPr>
              <p:cNvPr id="87" name="Ink 86"/>
              <p:cNvPicPr/>
              <p:nvPr/>
            </p:nvPicPr>
            <p:blipFill>
              <a:blip r:embed="rId18"/>
              <a:stretch>
                <a:fillRect/>
              </a:stretch>
            </p:blipFill>
            <p:spPr>
              <a:xfrm>
                <a:off x="-994820" y="1831518"/>
                <a:ext cx="1031040" cy="6483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88" name="Ink 87"/>
              <p14:cNvContentPartPr/>
              <p14:nvPr/>
            </p14:nvContentPartPr>
            <p14:xfrm>
              <a:off x="-667580" y="2381958"/>
              <a:ext cx="1233000" cy="697320"/>
            </p14:xfrm>
          </p:contentPart>
        </mc:Choice>
        <mc:Fallback xmlns="">
          <p:pic>
            <p:nvPicPr>
              <p:cNvPr id="88" name="Ink 87"/>
              <p:cNvPicPr/>
              <p:nvPr/>
            </p:nvPicPr>
            <p:blipFill>
              <a:blip r:embed="rId20"/>
              <a:stretch>
                <a:fillRect/>
              </a:stretch>
            </p:blipFill>
            <p:spPr>
              <a:xfrm>
                <a:off x="-677300" y="2371518"/>
                <a:ext cx="1253160" cy="7174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00" name="Ink 99"/>
              <p14:cNvContentPartPr/>
              <p14:nvPr/>
            </p14:nvContentPartPr>
            <p14:xfrm>
              <a:off x="3171460" y="2114838"/>
              <a:ext cx="6978240" cy="2275920"/>
            </p14:xfrm>
          </p:contentPart>
        </mc:Choice>
        <mc:Fallback xmlns="">
          <p:pic>
            <p:nvPicPr>
              <p:cNvPr id="100" name="Ink 99"/>
              <p:cNvPicPr/>
              <p:nvPr/>
            </p:nvPicPr>
            <p:blipFill>
              <a:blip r:embed="rId22"/>
              <a:stretch>
                <a:fillRect/>
              </a:stretch>
            </p:blipFill>
            <p:spPr>
              <a:xfrm>
                <a:off x="3162820" y="2104038"/>
                <a:ext cx="7000920" cy="22910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34" name="Ink 133"/>
              <p14:cNvContentPartPr/>
              <p14:nvPr/>
            </p14:nvContentPartPr>
            <p14:xfrm>
              <a:off x="8320540" y="2523438"/>
              <a:ext cx="412560" cy="65160"/>
            </p14:xfrm>
          </p:contentPart>
        </mc:Choice>
        <mc:Fallback xmlns="">
          <p:pic>
            <p:nvPicPr>
              <p:cNvPr id="134" name="Ink 133"/>
              <p:cNvPicPr/>
              <p:nvPr/>
            </p:nvPicPr>
            <p:blipFill>
              <a:blip r:embed="rId24"/>
              <a:stretch>
                <a:fillRect/>
              </a:stretch>
            </p:blipFill>
            <p:spPr>
              <a:xfrm>
                <a:off x="8311900" y="2514438"/>
                <a:ext cx="42444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35" name="Ink 134"/>
              <p14:cNvContentPartPr/>
              <p14:nvPr/>
            </p14:nvContentPartPr>
            <p14:xfrm>
              <a:off x="6920860" y="2616678"/>
              <a:ext cx="522000" cy="79560"/>
            </p14:xfrm>
          </p:contentPart>
        </mc:Choice>
        <mc:Fallback xmlns="">
          <p:pic>
            <p:nvPicPr>
              <p:cNvPr id="135" name="Ink 134"/>
              <p:cNvPicPr/>
              <p:nvPr/>
            </p:nvPicPr>
            <p:blipFill>
              <a:blip r:embed="rId26"/>
              <a:stretch>
                <a:fillRect/>
              </a:stretch>
            </p:blipFill>
            <p:spPr>
              <a:xfrm>
                <a:off x="6910780" y="2606958"/>
                <a:ext cx="53568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40" name="Ink 139"/>
              <p14:cNvContentPartPr/>
              <p14:nvPr/>
            </p14:nvContentPartPr>
            <p14:xfrm>
              <a:off x="5507140" y="3313638"/>
              <a:ext cx="1145160" cy="61200"/>
            </p14:xfrm>
          </p:contentPart>
        </mc:Choice>
        <mc:Fallback xmlns="">
          <p:pic>
            <p:nvPicPr>
              <p:cNvPr id="140" name="Ink 139"/>
              <p:cNvPicPr/>
              <p:nvPr/>
            </p:nvPicPr>
            <p:blipFill>
              <a:blip r:embed="rId28"/>
              <a:stretch>
                <a:fillRect/>
              </a:stretch>
            </p:blipFill>
            <p:spPr>
              <a:xfrm>
                <a:off x="5499940" y="3306798"/>
                <a:ext cx="115560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41" name="Ink 140"/>
              <p14:cNvContentPartPr/>
              <p14:nvPr/>
            </p14:nvContentPartPr>
            <p14:xfrm>
              <a:off x="7154860" y="3439998"/>
              <a:ext cx="313200" cy="80640"/>
            </p14:xfrm>
          </p:contentPart>
        </mc:Choice>
        <mc:Fallback xmlns="">
          <p:pic>
            <p:nvPicPr>
              <p:cNvPr id="141" name="Ink 140"/>
              <p:cNvPicPr/>
              <p:nvPr/>
            </p:nvPicPr>
            <p:blipFill>
              <a:blip r:embed="rId30"/>
              <a:stretch>
                <a:fillRect/>
              </a:stretch>
            </p:blipFill>
            <p:spPr>
              <a:xfrm>
                <a:off x="7144420" y="3436038"/>
                <a:ext cx="32760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42" name="Ink 141"/>
              <p14:cNvContentPartPr/>
              <p14:nvPr/>
            </p14:nvContentPartPr>
            <p14:xfrm>
              <a:off x="8505940" y="3418398"/>
              <a:ext cx="481680" cy="35640"/>
            </p14:xfrm>
          </p:contentPart>
        </mc:Choice>
        <mc:Fallback xmlns="">
          <p:pic>
            <p:nvPicPr>
              <p:cNvPr id="142" name="Ink 141"/>
              <p:cNvPicPr/>
              <p:nvPr/>
            </p:nvPicPr>
            <p:blipFill>
              <a:blip r:embed="rId32"/>
              <a:stretch>
                <a:fillRect/>
              </a:stretch>
            </p:blipFill>
            <p:spPr>
              <a:xfrm>
                <a:off x="8496580" y="3409758"/>
                <a:ext cx="49464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43" name="Ink 142"/>
              <p14:cNvContentPartPr/>
              <p14:nvPr/>
            </p14:nvContentPartPr>
            <p14:xfrm>
              <a:off x="5281420" y="4349718"/>
              <a:ext cx="990360" cy="95760"/>
            </p14:xfrm>
          </p:contentPart>
        </mc:Choice>
        <mc:Fallback xmlns="">
          <p:pic>
            <p:nvPicPr>
              <p:cNvPr id="143" name="Ink 142"/>
              <p:cNvPicPr/>
              <p:nvPr/>
            </p:nvPicPr>
            <p:blipFill>
              <a:blip r:embed="rId34"/>
              <a:stretch>
                <a:fillRect/>
              </a:stretch>
            </p:blipFill>
            <p:spPr>
              <a:xfrm>
                <a:off x="5273500" y="4344318"/>
                <a:ext cx="100152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45" name="Ink 144"/>
              <p14:cNvContentPartPr/>
              <p14:nvPr/>
            </p14:nvContentPartPr>
            <p14:xfrm>
              <a:off x="7226140" y="4347558"/>
              <a:ext cx="622080" cy="18360"/>
            </p14:xfrm>
          </p:contentPart>
        </mc:Choice>
        <mc:Fallback xmlns="">
          <p:pic>
            <p:nvPicPr>
              <p:cNvPr id="145" name="Ink 144"/>
              <p:cNvPicPr/>
              <p:nvPr/>
            </p:nvPicPr>
            <p:blipFill>
              <a:blip r:embed="rId36"/>
              <a:stretch>
                <a:fillRect/>
              </a:stretch>
            </p:blipFill>
            <p:spPr>
              <a:xfrm>
                <a:off x="7216060" y="4337478"/>
                <a:ext cx="63576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46" name="Ink 145"/>
              <p14:cNvContentPartPr/>
              <p14:nvPr/>
            </p14:nvContentPartPr>
            <p14:xfrm>
              <a:off x="8996620" y="4337118"/>
              <a:ext cx="582480" cy="64440"/>
            </p14:xfrm>
          </p:contentPart>
        </mc:Choice>
        <mc:Fallback xmlns="">
          <p:pic>
            <p:nvPicPr>
              <p:cNvPr id="146" name="Ink 145"/>
              <p:cNvPicPr/>
              <p:nvPr/>
            </p:nvPicPr>
            <p:blipFill>
              <a:blip r:embed="rId38"/>
              <a:stretch>
                <a:fillRect/>
              </a:stretch>
            </p:blipFill>
            <p:spPr>
              <a:xfrm>
                <a:off x="8986540" y="4332078"/>
                <a:ext cx="60300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51" name="Ink 150"/>
              <p14:cNvContentPartPr/>
              <p14:nvPr/>
            </p14:nvContentPartPr>
            <p14:xfrm>
              <a:off x="-273020" y="3207438"/>
              <a:ext cx="4327920" cy="2354760"/>
            </p14:xfrm>
          </p:contentPart>
        </mc:Choice>
        <mc:Fallback xmlns="">
          <p:pic>
            <p:nvPicPr>
              <p:cNvPr id="151" name="Ink 150"/>
              <p:cNvPicPr/>
              <p:nvPr/>
            </p:nvPicPr>
            <p:blipFill>
              <a:blip r:embed="rId40"/>
              <a:stretch>
                <a:fillRect/>
              </a:stretch>
            </p:blipFill>
            <p:spPr>
              <a:xfrm>
                <a:off x="-281300" y="3196638"/>
                <a:ext cx="4348800" cy="23742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82" name="Ink 181"/>
              <p14:cNvContentPartPr/>
              <p14:nvPr/>
            </p14:nvContentPartPr>
            <p14:xfrm>
              <a:off x="3531100" y="4838958"/>
              <a:ext cx="779040" cy="177840"/>
            </p14:xfrm>
          </p:contentPart>
        </mc:Choice>
        <mc:Fallback xmlns="">
          <p:pic>
            <p:nvPicPr>
              <p:cNvPr id="182" name="Ink 181"/>
              <p:cNvPicPr/>
              <p:nvPr/>
            </p:nvPicPr>
            <p:blipFill>
              <a:blip r:embed="rId42"/>
              <a:stretch>
                <a:fillRect/>
              </a:stretch>
            </p:blipFill>
            <p:spPr>
              <a:xfrm>
                <a:off x="3518500" y="4828158"/>
                <a:ext cx="804240" cy="201960"/>
              </a:xfrm>
              <a:prstGeom prst="rect">
                <a:avLst/>
              </a:prstGeom>
            </p:spPr>
          </p:pic>
        </mc:Fallback>
      </mc:AlternateContent>
    </p:spTree>
    <p:extLst>
      <p:ext uri="{BB962C8B-B14F-4D97-AF65-F5344CB8AC3E}">
        <p14:creationId xmlns:p14="http://schemas.microsoft.com/office/powerpoint/2010/main" val="22358996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Idea check 2</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911" y="967572"/>
            <a:ext cx="11407515" cy="801268"/>
          </a:xfrm>
          <a:prstGeom prst="rect">
            <a:avLst/>
          </a:prstGeom>
        </p:spPr>
      </p:pic>
      <mc:AlternateContent xmlns:mc="http://schemas.openxmlformats.org/markup-compatibility/2006" xmlns:p14="http://schemas.microsoft.com/office/powerpoint/2010/main">
        <mc:Choice Requires="p14">
          <p:contentPart p14:bwMode="auto" r:id="rId3">
            <p14:nvContentPartPr>
              <p14:cNvPr id="23" name="Ink 22"/>
              <p14:cNvContentPartPr/>
              <p14:nvPr/>
            </p14:nvContentPartPr>
            <p14:xfrm>
              <a:off x="-675198" y="1603638"/>
              <a:ext cx="13311720" cy="4196520"/>
            </p14:xfrm>
          </p:contentPart>
        </mc:Choice>
        <mc:Fallback xmlns="">
          <p:pic>
            <p:nvPicPr>
              <p:cNvPr id="23" name="Ink 22"/>
              <p:cNvPicPr/>
              <p:nvPr/>
            </p:nvPicPr>
            <p:blipFill>
              <a:blip r:embed="rId4"/>
              <a:stretch>
                <a:fillRect/>
              </a:stretch>
            </p:blipFill>
            <p:spPr>
              <a:xfrm>
                <a:off x="-683118" y="1593198"/>
                <a:ext cx="13331160" cy="421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9" name="Ink 48"/>
              <p14:cNvContentPartPr/>
              <p14:nvPr/>
            </p14:nvContentPartPr>
            <p14:xfrm>
              <a:off x="7639362" y="3510198"/>
              <a:ext cx="311040" cy="1089360"/>
            </p14:xfrm>
          </p:contentPart>
        </mc:Choice>
        <mc:Fallback xmlns="">
          <p:pic>
            <p:nvPicPr>
              <p:cNvPr id="49" name="Ink 48"/>
              <p:cNvPicPr/>
              <p:nvPr/>
            </p:nvPicPr>
            <p:blipFill>
              <a:blip r:embed="rId6"/>
              <a:stretch>
                <a:fillRect/>
              </a:stretch>
            </p:blipFill>
            <p:spPr>
              <a:xfrm>
                <a:off x="7635762" y="3502638"/>
                <a:ext cx="325080" cy="11005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71" name="Ink 270"/>
              <p14:cNvContentPartPr/>
              <p14:nvPr/>
            </p14:nvContentPartPr>
            <p14:xfrm>
              <a:off x="9926802" y="3485358"/>
              <a:ext cx="849600" cy="1005480"/>
            </p14:xfrm>
          </p:contentPart>
        </mc:Choice>
        <mc:Fallback xmlns="">
          <p:pic>
            <p:nvPicPr>
              <p:cNvPr id="271" name="Ink 270"/>
              <p:cNvPicPr/>
              <p:nvPr/>
            </p:nvPicPr>
            <p:blipFill>
              <a:blip r:embed="rId8"/>
              <a:stretch>
                <a:fillRect/>
              </a:stretch>
            </p:blipFill>
            <p:spPr>
              <a:xfrm>
                <a:off x="9916002" y="3475998"/>
                <a:ext cx="865080" cy="10288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83" name="Ink 282"/>
              <p14:cNvContentPartPr/>
              <p14:nvPr/>
            </p14:nvContentPartPr>
            <p14:xfrm>
              <a:off x="11195442" y="3895038"/>
              <a:ext cx="1717560" cy="150120"/>
            </p14:xfrm>
          </p:contentPart>
        </mc:Choice>
        <mc:Fallback xmlns="">
          <p:pic>
            <p:nvPicPr>
              <p:cNvPr id="283" name="Ink 282"/>
              <p:cNvPicPr/>
              <p:nvPr/>
            </p:nvPicPr>
            <p:blipFill>
              <a:blip r:embed="rId10"/>
              <a:stretch>
                <a:fillRect/>
              </a:stretch>
            </p:blipFill>
            <p:spPr>
              <a:xfrm>
                <a:off x="11184282" y="3885678"/>
                <a:ext cx="174024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84" name="Ink 283"/>
              <p14:cNvContentPartPr/>
              <p14:nvPr/>
            </p14:nvContentPartPr>
            <p14:xfrm>
              <a:off x="11767482" y="4156398"/>
              <a:ext cx="598320" cy="308520"/>
            </p14:xfrm>
          </p:contentPart>
        </mc:Choice>
        <mc:Fallback xmlns="">
          <p:pic>
            <p:nvPicPr>
              <p:cNvPr id="284" name="Ink 283"/>
              <p:cNvPicPr/>
              <p:nvPr/>
            </p:nvPicPr>
            <p:blipFill>
              <a:blip r:embed="rId12"/>
              <a:stretch>
                <a:fillRect/>
              </a:stretch>
            </p:blipFill>
            <p:spPr>
              <a:xfrm>
                <a:off x="11752722" y="4141998"/>
                <a:ext cx="617400" cy="3384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87" name="Ink 286"/>
              <p14:cNvContentPartPr/>
              <p14:nvPr/>
            </p14:nvContentPartPr>
            <p14:xfrm>
              <a:off x="8967762" y="1832958"/>
              <a:ext cx="4735440" cy="3237840"/>
            </p14:xfrm>
          </p:contentPart>
        </mc:Choice>
        <mc:Fallback xmlns="">
          <p:pic>
            <p:nvPicPr>
              <p:cNvPr id="287" name="Ink 286"/>
              <p:cNvPicPr/>
              <p:nvPr/>
            </p:nvPicPr>
            <p:blipFill>
              <a:blip r:embed="rId14"/>
              <a:stretch>
                <a:fillRect/>
              </a:stretch>
            </p:blipFill>
            <p:spPr>
              <a:xfrm>
                <a:off x="8958042" y="1821798"/>
                <a:ext cx="4756320" cy="32587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67" name="Ink 66"/>
              <p14:cNvContentPartPr/>
              <p14:nvPr/>
            </p14:nvContentPartPr>
            <p14:xfrm>
              <a:off x="10268082" y="5155758"/>
              <a:ext cx="1806120" cy="990000"/>
            </p14:xfrm>
          </p:contentPart>
        </mc:Choice>
        <mc:Fallback xmlns="">
          <p:pic>
            <p:nvPicPr>
              <p:cNvPr id="67" name="Ink 66"/>
              <p:cNvPicPr/>
              <p:nvPr/>
            </p:nvPicPr>
            <p:blipFill>
              <a:blip r:embed="rId16"/>
              <a:stretch>
                <a:fillRect/>
              </a:stretch>
            </p:blipFill>
            <p:spPr>
              <a:xfrm>
                <a:off x="10263042" y="5144238"/>
                <a:ext cx="1824840" cy="1008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74" name="Ink 73"/>
              <p14:cNvContentPartPr/>
              <p14:nvPr/>
            </p14:nvContentPartPr>
            <p14:xfrm>
              <a:off x="10864602" y="6090678"/>
              <a:ext cx="1732680" cy="125640"/>
            </p14:xfrm>
          </p:contentPart>
        </mc:Choice>
        <mc:Fallback xmlns="">
          <p:pic>
            <p:nvPicPr>
              <p:cNvPr id="74" name="Ink 73"/>
              <p:cNvPicPr/>
              <p:nvPr/>
            </p:nvPicPr>
            <p:blipFill>
              <a:blip r:embed="rId18"/>
              <a:stretch>
                <a:fillRect/>
              </a:stretch>
            </p:blipFill>
            <p:spPr>
              <a:xfrm>
                <a:off x="10853442" y="6074838"/>
                <a:ext cx="175644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00" name="Ink 99"/>
              <p14:cNvContentPartPr/>
              <p14:nvPr/>
            </p14:nvContentPartPr>
            <p14:xfrm>
              <a:off x="4001562" y="4795398"/>
              <a:ext cx="2144880" cy="954720"/>
            </p14:xfrm>
          </p:contentPart>
        </mc:Choice>
        <mc:Fallback xmlns="">
          <p:pic>
            <p:nvPicPr>
              <p:cNvPr id="100" name="Ink 99"/>
              <p:cNvPicPr/>
              <p:nvPr/>
            </p:nvPicPr>
            <p:blipFill>
              <a:blip r:embed="rId20"/>
              <a:stretch>
                <a:fillRect/>
              </a:stretch>
            </p:blipFill>
            <p:spPr>
              <a:xfrm>
                <a:off x="3991842" y="4785678"/>
                <a:ext cx="2165400" cy="9712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13" name="Ink 112"/>
              <p14:cNvContentPartPr/>
              <p14:nvPr/>
            </p14:nvContentPartPr>
            <p14:xfrm>
              <a:off x="-1893438" y="71118"/>
              <a:ext cx="3382200" cy="3182400"/>
            </p14:xfrm>
          </p:contentPart>
        </mc:Choice>
        <mc:Fallback xmlns="">
          <p:pic>
            <p:nvPicPr>
              <p:cNvPr id="113" name="Ink 112"/>
              <p:cNvPicPr/>
              <p:nvPr/>
            </p:nvPicPr>
            <p:blipFill>
              <a:blip r:embed="rId22"/>
              <a:stretch>
                <a:fillRect/>
              </a:stretch>
            </p:blipFill>
            <p:spPr>
              <a:xfrm>
                <a:off x="-1906758" y="56718"/>
                <a:ext cx="3407040" cy="32151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20" name="Ink 119"/>
              <p14:cNvContentPartPr/>
              <p14:nvPr/>
            </p14:nvContentPartPr>
            <p14:xfrm>
              <a:off x="-1286478" y="3172878"/>
              <a:ext cx="1249200" cy="1064160"/>
            </p14:xfrm>
          </p:contentPart>
        </mc:Choice>
        <mc:Fallback xmlns="">
          <p:pic>
            <p:nvPicPr>
              <p:cNvPr id="120" name="Ink 119"/>
              <p:cNvPicPr/>
              <p:nvPr/>
            </p:nvPicPr>
            <p:blipFill>
              <a:blip r:embed="rId24"/>
              <a:stretch>
                <a:fillRect/>
              </a:stretch>
            </p:blipFill>
            <p:spPr>
              <a:xfrm>
                <a:off x="-1294398" y="3161718"/>
                <a:ext cx="1268280" cy="10854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24" name="Ink 123"/>
              <p14:cNvContentPartPr/>
              <p14:nvPr/>
            </p14:nvContentPartPr>
            <p14:xfrm>
              <a:off x="646722" y="2740158"/>
              <a:ext cx="1038240" cy="1425960"/>
            </p14:xfrm>
          </p:contentPart>
        </mc:Choice>
        <mc:Fallback xmlns="">
          <p:pic>
            <p:nvPicPr>
              <p:cNvPr id="124" name="Ink 123"/>
              <p:cNvPicPr/>
              <p:nvPr/>
            </p:nvPicPr>
            <p:blipFill>
              <a:blip r:embed="rId26"/>
              <a:stretch>
                <a:fillRect/>
              </a:stretch>
            </p:blipFill>
            <p:spPr>
              <a:xfrm>
                <a:off x="636642" y="2732598"/>
                <a:ext cx="1055160" cy="14367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26" name="Ink 125"/>
              <p14:cNvContentPartPr/>
              <p14:nvPr/>
            </p14:nvContentPartPr>
            <p14:xfrm>
              <a:off x="-1771398" y="4395438"/>
              <a:ext cx="1765800" cy="684360"/>
            </p14:xfrm>
          </p:contentPart>
        </mc:Choice>
        <mc:Fallback xmlns="">
          <p:pic>
            <p:nvPicPr>
              <p:cNvPr id="126" name="Ink 125"/>
              <p:cNvPicPr/>
              <p:nvPr/>
            </p:nvPicPr>
            <p:blipFill>
              <a:blip r:embed="rId28"/>
              <a:stretch>
                <a:fillRect/>
              </a:stretch>
            </p:blipFill>
            <p:spPr>
              <a:xfrm>
                <a:off x="-1780038" y="4386438"/>
                <a:ext cx="1783440" cy="702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29" name="Ink 128"/>
              <p14:cNvContentPartPr/>
              <p14:nvPr/>
            </p14:nvContentPartPr>
            <p14:xfrm>
              <a:off x="710082" y="4618638"/>
              <a:ext cx="787320" cy="310320"/>
            </p14:xfrm>
          </p:contentPart>
        </mc:Choice>
        <mc:Fallback xmlns="">
          <p:pic>
            <p:nvPicPr>
              <p:cNvPr id="129" name="Ink 128"/>
              <p:cNvPicPr/>
              <p:nvPr/>
            </p:nvPicPr>
            <p:blipFill>
              <a:blip r:embed="rId30"/>
              <a:stretch>
                <a:fillRect/>
              </a:stretch>
            </p:blipFill>
            <p:spPr>
              <a:xfrm>
                <a:off x="701442" y="4612878"/>
                <a:ext cx="799200" cy="325080"/>
              </a:xfrm>
              <a:prstGeom prst="rect">
                <a:avLst/>
              </a:prstGeom>
            </p:spPr>
          </p:pic>
        </mc:Fallback>
      </mc:AlternateContent>
    </p:spTree>
    <p:extLst>
      <p:ext uri="{BB962C8B-B14F-4D97-AF65-F5344CB8AC3E}">
        <p14:creationId xmlns:p14="http://schemas.microsoft.com/office/powerpoint/2010/main" val="9622259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4557" y="155574"/>
            <a:ext cx="11119776" cy="525463"/>
          </a:xfrm>
        </p:spPr>
        <p:txBody>
          <a:bodyPr>
            <a:normAutofit fontScale="90000"/>
          </a:bodyPr>
          <a:lstStyle/>
          <a:p>
            <a:r>
              <a:rPr lang="en-US" dirty="0"/>
              <a:t>Perceptron for learning quadratic boundary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8732" y="1578077"/>
            <a:ext cx="8377135" cy="4537615"/>
          </a:xfrm>
          <a:prstGeom prst="rect">
            <a:avLst/>
          </a:prstGeom>
        </p:spPr>
      </p:pic>
      <p:sp>
        <p:nvSpPr>
          <p:cNvPr id="5" name="Oval 4"/>
          <p:cNvSpPr/>
          <p:nvPr/>
        </p:nvSpPr>
        <p:spPr>
          <a:xfrm>
            <a:off x="4828765" y="3156154"/>
            <a:ext cx="819867" cy="77922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4656702" y="3692008"/>
            <a:ext cx="819867" cy="77922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3">
            <p14:nvContentPartPr>
              <p14:cNvPr id="19" name="Ink 18"/>
              <p14:cNvContentPartPr/>
              <p14:nvPr/>
            </p14:nvContentPartPr>
            <p14:xfrm>
              <a:off x="-1270998" y="1838358"/>
              <a:ext cx="1110240" cy="615960"/>
            </p14:xfrm>
          </p:contentPart>
        </mc:Choice>
        <mc:Fallback xmlns="">
          <p:pic>
            <p:nvPicPr>
              <p:cNvPr id="19" name="Ink 18"/>
              <p:cNvPicPr/>
              <p:nvPr/>
            </p:nvPicPr>
            <p:blipFill>
              <a:blip r:embed="rId4"/>
              <a:stretch>
                <a:fillRect/>
              </a:stretch>
            </p:blipFill>
            <p:spPr>
              <a:xfrm>
                <a:off x="-1281798" y="1823598"/>
                <a:ext cx="1135800" cy="6418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6" name="Ink 25"/>
              <p14:cNvContentPartPr/>
              <p14:nvPr/>
            </p14:nvContentPartPr>
            <p14:xfrm>
              <a:off x="-1462878" y="1499958"/>
              <a:ext cx="1176840" cy="3137040"/>
            </p14:xfrm>
          </p:contentPart>
        </mc:Choice>
        <mc:Fallback xmlns="">
          <p:pic>
            <p:nvPicPr>
              <p:cNvPr id="26" name="Ink 25"/>
              <p:cNvPicPr/>
              <p:nvPr/>
            </p:nvPicPr>
            <p:blipFill>
              <a:blip r:embed="rId6"/>
              <a:stretch>
                <a:fillRect/>
              </a:stretch>
            </p:blipFill>
            <p:spPr>
              <a:xfrm>
                <a:off x="-1471878" y="1489158"/>
                <a:ext cx="1200240" cy="31582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2" name="Ink 31"/>
              <p14:cNvContentPartPr/>
              <p14:nvPr/>
            </p14:nvContentPartPr>
            <p14:xfrm>
              <a:off x="-1267398" y="2874798"/>
              <a:ext cx="1034280" cy="590040"/>
            </p14:xfrm>
          </p:contentPart>
        </mc:Choice>
        <mc:Fallback xmlns="">
          <p:pic>
            <p:nvPicPr>
              <p:cNvPr id="32" name="Ink 31"/>
              <p:cNvPicPr/>
              <p:nvPr/>
            </p:nvPicPr>
            <p:blipFill>
              <a:blip r:embed="rId8"/>
              <a:stretch>
                <a:fillRect/>
              </a:stretch>
            </p:blipFill>
            <p:spPr>
              <a:xfrm>
                <a:off x="-1278558" y="2864358"/>
                <a:ext cx="1055160" cy="6116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4" name="Ink 33"/>
              <p14:cNvContentPartPr/>
              <p14:nvPr/>
            </p14:nvContentPartPr>
            <p14:xfrm>
              <a:off x="4777362" y="3743118"/>
              <a:ext cx="838440" cy="563760"/>
            </p14:xfrm>
          </p:contentPart>
        </mc:Choice>
        <mc:Fallback xmlns="">
          <p:pic>
            <p:nvPicPr>
              <p:cNvPr id="34" name="Ink 33"/>
              <p:cNvPicPr/>
              <p:nvPr/>
            </p:nvPicPr>
            <p:blipFill>
              <a:blip r:embed="rId10"/>
              <a:stretch>
                <a:fillRect/>
              </a:stretch>
            </p:blipFill>
            <p:spPr>
              <a:xfrm>
                <a:off x="4765122" y="3733038"/>
                <a:ext cx="860760" cy="5868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1" name="Ink 50"/>
              <p14:cNvContentPartPr/>
              <p14:nvPr/>
            </p14:nvContentPartPr>
            <p14:xfrm>
              <a:off x="1903122" y="2972718"/>
              <a:ext cx="941400" cy="1740960"/>
            </p14:xfrm>
          </p:contentPart>
        </mc:Choice>
        <mc:Fallback xmlns="">
          <p:pic>
            <p:nvPicPr>
              <p:cNvPr id="51" name="Ink 50"/>
              <p:cNvPicPr/>
              <p:nvPr/>
            </p:nvPicPr>
            <p:blipFill>
              <a:blip r:embed="rId12"/>
              <a:stretch>
                <a:fillRect/>
              </a:stretch>
            </p:blipFill>
            <p:spPr>
              <a:xfrm>
                <a:off x="1894122" y="2962638"/>
                <a:ext cx="954000" cy="1761840"/>
              </a:xfrm>
              <a:prstGeom prst="rect">
                <a:avLst/>
              </a:prstGeom>
            </p:spPr>
          </p:pic>
        </mc:Fallback>
      </mc:AlternateContent>
    </p:spTree>
    <p:extLst>
      <p:ext uri="{BB962C8B-B14F-4D97-AF65-F5344CB8AC3E}">
        <p14:creationId xmlns:p14="http://schemas.microsoft.com/office/powerpoint/2010/main" val="26994659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Perceptron with basis expansion: example 1</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5636" y="1114497"/>
            <a:ext cx="7093048" cy="5164236"/>
          </a:xfrm>
          <a:prstGeom prst="rect">
            <a:avLst/>
          </a:prstGeom>
        </p:spPr>
      </p:pic>
    </p:spTree>
    <p:extLst>
      <p:ext uri="{BB962C8B-B14F-4D97-AF65-F5344CB8AC3E}">
        <p14:creationId xmlns:p14="http://schemas.microsoft.com/office/powerpoint/2010/main" val="21491834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Perception with basis expansion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8104" y="681037"/>
            <a:ext cx="7531274" cy="5465734"/>
          </a:xfrm>
          <a:prstGeom prst="rect">
            <a:avLst/>
          </a:prstGeom>
        </p:spPr>
      </p:pic>
      <p:sp>
        <p:nvSpPr>
          <p:cNvPr id="3" name="TextBox 2"/>
          <p:cNvSpPr txBox="1"/>
          <p:nvPr/>
        </p:nvSpPr>
        <p:spPr>
          <a:xfrm>
            <a:off x="7919378" y="2323475"/>
            <a:ext cx="3697999" cy="1200329"/>
          </a:xfrm>
          <a:prstGeom prst="rect">
            <a:avLst/>
          </a:prstGeom>
          <a:noFill/>
        </p:spPr>
        <p:txBody>
          <a:bodyPr wrap="square" rtlCol="0">
            <a:spAutoFit/>
          </a:bodyPr>
          <a:lstStyle/>
          <a:p>
            <a:pPr algn="ctr"/>
            <a:r>
              <a:rPr lang="en-US" sz="3600" dirty="0">
                <a:solidFill>
                  <a:srgbClr val="FF0000"/>
                </a:solidFill>
                <a:effectLst>
                  <a:outerShdw blurRad="50800" dist="38100" dir="2700000" algn="tl" rotWithShape="0">
                    <a:prstClr val="black">
                      <a:alpha val="40000"/>
                    </a:prstClr>
                  </a:outerShdw>
                </a:effectLst>
              </a:rPr>
              <a:t>In 5D space the boundary is linear</a:t>
            </a:r>
          </a:p>
        </p:txBody>
      </p:sp>
      <mc:AlternateContent xmlns:mc="http://schemas.openxmlformats.org/markup-compatibility/2006" xmlns:p14="http://schemas.microsoft.com/office/powerpoint/2010/main">
        <mc:Choice Requires="p14">
          <p:contentPart p14:bwMode="auto" r:id="rId3">
            <p14:nvContentPartPr>
              <p14:cNvPr id="6" name="Ink 5"/>
              <p14:cNvContentPartPr/>
              <p14:nvPr/>
            </p14:nvContentPartPr>
            <p14:xfrm>
              <a:off x="993762" y="2962278"/>
              <a:ext cx="1681200" cy="2667600"/>
            </p14:xfrm>
          </p:contentPart>
        </mc:Choice>
        <mc:Fallback xmlns="">
          <p:pic>
            <p:nvPicPr>
              <p:cNvPr id="6" name="Ink 5"/>
              <p:cNvPicPr/>
              <p:nvPr/>
            </p:nvPicPr>
            <p:blipFill>
              <a:blip r:embed="rId4"/>
              <a:stretch>
                <a:fillRect/>
              </a:stretch>
            </p:blipFill>
            <p:spPr>
              <a:xfrm>
                <a:off x="985842" y="2957238"/>
                <a:ext cx="1694160" cy="26805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4" name="Ink 13"/>
              <p14:cNvContentPartPr/>
              <p14:nvPr/>
            </p14:nvContentPartPr>
            <p14:xfrm>
              <a:off x="8752122" y="2772198"/>
              <a:ext cx="872280" cy="137880"/>
            </p14:xfrm>
          </p:contentPart>
        </mc:Choice>
        <mc:Fallback xmlns="">
          <p:pic>
            <p:nvPicPr>
              <p:cNvPr id="14" name="Ink 13"/>
              <p:cNvPicPr/>
              <p:nvPr/>
            </p:nvPicPr>
            <p:blipFill>
              <a:blip r:embed="rId6"/>
              <a:stretch>
                <a:fillRect/>
              </a:stretch>
            </p:blipFill>
            <p:spPr>
              <a:xfrm>
                <a:off x="8743482" y="2762118"/>
                <a:ext cx="89100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0" name="Ink 19"/>
              <p14:cNvContentPartPr/>
              <p14:nvPr/>
            </p14:nvContentPartPr>
            <p14:xfrm>
              <a:off x="5429682" y="1421118"/>
              <a:ext cx="1696320" cy="1225080"/>
            </p14:xfrm>
          </p:contentPart>
        </mc:Choice>
        <mc:Fallback xmlns="">
          <p:pic>
            <p:nvPicPr>
              <p:cNvPr id="20" name="Ink 19"/>
              <p:cNvPicPr/>
              <p:nvPr/>
            </p:nvPicPr>
            <p:blipFill>
              <a:blip r:embed="rId8"/>
              <a:stretch>
                <a:fillRect/>
              </a:stretch>
            </p:blipFill>
            <p:spPr>
              <a:xfrm>
                <a:off x="5419602" y="1412118"/>
                <a:ext cx="1718280" cy="12445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3" name="Ink 22"/>
              <p14:cNvContentPartPr/>
              <p14:nvPr/>
            </p14:nvContentPartPr>
            <p14:xfrm>
              <a:off x="1699002" y="1480878"/>
              <a:ext cx="1850760" cy="3711960"/>
            </p14:xfrm>
          </p:contentPart>
        </mc:Choice>
        <mc:Fallback xmlns="">
          <p:pic>
            <p:nvPicPr>
              <p:cNvPr id="23" name="Ink 22"/>
              <p:cNvPicPr/>
              <p:nvPr/>
            </p:nvPicPr>
            <p:blipFill>
              <a:blip r:embed="rId10"/>
              <a:stretch>
                <a:fillRect/>
              </a:stretch>
            </p:blipFill>
            <p:spPr>
              <a:xfrm>
                <a:off x="1691082" y="1472958"/>
                <a:ext cx="1865520" cy="37256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9" name="Ink 38"/>
              <p14:cNvContentPartPr/>
              <p14:nvPr/>
            </p14:nvContentPartPr>
            <p14:xfrm>
              <a:off x="1750122" y="3889998"/>
              <a:ext cx="1518840" cy="1388160"/>
            </p14:xfrm>
          </p:contentPart>
        </mc:Choice>
        <mc:Fallback xmlns="">
          <p:pic>
            <p:nvPicPr>
              <p:cNvPr id="39" name="Ink 38"/>
              <p:cNvPicPr/>
              <p:nvPr/>
            </p:nvPicPr>
            <p:blipFill>
              <a:blip r:embed="rId12"/>
              <a:stretch>
                <a:fillRect/>
              </a:stretch>
            </p:blipFill>
            <p:spPr>
              <a:xfrm>
                <a:off x="1740402" y="3880278"/>
                <a:ext cx="1537560" cy="1407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5" name="Ink 44"/>
              <p14:cNvContentPartPr/>
              <p14:nvPr/>
            </p14:nvContentPartPr>
            <p14:xfrm>
              <a:off x="5508882" y="4047678"/>
              <a:ext cx="1458720" cy="1112760"/>
            </p14:xfrm>
          </p:contentPart>
        </mc:Choice>
        <mc:Fallback xmlns="">
          <p:pic>
            <p:nvPicPr>
              <p:cNvPr id="45" name="Ink 44"/>
              <p:cNvPicPr/>
              <p:nvPr/>
            </p:nvPicPr>
            <p:blipFill>
              <a:blip r:embed="rId14"/>
              <a:stretch>
                <a:fillRect/>
              </a:stretch>
            </p:blipFill>
            <p:spPr>
              <a:xfrm>
                <a:off x="5499882" y="4037958"/>
                <a:ext cx="1479600" cy="1132560"/>
              </a:xfrm>
              <a:prstGeom prst="rect">
                <a:avLst/>
              </a:prstGeom>
            </p:spPr>
          </p:pic>
        </mc:Fallback>
      </mc:AlternateContent>
    </p:spTree>
    <p:extLst>
      <p:ext uri="{BB962C8B-B14F-4D97-AF65-F5344CB8AC3E}">
        <p14:creationId xmlns:p14="http://schemas.microsoft.com/office/powerpoint/2010/main" val="18980422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5444" y="1980998"/>
            <a:ext cx="4201111" cy="2896004"/>
          </a:xfrm>
          <a:prstGeom prst="rect">
            <a:avLst/>
          </a:prstGeom>
        </p:spPr>
      </p:pic>
      <p:sp>
        <p:nvSpPr>
          <p:cNvPr id="6" name="Title 1"/>
          <p:cNvSpPr txBox="1">
            <a:spLocks/>
          </p:cNvSpPr>
          <p:nvPr/>
        </p:nvSpPr>
        <p:spPr>
          <a:xfrm>
            <a:off x="1431133" y="307974"/>
            <a:ext cx="10515600" cy="525463"/>
          </a:xfrm>
          <a:prstGeom prst="rect">
            <a:avLst/>
          </a:prstGeom>
        </p:spPr>
        <p:txBody>
          <a:bodyPr vert="horz" lIns="91440" tIns="45720" rIns="91440" bIns="45720" rtlCol="0" anchor="ctr">
            <a:normAutofit fontScale="82500" lnSpcReduction="20000"/>
          </a:bodyPr>
          <a:lstStyle>
            <a:lvl1pPr algn="ctr" defTabSz="914400" rtl="0" eaLnBrk="1" latinLnBrk="0" hangingPunct="1">
              <a:lnSpc>
                <a:spcPct val="90000"/>
              </a:lnSpc>
              <a:spcBef>
                <a:spcPct val="0"/>
              </a:spcBef>
              <a:buNone/>
              <a:defRPr sz="4400" b="1" kern="1200" cap="none" spc="0">
                <a:ln w="0"/>
                <a:solidFill>
                  <a:srgbClr val="002060"/>
                </a:solidFill>
                <a:effectLst>
                  <a:outerShdw blurRad="38100" dist="25400" dir="5400000" algn="ctr" rotWithShape="0">
                    <a:srgbClr val="6E747A">
                      <a:alpha val="43000"/>
                    </a:srgbClr>
                  </a:outerShdw>
                </a:effectLst>
                <a:latin typeface="+mj-lt"/>
                <a:ea typeface="+mj-ea"/>
                <a:cs typeface="+mj-cs"/>
              </a:defRPr>
            </a:lvl1pPr>
          </a:lstStyle>
          <a:p>
            <a:r>
              <a:rPr lang="en-US" dirty="0"/>
              <a:t>Perception with basis expansion: example 2</a:t>
            </a:r>
          </a:p>
        </p:txBody>
      </p:sp>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5297202" y="2618721"/>
              <a:ext cx="1873080" cy="1369800"/>
            </p14:xfrm>
          </p:contentPart>
        </mc:Choice>
        <mc:Fallback xmlns="">
          <p:pic>
            <p:nvPicPr>
              <p:cNvPr id="4" name="Ink 3"/>
              <p:cNvPicPr/>
              <p:nvPr/>
            </p:nvPicPr>
            <p:blipFill>
              <a:blip r:embed="rId4"/>
              <a:stretch>
                <a:fillRect/>
              </a:stretch>
            </p:blipFill>
            <p:spPr>
              <a:xfrm>
                <a:off x="5288562" y="2610801"/>
                <a:ext cx="1892880" cy="1387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p14:cNvContentPartPr/>
              <p14:nvPr/>
            </p14:nvContentPartPr>
            <p14:xfrm>
              <a:off x="5907042" y="2373561"/>
              <a:ext cx="725040" cy="502920"/>
            </p14:xfrm>
          </p:contentPart>
        </mc:Choice>
        <mc:Fallback xmlns="">
          <p:pic>
            <p:nvPicPr>
              <p:cNvPr id="10" name="Ink 9"/>
              <p:cNvPicPr/>
              <p:nvPr/>
            </p:nvPicPr>
            <p:blipFill>
              <a:blip r:embed="rId6"/>
              <a:stretch>
                <a:fillRect/>
              </a:stretch>
            </p:blipFill>
            <p:spPr>
              <a:xfrm>
                <a:off x="5896602" y="2363121"/>
                <a:ext cx="746280" cy="523440"/>
              </a:xfrm>
              <a:prstGeom prst="rect">
                <a:avLst/>
              </a:prstGeom>
            </p:spPr>
          </p:pic>
        </mc:Fallback>
      </mc:AlternateContent>
    </p:spTree>
    <p:extLst>
      <p:ext uri="{BB962C8B-B14F-4D97-AF65-F5344CB8AC3E}">
        <p14:creationId xmlns:p14="http://schemas.microsoft.com/office/powerpoint/2010/main" val="10734619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278733" y="155574"/>
            <a:ext cx="10515600" cy="525463"/>
          </a:xfrm>
        </p:spPr>
        <p:txBody>
          <a:bodyPr>
            <a:normAutofit fontScale="90000"/>
          </a:bodyPr>
          <a:lstStyle/>
          <a:p>
            <a:r>
              <a:rPr lang="en-US" dirty="0"/>
              <a:t>Perception with basis expansion</a:t>
            </a:r>
          </a:p>
        </p:txBody>
      </p:sp>
      <p:pic>
        <p:nvPicPr>
          <p:cNvPr id="5" name="Picture 4"/>
          <p:cNvPicPr>
            <a:picLocks noChangeAspect="1"/>
          </p:cNvPicPr>
          <p:nvPr/>
        </p:nvPicPr>
        <p:blipFill>
          <a:blip r:embed="rId2"/>
          <a:stretch>
            <a:fillRect/>
          </a:stretch>
        </p:blipFill>
        <p:spPr>
          <a:xfrm>
            <a:off x="702202" y="887431"/>
            <a:ext cx="7363448" cy="5493097"/>
          </a:xfrm>
          <a:prstGeom prst="rect">
            <a:avLst/>
          </a:prstGeom>
        </p:spPr>
      </p:pic>
      <p:sp>
        <p:nvSpPr>
          <p:cNvPr id="6" name="TextBox 5"/>
          <p:cNvSpPr txBox="1"/>
          <p:nvPr/>
        </p:nvSpPr>
        <p:spPr>
          <a:xfrm>
            <a:off x="7919378" y="2323475"/>
            <a:ext cx="3697999" cy="1200329"/>
          </a:xfrm>
          <a:prstGeom prst="rect">
            <a:avLst/>
          </a:prstGeom>
          <a:noFill/>
        </p:spPr>
        <p:txBody>
          <a:bodyPr wrap="square" rtlCol="0">
            <a:spAutoFit/>
          </a:bodyPr>
          <a:lstStyle/>
          <a:p>
            <a:pPr algn="ctr"/>
            <a:r>
              <a:rPr lang="en-US" sz="3600" dirty="0">
                <a:solidFill>
                  <a:srgbClr val="FF0000"/>
                </a:solidFill>
                <a:effectLst>
                  <a:outerShdw blurRad="50800" dist="38100" dir="2700000" algn="tl" rotWithShape="0">
                    <a:prstClr val="black">
                      <a:alpha val="40000"/>
                    </a:prstClr>
                  </a:outerShdw>
                </a:effectLst>
              </a:rPr>
              <a:t>In 5D space the boundary is linear</a:t>
            </a:r>
          </a:p>
        </p:txBody>
      </p:sp>
      <mc:AlternateContent xmlns:mc="http://schemas.openxmlformats.org/markup-compatibility/2006" xmlns:p14="http://schemas.microsoft.com/office/powerpoint/2010/main">
        <mc:Choice Requires="p14">
          <p:contentPart p14:bwMode="auto" r:id="rId3">
            <p14:nvContentPartPr>
              <p14:cNvPr id="12" name="Ink 11"/>
              <p14:cNvContentPartPr/>
              <p14:nvPr/>
            </p14:nvContentPartPr>
            <p14:xfrm>
              <a:off x="1718442" y="1453158"/>
              <a:ext cx="5757480" cy="2739240"/>
            </p14:xfrm>
          </p:contentPart>
        </mc:Choice>
        <mc:Fallback xmlns="">
          <p:pic>
            <p:nvPicPr>
              <p:cNvPr id="12" name="Ink 11"/>
              <p:cNvPicPr/>
              <p:nvPr/>
            </p:nvPicPr>
            <p:blipFill>
              <a:blip r:embed="rId4"/>
              <a:stretch>
                <a:fillRect/>
              </a:stretch>
            </p:blipFill>
            <p:spPr>
              <a:xfrm>
                <a:off x="1709442" y="1443438"/>
                <a:ext cx="5779800" cy="2757600"/>
              </a:xfrm>
              <a:prstGeom prst="rect">
                <a:avLst/>
              </a:prstGeom>
            </p:spPr>
          </p:pic>
        </mc:Fallback>
      </mc:AlternateContent>
    </p:spTree>
    <p:extLst>
      <p:ext uri="{BB962C8B-B14F-4D97-AF65-F5344CB8AC3E}">
        <p14:creationId xmlns:p14="http://schemas.microsoft.com/office/powerpoint/2010/main" val="7581813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Perceptron with basis expansion: problem</a:t>
            </a:r>
          </a:p>
        </p:txBody>
      </p:sp>
      <p:grpSp>
        <p:nvGrpSpPr>
          <p:cNvPr id="3" name="Group 2"/>
          <p:cNvGrpSpPr/>
          <p:nvPr/>
        </p:nvGrpSpPr>
        <p:grpSpPr>
          <a:xfrm>
            <a:off x="1203041" y="1170417"/>
            <a:ext cx="9395463" cy="5136430"/>
            <a:chOff x="1838801" y="1415844"/>
            <a:chExt cx="9395463" cy="513643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8801" y="1415844"/>
              <a:ext cx="9395463" cy="4401623"/>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1567" y="5353665"/>
              <a:ext cx="8022508" cy="1198609"/>
            </a:xfrm>
            <a:prstGeom prst="rect">
              <a:avLst/>
            </a:prstGeom>
          </p:spPr>
        </p:pic>
      </p:grpSp>
      <mc:AlternateContent xmlns:mc="http://schemas.openxmlformats.org/markup-compatibility/2006" xmlns:p14="http://schemas.microsoft.com/office/powerpoint/2010/main">
        <mc:Choice Requires="p14">
          <p:contentPart p14:bwMode="auto" r:id="rId4">
            <p14:nvContentPartPr>
              <p14:cNvPr id="9" name="Ink 8"/>
              <p14:cNvContentPartPr/>
              <p14:nvPr/>
            </p14:nvContentPartPr>
            <p14:xfrm>
              <a:off x="4199922" y="1711278"/>
              <a:ext cx="2220840" cy="1537200"/>
            </p14:xfrm>
          </p:contentPart>
        </mc:Choice>
        <mc:Fallback xmlns="">
          <p:pic>
            <p:nvPicPr>
              <p:cNvPr id="9" name="Ink 8"/>
              <p:cNvPicPr/>
              <p:nvPr/>
            </p:nvPicPr>
            <p:blipFill>
              <a:blip r:embed="rId5"/>
              <a:stretch>
                <a:fillRect/>
              </a:stretch>
            </p:blipFill>
            <p:spPr>
              <a:xfrm>
                <a:off x="4189842" y="1703718"/>
                <a:ext cx="2241720" cy="1554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7" name="Ink 36"/>
              <p14:cNvContentPartPr/>
              <p14:nvPr/>
            </p14:nvContentPartPr>
            <p14:xfrm>
              <a:off x="-1481598" y="604278"/>
              <a:ext cx="3172320" cy="2813760"/>
            </p14:xfrm>
          </p:contentPart>
        </mc:Choice>
        <mc:Fallback xmlns="">
          <p:pic>
            <p:nvPicPr>
              <p:cNvPr id="37" name="Ink 36"/>
              <p:cNvPicPr/>
              <p:nvPr/>
            </p:nvPicPr>
            <p:blipFill>
              <a:blip r:embed="rId7"/>
              <a:stretch>
                <a:fillRect/>
              </a:stretch>
            </p:blipFill>
            <p:spPr>
              <a:xfrm>
                <a:off x="-1491678" y="593478"/>
                <a:ext cx="3196440" cy="28353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2" name="Ink 61"/>
              <p14:cNvContentPartPr/>
              <p14:nvPr/>
            </p14:nvContentPartPr>
            <p14:xfrm>
              <a:off x="-1452078" y="3825558"/>
              <a:ext cx="1399320" cy="956160"/>
            </p14:xfrm>
          </p:contentPart>
        </mc:Choice>
        <mc:Fallback xmlns="">
          <p:pic>
            <p:nvPicPr>
              <p:cNvPr id="62" name="Ink 61"/>
              <p:cNvPicPr/>
              <p:nvPr/>
            </p:nvPicPr>
            <p:blipFill>
              <a:blip r:embed="rId9"/>
              <a:stretch>
                <a:fillRect/>
              </a:stretch>
            </p:blipFill>
            <p:spPr>
              <a:xfrm>
                <a:off x="-1459998" y="3814398"/>
                <a:ext cx="1418400" cy="9752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8" name="Ink 67"/>
              <p14:cNvContentPartPr/>
              <p14:nvPr/>
            </p14:nvContentPartPr>
            <p14:xfrm>
              <a:off x="-1688238" y="3234078"/>
              <a:ext cx="1400040" cy="1263600"/>
            </p14:xfrm>
          </p:contentPart>
        </mc:Choice>
        <mc:Fallback xmlns="">
          <p:pic>
            <p:nvPicPr>
              <p:cNvPr id="68" name="Ink 67"/>
              <p:cNvPicPr/>
              <p:nvPr/>
            </p:nvPicPr>
            <p:blipFill>
              <a:blip r:embed="rId11"/>
              <a:stretch>
                <a:fillRect/>
              </a:stretch>
            </p:blipFill>
            <p:spPr>
              <a:xfrm>
                <a:off x="-1696158" y="3222918"/>
                <a:ext cx="1413360" cy="12837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0" name="Ink 69"/>
              <p14:cNvContentPartPr/>
              <p14:nvPr/>
            </p14:nvContentPartPr>
            <p14:xfrm>
              <a:off x="-437958" y="4222998"/>
              <a:ext cx="151920" cy="0"/>
            </p14:xfrm>
          </p:contentPart>
        </mc:Choice>
        <mc:Fallback xmlns="">
          <p:pic>
            <p:nvPicPr>
              <p:cNvPr id="70" name="Ink 69"/>
              <p:cNvPicPr/>
              <p:nvPr/>
            </p:nvPicPr>
            <p:blipFill>
              <a:blip r:embed="rId13"/>
              <a:stretch>
                <a:fillRect/>
              </a:stretch>
            </p:blipFill>
            <p:spPr>
              <a:xfrm>
                <a:off x="0" y="0"/>
                <a:ext cx="151920" cy="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1" name="Ink 80"/>
              <p14:cNvContentPartPr/>
              <p14:nvPr/>
            </p14:nvContentPartPr>
            <p14:xfrm>
              <a:off x="10229922" y="4709718"/>
              <a:ext cx="734400" cy="390600"/>
            </p14:xfrm>
          </p:contentPart>
        </mc:Choice>
        <mc:Fallback xmlns="">
          <p:pic>
            <p:nvPicPr>
              <p:cNvPr id="81" name="Ink 80"/>
              <p:cNvPicPr/>
              <p:nvPr/>
            </p:nvPicPr>
            <p:blipFill>
              <a:blip r:embed="rId15"/>
              <a:stretch>
                <a:fillRect/>
              </a:stretch>
            </p:blipFill>
            <p:spPr>
              <a:xfrm>
                <a:off x="10218402" y="4700358"/>
                <a:ext cx="759960" cy="4122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2" name="Ink 91"/>
              <p14:cNvContentPartPr/>
              <p14:nvPr/>
            </p14:nvContentPartPr>
            <p14:xfrm>
              <a:off x="7619922" y="4506678"/>
              <a:ext cx="754560" cy="529920"/>
            </p14:xfrm>
          </p:contentPart>
        </mc:Choice>
        <mc:Fallback xmlns="">
          <p:pic>
            <p:nvPicPr>
              <p:cNvPr id="92" name="Ink 91"/>
              <p:cNvPicPr/>
              <p:nvPr/>
            </p:nvPicPr>
            <p:blipFill>
              <a:blip r:embed="rId17"/>
              <a:stretch>
                <a:fillRect/>
              </a:stretch>
            </p:blipFill>
            <p:spPr>
              <a:xfrm>
                <a:off x="7608042" y="4494798"/>
                <a:ext cx="777240" cy="5508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93" name="Ink 92"/>
              <p14:cNvContentPartPr/>
              <p14:nvPr/>
            </p14:nvContentPartPr>
            <p14:xfrm>
              <a:off x="8765442" y="4498398"/>
              <a:ext cx="1299960" cy="554760"/>
            </p14:xfrm>
          </p:contentPart>
        </mc:Choice>
        <mc:Fallback xmlns="">
          <p:pic>
            <p:nvPicPr>
              <p:cNvPr id="93" name="Ink 92"/>
              <p:cNvPicPr/>
              <p:nvPr/>
            </p:nvPicPr>
            <p:blipFill>
              <a:blip r:embed="rId19"/>
              <a:stretch>
                <a:fillRect/>
              </a:stretch>
            </p:blipFill>
            <p:spPr>
              <a:xfrm>
                <a:off x="8754642" y="4487598"/>
                <a:ext cx="1321920" cy="5752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95" name="Ink 94"/>
              <p14:cNvContentPartPr/>
              <p14:nvPr/>
            </p14:nvContentPartPr>
            <p14:xfrm>
              <a:off x="8126802" y="5022198"/>
              <a:ext cx="867240" cy="326520"/>
            </p14:xfrm>
          </p:contentPart>
        </mc:Choice>
        <mc:Fallback xmlns="">
          <p:pic>
            <p:nvPicPr>
              <p:cNvPr id="95" name="Ink 94"/>
              <p:cNvPicPr/>
              <p:nvPr/>
            </p:nvPicPr>
            <p:blipFill>
              <a:blip r:embed="rId21"/>
              <a:stretch>
                <a:fillRect/>
              </a:stretch>
            </p:blipFill>
            <p:spPr>
              <a:xfrm>
                <a:off x="8116722" y="5011758"/>
                <a:ext cx="889200" cy="3474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0" name="Ink 129"/>
              <p14:cNvContentPartPr/>
              <p14:nvPr/>
            </p14:nvContentPartPr>
            <p14:xfrm>
              <a:off x="7972002" y="1586718"/>
              <a:ext cx="1447560" cy="238320"/>
            </p14:xfrm>
          </p:contentPart>
        </mc:Choice>
        <mc:Fallback xmlns="">
          <p:pic>
            <p:nvPicPr>
              <p:cNvPr id="130" name="Ink 129"/>
              <p:cNvPicPr/>
              <p:nvPr/>
            </p:nvPicPr>
            <p:blipFill>
              <a:blip r:embed="rId23"/>
              <a:stretch>
                <a:fillRect/>
              </a:stretch>
            </p:blipFill>
            <p:spPr>
              <a:xfrm>
                <a:off x="7963002" y="1579518"/>
                <a:ext cx="146592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32" name="Ink 131"/>
              <p14:cNvContentPartPr/>
              <p14:nvPr/>
            </p14:nvContentPartPr>
            <p14:xfrm>
              <a:off x="7906842" y="1773918"/>
              <a:ext cx="1385640" cy="1859760"/>
            </p14:xfrm>
          </p:contentPart>
        </mc:Choice>
        <mc:Fallback xmlns="">
          <p:pic>
            <p:nvPicPr>
              <p:cNvPr id="132" name="Ink 131"/>
              <p:cNvPicPr/>
              <p:nvPr/>
            </p:nvPicPr>
            <p:blipFill>
              <a:blip r:embed="rId25"/>
              <a:stretch>
                <a:fillRect/>
              </a:stretch>
            </p:blipFill>
            <p:spPr>
              <a:xfrm>
                <a:off x="7897122" y="1765998"/>
                <a:ext cx="1398960" cy="18788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33" name="Ink 132"/>
              <p14:cNvContentPartPr/>
              <p14:nvPr/>
            </p14:nvContentPartPr>
            <p14:xfrm>
              <a:off x="11420082" y="1314558"/>
              <a:ext cx="1063800" cy="2240280"/>
            </p14:xfrm>
          </p:contentPart>
        </mc:Choice>
        <mc:Fallback xmlns="">
          <p:pic>
            <p:nvPicPr>
              <p:cNvPr id="133" name="Ink 132"/>
              <p:cNvPicPr/>
              <p:nvPr/>
            </p:nvPicPr>
            <p:blipFill>
              <a:blip r:embed="rId27"/>
              <a:stretch>
                <a:fillRect/>
              </a:stretch>
            </p:blipFill>
            <p:spPr>
              <a:xfrm>
                <a:off x="11412522" y="1305198"/>
                <a:ext cx="1083600" cy="22622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35" name="Ink 134"/>
              <p14:cNvContentPartPr/>
              <p14:nvPr/>
            </p14:nvContentPartPr>
            <p14:xfrm>
              <a:off x="-1169838" y="4263678"/>
              <a:ext cx="4347360" cy="888840"/>
            </p14:xfrm>
          </p:contentPart>
        </mc:Choice>
        <mc:Fallback xmlns="">
          <p:pic>
            <p:nvPicPr>
              <p:cNvPr id="135" name="Ink 134"/>
              <p:cNvPicPr/>
              <p:nvPr/>
            </p:nvPicPr>
            <p:blipFill>
              <a:blip r:embed="rId29"/>
              <a:stretch>
                <a:fillRect/>
              </a:stretch>
            </p:blipFill>
            <p:spPr>
              <a:xfrm>
                <a:off x="-1176678" y="4260078"/>
                <a:ext cx="4365360" cy="8992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50" name="Ink 149"/>
              <p14:cNvContentPartPr/>
              <p14:nvPr/>
            </p14:nvContentPartPr>
            <p14:xfrm>
              <a:off x="2161602" y="5110398"/>
              <a:ext cx="2391840" cy="606960"/>
            </p14:xfrm>
          </p:contentPart>
        </mc:Choice>
        <mc:Fallback xmlns="">
          <p:pic>
            <p:nvPicPr>
              <p:cNvPr id="150" name="Ink 149"/>
              <p:cNvPicPr/>
              <p:nvPr/>
            </p:nvPicPr>
            <p:blipFill>
              <a:blip r:embed="rId31"/>
              <a:stretch>
                <a:fillRect/>
              </a:stretch>
            </p:blipFill>
            <p:spPr>
              <a:xfrm>
                <a:off x="2151522" y="5099958"/>
                <a:ext cx="2412360" cy="6246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56" name="Ink 155"/>
              <p14:cNvContentPartPr/>
              <p14:nvPr/>
            </p14:nvContentPartPr>
            <p14:xfrm>
              <a:off x="9419202" y="1546758"/>
              <a:ext cx="1105200" cy="684360"/>
            </p14:xfrm>
          </p:contentPart>
        </mc:Choice>
        <mc:Fallback xmlns="">
          <p:pic>
            <p:nvPicPr>
              <p:cNvPr id="156" name="Ink 155"/>
              <p:cNvPicPr/>
              <p:nvPr/>
            </p:nvPicPr>
            <p:blipFill>
              <a:blip r:embed="rId33"/>
              <a:stretch>
                <a:fillRect/>
              </a:stretch>
            </p:blipFill>
            <p:spPr>
              <a:xfrm>
                <a:off x="9408402" y="1535598"/>
                <a:ext cx="1127520" cy="7048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58" name="Ink 157"/>
              <p14:cNvContentPartPr/>
              <p14:nvPr/>
            </p14:nvContentPartPr>
            <p14:xfrm>
              <a:off x="7865442" y="2188638"/>
              <a:ext cx="3929400" cy="1365840"/>
            </p14:xfrm>
          </p:contentPart>
        </mc:Choice>
        <mc:Fallback xmlns="">
          <p:pic>
            <p:nvPicPr>
              <p:cNvPr id="158" name="Ink 157"/>
              <p:cNvPicPr/>
              <p:nvPr/>
            </p:nvPicPr>
            <p:blipFill>
              <a:blip r:embed="rId35"/>
              <a:stretch>
                <a:fillRect/>
              </a:stretch>
            </p:blipFill>
            <p:spPr>
              <a:xfrm>
                <a:off x="7850682" y="2178558"/>
                <a:ext cx="3954240" cy="13903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62" name="Ink 161"/>
              <p14:cNvContentPartPr/>
              <p14:nvPr/>
            </p14:nvContentPartPr>
            <p14:xfrm>
              <a:off x="-897318" y="4791798"/>
              <a:ext cx="1085400" cy="717120"/>
            </p14:xfrm>
          </p:contentPart>
        </mc:Choice>
        <mc:Fallback xmlns="">
          <p:pic>
            <p:nvPicPr>
              <p:cNvPr id="162" name="Ink 161"/>
              <p:cNvPicPr/>
              <p:nvPr/>
            </p:nvPicPr>
            <p:blipFill>
              <a:blip r:embed="rId37"/>
              <a:stretch>
                <a:fillRect/>
              </a:stretch>
            </p:blipFill>
            <p:spPr>
              <a:xfrm>
                <a:off x="-907038" y="4781718"/>
                <a:ext cx="1104480" cy="7369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70" name="Ink 169"/>
              <p14:cNvContentPartPr/>
              <p14:nvPr/>
            </p14:nvContentPartPr>
            <p14:xfrm>
              <a:off x="10475442" y="1632078"/>
              <a:ext cx="461880" cy="230400"/>
            </p14:xfrm>
          </p:contentPart>
        </mc:Choice>
        <mc:Fallback xmlns="">
          <p:pic>
            <p:nvPicPr>
              <p:cNvPr id="170" name="Ink 169"/>
              <p:cNvPicPr/>
              <p:nvPr/>
            </p:nvPicPr>
            <p:blipFill>
              <a:blip r:embed="rId39"/>
              <a:stretch>
                <a:fillRect/>
              </a:stretch>
            </p:blipFill>
            <p:spPr>
              <a:xfrm>
                <a:off x="10466442" y="1623438"/>
                <a:ext cx="48024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73" name="Ink 172"/>
              <p14:cNvContentPartPr/>
              <p14:nvPr/>
            </p14:nvContentPartPr>
            <p14:xfrm>
              <a:off x="9850482" y="2664198"/>
              <a:ext cx="694800" cy="63000"/>
            </p14:xfrm>
          </p:contentPart>
        </mc:Choice>
        <mc:Fallback xmlns="">
          <p:pic>
            <p:nvPicPr>
              <p:cNvPr id="173" name="Ink 172"/>
              <p:cNvPicPr/>
              <p:nvPr/>
            </p:nvPicPr>
            <p:blipFill>
              <a:blip r:embed="rId41"/>
              <a:stretch>
                <a:fillRect/>
              </a:stretch>
            </p:blipFill>
            <p:spPr>
              <a:xfrm>
                <a:off x="9842922" y="2655558"/>
                <a:ext cx="71100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76" name="Ink 175"/>
              <p14:cNvContentPartPr/>
              <p14:nvPr/>
            </p14:nvContentPartPr>
            <p14:xfrm>
              <a:off x="8238042" y="1745478"/>
              <a:ext cx="3898800" cy="1591920"/>
            </p14:xfrm>
          </p:contentPart>
        </mc:Choice>
        <mc:Fallback xmlns="">
          <p:pic>
            <p:nvPicPr>
              <p:cNvPr id="176" name="Ink 175"/>
              <p:cNvPicPr/>
              <p:nvPr/>
            </p:nvPicPr>
            <p:blipFill>
              <a:blip r:embed="rId43"/>
              <a:stretch>
                <a:fillRect/>
              </a:stretch>
            </p:blipFill>
            <p:spPr>
              <a:xfrm>
                <a:off x="8230842" y="1732518"/>
                <a:ext cx="3916800" cy="16095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82" name="Ink 181"/>
              <p14:cNvContentPartPr/>
              <p14:nvPr/>
            </p14:nvContentPartPr>
            <p14:xfrm>
              <a:off x="3992922" y="5049558"/>
              <a:ext cx="1036080" cy="618480"/>
            </p14:xfrm>
          </p:contentPart>
        </mc:Choice>
        <mc:Fallback xmlns="">
          <p:pic>
            <p:nvPicPr>
              <p:cNvPr id="182" name="Ink 181"/>
              <p:cNvPicPr/>
              <p:nvPr/>
            </p:nvPicPr>
            <p:blipFill>
              <a:blip r:embed="rId45"/>
              <a:stretch>
                <a:fillRect/>
              </a:stretch>
            </p:blipFill>
            <p:spPr>
              <a:xfrm>
                <a:off x="3984642" y="5040198"/>
                <a:ext cx="1052280" cy="6368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83" name="Ink 182"/>
              <p14:cNvContentPartPr/>
              <p14:nvPr/>
            </p14:nvContentPartPr>
            <p14:xfrm>
              <a:off x="1600362" y="5474358"/>
              <a:ext cx="545400" cy="258120"/>
            </p14:xfrm>
          </p:contentPart>
        </mc:Choice>
        <mc:Fallback xmlns="">
          <p:pic>
            <p:nvPicPr>
              <p:cNvPr id="183" name="Ink 182"/>
              <p:cNvPicPr/>
              <p:nvPr/>
            </p:nvPicPr>
            <p:blipFill>
              <a:blip r:embed="rId47"/>
              <a:stretch>
                <a:fillRect/>
              </a:stretch>
            </p:blipFill>
            <p:spPr>
              <a:xfrm>
                <a:off x="1591002" y="5464278"/>
                <a:ext cx="564840" cy="2775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92" name="Ink 191"/>
              <p14:cNvContentPartPr/>
              <p14:nvPr/>
            </p14:nvContentPartPr>
            <p14:xfrm>
              <a:off x="4272642" y="2276478"/>
              <a:ext cx="1298520" cy="411480"/>
            </p14:xfrm>
          </p:contentPart>
        </mc:Choice>
        <mc:Fallback xmlns="">
          <p:pic>
            <p:nvPicPr>
              <p:cNvPr id="192" name="Ink 191"/>
              <p:cNvPicPr/>
              <p:nvPr/>
            </p:nvPicPr>
            <p:blipFill>
              <a:blip r:embed="rId49"/>
              <a:stretch>
                <a:fillRect/>
              </a:stretch>
            </p:blipFill>
            <p:spPr>
              <a:xfrm>
                <a:off x="4263282" y="2264598"/>
                <a:ext cx="1320120" cy="4359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93" name="Ink 192"/>
              <p14:cNvContentPartPr/>
              <p14:nvPr/>
            </p14:nvContentPartPr>
            <p14:xfrm>
              <a:off x="4380282" y="2657358"/>
              <a:ext cx="1217160" cy="63360"/>
            </p14:xfrm>
          </p:contentPart>
        </mc:Choice>
        <mc:Fallback xmlns="">
          <p:pic>
            <p:nvPicPr>
              <p:cNvPr id="193" name="Ink 192"/>
              <p:cNvPicPr/>
              <p:nvPr/>
            </p:nvPicPr>
            <p:blipFill>
              <a:blip r:embed="rId51"/>
              <a:stretch>
                <a:fillRect/>
              </a:stretch>
            </p:blipFill>
            <p:spPr>
              <a:xfrm>
                <a:off x="4370922" y="2650878"/>
                <a:ext cx="124236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94" name="Ink 193"/>
              <p14:cNvContentPartPr/>
              <p14:nvPr/>
            </p14:nvContentPartPr>
            <p14:xfrm>
              <a:off x="4720482" y="2826198"/>
              <a:ext cx="492120" cy="46440"/>
            </p14:xfrm>
          </p:contentPart>
        </mc:Choice>
        <mc:Fallback xmlns="">
          <p:pic>
            <p:nvPicPr>
              <p:cNvPr id="194" name="Ink 193"/>
              <p:cNvPicPr/>
              <p:nvPr/>
            </p:nvPicPr>
            <p:blipFill>
              <a:blip r:embed="rId53"/>
              <a:stretch>
                <a:fillRect/>
              </a:stretch>
            </p:blipFill>
            <p:spPr>
              <a:xfrm>
                <a:off x="4710042" y="2822598"/>
                <a:ext cx="51516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95" name="Ink 194"/>
              <p14:cNvContentPartPr/>
              <p14:nvPr/>
            </p14:nvContentPartPr>
            <p14:xfrm>
              <a:off x="4497282" y="2748798"/>
              <a:ext cx="900000" cy="510480"/>
            </p14:xfrm>
          </p:contentPart>
        </mc:Choice>
        <mc:Fallback xmlns="">
          <p:pic>
            <p:nvPicPr>
              <p:cNvPr id="195" name="Ink 194"/>
              <p:cNvPicPr/>
              <p:nvPr/>
            </p:nvPicPr>
            <p:blipFill>
              <a:blip r:embed="rId55"/>
              <a:stretch>
                <a:fillRect/>
              </a:stretch>
            </p:blipFill>
            <p:spPr>
              <a:xfrm>
                <a:off x="4488282" y="2737638"/>
                <a:ext cx="920160" cy="5353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96" name="Ink 195"/>
              <p14:cNvContentPartPr/>
              <p14:nvPr/>
            </p14:nvContentPartPr>
            <p14:xfrm>
              <a:off x="4185882" y="2641158"/>
              <a:ext cx="411480" cy="91800"/>
            </p14:xfrm>
          </p:contentPart>
        </mc:Choice>
        <mc:Fallback xmlns="">
          <p:pic>
            <p:nvPicPr>
              <p:cNvPr id="196" name="Ink 195"/>
              <p:cNvPicPr/>
              <p:nvPr/>
            </p:nvPicPr>
            <p:blipFill>
              <a:blip r:embed="rId57"/>
              <a:stretch>
                <a:fillRect/>
              </a:stretch>
            </p:blipFill>
            <p:spPr>
              <a:xfrm>
                <a:off x="4175802" y="2631798"/>
                <a:ext cx="43092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97" name="Ink 196"/>
              <p14:cNvContentPartPr/>
              <p14:nvPr/>
            </p14:nvContentPartPr>
            <p14:xfrm>
              <a:off x="4730562" y="2687238"/>
              <a:ext cx="636480" cy="70560"/>
            </p14:xfrm>
          </p:contentPart>
        </mc:Choice>
        <mc:Fallback xmlns="">
          <p:pic>
            <p:nvPicPr>
              <p:cNvPr id="197" name="Ink 196"/>
              <p:cNvPicPr/>
              <p:nvPr/>
            </p:nvPicPr>
            <p:blipFill>
              <a:blip r:embed="rId59"/>
              <a:stretch>
                <a:fillRect/>
              </a:stretch>
            </p:blipFill>
            <p:spPr>
              <a:xfrm>
                <a:off x="4719762" y="2673558"/>
                <a:ext cx="658080" cy="95040"/>
              </a:xfrm>
              <a:prstGeom prst="rect">
                <a:avLst/>
              </a:prstGeom>
            </p:spPr>
          </p:pic>
        </mc:Fallback>
      </mc:AlternateContent>
    </p:spTree>
    <p:extLst>
      <p:ext uri="{BB962C8B-B14F-4D97-AF65-F5344CB8AC3E}">
        <p14:creationId xmlns:p14="http://schemas.microsoft.com/office/powerpoint/2010/main" val="24348331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kernel trick</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7914" y="1415846"/>
            <a:ext cx="4796419" cy="2430838"/>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8733" y="1209540"/>
            <a:ext cx="5676044" cy="2285828"/>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78733" y="3846684"/>
            <a:ext cx="5945542" cy="1728205"/>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8733" y="5722374"/>
            <a:ext cx="5702199" cy="794463"/>
          </a:xfrm>
          <a:prstGeom prst="rect">
            <a:avLst/>
          </a:prstGeom>
        </p:spPr>
      </p:pic>
      <mc:AlternateContent xmlns:mc="http://schemas.openxmlformats.org/markup-compatibility/2006" xmlns:p14="http://schemas.microsoft.com/office/powerpoint/2010/main">
        <mc:Choice Requires="p14">
          <p:contentPart p14:bwMode="auto" r:id="rId6">
            <p14:nvContentPartPr>
              <p14:cNvPr id="10" name="Ink 9"/>
              <p14:cNvContentPartPr/>
              <p14:nvPr/>
            </p14:nvContentPartPr>
            <p14:xfrm>
              <a:off x="2831202" y="2072718"/>
              <a:ext cx="557280" cy="502200"/>
            </p14:xfrm>
          </p:contentPart>
        </mc:Choice>
        <mc:Fallback xmlns="">
          <p:pic>
            <p:nvPicPr>
              <p:cNvPr id="10" name="Ink 9"/>
              <p:cNvPicPr/>
              <p:nvPr/>
            </p:nvPicPr>
            <p:blipFill>
              <a:blip r:embed="rId7"/>
              <a:stretch>
                <a:fillRect/>
              </a:stretch>
            </p:blipFill>
            <p:spPr>
              <a:xfrm>
                <a:off x="2821122" y="2062278"/>
                <a:ext cx="583560" cy="523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Ink 15"/>
              <p14:cNvContentPartPr/>
              <p14:nvPr/>
            </p14:nvContentPartPr>
            <p14:xfrm>
              <a:off x="-1585998" y="278118"/>
              <a:ext cx="481320" cy="384120"/>
            </p14:xfrm>
          </p:contentPart>
        </mc:Choice>
        <mc:Fallback xmlns="">
          <p:pic>
            <p:nvPicPr>
              <p:cNvPr id="16" name="Ink 15"/>
              <p:cNvPicPr/>
              <p:nvPr/>
            </p:nvPicPr>
            <p:blipFill>
              <a:blip r:embed="rId9"/>
              <a:stretch>
                <a:fillRect/>
              </a:stretch>
            </p:blipFill>
            <p:spPr>
              <a:xfrm>
                <a:off x="-1594278" y="268038"/>
                <a:ext cx="501120" cy="398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3" name="Ink 22"/>
              <p14:cNvContentPartPr/>
              <p14:nvPr/>
            </p14:nvContentPartPr>
            <p14:xfrm>
              <a:off x="-1503558" y="1082718"/>
              <a:ext cx="867960" cy="572400"/>
            </p14:xfrm>
          </p:contentPart>
        </mc:Choice>
        <mc:Fallback xmlns="">
          <p:pic>
            <p:nvPicPr>
              <p:cNvPr id="23" name="Ink 22"/>
              <p:cNvPicPr/>
              <p:nvPr/>
            </p:nvPicPr>
            <p:blipFill>
              <a:blip r:embed="rId11"/>
              <a:stretch>
                <a:fillRect/>
              </a:stretch>
            </p:blipFill>
            <p:spPr>
              <a:xfrm>
                <a:off x="-1512198" y="1073718"/>
                <a:ext cx="879840" cy="591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4" name="Ink 23"/>
              <p14:cNvContentPartPr/>
              <p14:nvPr/>
            </p14:nvContentPartPr>
            <p14:xfrm>
              <a:off x="-1373598" y="1199358"/>
              <a:ext cx="1040400" cy="612360"/>
            </p14:xfrm>
          </p:contentPart>
        </mc:Choice>
        <mc:Fallback xmlns="">
          <p:pic>
            <p:nvPicPr>
              <p:cNvPr id="24" name="Ink 23"/>
              <p:cNvPicPr/>
              <p:nvPr/>
            </p:nvPicPr>
            <p:blipFill>
              <a:blip r:embed="rId13"/>
              <a:stretch>
                <a:fillRect/>
              </a:stretch>
            </p:blipFill>
            <p:spPr>
              <a:xfrm>
                <a:off x="-1384038" y="1196118"/>
                <a:ext cx="1054080" cy="6235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6" name="Ink 25"/>
              <p14:cNvContentPartPr/>
              <p14:nvPr/>
            </p14:nvContentPartPr>
            <p14:xfrm>
              <a:off x="-1120518" y="2055438"/>
              <a:ext cx="1001880" cy="1843200"/>
            </p14:xfrm>
          </p:contentPart>
        </mc:Choice>
        <mc:Fallback xmlns="">
          <p:pic>
            <p:nvPicPr>
              <p:cNvPr id="26" name="Ink 25"/>
              <p:cNvPicPr/>
              <p:nvPr/>
            </p:nvPicPr>
            <p:blipFill>
              <a:blip r:embed="rId15"/>
              <a:stretch>
                <a:fillRect/>
              </a:stretch>
            </p:blipFill>
            <p:spPr>
              <a:xfrm>
                <a:off x="-1132758" y="2045718"/>
                <a:ext cx="1019160" cy="18676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8" name="Ink 27"/>
              <p14:cNvContentPartPr/>
              <p14:nvPr/>
            </p14:nvContentPartPr>
            <p14:xfrm>
              <a:off x="-674118" y="1871118"/>
              <a:ext cx="959760" cy="1686960"/>
            </p14:xfrm>
          </p:contentPart>
        </mc:Choice>
        <mc:Fallback xmlns="">
          <p:pic>
            <p:nvPicPr>
              <p:cNvPr id="28" name="Ink 27"/>
              <p:cNvPicPr/>
              <p:nvPr/>
            </p:nvPicPr>
            <p:blipFill>
              <a:blip r:embed="rId17"/>
              <a:stretch>
                <a:fillRect/>
              </a:stretch>
            </p:blipFill>
            <p:spPr>
              <a:xfrm>
                <a:off x="-683478" y="1861038"/>
                <a:ext cx="984600" cy="17031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26" name="Ink 225"/>
              <p14:cNvContentPartPr/>
              <p14:nvPr/>
            </p14:nvContentPartPr>
            <p14:xfrm>
              <a:off x="-1322838" y="2078478"/>
              <a:ext cx="1523160" cy="2027160"/>
            </p14:xfrm>
          </p:contentPart>
        </mc:Choice>
        <mc:Fallback xmlns="">
          <p:pic>
            <p:nvPicPr>
              <p:cNvPr id="226" name="Ink 225"/>
              <p:cNvPicPr/>
              <p:nvPr/>
            </p:nvPicPr>
            <p:blipFill>
              <a:blip r:embed="rId19"/>
              <a:stretch>
                <a:fillRect/>
              </a:stretch>
            </p:blipFill>
            <p:spPr>
              <a:xfrm>
                <a:off x="-1334358" y="2073438"/>
                <a:ext cx="1542600" cy="20473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34" name="Ink 233"/>
              <p14:cNvContentPartPr/>
              <p14:nvPr/>
            </p14:nvContentPartPr>
            <p14:xfrm>
              <a:off x="3585042" y="2768958"/>
              <a:ext cx="1686960" cy="93240"/>
            </p14:xfrm>
          </p:contentPart>
        </mc:Choice>
        <mc:Fallback xmlns="">
          <p:pic>
            <p:nvPicPr>
              <p:cNvPr id="234" name="Ink 233"/>
              <p:cNvPicPr/>
              <p:nvPr/>
            </p:nvPicPr>
            <p:blipFill>
              <a:blip r:embed="rId21"/>
              <a:stretch>
                <a:fillRect/>
              </a:stretch>
            </p:blipFill>
            <p:spPr>
              <a:xfrm>
                <a:off x="3574962" y="2762478"/>
                <a:ext cx="170784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35" name="Ink 234"/>
              <p14:cNvContentPartPr/>
              <p14:nvPr/>
            </p14:nvContentPartPr>
            <p14:xfrm>
              <a:off x="3689442" y="2708838"/>
              <a:ext cx="1534680" cy="133560"/>
            </p14:xfrm>
          </p:contentPart>
        </mc:Choice>
        <mc:Fallback xmlns="">
          <p:pic>
            <p:nvPicPr>
              <p:cNvPr id="235" name="Ink 234"/>
              <p:cNvPicPr/>
              <p:nvPr/>
            </p:nvPicPr>
            <p:blipFill>
              <a:blip r:embed="rId23"/>
              <a:stretch>
                <a:fillRect/>
              </a:stretch>
            </p:blipFill>
            <p:spPr>
              <a:xfrm>
                <a:off x="3679002" y="2705238"/>
                <a:ext cx="155772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36" name="Ink 235"/>
              <p14:cNvContentPartPr/>
              <p14:nvPr/>
            </p14:nvContentPartPr>
            <p14:xfrm>
              <a:off x="3726162" y="2741238"/>
              <a:ext cx="1599480" cy="159480"/>
            </p14:xfrm>
          </p:contentPart>
        </mc:Choice>
        <mc:Fallback xmlns="">
          <p:pic>
            <p:nvPicPr>
              <p:cNvPr id="236" name="Ink 235"/>
              <p:cNvPicPr/>
              <p:nvPr/>
            </p:nvPicPr>
            <p:blipFill>
              <a:blip r:embed="rId25"/>
              <a:stretch>
                <a:fillRect/>
              </a:stretch>
            </p:blipFill>
            <p:spPr>
              <a:xfrm>
                <a:off x="3715722" y="2737998"/>
                <a:ext cx="162144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45" name="Ink 244"/>
              <p14:cNvContentPartPr/>
              <p14:nvPr/>
            </p14:nvContentPartPr>
            <p14:xfrm>
              <a:off x="3831282" y="977598"/>
              <a:ext cx="336240" cy="1120320"/>
            </p14:xfrm>
          </p:contentPart>
        </mc:Choice>
        <mc:Fallback xmlns="">
          <p:pic>
            <p:nvPicPr>
              <p:cNvPr id="245" name="Ink 244"/>
              <p:cNvPicPr/>
              <p:nvPr/>
            </p:nvPicPr>
            <p:blipFill>
              <a:blip r:embed="rId27"/>
              <a:stretch>
                <a:fillRect/>
              </a:stretch>
            </p:blipFill>
            <p:spPr>
              <a:xfrm>
                <a:off x="3818322" y="964998"/>
                <a:ext cx="356040" cy="11437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48" name="Ink 247"/>
              <p14:cNvContentPartPr/>
              <p14:nvPr/>
            </p14:nvContentPartPr>
            <p14:xfrm>
              <a:off x="3963762" y="2074158"/>
              <a:ext cx="306720" cy="484920"/>
            </p14:xfrm>
          </p:contentPart>
        </mc:Choice>
        <mc:Fallback xmlns="">
          <p:pic>
            <p:nvPicPr>
              <p:cNvPr id="248" name="Ink 247"/>
              <p:cNvPicPr/>
              <p:nvPr/>
            </p:nvPicPr>
            <p:blipFill>
              <a:blip r:embed="rId29"/>
              <a:stretch>
                <a:fillRect/>
              </a:stretch>
            </p:blipFill>
            <p:spPr>
              <a:xfrm>
                <a:off x="3954402" y="2064798"/>
                <a:ext cx="323640" cy="5043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52" name="Ink 251"/>
              <p14:cNvContentPartPr/>
              <p14:nvPr/>
            </p14:nvContentPartPr>
            <p14:xfrm>
              <a:off x="4176522" y="559998"/>
              <a:ext cx="5501520" cy="606240"/>
            </p14:xfrm>
          </p:contentPart>
        </mc:Choice>
        <mc:Fallback xmlns="">
          <p:pic>
            <p:nvPicPr>
              <p:cNvPr id="252" name="Ink 251"/>
              <p:cNvPicPr/>
              <p:nvPr/>
            </p:nvPicPr>
            <p:blipFill>
              <a:blip r:embed="rId31"/>
              <a:stretch>
                <a:fillRect/>
              </a:stretch>
            </p:blipFill>
            <p:spPr>
              <a:xfrm>
                <a:off x="4166442" y="552078"/>
                <a:ext cx="5523120" cy="6235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60" name="Ink 259"/>
              <p14:cNvContentPartPr/>
              <p14:nvPr/>
            </p14:nvContentPartPr>
            <p14:xfrm>
              <a:off x="10784682" y="2310678"/>
              <a:ext cx="746640" cy="527040"/>
            </p14:xfrm>
          </p:contentPart>
        </mc:Choice>
        <mc:Fallback xmlns="">
          <p:pic>
            <p:nvPicPr>
              <p:cNvPr id="260" name="Ink 259"/>
              <p:cNvPicPr/>
              <p:nvPr/>
            </p:nvPicPr>
            <p:blipFill>
              <a:blip r:embed="rId33"/>
              <a:stretch>
                <a:fillRect/>
              </a:stretch>
            </p:blipFill>
            <p:spPr>
              <a:xfrm>
                <a:off x="10776762" y="2303118"/>
                <a:ext cx="760680" cy="5443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62" name="Ink 261"/>
              <p14:cNvContentPartPr/>
              <p14:nvPr/>
            </p14:nvContentPartPr>
            <p14:xfrm>
              <a:off x="8725122" y="2852478"/>
              <a:ext cx="1894320" cy="63000"/>
            </p14:xfrm>
          </p:contentPart>
        </mc:Choice>
        <mc:Fallback xmlns="">
          <p:pic>
            <p:nvPicPr>
              <p:cNvPr id="262" name="Ink 261"/>
              <p:cNvPicPr/>
              <p:nvPr/>
            </p:nvPicPr>
            <p:blipFill>
              <a:blip r:embed="rId35"/>
              <a:stretch>
                <a:fillRect/>
              </a:stretch>
            </p:blipFill>
            <p:spPr>
              <a:xfrm>
                <a:off x="8716122" y="2843478"/>
                <a:ext cx="191340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75" name="Ink 274"/>
              <p14:cNvContentPartPr/>
              <p14:nvPr/>
            </p14:nvContentPartPr>
            <p14:xfrm>
              <a:off x="4271562" y="2358198"/>
              <a:ext cx="1156680" cy="178560"/>
            </p14:xfrm>
          </p:contentPart>
        </mc:Choice>
        <mc:Fallback xmlns="">
          <p:pic>
            <p:nvPicPr>
              <p:cNvPr id="275" name="Ink 274"/>
              <p:cNvPicPr/>
              <p:nvPr/>
            </p:nvPicPr>
            <p:blipFill>
              <a:blip r:embed="rId37"/>
              <a:stretch>
                <a:fillRect/>
              </a:stretch>
            </p:blipFill>
            <p:spPr>
              <a:xfrm>
                <a:off x="4261122" y="2343438"/>
                <a:ext cx="117792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80" name="Ink 279"/>
              <p14:cNvContentPartPr/>
              <p14:nvPr/>
            </p14:nvContentPartPr>
            <p14:xfrm>
              <a:off x="1773522" y="164358"/>
              <a:ext cx="1764720" cy="893880"/>
            </p14:xfrm>
          </p:contentPart>
        </mc:Choice>
        <mc:Fallback xmlns="">
          <p:pic>
            <p:nvPicPr>
              <p:cNvPr id="280" name="Ink 279"/>
              <p:cNvPicPr/>
              <p:nvPr/>
            </p:nvPicPr>
            <p:blipFill>
              <a:blip r:embed="rId39"/>
              <a:stretch>
                <a:fillRect/>
              </a:stretch>
            </p:blipFill>
            <p:spPr>
              <a:xfrm>
                <a:off x="1765962" y="154278"/>
                <a:ext cx="1783080" cy="9158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68" name="Ink 67"/>
              <p14:cNvContentPartPr/>
              <p14:nvPr/>
            </p14:nvContentPartPr>
            <p14:xfrm>
              <a:off x="2584962" y="3227598"/>
              <a:ext cx="510120" cy="101520"/>
            </p14:xfrm>
          </p:contentPart>
        </mc:Choice>
        <mc:Fallback xmlns="">
          <p:pic>
            <p:nvPicPr>
              <p:cNvPr id="68" name="Ink 67"/>
              <p:cNvPicPr/>
              <p:nvPr/>
            </p:nvPicPr>
            <p:blipFill>
              <a:blip r:embed="rId41"/>
              <a:stretch>
                <a:fillRect/>
              </a:stretch>
            </p:blipFill>
            <p:spPr>
              <a:xfrm>
                <a:off x="2576322" y="3216438"/>
                <a:ext cx="52884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72" name="Ink 71"/>
              <p14:cNvContentPartPr/>
              <p14:nvPr/>
            </p14:nvContentPartPr>
            <p14:xfrm>
              <a:off x="3991482" y="5017518"/>
              <a:ext cx="1460520" cy="193680"/>
            </p14:xfrm>
          </p:contentPart>
        </mc:Choice>
        <mc:Fallback xmlns="">
          <p:pic>
            <p:nvPicPr>
              <p:cNvPr id="72" name="Ink 71"/>
              <p:cNvPicPr/>
              <p:nvPr/>
            </p:nvPicPr>
            <p:blipFill>
              <a:blip r:embed="rId43"/>
              <a:stretch>
                <a:fillRect/>
              </a:stretch>
            </p:blipFill>
            <p:spPr>
              <a:xfrm>
                <a:off x="3983562" y="5013198"/>
                <a:ext cx="147276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85" name="Ink 84"/>
              <p14:cNvContentPartPr/>
              <p14:nvPr/>
            </p14:nvContentPartPr>
            <p14:xfrm>
              <a:off x="3190122" y="2485278"/>
              <a:ext cx="1000800" cy="1976040"/>
            </p14:xfrm>
          </p:contentPart>
        </mc:Choice>
        <mc:Fallback xmlns="">
          <p:pic>
            <p:nvPicPr>
              <p:cNvPr id="85" name="Ink 84"/>
              <p:cNvPicPr/>
              <p:nvPr/>
            </p:nvPicPr>
            <p:blipFill>
              <a:blip r:embed="rId45"/>
              <a:stretch>
                <a:fillRect/>
              </a:stretch>
            </p:blipFill>
            <p:spPr>
              <a:xfrm>
                <a:off x="3182922" y="2477718"/>
                <a:ext cx="1012680" cy="19951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87" name="Ink 86"/>
              <p14:cNvContentPartPr/>
              <p14:nvPr/>
            </p14:nvContentPartPr>
            <p14:xfrm>
              <a:off x="4221882" y="2232918"/>
              <a:ext cx="2520" cy="8640"/>
            </p14:xfrm>
          </p:contentPart>
        </mc:Choice>
        <mc:Fallback xmlns="">
          <p:pic>
            <p:nvPicPr>
              <p:cNvPr id="87" name="Ink 86"/>
              <p:cNvPicPr/>
              <p:nvPr/>
            </p:nvPicPr>
            <p:blipFill>
              <a:blip r:embed="rId47"/>
              <a:stretch>
                <a:fillRect/>
              </a:stretch>
            </p:blipFill>
            <p:spPr>
              <a:xfrm>
                <a:off x="4214322" y="2224278"/>
                <a:ext cx="1980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88" name="Ink 87"/>
              <p14:cNvContentPartPr/>
              <p14:nvPr/>
            </p14:nvContentPartPr>
            <p14:xfrm>
              <a:off x="4351842" y="2384118"/>
              <a:ext cx="565920" cy="91080"/>
            </p14:xfrm>
          </p:contentPart>
        </mc:Choice>
        <mc:Fallback xmlns="">
          <p:pic>
            <p:nvPicPr>
              <p:cNvPr id="88" name="Ink 87"/>
              <p:cNvPicPr/>
              <p:nvPr/>
            </p:nvPicPr>
            <p:blipFill>
              <a:blip r:embed="rId49"/>
              <a:stretch>
                <a:fillRect/>
              </a:stretch>
            </p:blipFill>
            <p:spPr>
              <a:xfrm>
                <a:off x="4344282" y="2373678"/>
                <a:ext cx="58356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89" name="Ink 88"/>
              <p14:cNvContentPartPr/>
              <p14:nvPr/>
            </p14:nvContentPartPr>
            <p14:xfrm>
              <a:off x="4782762" y="2431278"/>
              <a:ext cx="547560" cy="64440"/>
            </p14:xfrm>
          </p:contentPart>
        </mc:Choice>
        <mc:Fallback xmlns="">
          <p:pic>
            <p:nvPicPr>
              <p:cNvPr id="89" name="Ink 88"/>
              <p:cNvPicPr/>
              <p:nvPr/>
            </p:nvPicPr>
            <p:blipFill>
              <a:blip r:embed="rId51"/>
              <a:stretch>
                <a:fillRect/>
              </a:stretch>
            </p:blipFill>
            <p:spPr>
              <a:xfrm>
                <a:off x="4771602" y="2421198"/>
                <a:ext cx="56952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98" name="Ink 297"/>
              <p14:cNvContentPartPr/>
              <p14:nvPr/>
            </p14:nvContentPartPr>
            <p14:xfrm>
              <a:off x="3259962" y="4483998"/>
              <a:ext cx="1783440" cy="975960"/>
            </p14:xfrm>
          </p:contentPart>
        </mc:Choice>
        <mc:Fallback xmlns="">
          <p:pic>
            <p:nvPicPr>
              <p:cNvPr id="298" name="Ink 297"/>
              <p:cNvPicPr/>
              <p:nvPr/>
            </p:nvPicPr>
            <p:blipFill>
              <a:blip r:embed="rId53"/>
              <a:stretch>
                <a:fillRect/>
              </a:stretch>
            </p:blipFill>
            <p:spPr>
              <a:xfrm>
                <a:off x="3249882" y="4477878"/>
                <a:ext cx="1804320" cy="9882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07" name="Ink 306"/>
              <p14:cNvContentPartPr/>
              <p14:nvPr/>
            </p14:nvContentPartPr>
            <p14:xfrm>
              <a:off x="-477918" y="548118"/>
              <a:ext cx="279360" cy="585000"/>
            </p14:xfrm>
          </p:contentPart>
        </mc:Choice>
        <mc:Fallback xmlns="">
          <p:pic>
            <p:nvPicPr>
              <p:cNvPr id="307" name="Ink 306"/>
              <p:cNvPicPr/>
              <p:nvPr/>
            </p:nvPicPr>
            <p:blipFill>
              <a:blip r:embed="rId55"/>
              <a:stretch>
                <a:fillRect/>
              </a:stretch>
            </p:blipFill>
            <p:spPr>
              <a:xfrm>
                <a:off x="-487278" y="537678"/>
                <a:ext cx="292320" cy="6048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09" name="Ink 308"/>
              <p14:cNvContentPartPr/>
              <p14:nvPr/>
            </p14:nvContentPartPr>
            <p14:xfrm>
              <a:off x="-1541358" y="491958"/>
              <a:ext cx="621720" cy="395280"/>
            </p14:xfrm>
          </p:contentPart>
        </mc:Choice>
        <mc:Fallback xmlns="">
          <p:pic>
            <p:nvPicPr>
              <p:cNvPr id="309" name="Ink 308"/>
              <p:cNvPicPr/>
              <p:nvPr/>
            </p:nvPicPr>
            <p:blipFill>
              <a:blip r:embed="rId57"/>
              <a:stretch>
                <a:fillRect/>
              </a:stretch>
            </p:blipFill>
            <p:spPr>
              <a:xfrm>
                <a:off x="-1551438" y="480078"/>
                <a:ext cx="643680" cy="4176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12" name="Ink 311"/>
              <p14:cNvContentPartPr/>
              <p14:nvPr/>
            </p14:nvContentPartPr>
            <p14:xfrm>
              <a:off x="-244998" y="1093158"/>
              <a:ext cx="203760" cy="217800"/>
            </p14:xfrm>
          </p:contentPart>
        </mc:Choice>
        <mc:Fallback xmlns="">
          <p:pic>
            <p:nvPicPr>
              <p:cNvPr id="312" name="Ink 311"/>
              <p:cNvPicPr/>
              <p:nvPr/>
            </p:nvPicPr>
            <p:blipFill>
              <a:blip r:embed="rId59"/>
              <a:stretch>
                <a:fillRect/>
              </a:stretch>
            </p:blipFill>
            <p:spPr>
              <a:xfrm>
                <a:off x="-252918" y="1083078"/>
                <a:ext cx="22176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17" name="Ink 316"/>
              <p14:cNvContentPartPr/>
              <p14:nvPr/>
            </p14:nvContentPartPr>
            <p14:xfrm>
              <a:off x="5287482" y="4519998"/>
              <a:ext cx="160560" cy="715320"/>
            </p14:xfrm>
          </p:contentPart>
        </mc:Choice>
        <mc:Fallback xmlns="">
          <p:pic>
            <p:nvPicPr>
              <p:cNvPr id="317" name="Ink 316"/>
              <p:cNvPicPr/>
              <p:nvPr/>
            </p:nvPicPr>
            <p:blipFill>
              <a:blip r:embed="rId61"/>
              <a:stretch>
                <a:fillRect/>
              </a:stretch>
            </p:blipFill>
            <p:spPr>
              <a:xfrm>
                <a:off x="5280282" y="4512078"/>
                <a:ext cx="178920" cy="7318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06" name="Ink 105"/>
              <p14:cNvContentPartPr/>
              <p14:nvPr/>
            </p14:nvContentPartPr>
            <p14:xfrm>
              <a:off x="2852802" y="2429838"/>
              <a:ext cx="352080" cy="118080"/>
            </p14:xfrm>
          </p:contentPart>
        </mc:Choice>
        <mc:Fallback xmlns="">
          <p:pic>
            <p:nvPicPr>
              <p:cNvPr id="106" name="Ink 105"/>
              <p:cNvPicPr/>
              <p:nvPr/>
            </p:nvPicPr>
            <p:blipFill>
              <a:blip r:embed="rId63"/>
              <a:stretch>
                <a:fillRect/>
              </a:stretch>
            </p:blipFill>
            <p:spPr>
              <a:xfrm>
                <a:off x="2842362" y="2419398"/>
                <a:ext cx="37404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15" name="Ink 114"/>
              <p14:cNvContentPartPr/>
              <p14:nvPr/>
            </p14:nvContentPartPr>
            <p14:xfrm>
              <a:off x="2256642" y="5581278"/>
              <a:ext cx="1530000" cy="659520"/>
            </p14:xfrm>
          </p:contentPart>
        </mc:Choice>
        <mc:Fallback xmlns="">
          <p:pic>
            <p:nvPicPr>
              <p:cNvPr id="115" name="Ink 114"/>
              <p:cNvPicPr/>
              <p:nvPr/>
            </p:nvPicPr>
            <p:blipFill>
              <a:blip r:embed="rId65"/>
              <a:stretch>
                <a:fillRect/>
              </a:stretch>
            </p:blipFill>
            <p:spPr>
              <a:xfrm>
                <a:off x="2251242" y="5571198"/>
                <a:ext cx="1545840" cy="6771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59" name="Ink 158"/>
              <p14:cNvContentPartPr/>
              <p14:nvPr/>
            </p14:nvContentPartPr>
            <p14:xfrm>
              <a:off x="4771962" y="4335318"/>
              <a:ext cx="1607040" cy="772560"/>
            </p14:xfrm>
          </p:contentPart>
        </mc:Choice>
        <mc:Fallback xmlns="">
          <p:pic>
            <p:nvPicPr>
              <p:cNvPr id="159" name="Ink 158"/>
              <p:cNvPicPr/>
              <p:nvPr/>
            </p:nvPicPr>
            <p:blipFill>
              <a:blip r:embed="rId67"/>
              <a:stretch>
                <a:fillRect/>
              </a:stretch>
            </p:blipFill>
            <p:spPr>
              <a:xfrm>
                <a:off x="4760442" y="4325238"/>
                <a:ext cx="1622880" cy="7948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65" name="Ink 164"/>
              <p14:cNvContentPartPr/>
              <p14:nvPr/>
            </p14:nvContentPartPr>
            <p14:xfrm>
              <a:off x="6041682" y="4454838"/>
              <a:ext cx="1269720" cy="309960"/>
            </p14:xfrm>
          </p:contentPart>
        </mc:Choice>
        <mc:Fallback xmlns="">
          <p:pic>
            <p:nvPicPr>
              <p:cNvPr id="165" name="Ink 164"/>
              <p:cNvPicPr/>
              <p:nvPr/>
            </p:nvPicPr>
            <p:blipFill>
              <a:blip r:embed="rId69"/>
              <a:stretch>
                <a:fillRect/>
              </a:stretch>
            </p:blipFill>
            <p:spPr>
              <a:xfrm>
                <a:off x="6033762" y="4444758"/>
                <a:ext cx="1281600" cy="3268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93" name="Ink 192"/>
              <p14:cNvContentPartPr/>
              <p14:nvPr/>
            </p14:nvContentPartPr>
            <p14:xfrm>
              <a:off x="5702202" y="5073318"/>
              <a:ext cx="615240" cy="231480"/>
            </p14:xfrm>
          </p:contentPart>
        </mc:Choice>
        <mc:Fallback xmlns="">
          <p:pic>
            <p:nvPicPr>
              <p:cNvPr id="193" name="Ink 192"/>
              <p:cNvPicPr/>
              <p:nvPr/>
            </p:nvPicPr>
            <p:blipFill>
              <a:blip r:embed="rId71"/>
              <a:stretch>
                <a:fillRect/>
              </a:stretch>
            </p:blipFill>
            <p:spPr>
              <a:xfrm>
                <a:off x="5691762" y="5063238"/>
                <a:ext cx="636480"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97" name="Ink 196"/>
              <p14:cNvContentPartPr/>
              <p14:nvPr/>
            </p14:nvContentPartPr>
            <p14:xfrm>
              <a:off x="6167682" y="4732758"/>
              <a:ext cx="195480" cy="468360"/>
            </p14:xfrm>
          </p:contentPart>
        </mc:Choice>
        <mc:Fallback xmlns="">
          <p:pic>
            <p:nvPicPr>
              <p:cNvPr id="197" name="Ink 196"/>
              <p:cNvPicPr/>
              <p:nvPr/>
            </p:nvPicPr>
            <p:blipFill>
              <a:blip r:embed="rId73"/>
              <a:stretch>
                <a:fillRect/>
              </a:stretch>
            </p:blipFill>
            <p:spPr>
              <a:xfrm>
                <a:off x="6158682" y="4722678"/>
                <a:ext cx="216000" cy="4878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204" name="Ink 203"/>
              <p14:cNvContentPartPr/>
              <p14:nvPr/>
            </p14:nvContentPartPr>
            <p14:xfrm>
              <a:off x="4566762" y="4198158"/>
              <a:ext cx="727200" cy="88920"/>
            </p14:xfrm>
          </p:contentPart>
        </mc:Choice>
        <mc:Fallback xmlns="">
          <p:pic>
            <p:nvPicPr>
              <p:cNvPr id="204" name="Ink 203"/>
              <p:cNvPicPr/>
              <p:nvPr/>
            </p:nvPicPr>
            <p:blipFill>
              <a:blip r:embed="rId75"/>
              <a:stretch>
                <a:fillRect/>
              </a:stretch>
            </p:blipFill>
            <p:spPr>
              <a:xfrm>
                <a:off x="4554882" y="4186998"/>
                <a:ext cx="74952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206" name="Ink 205"/>
              <p14:cNvContentPartPr/>
              <p14:nvPr/>
            </p14:nvContentPartPr>
            <p14:xfrm>
              <a:off x="3374442" y="4490838"/>
              <a:ext cx="248760" cy="873360"/>
            </p14:xfrm>
          </p:contentPart>
        </mc:Choice>
        <mc:Fallback xmlns="">
          <p:pic>
            <p:nvPicPr>
              <p:cNvPr id="206" name="Ink 205"/>
              <p:cNvPicPr/>
              <p:nvPr/>
            </p:nvPicPr>
            <p:blipFill>
              <a:blip r:embed="rId77"/>
              <a:stretch>
                <a:fillRect/>
              </a:stretch>
            </p:blipFill>
            <p:spPr>
              <a:xfrm>
                <a:off x="3365442" y="4483278"/>
                <a:ext cx="268200" cy="8913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207" name="Ink 206"/>
              <p14:cNvContentPartPr/>
              <p14:nvPr/>
            </p14:nvContentPartPr>
            <p14:xfrm>
              <a:off x="5259042" y="4513518"/>
              <a:ext cx="238680" cy="883080"/>
            </p14:xfrm>
          </p:contentPart>
        </mc:Choice>
        <mc:Fallback xmlns="">
          <p:pic>
            <p:nvPicPr>
              <p:cNvPr id="207" name="Ink 206"/>
              <p:cNvPicPr/>
              <p:nvPr/>
            </p:nvPicPr>
            <p:blipFill>
              <a:blip r:embed="rId79"/>
              <a:stretch>
                <a:fillRect/>
              </a:stretch>
            </p:blipFill>
            <p:spPr>
              <a:xfrm>
                <a:off x="5254722" y="4504878"/>
                <a:ext cx="254160" cy="898560"/>
              </a:xfrm>
              <a:prstGeom prst="rect">
                <a:avLst/>
              </a:prstGeom>
            </p:spPr>
          </p:pic>
        </mc:Fallback>
      </mc:AlternateContent>
    </p:spTree>
    <p:extLst>
      <p:ext uri="{BB962C8B-B14F-4D97-AF65-F5344CB8AC3E}">
        <p14:creationId xmlns:p14="http://schemas.microsoft.com/office/powerpoint/2010/main" val="32094671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Computing dot products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9123" y="1214204"/>
            <a:ext cx="8735427" cy="2819294"/>
          </a:xfrm>
          <a:prstGeom prst="rect">
            <a:avLst/>
          </a:prstGeom>
        </p:spPr>
      </p:pic>
      <mc:AlternateContent xmlns:mc="http://schemas.openxmlformats.org/markup-compatibility/2006" xmlns:p14="http://schemas.microsoft.com/office/powerpoint/2010/main">
        <mc:Choice Requires="p14">
          <p:contentPart p14:bwMode="auto" r:id="rId3">
            <p14:nvContentPartPr>
              <p14:cNvPr id="10" name="Ink 9"/>
              <p14:cNvContentPartPr/>
              <p14:nvPr/>
            </p14:nvContentPartPr>
            <p14:xfrm>
              <a:off x="5845842" y="2077758"/>
              <a:ext cx="1967400" cy="148680"/>
            </p14:xfrm>
          </p:contentPart>
        </mc:Choice>
        <mc:Fallback xmlns="">
          <p:pic>
            <p:nvPicPr>
              <p:cNvPr id="10" name="Ink 9"/>
              <p:cNvPicPr/>
              <p:nvPr/>
            </p:nvPicPr>
            <p:blipFill>
              <a:blip r:embed="rId4"/>
              <a:stretch>
                <a:fillRect/>
              </a:stretch>
            </p:blipFill>
            <p:spPr>
              <a:xfrm>
                <a:off x="5837202" y="2067318"/>
                <a:ext cx="198648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99" name="Ink 198"/>
              <p14:cNvContentPartPr/>
              <p14:nvPr/>
            </p14:nvContentPartPr>
            <p14:xfrm>
              <a:off x="2330082" y="1625598"/>
              <a:ext cx="2737800" cy="519120"/>
            </p14:xfrm>
          </p:contentPart>
        </mc:Choice>
        <mc:Fallback xmlns="">
          <p:pic>
            <p:nvPicPr>
              <p:cNvPr id="199" name="Ink 198"/>
              <p:cNvPicPr/>
              <p:nvPr/>
            </p:nvPicPr>
            <p:blipFill>
              <a:blip r:embed="rId6"/>
              <a:stretch>
                <a:fillRect/>
              </a:stretch>
            </p:blipFill>
            <p:spPr>
              <a:xfrm>
                <a:off x="2320362" y="1615885"/>
                <a:ext cx="2757240" cy="538547"/>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66" name="Ink 265"/>
              <p14:cNvContentPartPr/>
              <p14:nvPr/>
            </p14:nvContentPartPr>
            <p14:xfrm>
              <a:off x="7330482" y="4975038"/>
              <a:ext cx="4479840" cy="562680"/>
            </p14:xfrm>
          </p:contentPart>
        </mc:Choice>
        <mc:Fallback xmlns="">
          <p:pic>
            <p:nvPicPr>
              <p:cNvPr id="266" name="Ink 265"/>
              <p:cNvPicPr/>
              <p:nvPr/>
            </p:nvPicPr>
            <p:blipFill>
              <a:blip r:embed="rId8"/>
              <a:stretch>
                <a:fillRect/>
              </a:stretch>
            </p:blipFill>
            <p:spPr>
              <a:xfrm>
                <a:off x="7319682" y="4964598"/>
                <a:ext cx="4494960" cy="5767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3" name="Ink 332"/>
              <p14:cNvContentPartPr/>
              <p14:nvPr/>
            </p14:nvContentPartPr>
            <p14:xfrm>
              <a:off x="9269802" y="891918"/>
              <a:ext cx="3647160" cy="1639800"/>
            </p14:xfrm>
          </p:contentPart>
        </mc:Choice>
        <mc:Fallback xmlns="">
          <p:pic>
            <p:nvPicPr>
              <p:cNvPr id="333" name="Ink 332"/>
              <p:cNvPicPr/>
              <p:nvPr/>
            </p:nvPicPr>
            <p:blipFill>
              <a:blip r:embed="rId10"/>
              <a:stretch>
                <a:fillRect/>
              </a:stretch>
            </p:blipFill>
            <p:spPr>
              <a:xfrm>
                <a:off x="9260802" y="883278"/>
                <a:ext cx="3661200" cy="16578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62" name="Ink 361"/>
              <p14:cNvContentPartPr/>
              <p14:nvPr/>
            </p14:nvContentPartPr>
            <p14:xfrm>
              <a:off x="10830402" y="2333358"/>
              <a:ext cx="2163240" cy="498600"/>
            </p14:xfrm>
          </p:contentPart>
        </mc:Choice>
        <mc:Fallback xmlns="">
          <p:pic>
            <p:nvPicPr>
              <p:cNvPr id="362" name="Ink 361"/>
              <p:cNvPicPr/>
              <p:nvPr/>
            </p:nvPicPr>
            <p:blipFill>
              <a:blip r:embed="rId12"/>
              <a:stretch>
                <a:fillRect/>
              </a:stretch>
            </p:blipFill>
            <p:spPr>
              <a:xfrm>
                <a:off x="10819602" y="2316078"/>
                <a:ext cx="2192400" cy="5299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65" name="Ink 364"/>
              <p14:cNvContentPartPr/>
              <p14:nvPr/>
            </p14:nvContentPartPr>
            <p14:xfrm>
              <a:off x="3237642" y="6621318"/>
              <a:ext cx="2031480" cy="223560"/>
            </p14:xfrm>
          </p:contentPart>
        </mc:Choice>
        <mc:Fallback xmlns="">
          <p:pic>
            <p:nvPicPr>
              <p:cNvPr id="365" name="Ink 364"/>
              <p:cNvPicPr/>
              <p:nvPr/>
            </p:nvPicPr>
            <p:blipFill>
              <a:blip r:embed="rId14"/>
              <a:stretch>
                <a:fillRect/>
              </a:stretch>
            </p:blipFill>
            <p:spPr>
              <a:xfrm>
                <a:off x="3231162" y="6614838"/>
                <a:ext cx="205164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76" name="Ink 375"/>
              <p14:cNvContentPartPr/>
              <p14:nvPr/>
            </p14:nvContentPartPr>
            <p14:xfrm>
              <a:off x="782442" y="180198"/>
              <a:ext cx="1668600" cy="781920"/>
            </p14:xfrm>
          </p:contentPart>
        </mc:Choice>
        <mc:Fallback xmlns="">
          <p:pic>
            <p:nvPicPr>
              <p:cNvPr id="376" name="Ink 375"/>
              <p:cNvPicPr/>
              <p:nvPr/>
            </p:nvPicPr>
            <p:blipFill>
              <a:blip r:embed="rId16"/>
              <a:stretch>
                <a:fillRect/>
              </a:stretch>
            </p:blipFill>
            <p:spPr>
              <a:xfrm>
                <a:off x="773442" y="170123"/>
                <a:ext cx="1688040" cy="800272"/>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82" name="Ink 381"/>
              <p14:cNvContentPartPr/>
              <p14:nvPr/>
            </p14:nvContentPartPr>
            <p14:xfrm>
              <a:off x="8626482" y="5866398"/>
              <a:ext cx="310680" cy="172800"/>
            </p14:xfrm>
          </p:contentPart>
        </mc:Choice>
        <mc:Fallback xmlns="">
          <p:pic>
            <p:nvPicPr>
              <p:cNvPr id="382" name="Ink 381"/>
              <p:cNvPicPr/>
              <p:nvPr/>
            </p:nvPicPr>
            <p:blipFill>
              <a:blip r:embed="rId18"/>
              <a:stretch>
                <a:fillRect/>
              </a:stretch>
            </p:blipFill>
            <p:spPr>
              <a:xfrm>
                <a:off x="8616042" y="5855261"/>
                <a:ext cx="329040" cy="195433"/>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89" name="Ink 388"/>
              <p14:cNvContentPartPr/>
              <p14:nvPr/>
            </p14:nvContentPartPr>
            <p14:xfrm>
              <a:off x="1258722" y="2780478"/>
              <a:ext cx="7767360" cy="1602360"/>
            </p14:xfrm>
          </p:contentPart>
        </mc:Choice>
        <mc:Fallback xmlns="">
          <p:pic>
            <p:nvPicPr>
              <p:cNvPr id="389" name="Ink 388"/>
              <p:cNvPicPr/>
              <p:nvPr/>
            </p:nvPicPr>
            <p:blipFill>
              <a:blip r:embed="rId20"/>
              <a:stretch>
                <a:fillRect/>
              </a:stretch>
            </p:blipFill>
            <p:spPr>
              <a:xfrm>
                <a:off x="1250442" y="2776158"/>
                <a:ext cx="7786080" cy="16203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90" name="Ink 389"/>
              <p14:cNvContentPartPr/>
              <p14:nvPr/>
            </p14:nvContentPartPr>
            <p14:xfrm>
              <a:off x="3198402" y="3428838"/>
              <a:ext cx="594360" cy="53280"/>
            </p14:xfrm>
          </p:contentPart>
        </mc:Choice>
        <mc:Fallback xmlns="">
          <p:pic>
            <p:nvPicPr>
              <p:cNvPr id="390" name="Ink 389"/>
              <p:cNvPicPr/>
              <p:nvPr/>
            </p:nvPicPr>
            <p:blipFill>
              <a:blip r:embed="rId22"/>
              <a:stretch>
                <a:fillRect/>
              </a:stretch>
            </p:blipFill>
            <p:spPr>
              <a:xfrm>
                <a:off x="3187962" y="3418758"/>
                <a:ext cx="61524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91" name="Ink 390"/>
              <p14:cNvContentPartPr/>
              <p14:nvPr/>
            </p14:nvContentPartPr>
            <p14:xfrm>
              <a:off x="2401722" y="3440358"/>
              <a:ext cx="476640" cy="58680"/>
            </p14:xfrm>
          </p:contentPart>
        </mc:Choice>
        <mc:Fallback xmlns="">
          <p:pic>
            <p:nvPicPr>
              <p:cNvPr id="391" name="Ink 390"/>
              <p:cNvPicPr/>
              <p:nvPr/>
            </p:nvPicPr>
            <p:blipFill>
              <a:blip r:embed="rId24"/>
              <a:stretch>
                <a:fillRect/>
              </a:stretch>
            </p:blipFill>
            <p:spPr>
              <a:xfrm>
                <a:off x="2391642" y="3430278"/>
                <a:ext cx="49644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93" name="Ink 392"/>
              <p14:cNvContentPartPr/>
              <p14:nvPr/>
            </p14:nvContentPartPr>
            <p14:xfrm>
              <a:off x="855522" y="3563118"/>
              <a:ext cx="9233280" cy="707760"/>
            </p14:xfrm>
          </p:contentPart>
        </mc:Choice>
        <mc:Fallback xmlns="">
          <p:pic>
            <p:nvPicPr>
              <p:cNvPr id="393" name="Ink 392"/>
              <p:cNvPicPr/>
              <p:nvPr/>
            </p:nvPicPr>
            <p:blipFill>
              <a:blip r:embed="rId26"/>
              <a:stretch>
                <a:fillRect/>
              </a:stretch>
            </p:blipFill>
            <p:spPr>
              <a:xfrm>
                <a:off x="846162" y="3550158"/>
                <a:ext cx="9254880" cy="7300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98" name="Ink 397"/>
              <p14:cNvContentPartPr/>
              <p14:nvPr/>
            </p14:nvContentPartPr>
            <p14:xfrm>
              <a:off x="1099602" y="397998"/>
              <a:ext cx="614160" cy="484920"/>
            </p14:xfrm>
          </p:contentPart>
        </mc:Choice>
        <mc:Fallback xmlns="">
          <p:pic>
            <p:nvPicPr>
              <p:cNvPr id="398" name="Ink 397"/>
              <p:cNvPicPr/>
              <p:nvPr/>
            </p:nvPicPr>
            <p:blipFill>
              <a:blip r:embed="rId28"/>
              <a:stretch>
                <a:fillRect/>
              </a:stretch>
            </p:blipFill>
            <p:spPr>
              <a:xfrm>
                <a:off x="1087002" y="386118"/>
                <a:ext cx="631440" cy="5014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99" name="Ink 398"/>
              <p14:cNvContentPartPr/>
              <p14:nvPr/>
            </p14:nvContentPartPr>
            <p14:xfrm>
              <a:off x="1212642" y="148878"/>
              <a:ext cx="726480" cy="763560"/>
            </p14:xfrm>
          </p:contentPart>
        </mc:Choice>
        <mc:Fallback xmlns="">
          <p:pic>
            <p:nvPicPr>
              <p:cNvPr id="399" name="Ink 398"/>
              <p:cNvPicPr/>
              <p:nvPr/>
            </p:nvPicPr>
            <p:blipFill>
              <a:blip r:embed="rId30"/>
              <a:stretch>
                <a:fillRect/>
              </a:stretch>
            </p:blipFill>
            <p:spPr>
              <a:xfrm>
                <a:off x="1204362" y="139158"/>
                <a:ext cx="744120" cy="7801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403" name="Ink 402"/>
              <p14:cNvContentPartPr/>
              <p14:nvPr/>
            </p14:nvContentPartPr>
            <p14:xfrm>
              <a:off x="-1237878" y="1735038"/>
              <a:ext cx="750600" cy="540000"/>
            </p14:xfrm>
          </p:contentPart>
        </mc:Choice>
        <mc:Fallback xmlns="">
          <p:pic>
            <p:nvPicPr>
              <p:cNvPr id="403" name="Ink 402"/>
              <p:cNvPicPr/>
              <p:nvPr/>
            </p:nvPicPr>
            <p:blipFill>
              <a:blip r:embed="rId32"/>
              <a:stretch>
                <a:fillRect/>
              </a:stretch>
            </p:blipFill>
            <p:spPr>
              <a:xfrm>
                <a:off x="-1246158" y="1725318"/>
                <a:ext cx="766800" cy="5590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407" name="Ink 406"/>
              <p14:cNvContentPartPr/>
              <p14:nvPr/>
            </p14:nvContentPartPr>
            <p14:xfrm>
              <a:off x="-1099998" y="2180358"/>
              <a:ext cx="750600" cy="439200"/>
            </p14:xfrm>
          </p:contentPart>
        </mc:Choice>
        <mc:Fallback xmlns="">
          <p:pic>
            <p:nvPicPr>
              <p:cNvPr id="407" name="Ink 406"/>
              <p:cNvPicPr/>
              <p:nvPr/>
            </p:nvPicPr>
            <p:blipFill>
              <a:blip r:embed="rId34"/>
              <a:stretch>
                <a:fillRect/>
              </a:stretch>
            </p:blipFill>
            <p:spPr>
              <a:xfrm>
                <a:off x="-1110438" y="2169558"/>
                <a:ext cx="771840" cy="4604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08" name="Ink 407"/>
              <p14:cNvContentPartPr/>
              <p14:nvPr/>
            </p14:nvContentPartPr>
            <p14:xfrm>
              <a:off x="-1052838" y="2311398"/>
              <a:ext cx="533880" cy="310680"/>
            </p14:xfrm>
          </p:contentPart>
        </mc:Choice>
        <mc:Fallback xmlns="">
          <p:pic>
            <p:nvPicPr>
              <p:cNvPr id="408" name="Ink 407"/>
              <p:cNvPicPr/>
              <p:nvPr/>
            </p:nvPicPr>
            <p:blipFill>
              <a:blip r:embed="rId36"/>
              <a:stretch>
                <a:fillRect/>
              </a:stretch>
            </p:blipFill>
            <p:spPr>
              <a:xfrm>
                <a:off x="-1064718" y="2302398"/>
                <a:ext cx="555480" cy="3315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10" name="Ink 409"/>
              <p14:cNvContentPartPr/>
              <p14:nvPr/>
            </p14:nvContentPartPr>
            <p14:xfrm>
              <a:off x="7041762" y="6436638"/>
              <a:ext cx="12960" cy="0"/>
            </p14:xfrm>
          </p:contentPart>
        </mc:Choice>
        <mc:Fallback xmlns="">
          <p:pic>
            <p:nvPicPr>
              <p:cNvPr id="410" name="Ink 409"/>
              <p:cNvPicPr/>
              <p:nvPr/>
            </p:nvPicPr>
            <p:blipFill>
              <a:blip r:embed="rId38"/>
              <a:stretch>
                <a:fillRect/>
              </a:stretch>
            </p:blipFill>
            <p:spPr>
              <a:xfrm>
                <a:off x="0" y="0"/>
                <a:ext cx="12960" cy="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11" name="Ink 410"/>
              <p14:cNvContentPartPr/>
              <p14:nvPr/>
            </p14:nvContentPartPr>
            <p14:xfrm>
              <a:off x="6873642" y="6460398"/>
              <a:ext cx="1608480" cy="292320"/>
            </p14:xfrm>
          </p:contentPart>
        </mc:Choice>
        <mc:Fallback xmlns="">
          <p:pic>
            <p:nvPicPr>
              <p:cNvPr id="411" name="Ink 410"/>
              <p:cNvPicPr/>
              <p:nvPr/>
            </p:nvPicPr>
            <p:blipFill>
              <a:blip r:embed="rId40"/>
              <a:stretch>
                <a:fillRect/>
              </a:stretch>
            </p:blipFill>
            <p:spPr>
              <a:xfrm>
                <a:off x="6862122" y="6452128"/>
                <a:ext cx="1634040" cy="309219"/>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12" name="Ink 411"/>
              <p14:cNvContentPartPr/>
              <p14:nvPr/>
            </p14:nvContentPartPr>
            <p14:xfrm>
              <a:off x="8054442" y="6489198"/>
              <a:ext cx="76320" cy="21600"/>
            </p14:xfrm>
          </p:contentPart>
        </mc:Choice>
        <mc:Fallback xmlns="">
          <p:pic>
            <p:nvPicPr>
              <p:cNvPr id="412" name="Ink 411"/>
              <p:cNvPicPr/>
              <p:nvPr/>
            </p:nvPicPr>
            <p:blipFill>
              <a:blip r:embed="rId42"/>
              <a:stretch>
                <a:fillRect/>
              </a:stretch>
            </p:blipFill>
            <p:spPr>
              <a:xfrm>
                <a:off x="8047962" y="6482116"/>
                <a:ext cx="86040" cy="35764"/>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415" name="Ink 414"/>
              <p14:cNvContentPartPr/>
              <p14:nvPr/>
            </p14:nvContentPartPr>
            <p14:xfrm>
              <a:off x="810882" y="3700638"/>
              <a:ext cx="8952840" cy="3054240"/>
            </p14:xfrm>
          </p:contentPart>
        </mc:Choice>
        <mc:Fallback xmlns="">
          <p:pic>
            <p:nvPicPr>
              <p:cNvPr id="415" name="Ink 414"/>
              <p:cNvPicPr/>
              <p:nvPr/>
            </p:nvPicPr>
            <p:blipFill>
              <a:blip r:embed="rId44"/>
              <a:stretch>
                <a:fillRect/>
              </a:stretch>
            </p:blipFill>
            <p:spPr>
              <a:xfrm>
                <a:off x="800802" y="3689119"/>
                <a:ext cx="8975520" cy="3069718"/>
              </a:xfrm>
              <a:prstGeom prst="rect">
                <a:avLst/>
              </a:prstGeom>
            </p:spPr>
          </p:pic>
        </mc:Fallback>
      </mc:AlternateContent>
    </p:spTree>
    <p:extLst>
      <p:ext uri="{BB962C8B-B14F-4D97-AF65-F5344CB8AC3E}">
        <p14:creationId xmlns:p14="http://schemas.microsoft.com/office/powerpoint/2010/main" val="2403624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Computing dot products</a:t>
            </a:r>
          </a:p>
        </p:txBody>
      </p:sp>
      <p:grpSp>
        <p:nvGrpSpPr>
          <p:cNvPr id="6" name="Group 5"/>
          <p:cNvGrpSpPr/>
          <p:nvPr/>
        </p:nvGrpSpPr>
        <p:grpSpPr>
          <a:xfrm>
            <a:off x="784058" y="1109458"/>
            <a:ext cx="9199391" cy="5543056"/>
            <a:chOff x="784058" y="1109458"/>
            <a:chExt cx="9199391" cy="5543056"/>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4058" y="1109458"/>
              <a:ext cx="9199391" cy="2463655"/>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4058" y="3648063"/>
              <a:ext cx="7965928" cy="3004451"/>
            </a:xfrm>
            <a:prstGeom prst="rect">
              <a:avLst/>
            </a:prstGeom>
          </p:spPr>
        </p:pic>
      </p:grpSp>
      <mc:AlternateContent xmlns:mc="http://schemas.openxmlformats.org/markup-compatibility/2006" xmlns:p14="http://schemas.microsoft.com/office/powerpoint/2010/main">
        <mc:Choice Requires="p14">
          <p:contentPart p14:bwMode="auto" r:id="rId4">
            <p14:nvContentPartPr>
              <p14:cNvPr id="7" name="Ink 6"/>
              <p14:cNvContentPartPr/>
              <p14:nvPr/>
            </p14:nvContentPartPr>
            <p14:xfrm>
              <a:off x="2752002" y="1586358"/>
              <a:ext cx="1465920" cy="124560"/>
            </p14:xfrm>
          </p:contentPart>
        </mc:Choice>
        <mc:Fallback xmlns="">
          <p:pic>
            <p:nvPicPr>
              <p:cNvPr id="7" name="Ink 6"/>
              <p:cNvPicPr/>
              <p:nvPr/>
            </p:nvPicPr>
            <p:blipFill>
              <a:blip r:embed="rId5"/>
              <a:stretch>
                <a:fillRect/>
              </a:stretch>
            </p:blipFill>
            <p:spPr>
              <a:xfrm>
                <a:off x="2742642" y="1576998"/>
                <a:ext cx="14850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p14:cNvContentPartPr/>
              <p14:nvPr/>
            </p14:nvContentPartPr>
            <p14:xfrm>
              <a:off x="-970038" y="481158"/>
              <a:ext cx="756720" cy="852840"/>
            </p14:xfrm>
          </p:contentPart>
        </mc:Choice>
        <mc:Fallback xmlns="">
          <p:pic>
            <p:nvPicPr>
              <p:cNvPr id="11" name="Ink 10"/>
              <p:cNvPicPr/>
              <p:nvPr/>
            </p:nvPicPr>
            <p:blipFill>
              <a:blip r:embed="rId7"/>
              <a:stretch>
                <a:fillRect/>
              </a:stretch>
            </p:blipFill>
            <p:spPr>
              <a:xfrm>
                <a:off x="-977958" y="477558"/>
                <a:ext cx="768240" cy="865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Ink 15"/>
              <p14:cNvContentPartPr/>
              <p14:nvPr/>
            </p14:nvContentPartPr>
            <p14:xfrm>
              <a:off x="-1150398" y="877518"/>
              <a:ext cx="1468800" cy="924120"/>
            </p14:xfrm>
          </p:contentPart>
        </mc:Choice>
        <mc:Fallback xmlns="">
          <p:pic>
            <p:nvPicPr>
              <p:cNvPr id="16" name="Ink 15"/>
              <p:cNvPicPr/>
              <p:nvPr/>
            </p:nvPicPr>
            <p:blipFill>
              <a:blip r:embed="rId9"/>
              <a:stretch>
                <a:fillRect/>
              </a:stretch>
            </p:blipFill>
            <p:spPr>
              <a:xfrm>
                <a:off x="-1159758" y="864918"/>
                <a:ext cx="1490400" cy="946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0" name="Ink 19"/>
              <p14:cNvContentPartPr/>
              <p14:nvPr/>
            </p14:nvContentPartPr>
            <p14:xfrm>
              <a:off x="-1693278" y="923598"/>
              <a:ext cx="2466360" cy="1716840"/>
            </p14:xfrm>
          </p:contentPart>
        </mc:Choice>
        <mc:Fallback xmlns="">
          <p:pic>
            <p:nvPicPr>
              <p:cNvPr id="20" name="Ink 19"/>
              <p:cNvPicPr/>
              <p:nvPr/>
            </p:nvPicPr>
            <p:blipFill>
              <a:blip r:embed="rId11"/>
              <a:stretch>
                <a:fillRect/>
              </a:stretch>
            </p:blipFill>
            <p:spPr>
              <a:xfrm>
                <a:off x="-1701918" y="915678"/>
                <a:ext cx="2485800" cy="17287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4" name="Ink 23"/>
              <p14:cNvContentPartPr/>
              <p14:nvPr/>
            </p14:nvContentPartPr>
            <p14:xfrm>
              <a:off x="-308358" y="381798"/>
              <a:ext cx="472680" cy="368280"/>
            </p14:xfrm>
          </p:contentPart>
        </mc:Choice>
        <mc:Fallback xmlns="">
          <p:pic>
            <p:nvPicPr>
              <p:cNvPr id="24" name="Ink 23"/>
              <p:cNvPicPr/>
              <p:nvPr/>
            </p:nvPicPr>
            <p:blipFill>
              <a:blip r:embed="rId13"/>
              <a:stretch>
                <a:fillRect/>
              </a:stretch>
            </p:blipFill>
            <p:spPr>
              <a:xfrm>
                <a:off x="-314478" y="373878"/>
                <a:ext cx="486000" cy="380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7" name="Ink 26"/>
              <p14:cNvContentPartPr/>
              <p14:nvPr/>
            </p14:nvContentPartPr>
            <p14:xfrm>
              <a:off x="-1555758" y="2203758"/>
              <a:ext cx="866880" cy="663120"/>
            </p14:xfrm>
          </p:contentPart>
        </mc:Choice>
        <mc:Fallback xmlns="">
          <p:pic>
            <p:nvPicPr>
              <p:cNvPr id="27" name="Ink 26"/>
              <p:cNvPicPr/>
              <p:nvPr/>
            </p:nvPicPr>
            <p:blipFill>
              <a:blip r:embed="rId15"/>
              <a:stretch>
                <a:fillRect/>
              </a:stretch>
            </p:blipFill>
            <p:spPr>
              <a:xfrm>
                <a:off x="-1565478" y="2190078"/>
                <a:ext cx="890280" cy="6865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6" name="Ink 35"/>
              <p14:cNvContentPartPr/>
              <p14:nvPr/>
            </p14:nvContentPartPr>
            <p14:xfrm>
              <a:off x="-392958" y="1123398"/>
              <a:ext cx="1444320" cy="864360"/>
            </p14:xfrm>
          </p:contentPart>
        </mc:Choice>
        <mc:Fallback xmlns="">
          <p:pic>
            <p:nvPicPr>
              <p:cNvPr id="36" name="Ink 35"/>
              <p:cNvPicPr/>
              <p:nvPr/>
            </p:nvPicPr>
            <p:blipFill>
              <a:blip r:embed="rId17"/>
              <a:stretch>
                <a:fillRect/>
              </a:stretch>
            </p:blipFill>
            <p:spPr>
              <a:xfrm>
                <a:off x="-400518" y="1111518"/>
                <a:ext cx="1463760" cy="883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8" name="Ink 37"/>
              <p14:cNvContentPartPr/>
              <p14:nvPr/>
            </p14:nvContentPartPr>
            <p14:xfrm>
              <a:off x="4941882" y="4492638"/>
              <a:ext cx="2726280" cy="1963800"/>
            </p14:xfrm>
          </p:contentPart>
        </mc:Choice>
        <mc:Fallback xmlns="">
          <p:pic>
            <p:nvPicPr>
              <p:cNvPr id="38" name="Ink 37"/>
              <p:cNvPicPr/>
              <p:nvPr/>
            </p:nvPicPr>
            <p:blipFill>
              <a:blip r:embed="rId19"/>
              <a:stretch>
                <a:fillRect/>
              </a:stretch>
            </p:blipFill>
            <p:spPr>
              <a:xfrm>
                <a:off x="4932522" y="4482558"/>
                <a:ext cx="2745720" cy="19807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2" name="Ink 41"/>
              <p14:cNvContentPartPr/>
              <p14:nvPr/>
            </p14:nvContentPartPr>
            <p14:xfrm>
              <a:off x="3038202" y="3028518"/>
              <a:ext cx="1440" cy="9720"/>
            </p14:xfrm>
          </p:contentPart>
        </mc:Choice>
        <mc:Fallback xmlns="">
          <p:pic>
            <p:nvPicPr>
              <p:cNvPr id="42" name="Ink 41"/>
              <p:cNvPicPr/>
              <p:nvPr/>
            </p:nvPicPr>
            <p:blipFill>
              <a:blip r:embed="rId21"/>
              <a:stretch>
                <a:fillRect/>
              </a:stretch>
            </p:blipFill>
            <p:spPr>
              <a:xfrm>
                <a:off x="3033162" y="3025278"/>
                <a:ext cx="1116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43" name="Ink 42"/>
              <p14:cNvContentPartPr/>
              <p14:nvPr/>
            </p14:nvContentPartPr>
            <p14:xfrm>
              <a:off x="3480282" y="2995038"/>
              <a:ext cx="168840" cy="27720"/>
            </p14:xfrm>
          </p:contentPart>
        </mc:Choice>
        <mc:Fallback xmlns="">
          <p:pic>
            <p:nvPicPr>
              <p:cNvPr id="43" name="Ink 42"/>
              <p:cNvPicPr/>
              <p:nvPr/>
            </p:nvPicPr>
            <p:blipFill>
              <a:blip r:embed="rId23"/>
              <a:stretch>
                <a:fillRect/>
              </a:stretch>
            </p:blipFill>
            <p:spPr>
              <a:xfrm>
                <a:off x="3473442" y="2991798"/>
                <a:ext cx="17892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7" name="Ink 46"/>
              <p14:cNvContentPartPr/>
              <p14:nvPr/>
            </p14:nvContentPartPr>
            <p14:xfrm>
              <a:off x="6431922" y="5066478"/>
              <a:ext cx="1502640" cy="46080"/>
            </p14:xfrm>
          </p:contentPart>
        </mc:Choice>
        <mc:Fallback xmlns="">
          <p:pic>
            <p:nvPicPr>
              <p:cNvPr id="47" name="Ink 46"/>
              <p:cNvPicPr/>
              <p:nvPr/>
            </p:nvPicPr>
            <p:blipFill>
              <a:blip r:embed="rId25"/>
              <a:stretch>
                <a:fillRect/>
              </a:stretch>
            </p:blipFill>
            <p:spPr>
              <a:xfrm>
                <a:off x="6420762" y="5057118"/>
                <a:ext cx="1518120" cy="66600"/>
              </a:xfrm>
              <a:prstGeom prst="rect">
                <a:avLst/>
              </a:prstGeom>
            </p:spPr>
          </p:pic>
        </mc:Fallback>
      </mc:AlternateContent>
    </p:spTree>
    <p:extLst>
      <p:ext uri="{BB962C8B-B14F-4D97-AF65-F5344CB8AC3E}">
        <p14:creationId xmlns:p14="http://schemas.microsoft.com/office/powerpoint/2010/main" val="34174512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Kernel perceptron algorithm</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8733" y="807998"/>
            <a:ext cx="8139659" cy="5563817"/>
          </a:xfrm>
          <a:prstGeom prst="rect">
            <a:avLst/>
          </a:prstGeom>
        </p:spPr>
      </p:pic>
      <mc:AlternateContent xmlns:mc="http://schemas.openxmlformats.org/markup-compatibility/2006" xmlns:p14="http://schemas.microsoft.com/office/powerpoint/2010/main">
        <mc:Choice Requires="p14">
          <p:contentPart p14:bwMode="auto" r:id="rId3">
            <p14:nvContentPartPr>
              <p14:cNvPr id="14" name="Ink 13"/>
              <p14:cNvContentPartPr/>
              <p14:nvPr/>
            </p14:nvContentPartPr>
            <p14:xfrm>
              <a:off x="3804642" y="2782638"/>
              <a:ext cx="1067040" cy="73800"/>
            </p14:xfrm>
          </p:contentPart>
        </mc:Choice>
        <mc:Fallback xmlns="">
          <p:pic>
            <p:nvPicPr>
              <p:cNvPr id="14" name="Ink 13"/>
              <p:cNvPicPr/>
              <p:nvPr/>
            </p:nvPicPr>
            <p:blipFill>
              <a:blip r:embed="rId4"/>
              <a:stretch>
                <a:fillRect/>
              </a:stretch>
            </p:blipFill>
            <p:spPr>
              <a:xfrm>
                <a:off x="3796002" y="2778678"/>
                <a:ext cx="108432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6" name="Ink 15"/>
              <p14:cNvContentPartPr/>
              <p14:nvPr/>
            </p14:nvContentPartPr>
            <p14:xfrm>
              <a:off x="3897522" y="2793798"/>
              <a:ext cx="1058040" cy="53280"/>
            </p14:xfrm>
          </p:contentPart>
        </mc:Choice>
        <mc:Fallback xmlns="">
          <p:pic>
            <p:nvPicPr>
              <p:cNvPr id="16" name="Ink 15"/>
              <p:cNvPicPr/>
              <p:nvPr/>
            </p:nvPicPr>
            <p:blipFill>
              <a:blip r:embed="rId6"/>
              <a:stretch>
                <a:fillRect/>
              </a:stretch>
            </p:blipFill>
            <p:spPr>
              <a:xfrm>
                <a:off x="3889602" y="2784078"/>
                <a:ext cx="107568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9" name="Ink 18"/>
              <p14:cNvContentPartPr/>
              <p14:nvPr/>
            </p14:nvContentPartPr>
            <p14:xfrm>
              <a:off x="1154322" y="3564198"/>
              <a:ext cx="903240" cy="2894040"/>
            </p14:xfrm>
          </p:contentPart>
        </mc:Choice>
        <mc:Fallback xmlns="">
          <p:pic>
            <p:nvPicPr>
              <p:cNvPr id="19" name="Ink 18"/>
              <p:cNvPicPr/>
              <p:nvPr/>
            </p:nvPicPr>
            <p:blipFill>
              <a:blip r:embed="rId8"/>
              <a:stretch>
                <a:fillRect/>
              </a:stretch>
            </p:blipFill>
            <p:spPr>
              <a:xfrm>
                <a:off x="1143522" y="3553758"/>
                <a:ext cx="923760" cy="29163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2" name="Ink 21"/>
              <p14:cNvContentPartPr/>
              <p14:nvPr/>
            </p14:nvContentPartPr>
            <p14:xfrm>
              <a:off x="1095282" y="1758078"/>
              <a:ext cx="428400" cy="799200"/>
            </p14:xfrm>
          </p:contentPart>
        </mc:Choice>
        <mc:Fallback xmlns="">
          <p:pic>
            <p:nvPicPr>
              <p:cNvPr id="22" name="Ink 21"/>
              <p:cNvPicPr/>
              <p:nvPr/>
            </p:nvPicPr>
            <p:blipFill>
              <a:blip r:embed="rId10"/>
              <a:stretch>
                <a:fillRect/>
              </a:stretch>
            </p:blipFill>
            <p:spPr>
              <a:xfrm>
                <a:off x="1091322" y="1748718"/>
                <a:ext cx="439200" cy="819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5" name="Ink 24"/>
              <p14:cNvContentPartPr/>
              <p14:nvPr/>
            </p14:nvContentPartPr>
            <p14:xfrm>
              <a:off x="989442" y="1907118"/>
              <a:ext cx="638280" cy="675000"/>
            </p14:xfrm>
          </p:contentPart>
        </mc:Choice>
        <mc:Fallback xmlns="">
          <p:pic>
            <p:nvPicPr>
              <p:cNvPr id="25" name="Ink 24"/>
              <p:cNvPicPr/>
              <p:nvPr/>
            </p:nvPicPr>
            <p:blipFill>
              <a:blip r:embed="rId12"/>
              <a:stretch>
                <a:fillRect/>
              </a:stretch>
            </p:blipFill>
            <p:spPr>
              <a:xfrm>
                <a:off x="978642" y="1895958"/>
                <a:ext cx="658800" cy="696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8" name="Ink 27"/>
              <p14:cNvContentPartPr/>
              <p14:nvPr/>
            </p14:nvContentPartPr>
            <p14:xfrm>
              <a:off x="674802" y="4765878"/>
              <a:ext cx="565560" cy="205200"/>
            </p14:xfrm>
          </p:contentPart>
        </mc:Choice>
        <mc:Fallback xmlns="">
          <p:pic>
            <p:nvPicPr>
              <p:cNvPr id="28" name="Ink 27"/>
              <p:cNvPicPr/>
              <p:nvPr/>
            </p:nvPicPr>
            <p:blipFill>
              <a:blip r:embed="rId14"/>
              <a:stretch>
                <a:fillRect/>
              </a:stretch>
            </p:blipFill>
            <p:spPr>
              <a:xfrm>
                <a:off x="666522" y="4755798"/>
                <a:ext cx="57780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5" name="Ink 34"/>
              <p14:cNvContentPartPr/>
              <p14:nvPr/>
            </p14:nvContentPartPr>
            <p14:xfrm>
              <a:off x="3094362" y="3981798"/>
              <a:ext cx="2213640" cy="91440"/>
            </p14:xfrm>
          </p:contentPart>
        </mc:Choice>
        <mc:Fallback xmlns="">
          <p:pic>
            <p:nvPicPr>
              <p:cNvPr id="35" name="Ink 34"/>
              <p:cNvPicPr/>
              <p:nvPr/>
            </p:nvPicPr>
            <p:blipFill>
              <a:blip r:embed="rId16"/>
              <a:stretch>
                <a:fillRect/>
              </a:stretch>
            </p:blipFill>
            <p:spPr>
              <a:xfrm>
                <a:off x="3087882" y="3975678"/>
                <a:ext cx="223164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41" name="Ink 40"/>
              <p14:cNvContentPartPr/>
              <p14:nvPr/>
            </p14:nvContentPartPr>
            <p14:xfrm>
              <a:off x="4032882" y="4762998"/>
              <a:ext cx="4097160" cy="232920"/>
            </p14:xfrm>
          </p:contentPart>
        </mc:Choice>
        <mc:Fallback xmlns="">
          <p:pic>
            <p:nvPicPr>
              <p:cNvPr id="41" name="Ink 40"/>
              <p:cNvPicPr/>
              <p:nvPr/>
            </p:nvPicPr>
            <p:blipFill>
              <a:blip r:embed="rId18"/>
              <a:stretch>
                <a:fillRect/>
              </a:stretch>
            </p:blipFill>
            <p:spPr>
              <a:xfrm>
                <a:off x="4024962" y="4755438"/>
                <a:ext cx="411516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52" name="Ink 51"/>
              <p14:cNvContentPartPr/>
              <p14:nvPr/>
            </p14:nvContentPartPr>
            <p14:xfrm>
              <a:off x="2245842" y="4911678"/>
              <a:ext cx="350640" cy="825480"/>
            </p14:xfrm>
          </p:contentPart>
        </mc:Choice>
        <mc:Fallback xmlns="">
          <p:pic>
            <p:nvPicPr>
              <p:cNvPr id="52" name="Ink 51"/>
              <p:cNvPicPr/>
              <p:nvPr/>
            </p:nvPicPr>
            <p:blipFill>
              <a:blip r:embed="rId20"/>
              <a:stretch>
                <a:fillRect/>
              </a:stretch>
            </p:blipFill>
            <p:spPr>
              <a:xfrm>
                <a:off x="2238282" y="4904118"/>
                <a:ext cx="367920" cy="8420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67" name="Ink 66"/>
              <p14:cNvContentPartPr/>
              <p14:nvPr/>
            </p14:nvContentPartPr>
            <p14:xfrm>
              <a:off x="8213202" y="4130838"/>
              <a:ext cx="346320" cy="189360"/>
            </p14:xfrm>
          </p:contentPart>
        </mc:Choice>
        <mc:Fallback xmlns="">
          <p:pic>
            <p:nvPicPr>
              <p:cNvPr id="67" name="Ink 66"/>
              <p:cNvPicPr/>
              <p:nvPr/>
            </p:nvPicPr>
            <p:blipFill>
              <a:blip r:embed="rId22"/>
              <a:stretch>
                <a:fillRect/>
              </a:stretch>
            </p:blipFill>
            <p:spPr>
              <a:xfrm>
                <a:off x="8206002" y="4123638"/>
                <a:ext cx="36216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68" name="Ink 67"/>
              <p14:cNvContentPartPr/>
              <p14:nvPr/>
            </p14:nvContentPartPr>
            <p14:xfrm>
              <a:off x="8483562" y="4152798"/>
              <a:ext cx="475920" cy="137880"/>
            </p14:xfrm>
          </p:contentPart>
        </mc:Choice>
        <mc:Fallback xmlns="">
          <p:pic>
            <p:nvPicPr>
              <p:cNvPr id="68" name="Ink 67"/>
              <p:cNvPicPr/>
              <p:nvPr/>
            </p:nvPicPr>
            <p:blipFill>
              <a:blip r:embed="rId24"/>
              <a:stretch>
                <a:fillRect/>
              </a:stretch>
            </p:blipFill>
            <p:spPr>
              <a:xfrm>
                <a:off x="8474922" y="4144518"/>
                <a:ext cx="49140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70" name="Ink 69"/>
              <p14:cNvContentPartPr/>
              <p14:nvPr/>
            </p14:nvContentPartPr>
            <p14:xfrm>
              <a:off x="7207722" y="5824278"/>
              <a:ext cx="786240" cy="435600"/>
            </p14:xfrm>
          </p:contentPart>
        </mc:Choice>
        <mc:Fallback xmlns="">
          <p:pic>
            <p:nvPicPr>
              <p:cNvPr id="70" name="Ink 69"/>
              <p:cNvPicPr/>
              <p:nvPr/>
            </p:nvPicPr>
            <p:blipFill>
              <a:blip r:embed="rId26"/>
              <a:stretch>
                <a:fillRect/>
              </a:stretch>
            </p:blipFill>
            <p:spPr>
              <a:xfrm>
                <a:off x="7199802" y="5813838"/>
                <a:ext cx="804600" cy="4557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71" name="Ink 70"/>
              <p14:cNvContentPartPr/>
              <p14:nvPr/>
            </p14:nvContentPartPr>
            <p14:xfrm>
              <a:off x="5387922" y="6315318"/>
              <a:ext cx="2955240" cy="93240"/>
            </p14:xfrm>
          </p:contentPart>
        </mc:Choice>
        <mc:Fallback xmlns="">
          <p:pic>
            <p:nvPicPr>
              <p:cNvPr id="71" name="Ink 70"/>
              <p:cNvPicPr/>
              <p:nvPr/>
            </p:nvPicPr>
            <p:blipFill>
              <a:blip r:embed="rId28"/>
              <a:stretch>
                <a:fillRect/>
              </a:stretch>
            </p:blipFill>
            <p:spPr>
              <a:xfrm>
                <a:off x="5382162" y="6307398"/>
                <a:ext cx="297108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73" name="Ink 72"/>
              <p14:cNvContentPartPr/>
              <p14:nvPr/>
            </p14:nvContentPartPr>
            <p14:xfrm>
              <a:off x="3531762" y="3168918"/>
              <a:ext cx="502560" cy="107280"/>
            </p14:xfrm>
          </p:contentPart>
        </mc:Choice>
        <mc:Fallback xmlns="">
          <p:pic>
            <p:nvPicPr>
              <p:cNvPr id="73" name="Ink 72"/>
              <p:cNvPicPr/>
              <p:nvPr/>
            </p:nvPicPr>
            <p:blipFill>
              <a:blip r:embed="rId30"/>
              <a:stretch>
                <a:fillRect/>
              </a:stretch>
            </p:blipFill>
            <p:spPr>
              <a:xfrm>
                <a:off x="3526362" y="3159558"/>
                <a:ext cx="51696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75" name="Ink 74"/>
              <p14:cNvContentPartPr/>
              <p14:nvPr/>
            </p14:nvContentPartPr>
            <p14:xfrm>
              <a:off x="3589362" y="3214638"/>
              <a:ext cx="456480" cy="33480"/>
            </p14:xfrm>
          </p:contentPart>
        </mc:Choice>
        <mc:Fallback xmlns="">
          <p:pic>
            <p:nvPicPr>
              <p:cNvPr id="75" name="Ink 74"/>
              <p:cNvPicPr/>
              <p:nvPr/>
            </p:nvPicPr>
            <p:blipFill>
              <a:blip r:embed="rId32"/>
              <a:stretch>
                <a:fillRect/>
              </a:stretch>
            </p:blipFill>
            <p:spPr>
              <a:xfrm>
                <a:off x="3578922" y="3204198"/>
                <a:ext cx="47736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76" name="Ink 75"/>
              <p14:cNvContentPartPr/>
              <p14:nvPr/>
            </p14:nvContentPartPr>
            <p14:xfrm>
              <a:off x="6320682" y="5808798"/>
              <a:ext cx="870840" cy="510840"/>
            </p14:xfrm>
          </p:contentPart>
        </mc:Choice>
        <mc:Fallback xmlns="">
          <p:pic>
            <p:nvPicPr>
              <p:cNvPr id="76" name="Ink 75"/>
              <p:cNvPicPr/>
              <p:nvPr/>
            </p:nvPicPr>
            <p:blipFill>
              <a:blip r:embed="rId34"/>
              <a:stretch>
                <a:fillRect/>
              </a:stretch>
            </p:blipFill>
            <p:spPr>
              <a:xfrm>
                <a:off x="6313842" y="5802318"/>
                <a:ext cx="887400" cy="5284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79" name="Ink 78"/>
              <p14:cNvContentPartPr/>
              <p14:nvPr/>
            </p14:nvContentPartPr>
            <p14:xfrm>
              <a:off x="3113082" y="3981798"/>
              <a:ext cx="6480" cy="360"/>
            </p14:xfrm>
          </p:contentPart>
        </mc:Choice>
        <mc:Fallback xmlns="">
          <p:pic>
            <p:nvPicPr>
              <p:cNvPr id="79" name="Ink 78"/>
              <p:cNvPicPr/>
              <p:nvPr/>
            </p:nvPicPr>
            <p:blipFill>
              <a:blip r:embed="rId36"/>
              <a:stretch>
                <a:fillRect/>
              </a:stretch>
            </p:blipFill>
            <p:spPr>
              <a:xfrm>
                <a:off x="3110202" y="3978918"/>
                <a:ext cx="12240" cy="612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80" name="Ink 79"/>
              <p14:cNvContentPartPr/>
              <p14:nvPr/>
            </p14:nvContentPartPr>
            <p14:xfrm>
              <a:off x="3034962" y="3992958"/>
              <a:ext cx="267840" cy="60120"/>
            </p14:xfrm>
          </p:contentPart>
        </mc:Choice>
        <mc:Fallback xmlns="">
          <p:pic>
            <p:nvPicPr>
              <p:cNvPr id="80" name="Ink 79"/>
              <p:cNvPicPr/>
              <p:nvPr/>
            </p:nvPicPr>
            <p:blipFill>
              <a:blip r:embed="rId38"/>
              <a:stretch>
                <a:fillRect/>
              </a:stretch>
            </p:blipFill>
            <p:spPr>
              <a:xfrm>
                <a:off x="3025602" y="3983958"/>
                <a:ext cx="28584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81" name="Ink 80"/>
              <p14:cNvContentPartPr/>
              <p14:nvPr/>
            </p14:nvContentPartPr>
            <p14:xfrm>
              <a:off x="4063842" y="4111038"/>
              <a:ext cx="55800" cy="3600"/>
            </p14:xfrm>
          </p:contentPart>
        </mc:Choice>
        <mc:Fallback xmlns="">
          <p:pic>
            <p:nvPicPr>
              <p:cNvPr id="81" name="Ink 80"/>
              <p:cNvPicPr/>
              <p:nvPr/>
            </p:nvPicPr>
            <p:blipFill>
              <a:blip r:embed="rId40"/>
              <a:stretch>
                <a:fillRect/>
              </a:stretch>
            </p:blipFill>
            <p:spPr>
              <a:xfrm>
                <a:off x="4053042" y="4100238"/>
                <a:ext cx="7596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83" name="Ink 82"/>
              <p14:cNvContentPartPr/>
              <p14:nvPr/>
            </p14:nvContentPartPr>
            <p14:xfrm>
              <a:off x="7540722" y="6019398"/>
              <a:ext cx="8640" cy="0"/>
            </p14:xfrm>
          </p:contentPart>
        </mc:Choice>
        <mc:Fallback xmlns="">
          <p:pic>
            <p:nvPicPr>
              <p:cNvPr id="83" name="Ink 82"/>
              <p:cNvPicPr/>
              <p:nvPr/>
            </p:nvPicPr>
            <p:blipFill>
              <a:blip r:embed="rId42"/>
              <a:stretch>
                <a:fillRect/>
              </a:stretch>
            </p:blipFill>
            <p:spPr>
              <a:xfrm>
                <a:off x="0" y="0"/>
                <a:ext cx="8640" cy="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84" name="Ink 83"/>
              <p14:cNvContentPartPr/>
              <p14:nvPr/>
            </p14:nvContentPartPr>
            <p14:xfrm>
              <a:off x="6418242" y="6246918"/>
              <a:ext cx="227160" cy="156960"/>
            </p14:xfrm>
          </p:contentPart>
        </mc:Choice>
        <mc:Fallback xmlns="">
          <p:pic>
            <p:nvPicPr>
              <p:cNvPr id="84" name="Ink 83"/>
              <p:cNvPicPr/>
              <p:nvPr/>
            </p:nvPicPr>
            <p:blipFill>
              <a:blip r:embed="rId44"/>
              <a:stretch>
                <a:fillRect/>
              </a:stretch>
            </p:blipFill>
            <p:spPr>
              <a:xfrm>
                <a:off x="6411402" y="6240078"/>
                <a:ext cx="23724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86" name="Ink 85"/>
              <p14:cNvContentPartPr/>
              <p14:nvPr/>
            </p14:nvContentPartPr>
            <p14:xfrm>
              <a:off x="7542882" y="6006438"/>
              <a:ext cx="54720" cy="0"/>
            </p14:xfrm>
          </p:contentPart>
        </mc:Choice>
        <mc:Fallback xmlns="">
          <p:pic>
            <p:nvPicPr>
              <p:cNvPr id="86" name="Ink 85"/>
              <p:cNvPicPr/>
              <p:nvPr/>
            </p:nvPicPr>
            <p:blipFill>
              <a:blip r:embed="rId46"/>
              <a:stretch>
                <a:fillRect/>
              </a:stretch>
            </p:blipFill>
            <p:spPr>
              <a:xfrm>
                <a:off x="0" y="0"/>
                <a:ext cx="54720" cy="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96" name="Ink 95"/>
              <p14:cNvContentPartPr/>
              <p14:nvPr/>
            </p14:nvContentPartPr>
            <p14:xfrm>
              <a:off x="6781122" y="6006078"/>
              <a:ext cx="878400" cy="132840"/>
            </p14:xfrm>
          </p:contentPart>
        </mc:Choice>
        <mc:Fallback xmlns="">
          <p:pic>
            <p:nvPicPr>
              <p:cNvPr id="96" name="Ink 95"/>
              <p:cNvPicPr/>
              <p:nvPr/>
            </p:nvPicPr>
            <p:blipFill>
              <a:blip r:embed="rId48"/>
              <a:stretch>
                <a:fillRect/>
              </a:stretch>
            </p:blipFill>
            <p:spPr>
              <a:xfrm>
                <a:off x="6775362" y="5997798"/>
                <a:ext cx="89172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107" name="Ink 106"/>
              <p14:cNvContentPartPr/>
              <p14:nvPr/>
            </p14:nvContentPartPr>
            <p14:xfrm>
              <a:off x="7601202" y="5061438"/>
              <a:ext cx="1193760" cy="458640"/>
            </p14:xfrm>
          </p:contentPart>
        </mc:Choice>
        <mc:Fallback xmlns="">
          <p:pic>
            <p:nvPicPr>
              <p:cNvPr id="107" name="Ink 106"/>
              <p:cNvPicPr/>
              <p:nvPr/>
            </p:nvPicPr>
            <p:blipFill>
              <a:blip r:embed="rId50"/>
              <a:stretch>
                <a:fillRect/>
              </a:stretch>
            </p:blipFill>
            <p:spPr>
              <a:xfrm>
                <a:off x="7590762" y="5052798"/>
                <a:ext cx="1207800" cy="4708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115" name="Ink 114"/>
              <p14:cNvContentPartPr/>
              <p14:nvPr/>
            </p14:nvContentPartPr>
            <p14:xfrm>
              <a:off x="8023482" y="4923558"/>
              <a:ext cx="1067400" cy="763560"/>
            </p14:xfrm>
          </p:contentPart>
        </mc:Choice>
        <mc:Fallback xmlns="">
          <p:pic>
            <p:nvPicPr>
              <p:cNvPr id="115" name="Ink 114"/>
              <p:cNvPicPr/>
              <p:nvPr/>
            </p:nvPicPr>
            <p:blipFill>
              <a:blip r:embed="rId52"/>
              <a:stretch>
                <a:fillRect/>
              </a:stretch>
            </p:blipFill>
            <p:spPr>
              <a:xfrm>
                <a:off x="8013042" y="4913118"/>
                <a:ext cx="1087920" cy="7822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118" name="Ink 117"/>
              <p14:cNvContentPartPr/>
              <p14:nvPr/>
            </p14:nvContentPartPr>
            <p14:xfrm>
              <a:off x="7214922" y="5300118"/>
              <a:ext cx="288360" cy="534960"/>
            </p14:xfrm>
          </p:contentPart>
        </mc:Choice>
        <mc:Fallback xmlns="">
          <p:pic>
            <p:nvPicPr>
              <p:cNvPr id="118" name="Ink 117"/>
              <p:cNvPicPr/>
              <p:nvPr/>
            </p:nvPicPr>
            <p:blipFill>
              <a:blip r:embed="rId54"/>
              <a:stretch>
                <a:fillRect/>
              </a:stretch>
            </p:blipFill>
            <p:spPr>
              <a:xfrm>
                <a:off x="7206282" y="5292558"/>
                <a:ext cx="300600" cy="5479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119" name="Ink 118"/>
              <p14:cNvContentPartPr/>
              <p14:nvPr/>
            </p14:nvContentPartPr>
            <p14:xfrm>
              <a:off x="7236522" y="5860638"/>
              <a:ext cx="52920" cy="401760"/>
            </p14:xfrm>
          </p:contentPart>
        </mc:Choice>
        <mc:Fallback xmlns="">
          <p:pic>
            <p:nvPicPr>
              <p:cNvPr id="119" name="Ink 118"/>
              <p:cNvPicPr/>
              <p:nvPr/>
            </p:nvPicPr>
            <p:blipFill>
              <a:blip r:embed="rId56"/>
              <a:stretch>
                <a:fillRect/>
              </a:stretch>
            </p:blipFill>
            <p:spPr>
              <a:xfrm>
                <a:off x="7227162" y="5851278"/>
                <a:ext cx="72720" cy="4212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122" name="Ink 121"/>
              <p14:cNvContentPartPr/>
              <p14:nvPr/>
            </p14:nvContentPartPr>
            <p14:xfrm>
              <a:off x="8150202" y="5561838"/>
              <a:ext cx="1346760" cy="240840"/>
            </p14:xfrm>
          </p:contentPart>
        </mc:Choice>
        <mc:Fallback xmlns="">
          <p:pic>
            <p:nvPicPr>
              <p:cNvPr id="122" name="Ink 121"/>
              <p:cNvPicPr/>
              <p:nvPr/>
            </p:nvPicPr>
            <p:blipFill>
              <a:blip r:embed="rId58"/>
              <a:stretch>
                <a:fillRect/>
              </a:stretch>
            </p:blipFill>
            <p:spPr>
              <a:xfrm>
                <a:off x="8140842" y="5557878"/>
                <a:ext cx="136008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124" name="Ink 123"/>
              <p14:cNvContentPartPr/>
              <p14:nvPr/>
            </p14:nvContentPartPr>
            <p14:xfrm>
              <a:off x="9261522" y="4887198"/>
              <a:ext cx="322560" cy="162360"/>
            </p14:xfrm>
          </p:contentPart>
        </mc:Choice>
        <mc:Fallback xmlns="">
          <p:pic>
            <p:nvPicPr>
              <p:cNvPr id="124" name="Ink 123"/>
              <p:cNvPicPr/>
              <p:nvPr/>
            </p:nvPicPr>
            <p:blipFill>
              <a:blip r:embed="rId60"/>
              <a:stretch>
                <a:fillRect/>
              </a:stretch>
            </p:blipFill>
            <p:spPr>
              <a:xfrm>
                <a:off x="9251442" y="4877118"/>
                <a:ext cx="342000" cy="183240"/>
              </a:xfrm>
              <a:prstGeom prst="rect">
                <a:avLst/>
              </a:prstGeom>
            </p:spPr>
          </p:pic>
        </mc:Fallback>
      </mc:AlternateContent>
    </p:spTree>
    <p:extLst>
      <p:ext uri="{BB962C8B-B14F-4D97-AF65-F5344CB8AC3E}">
        <p14:creationId xmlns:p14="http://schemas.microsoft.com/office/powerpoint/2010/main" val="31885863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Using kernel trick of basis expansion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2038" y="1004390"/>
            <a:ext cx="3338237" cy="2422653"/>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53861" y="1004390"/>
            <a:ext cx="3583507" cy="2422653"/>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25385" y="3750396"/>
            <a:ext cx="3631542" cy="2625622"/>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53861" y="3750396"/>
            <a:ext cx="3419923" cy="2342976"/>
          </a:xfrm>
          <a:prstGeom prst="rect">
            <a:avLst/>
          </a:prstGeom>
        </p:spPr>
      </p:pic>
      <mc:AlternateContent xmlns:mc="http://schemas.openxmlformats.org/markup-compatibility/2006" xmlns:p14="http://schemas.microsoft.com/office/powerpoint/2010/main">
        <mc:Choice Requires="p14">
          <p:contentPart p14:bwMode="auto" r:id="rId6">
            <p14:nvContentPartPr>
              <p14:cNvPr id="9" name="Ink 8"/>
              <p14:cNvContentPartPr/>
              <p14:nvPr/>
            </p14:nvContentPartPr>
            <p14:xfrm>
              <a:off x="8503362" y="1444518"/>
              <a:ext cx="974160" cy="362520"/>
            </p14:xfrm>
          </p:contentPart>
        </mc:Choice>
        <mc:Fallback xmlns="">
          <p:pic>
            <p:nvPicPr>
              <p:cNvPr id="9" name="Ink 8"/>
              <p:cNvPicPr/>
              <p:nvPr/>
            </p:nvPicPr>
            <p:blipFill>
              <a:blip r:embed="rId7"/>
              <a:stretch>
                <a:fillRect/>
              </a:stretch>
            </p:blipFill>
            <p:spPr>
              <a:xfrm>
                <a:off x="8495082" y="1441278"/>
                <a:ext cx="986760" cy="374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p14:cNvContentPartPr/>
              <p14:nvPr/>
            </p14:nvContentPartPr>
            <p14:xfrm>
              <a:off x="5607162" y="4129038"/>
              <a:ext cx="441360" cy="179640"/>
            </p14:xfrm>
          </p:contentPart>
        </mc:Choice>
        <mc:Fallback xmlns="">
          <p:pic>
            <p:nvPicPr>
              <p:cNvPr id="12" name="Ink 11"/>
              <p:cNvPicPr/>
              <p:nvPr/>
            </p:nvPicPr>
            <p:blipFill>
              <a:blip r:embed="rId9"/>
              <a:stretch>
                <a:fillRect/>
              </a:stretch>
            </p:blipFill>
            <p:spPr>
              <a:xfrm>
                <a:off x="5596722" y="4118598"/>
                <a:ext cx="46224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p14:cNvContentPartPr/>
              <p14:nvPr/>
            </p14:nvContentPartPr>
            <p14:xfrm>
              <a:off x="5992002" y="2804238"/>
              <a:ext cx="425520" cy="210240"/>
            </p14:xfrm>
          </p:contentPart>
        </mc:Choice>
        <mc:Fallback xmlns="">
          <p:pic>
            <p:nvPicPr>
              <p:cNvPr id="15" name="Ink 14"/>
              <p:cNvPicPr/>
              <p:nvPr/>
            </p:nvPicPr>
            <p:blipFill>
              <a:blip r:embed="rId11"/>
              <a:stretch>
                <a:fillRect/>
              </a:stretch>
            </p:blipFill>
            <p:spPr>
              <a:xfrm>
                <a:off x="5981922" y="2794158"/>
                <a:ext cx="43884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6" name="Ink 15"/>
              <p14:cNvContentPartPr/>
              <p14:nvPr/>
            </p14:nvContentPartPr>
            <p14:xfrm>
              <a:off x="5921082" y="4054518"/>
              <a:ext cx="355320" cy="243720"/>
            </p14:xfrm>
          </p:contentPart>
        </mc:Choice>
        <mc:Fallback xmlns="">
          <p:pic>
            <p:nvPicPr>
              <p:cNvPr id="16" name="Ink 15"/>
              <p:cNvPicPr/>
              <p:nvPr/>
            </p:nvPicPr>
            <p:blipFill>
              <a:blip r:embed="rId13"/>
              <a:stretch>
                <a:fillRect/>
              </a:stretch>
            </p:blipFill>
            <p:spPr>
              <a:xfrm>
                <a:off x="5910642" y="4050918"/>
                <a:ext cx="36936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8" name="Ink 17"/>
              <p14:cNvContentPartPr/>
              <p14:nvPr/>
            </p14:nvContentPartPr>
            <p14:xfrm>
              <a:off x="3962322" y="675918"/>
              <a:ext cx="1231200" cy="78120"/>
            </p14:xfrm>
          </p:contentPart>
        </mc:Choice>
        <mc:Fallback xmlns="">
          <p:pic>
            <p:nvPicPr>
              <p:cNvPr id="18" name="Ink 17"/>
              <p:cNvPicPr/>
              <p:nvPr/>
            </p:nvPicPr>
            <p:blipFill>
              <a:blip r:embed="rId15"/>
              <a:stretch>
                <a:fillRect/>
              </a:stretch>
            </p:blipFill>
            <p:spPr>
              <a:xfrm>
                <a:off x="3954762" y="669078"/>
                <a:ext cx="124344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3" name="Ink 22"/>
              <p14:cNvContentPartPr/>
              <p14:nvPr/>
            </p14:nvContentPartPr>
            <p14:xfrm>
              <a:off x="5983002" y="351198"/>
              <a:ext cx="1173960" cy="33840"/>
            </p14:xfrm>
          </p:contentPart>
        </mc:Choice>
        <mc:Fallback xmlns="">
          <p:pic>
            <p:nvPicPr>
              <p:cNvPr id="23" name="Ink 22"/>
              <p:cNvPicPr/>
              <p:nvPr/>
            </p:nvPicPr>
            <p:blipFill>
              <a:blip r:embed="rId17"/>
              <a:stretch>
                <a:fillRect/>
              </a:stretch>
            </p:blipFill>
            <p:spPr>
              <a:xfrm>
                <a:off x="5977962" y="345438"/>
                <a:ext cx="118836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4" name="Ink 23"/>
              <p14:cNvContentPartPr/>
              <p14:nvPr/>
            </p14:nvContentPartPr>
            <p14:xfrm>
              <a:off x="5968962" y="482958"/>
              <a:ext cx="1006560" cy="16560"/>
            </p14:xfrm>
          </p:contentPart>
        </mc:Choice>
        <mc:Fallback xmlns="">
          <p:pic>
            <p:nvPicPr>
              <p:cNvPr id="24" name="Ink 23"/>
              <p:cNvPicPr/>
              <p:nvPr/>
            </p:nvPicPr>
            <p:blipFill>
              <a:blip r:embed="rId19"/>
              <a:stretch>
                <a:fillRect/>
              </a:stretch>
            </p:blipFill>
            <p:spPr>
              <a:xfrm>
                <a:off x="5959962" y="473958"/>
                <a:ext cx="102564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5" name="Ink 24"/>
              <p14:cNvContentPartPr/>
              <p14:nvPr/>
            </p14:nvContentPartPr>
            <p14:xfrm>
              <a:off x="6063282" y="422118"/>
              <a:ext cx="1252080" cy="75960"/>
            </p14:xfrm>
          </p:contentPart>
        </mc:Choice>
        <mc:Fallback xmlns="">
          <p:pic>
            <p:nvPicPr>
              <p:cNvPr id="25" name="Ink 24"/>
              <p:cNvPicPr/>
              <p:nvPr/>
            </p:nvPicPr>
            <p:blipFill>
              <a:blip r:embed="rId21"/>
              <a:stretch>
                <a:fillRect/>
              </a:stretch>
            </p:blipFill>
            <p:spPr>
              <a:xfrm>
                <a:off x="6055362" y="415638"/>
                <a:ext cx="1269000" cy="91440"/>
              </a:xfrm>
              <a:prstGeom prst="rect">
                <a:avLst/>
              </a:prstGeom>
            </p:spPr>
          </p:pic>
        </mc:Fallback>
      </mc:AlternateContent>
    </p:spTree>
    <p:extLst>
      <p:ext uri="{BB962C8B-B14F-4D97-AF65-F5344CB8AC3E}">
        <p14:creationId xmlns:p14="http://schemas.microsoft.com/office/powerpoint/2010/main" val="28358843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Expand the kernel trick to SVM</a:t>
            </a:r>
          </a:p>
        </p:txBody>
      </p:sp>
      <p:sp>
        <p:nvSpPr>
          <p:cNvPr id="3" name="Content Placeholder 2"/>
          <p:cNvSpPr>
            <a:spLocks noGrp="1"/>
          </p:cNvSpPr>
          <p:nvPr>
            <p:ph idx="1"/>
          </p:nvPr>
        </p:nvSpPr>
        <p:spPr>
          <a:xfrm>
            <a:off x="700791" y="681037"/>
            <a:ext cx="11320465" cy="2688314"/>
          </a:xfrm>
        </p:spPr>
        <p:txBody>
          <a:bodyPr vert="horz" lIns="91440" tIns="45720" rIns="91440" bIns="45720" rtlCol="0" anchor="t">
            <a:normAutofit/>
          </a:bodyPr>
          <a:lstStyle/>
          <a:p>
            <a:r>
              <a:rPr lang="en-US" dirty="0"/>
              <a:t>Kernel SVM</a:t>
            </a:r>
          </a:p>
          <a:p>
            <a:r>
              <a:rPr lang="en-US" dirty="0"/>
              <a:t>Polynomial decision boundaries</a:t>
            </a:r>
          </a:p>
          <a:p>
            <a:r>
              <a:rPr lang="en-US" dirty="0"/>
              <a:t>Basis expansion: replace input vector with expanded vectors </a:t>
            </a:r>
          </a:p>
          <a:p>
            <a:r>
              <a:rPr lang="en-US" dirty="0"/>
              <a:t>Function quadratic in X </a:t>
            </a:r>
            <a:r>
              <a:rPr lang="en-US" dirty="0">
                <a:sym typeface="Wingdings" panose="05000000000000000000" pitchFamily="2" charset="2"/>
              </a:rPr>
              <a:t>linear in phi (X)</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90675" y="2673206"/>
            <a:ext cx="6049219" cy="3924848"/>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p14:cNvContentPartPr/>
              <p14:nvPr/>
            </p14:nvContentPartPr>
            <p14:xfrm>
              <a:off x="4235202" y="2695518"/>
              <a:ext cx="403200" cy="104040"/>
            </p14:xfrm>
          </p:contentPart>
        </mc:Choice>
        <mc:Fallback xmlns="">
          <p:pic>
            <p:nvPicPr>
              <p:cNvPr id="6" name="Ink 5"/>
              <p:cNvPicPr/>
              <p:nvPr/>
            </p:nvPicPr>
            <p:blipFill>
              <a:blip r:embed="rId4"/>
              <a:stretch>
                <a:fillRect/>
              </a:stretch>
            </p:blipFill>
            <p:spPr>
              <a:xfrm>
                <a:off x="4225122" y="2685798"/>
                <a:ext cx="41760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p14:cNvContentPartPr/>
              <p14:nvPr/>
            </p14:nvContentPartPr>
            <p14:xfrm>
              <a:off x="6528042" y="2686518"/>
              <a:ext cx="843120" cy="58320"/>
            </p14:xfrm>
          </p:contentPart>
        </mc:Choice>
        <mc:Fallback xmlns="">
          <p:pic>
            <p:nvPicPr>
              <p:cNvPr id="8" name="Ink 7"/>
              <p:cNvPicPr/>
              <p:nvPr/>
            </p:nvPicPr>
            <p:blipFill>
              <a:blip r:embed="rId6"/>
              <a:stretch>
                <a:fillRect/>
              </a:stretch>
            </p:blipFill>
            <p:spPr>
              <a:xfrm>
                <a:off x="6517242" y="2676438"/>
                <a:ext cx="867240" cy="80640"/>
              </a:xfrm>
              <a:prstGeom prst="rect">
                <a:avLst/>
              </a:prstGeom>
            </p:spPr>
          </p:pic>
        </mc:Fallback>
      </mc:AlternateContent>
    </p:spTree>
    <p:extLst>
      <p:ext uri="{BB962C8B-B14F-4D97-AF65-F5344CB8AC3E}">
        <p14:creationId xmlns:p14="http://schemas.microsoft.com/office/powerpoint/2010/main" val="38165898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Support vector machine optimization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8719" y="965851"/>
            <a:ext cx="8389503" cy="5728392"/>
          </a:xfrm>
          <a:prstGeom prst="rect">
            <a:avLst/>
          </a:prstGeom>
        </p:spPr>
      </p:pic>
      <mc:AlternateContent xmlns:mc="http://schemas.openxmlformats.org/markup-compatibility/2006" xmlns:p14="http://schemas.microsoft.com/office/powerpoint/2010/main">
        <mc:Choice Requires="p14">
          <p:contentPart p14:bwMode="auto" r:id="rId3">
            <p14:nvContentPartPr>
              <p14:cNvPr id="8" name="Ink 7"/>
              <p14:cNvContentPartPr/>
              <p14:nvPr/>
            </p14:nvContentPartPr>
            <p14:xfrm>
              <a:off x="2746242" y="4700718"/>
              <a:ext cx="839160" cy="233640"/>
            </p14:xfrm>
          </p:contentPart>
        </mc:Choice>
        <mc:Fallback xmlns="">
          <p:pic>
            <p:nvPicPr>
              <p:cNvPr id="8" name="Ink 7"/>
              <p:cNvPicPr/>
              <p:nvPr/>
            </p:nvPicPr>
            <p:blipFill>
              <a:blip r:embed="rId4"/>
              <a:stretch>
                <a:fillRect/>
              </a:stretch>
            </p:blipFill>
            <p:spPr>
              <a:xfrm>
                <a:off x="2736522" y="4690278"/>
                <a:ext cx="852480" cy="255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p14:cNvContentPartPr/>
              <p14:nvPr/>
            </p14:nvContentPartPr>
            <p14:xfrm>
              <a:off x="4086162" y="6690078"/>
              <a:ext cx="1592640" cy="57240"/>
            </p14:xfrm>
          </p:contentPart>
        </mc:Choice>
        <mc:Fallback xmlns="">
          <p:pic>
            <p:nvPicPr>
              <p:cNvPr id="10" name="Ink 9"/>
              <p:cNvPicPr/>
              <p:nvPr/>
            </p:nvPicPr>
            <p:blipFill>
              <a:blip r:embed="rId6"/>
              <a:stretch>
                <a:fillRect/>
              </a:stretch>
            </p:blipFill>
            <p:spPr>
              <a:xfrm>
                <a:off x="4078242" y="6682158"/>
                <a:ext cx="1607400" cy="71640"/>
              </a:xfrm>
              <a:prstGeom prst="rect">
                <a:avLst/>
              </a:prstGeom>
            </p:spPr>
          </p:pic>
        </mc:Fallback>
      </mc:AlternateContent>
    </p:spTree>
    <p:extLst>
      <p:ext uri="{BB962C8B-B14F-4D97-AF65-F5344CB8AC3E}">
        <p14:creationId xmlns:p14="http://schemas.microsoft.com/office/powerpoint/2010/main" val="18912849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Kernel SVM</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4781" y="914042"/>
            <a:ext cx="7903795" cy="5717351"/>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p14:cNvContentPartPr/>
              <p14:nvPr/>
            </p14:nvContentPartPr>
            <p14:xfrm>
              <a:off x="5879322" y="2379798"/>
              <a:ext cx="653040" cy="406080"/>
            </p14:xfrm>
          </p:contentPart>
        </mc:Choice>
        <mc:Fallback xmlns="">
          <p:pic>
            <p:nvPicPr>
              <p:cNvPr id="7" name="Ink 6"/>
              <p:cNvPicPr/>
              <p:nvPr/>
            </p:nvPicPr>
            <p:blipFill>
              <a:blip r:embed="rId4"/>
              <a:stretch>
                <a:fillRect/>
              </a:stretch>
            </p:blipFill>
            <p:spPr>
              <a:xfrm>
                <a:off x="5871762" y="2372598"/>
                <a:ext cx="670320" cy="4212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3" name="Ink 12"/>
              <p14:cNvContentPartPr/>
              <p14:nvPr/>
            </p14:nvContentPartPr>
            <p14:xfrm>
              <a:off x="7421202" y="2665998"/>
              <a:ext cx="1723680" cy="116640"/>
            </p14:xfrm>
          </p:contentPart>
        </mc:Choice>
        <mc:Fallback xmlns="">
          <p:pic>
            <p:nvPicPr>
              <p:cNvPr id="13" name="Ink 12"/>
              <p:cNvPicPr/>
              <p:nvPr/>
            </p:nvPicPr>
            <p:blipFill>
              <a:blip r:embed="rId6"/>
              <a:stretch>
                <a:fillRect/>
              </a:stretch>
            </p:blipFill>
            <p:spPr>
              <a:xfrm>
                <a:off x="7411122" y="2656278"/>
                <a:ext cx="174420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9" name="Ink 18"/>
              <p14:cNvContentPartPr/>
              <p14:nvPr/>
            </p14:nvContentPartPr>
            <p14:xfrm>
              <a:off x="6247962" y="1606518"/>
              <a:ext cx="1415520" cy="781200"/>
            </p14:xfrm>
          </p:contentPart>
        </mc:Choice>
        <mc:Fallback xmlns="">
          <p:pic>
            <p:nvPicPr>
              <p:cNvPr id="19" name="Ink 18"/>
              <p:cNvPicPr/>
              <p:nvPr/>
            </p:nvPicPr>
            <p:blipFill>
              <a:blip r:embed="rId8"/>
              <a:stretch>
                <a:fillRect/>
              </a:stretch>
            </p:blipFill>
            <p:spPr>
              <a:xfrm>
                <a:off x="6238602" y="1596438"/>
                <a:ext cx="1434960" cy="8006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3" name="Ink 22"/>
              <p14:cNvContentPartPr/>
              <p14:nvPr/>
            </p14:nvContentPartPr>
            <p14:xfrm>
              <a:off x="7484202" y="2635038"/>
              <a:ext cx="1724400" cy="163440"/>
            </p14:xfrm>
          </p:contentPart>
        </mc:Choice>
        <mc:Fallback xmlns="">
          <p:pic>
            <p:nvPicPr>
              <p:cNvPr id="23" name="Ink 22"/>
              <p:cNvPicPr/>
              <p:nvPr/>
            </p:nvPicPr>
            <p:blipFill>
              <a:blip r:embed="rId10"/>
              <a:stretch>
                <a:fillRect/>
              </a:stretch>
            </p:blipFill>
            <p:spPr>
              <a:xfrm>
                <a:off x="7475922" y="2625678"/>
                <a:ext cx="174168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0" name="Ink 29"/>
              <p14:cNvContentPartPr/>
              <p14:nvPr/>
            </p14:nvContentPartPr>
            <p14:xfrm>
              <a:off x="1650762" y="4967118"/>
              <a:ext cx="632160" cy="272880"/>
            </p14:xfrm>
          </p:contentPart>
        </mc:Choice>
        <mc:Fallback xmlns="">
          <p:pic>
            <p:nvPicPr>
              <p:cNvPr id="30" name="Ink 29"/>
              <p:cNvPicPr/>
              <p:nvPr/>
            </p:nvPicPr>
            <p:blipFill>
              <a:blip r:embed="rId12"/>
              <a:stretch>
                <a:fillRect/>
              </a:stretch>
            </p:blipFill>
            <p:spPr>
              <a:xfrm>
                <a:off x="1643562" y="4963518"/>
                <a:ext cx="64296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2" name="Ink 31"/>
              <p14:cNvContentPartPr/>
              <p14:nvPr/>
            </p14:nvContentPartPr>
            <p14:xfrm>
              <a:off x="6364602" y="6251238"/>
              <a:ext cx="1685880" cy="110520"/>
            </p14:xfrm>
          </p:contentPart>
        </mc:Choice>
        <mc:Fallback xmlns="">
          <p:pic>
            <p:nvPicPr>
              <p:cNvPr id="32" name="Ink 31"/>
              <p:cNvPicPr/>
              <p:nvPr/>
            </p:nvPicPr>
            <p:blipFill>
              <a:blip r:embed="rId14"/>
              <a:stretch>
                <a:fillRect/>
              </a:stretch>
            </p:blipFill>
            <p:spPr>
              <a:xfrm>
                <a:off x="6356682" y="6242238"/>
                <a:ext cx="1703880" cy="125640"/>
              </a:xfrm>
              <a:prstGeom prst="rect">
                <a:avLst/>
              </a:prstGeom>
            </p:spPr>
          </p:pic>
        </mc:Fallback>
      </mc:AlternateContent>
    </p:spTree>
    <p:extLst>
      <p:ext uri="{BB962C8B-B14F-4D97-AF65-F5344CB8AC3E}">
        <p14:creationId xmlns:p14="http://schemas.microsoft.com/office/powerpoint/2010/main" val="14112877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Kernel perceptron vs Kernel SVM</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5288" y="967838"/>
            <a:ext cx="5725747" cy="5539327"/>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0784" y="1046149"/>
            <a:ext cx="5664784" cy="5461015"/>
          </a:xfrm>
          <a:prstGeom prst="rect">
            <a:avLst/>
          </a:prstGeom>
        </p:spPr>
      </p:pic>
      <mc:AlternateContent xmlns:mc="http://schemas.openxmlformats.org/markup-compatibility/2006" xmlns:p14="http://schemas.microsoft.com/office/powerpoint/2010/main">
        <mc:Choice Requires="p14">
          <p:contentPart p14:bwMode="auto" r:id="rId4">
            <p14:nvContentPartPr>
              <p14:cNvPr id="23" name="Ink 22"/>
              <p14:cNvContentPartPr/>
              <p14:nvPr/>
            </p14:nvContentPartPr>
            <p14:xfrm>
              <a:off x="288882" y="642798"/>
              <a:ext cx="4253760" cy="1494000"/>
            </p14:xfrm>
          </p:contentPart>
        </mc:Choice>
        <mc:Fallback xmlns="">
          <p:pic>
            <p:nvPicPr>
              <p:cNvPr id="23" name="Ink 22"/>
              <p:cNvPicPr/>
              <p:nvPr/>
            </p:nvPicPr>
            <p:blipFill>
              <a:blip r:embed="rId5"/>
              <a:stretch>
                <a:fillRect/>
              </a:stretch>
            </p:blipFill>
            <p:spPr>
              <a:xfrm>
                <a:off x="280242" y="633798"/>
                <a:ext cx="4270320" cy="1515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9" name="Ink 28"/>
              <p14:cNvContentPartPr/>
              <p14:nvPr/>
            </p14:nvContentPartPr>
            <p14:xfrm>
              <a:off x="2861802" y="1165158"/>
              <a:ext cx="2842920" cy="457200"/>
            </p14:xfrm>
          </p:contentPart>
        </mc:Choice>
        <mc:Fallback xmlns="">
          <p:pic>
            <p:nvPicPr>
              <p:cNvPr id="29" name="Ink 28"/>
              <p:cNvPicPr/>
              <p:nvPr/>
            </p:nvPicPr>
            <p:blipFill>
              <a:blip r:embed="rId7"/>
              <a:stretch>
                <a:fillRect/>
              </a:stretch>
            </p:blipFill>
            <p:spPr>
              <a:xfrm>
                <a:off x="2854242" y="1158318"/>
                <a:ext cx="2860920" cy="474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3" name="Ink 32"/>
              <p14:cNvContentPartPr/>
              <p14:nvPr/>
            </p14:nvContentPartPr>
            <p14:xfrm>
              <a:off x="4197042" y="3927438"/>
              <a:ext cx="433080" cy="250920"/>
            </p14:xfrm>
          </p:contentPart>
        </mc:Choice>
        <mc:Fallback xmlns="">
          <p:pic>
            <p:nvPicPr>
              <p:cNvPr id="33" name="Ink 32"/>
              <p:cNvPicPr/>
              <p:nvPr/>
            </p:nvPicPr>
            <p:blipFill>
              <a:blip r:embed="rId9"/>
              <a:stretch>
                <a:fillRect/>
              </a:stretch>
            </p:blipFill>
            <p:spPr>
              <a:xfrm>
                <a:off x="4188762" y="3919518"/>
                <a:ext cx="45072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3" name="Ink 42"/>
              <p14:cNvContentPartPr/>
              <p14:nvPr/>
            </p14:nvContentPartPr>
            <p14:xfrm>
              <a:off x="2556162" y="5039478"/>
              <a:ext cx="1148760" cy="1125720"/>
            </p14:xfrm>
          </p:contentPart>
        </mc:Choice>
        <mc:Fallback xmlns="">
          <p:pic>
            <p:nvPicPr>
              <p:cNvPr id="43" name="Ink 42"/>
              <p:cNvPicPr/>
              <p:nvPr/>
            </p:nvPicPr>
            <p:blipFill>
              <a:blip r:embed="rId11"/>
              <a:stretch>
                <a:fillRect/>
              </a:stretch>
            </p:blipFill>
            <p:spPr>
              <a:xfrm>
                <a:off x="2549322" y="5033358"/>
                <a:ext cx="1164600" cy="1140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9" name="Ink 48"/>
              <p14:cNvContentPartPr/>
              <p14:nvPr/>
            </p14:nvContentPartPr>
            <p14:xfrm>
              <a:off x="10104642" y="946998"/>
              <a:ext cx="599760" cy="251280"/>
            </p14:xfrm>
          </p:contentPart>
        </mc:Choice>
        <mc:Fallback xmlns="">
          <p:pic>
            <p:nvPicPr>
              <p:cNvPr id="49" name="Ink 48"/>
              <p:cNvPicPr/>
              <p:nvPr/>
            </p:nvPicPr>
            <p:blipFill>
              <a:blip r:embed="rId13"/>
              <a:stretch>
                <a:fillRect/>
              </a:stretch>
            </p:blipFill>
            <p:spPr>
              <a:xfrm>
                <a:off x="10096722" y="939798"/>
                <a:ext cx="61164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8" name="Ink 57"/>
              <p14:cNvContentPartPr/>
              <p14:nvPr/>
            </p14:nvContentPartPr>
            <p14:xfrm>
              <a:off x="8393922" y="1259478"/>
              <a:ext cx="987480" cy="652680"/>
            </p14:xfrm>
          </p:contentPart>
        </mc:Choice>
        <mc:Fallback xmlns="">
          <p:pic>
            <p:nvPicPr>
              <p:cNvPr id="58" name="Ink 57"/>
              <p:cNvPicPr/>
              <p:nvPr/>
            </p:nvPicPr>
            <p:blipFill>
              <a:blip r:embed="rId15"/>
              <a:stretch>
                <a:fillRect/>
              </a:stretch>
            </p:blipFill>
            <p:spPr>
              <a:xfrm>
                <a:off x="8388882" y="1251558"/>
                <a:ext cx="999000" cy="670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6" name="Ink 65"/>
              <p14:cNvContentPartPr/>
              <p14:nvPr/>
            </p14:nvContentPartPr>
            <p14:xfrm>
              <a:off x="8396802" y="5518638"/>
              <a:ext cx="868680" cy="705600"/>
            </p14:xfrm>
          </p:contentPart>
        </mc:Choice>
        <mc:Fallback xmlns="">
          <p:pic>
            <p:nvPicPr>
              <p:cNvPr id="66" name="Ink 65"/>
              <p:cNvPicPr/>
              <p:nvPr/>
            </p:nvPicPr>
            <p:blipFill>
              <a:blip r:embed="rId17"/>
              <a:stretch>
                <a:fillRect/>
              </a:stretch>
            </p:blipFill>
            <p:spPr>
              <a:xfrm>
                <a:off x="8388522" y="5511438"/>
                <a:ext cx="881280" cy="720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78" name="Ink 77"/>
              <p14:cNvContentPartPr/>
              <p14:nvPr/>
            </p14:nvContentPartPr>
            <p14:xfrm>
              <a:off x="11790522" y="2972718"/>
              <a:ext cx="1338120" cy="1454400"/>
            </p14:xfrm>
          </p:contentPart>
        </mc:Choice>
        <mc:Fallback xmlns="">
          <p:pic>
            <p:nvPicPr>
              <p:cNvPr id="78" name="Ink 77"/>
              <p:cNvPicPr/>
              <p:nvPr/>
            </p:nvPicPr>
            <p:blipFill>
              <a:blip r:embed="rId19"/>
              <a:stretch>
                <a:fillRect/>
              </a:stretch>
            </p:blipFill>
            <p:spPr>
              <a:xfrm>
                <a:off x="11781162" y="2965158"/>
                <a:ext cx="1353960" cy="14720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04" name="Ink 103"/>
              <p14:cNvContentPartPr/>
              <p14:nvPr/>
            </p14:nvContentPartPr>
            <p14:xfrm>
              <a:off x="10049202" y="3357558"/>
              <a:ext cx="2523960" cy="605160"/>
            </p14:xfrm>
          </p:contentPart>
        </mc:Choice>
        <mc:Fallback xmlns="">
          <p:pic>
            <p:nvPicPr>
              <p:cNvPr id="104" name="Ink 103"/>
              <p:cNvPicPr/>
              <p:nvPr/>
            </p:nvPicPr>
            <p:blipFill>
              <a:blip r:embed="rId21"/>
              <a:stretch>
                <a:fillRect/>
              </a:stretch>
            </p:blipFill>
            <p:spPr>
              <a:xfrm>
                <a:off x="10041642" y="3348918"/>
                <a:ext cx="2539800" cy="6206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05" name="Ink 104"/>
              <p14:cNvContentPartPr/>
              <p14:nvPr/>
            </p14:nvContentPartPr>
            <p14:xfrm>
              <a:off x="328482" y="4266558"/>
              <a:ext cx="1239480" cy="609480"/>
            </p14:xfrm>
          </p:contentPart>
        </mc:Choice>
        <mc:Fallback xmlns="">
          <p:pic>
            <p:nvPicPr>
              <p:cNvPr id="105" name="Ink 104"/>
              <p:cNvPicPr/>
              <p:nvPr/>
            </p:nvPicPr>
            <p:blipFill>
              <a:blip r:embed="rId23"/>
              <a:stretch>
                <a:fillRect/>
              </a:stretch>
            </p:blipFill>
            <p:spPr>
              <a:xfrm>
                <a:off x="316242" y="4255758"/>
                <a:ext cx="1266840" cy="6354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06" name="Ink 105"/>
              <p14:cNvContentPartPr/>
              <p14:nvPr/>
            </p14:nvContentPartPr>
            <p14:xfrm>
              <a:off x="5457402" y="4372398"/>
              <a:ext cx="4053240" cy="516960"/>
            </p14:xfrm>
          </p:contentPart>
        </mc:Choice>
        <mc:Fallback xmlns="">
          <p:pic>
            <p:nvPicPr>
              <p:cNvPr id="106" name="Ink 105"/>
              <p:cNvPicPr/>
              <p:nvPr/>
            </p:nvPicPr>
            <p:blipFill>
              <a:blip r:embed="rId25"/>
              <a:stretch>
                <a:fillRect/>
              </a:stretch>
            </p:blipFill>
            <p:spPr>
              <a:xfrm>
                <a:off x="5449482" y="4364838"/>
                <a:ext cx="4069800" cy="5385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07" name="Ink 106"/>
              <p14:cNvContentPartPr/>
              <p14:nvPr/>
            </p14:nvContentPartPr>
            <p14:xfrm>
              <a:off x="3494682" y="4600278"/>
              <a:ext cx="300960" cy="284040"/>
            </p14:xfrm>
          </p:contentPart>
        </mc:Choice>
        <mc:Fallback xmlns="">
          <p:pic>
            <p:nvPicPr>
              <p:cNvPr id="107" name="Ink 106"/>
              <p:cNvPicPr/>
              <p:nvPr/>
            </p:nvPicPr>
            <p:blipFill>
              <a:blip r:embed="rId27"/>
              <a:stretch>
                <a:fillRect/>
              </a:stretch>
            </p:blipFill>
            <p:spPr>
              <a:xfrm>
                <a:off x="3487842" y="4593798"/>
                <a:ext cx="31608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08" name="Ink 107"/>
              <p14:cNvContentPartPr/>
              <p14:nvPr/>
            </p14:nvContentPartPr>
            <p14:xfrm>
              <a:off x="4522842" y="5289678"/>
              <a:ext cx="214920" cy="222120"/>
            </p14:xfrm>
          </p:contentPart>
        </mc:Choice>
        <mc:Fallback xmlns="">
          <p:pic>
            <p:nvPicPr>
              <p:cNvPr id="108" name="Ink 107"/>
              <p:cNvPicPr/>
              <p:nvPr/>
            </p:nvPicPr>
            <p:blipFill>
              <a:blip r:embed="rId29"/>
              <a:stretch>
                <a:fillRect/>
              </a:stretch>
            </p:blipFill>
            <p:spPr>
              <a:xfrm>
                <a:off x="4515282" y="5285358"/>
                <a:ext cx="23220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11" name="Ink 110"/>
              <p14:cNvContentPartPr/>
              <p14:nvPr/>
            </p14:nvContentPartPr>
            <p14:xfrm>
              <a:off x="12053682" y="3361158"/>
              <a:ext cx="654840" cy="1859760"/>
            </p14:xfrm>
          </p:contentPart>
        </mc:Choice>
        <mc:Fallback xmlns="">
          <p:pic>
            <p:nvPicPr>
              <p:cNvPr id="111" name="Ink 110"/>
              <p:cNvPicPr/>
              <p:nvPr/>
            </p:nvPicPr>
            <p:blipFill>
              <a:blip r:embed="rId31"/>
              <a:stretch>
                <a:fillRect/>
              </a:stretch>
            </p:blipFill>
            <p:spPr>
              <a:xfrm>
                <a:off x="12046122" y="3350358"/>
                <a:ext cx="674280" cy="18792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14" name="Ink 113"/>
              <p14:cNvContentPartPr/>
              <p14:nvPr/>
            </p14:nvContentPartPr>
            <p14:xfrm>
              <a:off x="11044962" y="3781638"/>
              <a:ext cx="1180440" cy="299160"/>
            </p14:xfrm>
          </p:contentPart>
        </mc:Choice>
        <mc:Fallback xmlns="">
          <p:pic>
            <p:nvPicPr>
              <p:cNvPr id="114" name="Ink 113"/>
              <p:cNvPicPr/>
              <p:nvPr/>
            </p:nvPicPr>
            <p:blipFill>
              <a:blip r:embed="rId33"/>
              <a:stretch>
                <a:fillRect/>
              </a:stretch>
            </p:blipFill>
            <p:spPr>
              <a:xfrm>
                <a:off x="11037762" y="3772638"/>
                <a:ext cx="1197000" cy="3128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21" name="Ink 120"/>
              <p14:cNvContentPartPr/>
              <p14:nvPr/>
            </p14:nvContentPartPr>
            <p14:xfrm>
              <a:off x="11631042" y="4329558"/>
              <a:ext cx="2431440" cy="862920"/>
            </p14:xfrm>
          </p:contentPart>
        </mc:Choice>
        <mc:Fallback xmlns="">
          <p:pic>
            <p:nvPicPr>
              <p:cNvPr id="121" name="Ink 120"/>
              <p:cNvPicPr/>
              <p:nvPr/>
            </p:nvPicPr>
            <p:blipFill>
              <a:blip r:embed="rId35"/>
              <a:stretch>
                <a:fillRect/>
              </a:stretch>
            </p:blipFill>
            <p:spPr>
              <a:xfrm>
                <a:off x="11623122" y="4320198"/>
                <a:ext cx="2451240" cy="8827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23" name="Ink 122"/>
              <p14:cNvContentPartPr/>
              <p14:nvPr/>
            </p14:nvContentPartPr>
            <p14:xfrm>
              <a:off x="12569922" y="4756158"/>
              <a:ext cx="1233720" cy="141120"/>
            </p14:xfrm>
          </p:contentPart>
        </mc:Choice>
        <mc:Fallback xmlns="">
          <p:pic>
            <p:nvPicPr>
              <p:cNvPr id="123" name="Ink 122"/>
              <p:cNvPicPr/>
              <p:nvPr/>
            </p:nvPicPr>
            <p:blipFill>
              <a:blip r:embed="rId37"/>
              <a:stretch>
                <a:fillRect/>
              </a:stretch>
            </p:blipFill>
            <p:spPr>
              <a:xfrm>
                <a:off x="12560562" y="4751838"/>
                <a:ext cx="1253880" cy="151200"/>
              </a:xfrm>
              <a:prstGeom prst="rect">
                <a:avLst/>
              </a:prstGeom>
            </p:spPr>
          </p:pic>
        </mc:Fallback>
      </mc:AlternateContent>
    </p:spTree>
    <p:extLst>
      <p:ext uri="{BB962C8B-B14F-4D97-AF65-F5344CB8AC3E}">
        <p14:creationId xmlns:p14="http://schemas.microsoft.com/office/powerpoint/2010/main" val="30843364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Polynomial decision boundaries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0644" y="1073739"/>
            <a:ext cx="8183002" cy="3362322"/>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4485" y="4436061"/>
            <a:ext cx="9614707" cy="1889788"/>
          </a:xfrm>
          <a:prstGeom prst="rect">
            <a:avLst/>
          </a:prstGeom>
        </p:spPr>
      </p:pic>
      <mc:AlternateContent xmlns:mc="http://schemas.openxmlformats.org/markup-compatibility/2006" xmlns:p14="http://schemas.microsoft.com/office/powerpoint/2010/main">
        <mc:Choice Requires="p14">
          <p:contentPart p14:bwMode="auto" r:id="rId4">
            <p14:nvContentPartPr>
              <p14:cNvPr id="12" name="Ink 11"/>
              <p14:cNvContentPartPr/>
              <p14:nvPr/>
            </p14:nvContentPartPr>
            <p14:xfrm>
              <a:off x="7726842" y="5544558"/>
              <a:ext cx="494280" cy="487080"/>
            </p14:xfrm>
          </p:contentPart>
        </mc:Choice>
        <mc:Fallback xmlns="">
          <p:pic>
            <p:nvPicPr>
              <p:cNvPr id="12" name="Ink 11"/>
              <p:cNvPicPr/>
              <p:nvPr/>
            </p:nvPicPr>
            <p:blipFill>
              <a:blip r:embed="rId5"/>
              <a:stretch>
                <a:fillRect/>
              </a:stretch>
            </p:blipFill>
            <p:spPr>
              <a:xfrm>
                <a:off x="7716762" y="5534478"/>
                <a:ext cx="509760" cy="50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4" name="Ink 13"/>
              <p14:cNvContentPartPr/>
              <p14:nvPr/>
            </p14:nvContentPartPr>
            <p14:xfrm>
              <a:off x="7814682" y="5259798"/>
              <a:ext cx="1299240" cy="461880"/>
            </p14:xfrm>
          </p:contentPart>
        </mc:Choice>
        <mc:Fallback xmlns="">
          <p:pic>
            <p:nvPicPr>
              <p:cNvPr id="14" name="Ink 13"/>
              <p:cNvPicPr/>
              <p:nvPr/>
            </p:nvPicPr>
            <p:blipFill>
              <a:blip r:embed="rId7"/>
              <a:stretch>
                <a:fillRect/>
              </a:stretch>
            </p:blipFill>
            <p:spPr>
              <a:xfrm>
                <a:off x="7807482" y="5254038"/>
                <a:ext cx="1312200" cy="474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 name="Ink 14"/>
              <p14:cNvContentPartPr/>
              <p14:nvPr/>
            </p14:nvContentPartPr>
            <p14:xfrm>
              <a:off x="7325442" y="6020478"/>
              <a:ext cx="1012680" cy="82800"/>
            </p14:xfrm>
          </p:contentPart>
        </mc:Choice>
        <mc:Fallback xmlns="">
          <p:pic>
            <p:nvPicPr>
              <p:cNvPr id="15" name="Ink 14"/>
              <p:cNvPicPr/>
              <p:nvPr/>
            </p:nvPicPr>
            <p:blipFill>
              <a:blip r:embed="rId9"/>
              <a:stretch>
                <a:fillRect/>
              </a:stretch>
            </p:blipFill>
            <p:spPr>
              <a:xfrm>
                <a:off x="7315722" y="6010758"/>
                <a:ext cx="103212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6" name="Ink 15"/>
              <p14:cNvContentPartPr/>
              <p14:nvPr/>
            </p14:nvContentPartPr>
            <p14:xfrm>
              <a:off x="5021082" y="6083118"/>
              <a:ext cx="1135080" cy="120600"/>
            </p14:xfrm>
          </p:contentPart>
        </mc:Choice>
        <mc:Fallback xmlns="">
          <p:pic>
            <p:nvPicPr>
              <p:cNvPr id="16" name="Ink 15"/>
              <p:cNvPicPr/>
              <p:nvPr/>
            </p:nvPicPr>
            <p:blipFill>
              <a:blip r:embed="rId11"/>
              <a:stretch>
                <a:fillRect/>
              </a:stretch>
            </p:blipFill>
            <p:spPr>
              <a:xfrm>
                <a:off x="5012082" y="6079158"/>
                <a:ext cx="1153440" cy="135360"/>
              </a:xfrm>
              <a:prstGeom prst="rect">
                <a:avLst/>
              </a:prstGeom>
            </p:spPr>
          </p:pic>
        </mc:Fallback>
      </mc:AlternateContent>
    </p:spTree>
    <p:extLst>
      <p:ext uri="{BB962C8B-B14F-4D97-AF65-F5344CB8AC3E}">
        <p14:creationId xmlns:p14="http://schemas.microsoft.com/office/powerpoint/2010/main" val="35704015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5" name="Ink 4"/>
              <p14:cNvContentPartPr/>
              <p14:nvPr/>
            </p14:nvContentPartPr>
            <p14:xfrm>
              <a:off x="1943082" y="2138121"/>
              <a:ext cx="2761560" cy="1749600"/>
            </p14:xfrm>
          </p:contentPart>
        </mc:Choice>
        <mc:Fallback xmlns="">
          <p:pic>
            <p:nvPicPr>
              <p:cNvPr id="5" name="Ink 4"/>
              <p:cNvPicPr/>
              <p:nvPr/>
            </p:nvPicPr>
            <p:blipFill>
              <a:blip r:embed="rId3"/>
              <a:stretch>
                <a:fillRect/>
              </a:stretch>
            </p:blipFill>
            <p:spPr>
              <a:xfrm>
                <a:off x="1936602" y="2131281"/>
                <a:ext cx="2774880" cy="1762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p14:cNvContentPartPr/>
              <p14:nvPr/>
            </p14:nvContentPartPr>
            <p14:xfrm>
              <a:off x="2292282" y="3253401"/>
              <a:ext cx="2410920" cy="1285560"/>
            </p14:xfrm>
          </p:contentPart>
        </mc:Choice>
        <mc:Fallback xmlns="">
          <p:pic>
            <p:nvPicPr>
              <p:cNvPr id="7" name="Ink 6"/>
              <p:cNvPicPr/>
              <p:nvPr/>
            </p:nvPicPr>
            <p:blipFill>
              <a:blip r:embed="rId5"/>
              <a:stretch>
                <a:fillRect/>
              </a:stretch>
            </p:blipFill>
            <p:spPr>
              <a:xfrm>
                <a:off x="2285442" y="3249441"/>
                <a:ext cx="2424240" cy="1296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p14:cNvContentPartPr/>
              <p14:nvPr/>
            </p14:nvContentPartPr>
            <p14:xfrm>
              <a:off x="4578642" y="2940921"/>
              <a:ext cx="670320" cy="432360"/>
            </p14:xfrm>
          </p:contentPart>
        </mc:Choice>
        <mc:Fallback xmlns="">
          <p:pic>
            <p:nvPicPr>
              <p:cNvPr id="9" name="Ink 8"/>
              <p:cNvPicPr/>
              <p:nvPr/>
            </p:nvPicPr>
            <p:blipFill>
              <a:blip r:embed="rId7"/>
              <a:stretch>
                <a:fillRect/>
              </a:stretch>
            </p:blipFill>
            <p:spPr>
              <a:xfrm>
                <a:off x="4570722" y="2932641"/>
                <a:ext cx="686520" cy="448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Ink 15"/>
              <p14:cNvContentPartPr/>
              <p14:nvPr/>
            </p14:nvContentPartPr>
            <p14:xfrm>
              <a:off x="1913202" y="2294721"/>
              <a:ext cx="3253320" cy="2255760"/>
            </p14:xfrm>
          </p:contentPart>
        </mc:Choice>
        <mc:Fallback xmlns="">
          <p:pic>
            <p:nvPicPr>
              <p:cNvPr id="16" name="Ink 15"/>
              <p:cNvPicPr/>
              <p:nvPr/>
            </p:nvPicPr>
            <p:blipFill>
              <a:blip r:embed="rId9"/>
              <a:stretch>
                <a:fillRect/>
              </a:stretch>
            </p:blipFill>
            <p:spPr>
              <a:xfrm>
                <a:off x="1908882" y="2284641"/>
                <a:ext cx="3267720" cy="2270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7" name="Ink 16"/>
              <p14:cNvContentPartPr/>
              <p14:nvPr/>
            </p14:nvContentPartPr>
            <p14:xfrm>
              <a:off x="2055402" y="3983481"/>
              <a:ext cx="446400" cy="253080"/>
            </p14:xfrm>
          </p:contentPart>
        </mc:Choice>
        <mc:Fallback xmlns="">
          <p:pic>
            <p:nvPicPr>
              <p:cNvPr id="17" name="Ink 16"/>
              <p:cNvPicPr/>
              <p:nvPr/>
            </p:nvPicPr>
            <p:blipFill>
              <a:blip r:embed="rId11"/>
              <a:stretch>
                <a:fillRect/>
              </a:stretch>
            </p:blipFill>
            <p:spPr>
              <a:xfrm>
                <a:off x="2049282" y="3976641"/>
                <a:ext cx="45936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8" name="Ink 17"/>
              <p14:cNvContentPartPr/>
              <p14:nvPr/>
            </p14:nvContentPartPr>
            <p14:xfrm>
              <a:off x="2115522" y="3647601"/>
              <a:ext cx="796320" cy="579240"/>
            </p14:xfrm>
          </p:contentPart>
        </mc:Choice>
        <mc:Fallback xmlns="">
          <p:pic>
            <p:nvPicPr>
              <p:cNvPr id="18" name="Ink 17"/>
              <p:cNvPicPr/>
              <p:nvPr/>
            </p:nvPicPr>
            <p:blipFill>
              <a:blip r:embed="rId13"/>
              <a:stretch>
                <a:fillRect/>
              </a:stretch>
            </p:blipFill>
            <p:spPr>
              <a:xfrm>
                <a:off x="2107242" y="3638961"/>
                <a:ext cx="813240" cy="596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0" name="Ink 19"/>
              <p14:cNvContentPartPr/>
              <p14:nvPr/>
            </p14:nvContentPartPr>
            <p14:xfrm>
              <a:off x="2896002" y="2600361"/>
              <a:ext cx="287640" cy="360720"/>
            </p14:xfrm>
          </p:contentPart>
        </mc:Choice>
        <mc:Fallback xmlns="">
          <p:pic>
            <p:nvPicPr>
              <p:cNvPr id="20" name="Ink 19"/>
              <p:cNvPicPr/>
              <p:nvPr/>
            </p:nvPicPr>
            <p:blipFill>
              <a:blip r:embed="rId15"/>
              <a:stretch>
                <a:fillRect/>
              </a:stretch>
            </p:blipFill>
            <p:spPr>
              <a:xfrm>
                <a:off x="2889522" y="2597121"/>
                <a:ext cx="297360" cy="3718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1" name="Ink 20"/>
              <p14:cNvContentPartPr/>
              <p14:nvPr/>
            </p14:nvContentPartPr>
            <p14:xfrm>
              <a:off x="1963242" y="4223961"/>
              <a:ext cx="172080" cy="232920"/>
            </p14:xfrm>
          </p:contentPart>
        </mc:Choice>
        <mc:Fallback xmlns="">
          <p:pic>
            <p:nvPicPr>
              <p:cNvPr id="21" name="Ink 20"/>
              <p:cNvPicPr/>
              <p:nvPr/>
            </p:nvPicPr>
            <p:blipFill>
              <a:blip r:embed="rId17"/>
              <a:stretch>
                <a:fillRect/>
              </a:stretch>
            </p:blipFill>
            <p:spPr>
              <a:xfrm>
                <a:off x="1955682" y="4220721"/>
                <a:ext cx="18288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3" name="Ink 22"/>
              <p14:cNvContentPartPr/>
              <p14:nvPr/>
            </p14:nvContentPartPr>
            <p14:xfrm>
              <a:off x="4137282" y="3611241"/>
              <a:ext cx="174600" cy="246600"/>
            </p14:xfrm>
          </p:contentPart>
        </mc:Choice>
        <mc:Fallback xmlns="">
          <p:pic>
            <p:nvPicPr>
              <p:cNvPr id="23" name="Ink 22"/>
              <p:cNvPicPr/>
              <p:nvPr/>
            </p:nvPicPr>
            <p:blipFill>
              <a:blip r:embed="rId19"/>
              <a:stretch>
                <a:fillRect/>
              </a:stretch>
            </p:blipFill>
            <p:spPr>
              <a:xfrm>
                <a:off x="4130082" y="3607281"/>
                <a:ext cx="18576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4" name="Ink 23"/>
              <p14:cNvContentPartPr/>
              <p14:nvPr/>
            </p14:nvContentPartPr>
            <p14:xfrm>
              <a:off x="2118042" y="2262681"/>
              <a:ext cx="3103560" cy="2121480"/>
            </p14:xfrm>
          </p:contentPart>
        </mc:Choice>
        <mc:Fallback xmlns="">
          <p:pic>
            <p:nvPicPr>
              <p:cNvPr id="24" name="Ink 23"/>
              <p:cNvPicPr/>
              <p:nvPr/>
            </p:nvPicPr>
            <p:blipFill>
              <a:blip r:embed="rId21"/>
              <a:stretch>
                <a:fillRect/>
              </a:stretch>
            </p:blipFill>
            <p:spPr>
              <a:xfrm>
                <a:off x="2083482" y="2162241"/>
                <a:ext cx="3191400" cy="23140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5" name="Ink 24"/>
              <p14:cNvContentPartPr/>
              <p14:nvPr/>
            </p14:nvContentPartPr>
            <p14:xfrm>
              <a:off x="3023442" y="2754081"/>
              <a:ext cx="1833480" cy="1072080"/>
            </p14:xfrm>
          </p:contentPart>
        </mc:Choice>
        <mc:Fallback xmlns="">
          <p:pic>
            <p:nvPicPr>
              <p:cNvPr id="25" name="Ink 24"/>
              <p:cNvPicPr/>
              <p:nvPr/>
            </p:nvPicPr>
            <p:blipFill>
              <a:blip r:embed="rId23"/>
              <a:stretch>
                <a:fillRect/>
              </a:stretch>
            </p:blipFill>
            <p:spPr>
              <a:xfrm>
                <a:off x="2975202" y="2674521"/>
                <a:ext cx="1924200" cy="12488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7" name="Ink 26"/>
              <p14:cNvContentPartPr/>
              <p14:nvPr/>
            </p14:nvContentPartPr>
            <p14:xfrm>
              <a:off x="5605002" y="860481"/>
              <a:ext cx="1944720" cy="852480"/>
            </p14:xfrm>
          </p:contentPart>
        </mc:Choice>
        <mc:Fallback xmlns="">
          <p:pic>
            <p:nvPicPr>
              <p:cNvPr id="27" name="Ink 26"/>
              <p:cNvPicPr/>
              <p:nvPr/>
            </p:nvPicPr>
            <p:blipFill>
              <a:blip r:embed="rId25"/>
              <a:stretch>
                <a:fillRect/>
              </a:stretch>
            </p:blipFill>
            <p:spPr>
              <a:xfrm>
                <a:off x="5598162" y="853641"/>
                <a:ext cx="1958040" cy="8661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3" name="Ink 32"/>
              <p14:cNvContentPartPr/>
              <p14:nvPr/>
            </p14:nvContentPartPr>
            <p14:xfrm>
              <a:off x="6204762" y="1600641"/>
              <a:ext cx="2299320" cy="938880"/>
            </p14:xfrm>
          </p:contentPart>
        </mc:Choice>
        <mc:Fallback xmlns="">
          <p:pic>
            <p:nvPicPr>
              <p:cNvPr id="33" name="Ink 32"/>
              <p:cNvPicPr/>
              <p:nvPr/>
            </p:nvPicPr>
            <p:blipFill>
              <a:blip r:embed="rId27"/>
              <a:stretch>
                <a:fillRect/>
              </a:stretch>
            </p:blipFill>
            <p:spPr>
              <a:xfrm>
                <a:off x="6196842" y="1595601"/>
                <a:ext cx="2315520" cy="9507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53" name="Ink 52"/>
              <p14:cNvContentPartPr/>
              <p14:nvPr/>
            </p14:nvContentPartPr>
            <p14:xfrm>
              <a:off x="7672482" y="1571841"/>
              <a:ext cx="187200" cy="154440"/>
            </p14:xfrm>
          </p:contentPart>
        </mc:Choice>
        <mc:Fallback xmlns="">
          <p:pic>
            <p:nvPicPr>
              <p:cNvPr id="53" name="Ink 52"/>
              <p:cNvPicPr/>
              <p:nvPr/>
            </p:nvPicPr>
            <p:blipFill>
              <a:blip r:embed="rId29"/>
              <a:stretch>
                <a:fillRect/>
              </a:stretch>
            </p:blipFill>
            <p:spPr>
              <a:xfrm>
                <a:off x="7668162" y="1567881"/>
                <a:ext cx="19980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75" name="Ink 74"/>
              <p14:cNvContentPartPr/>
              <p14:nvPr/>
            </p14:nvContentPartPr>
            <p14:xfrm>
              <a:off x="5924322" y="1457361"/>
              <a:ext cx="1025280" cy="335880"/>
            </p14:xfrm>
          </p:contentPart>
        </mc:Choice>
        <mc:Fallback xmlns="">
          <p:pic>
            <p:nvPicPr>
              <p:cNvPr id="75" name="Ink 74"/>
              <p:cNvPicPr/>
              <p:nvPr/>
            </p:nvPicPr>
            <p:blipFill>
              <a:blip r:embed="rId31"/>
              <a:stretch>
                <a:fillRect/>
              </a:stretch>
            </p:blipFill>
            <p:spPr>
              <a:xfrm>
                <a:off x="5916762" y="1449441"/>
                <a:ext cx="1040760" cy="3492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85" name="Ink 84"/>
              <p14:cNvContentPartPr/>
              <p14:nvPr/>
            </p14:nvContentPartPr>
            <p14:xfrm>
              <a:off x="6204402" y="1862361"/>
              <a:ext cx="810000" cy="381960"/>
            </p14:xfrm>
          </p:contentPart>
        </mc:Choice>
        <mc:Fallback xmlns="">
          <p:pic>
            <p:nvPicPr>
              <p:cNvPr id="85" name="Ink 84"/>
              <p:cNvPicPr/>
              <p:nvPr/>
            </p:nvPicPr>
            <p:blipFill>
              <a:blip r:embed="rId33"/>
              <a:stretch>
                <a:fillRect/>
              </a:stretch>
            </p:blipFill>
            <p:spPr>
              <a:xfrm>
                <a:off x="6194322" y="1853361"/>
                <a:ext cx="830160" cy="3985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91" name="Ink 90"/>
              <p14:cNvContentPartPr/>
              <p14:nvPr/>
            </p14:nvContentPartPr>
            <p14:xfrm>
              <a:off x="3474162" y="1170441"/>
              <a:ext cx="475920" cy="270360"/>
            </p14:xfrm>
          </p:contentPart>
        </mc:Choice>
        <mc:Fallback xmlns="">
          <p:pic>
            <p:nvPicPr>
              <p:cNvPr id="91" name="Ink 90"/>
              <p:cNvPicPr/>
              <p:nvPr/>
            </p:nvPicPr>
            <p:blipFill>
              <a:blip r:embed="rId35"/>
              <a:stretch>
                <a:fillRect/>
              </a:stretch>
            </p:blipFill>
            <p:spPr>
              <a:xfrm>
                <a:off x="3460482" y="1160721"/>
                <a:ext cx="498960" cy="291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94" name="Ink 93"/>
              <p14:cNvContentPartPr/>
              <p14:nvPr/>
            </p14:nvContentPartPr>
            <p14:xfrm>
              <a:off x="3483882" y="1370241"/>
              <a:ext cx="1254240" cy="304560"/>
            </p14:xfrm>
          </p:contentPart>
        </mc:Choice>
        <mc:Fallback xmlns="">
          <p:pic>
            <p:nvPicPr>
              <p:cNvPr id="94" name="Ink 93"/>
              <p:cNvPicPr/>
              <p:nvPr/>
            </p:nvPicPr>
            <p:blipFill>
              <a:blip r:embed="rId37"/>
              <a:stretch>
                <a:fillRect/>
              </a:stretch>
            </p:blipFill>
            <p:spPr>
              <a:xfrm>
                <a:off x="3473442" y="1361601"/>
                <a:ext cx="1273320" cy="3236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95" name="Ink 94"/>
              <p14:cNvContentPartPr/>
              <p14:nvPr/>
            </p14:nvContentPartPr>
            <p14:xfrm>
              <a:off x="4071402" y="1022841"/>
              <a:ext cx="263520" cy="343080"/>
            </p14:xfrm>
          </p:contentPart>
        </mc:Choice>
        <mc:Fallback xmlns="">
          <p:pic>
            <p:nvPicPr>
              <p:cNvPr id="95" name="Ink 94"/>
              <p:cNvPicPr/>
              <p:nvPr/>
            </p:nvPicPr>
            <p:blipFill>
              <a:blip r:embed="rId39"/>
              <a:stretch>
                <a:fillRect/>
              </a:stretch>
            </p:blipFill>
            <p:spPr>
              <a:xfrm>
                <a:off x="4060602" y="1012041"/>
                <a:ext cx="277560" cy="3646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97" name="Ink 96"/>
              <p14:cNvContentPartPr/>
              <p14:nvPr/>
            </p14:nvContentPartPr>
            <p14:xfrm>
              <a:off x="7070922" y="2358081"/>
              <a:ext cx="2315880" cy="691920"/>
            </p14:xfrm>
          </p:contentPart>
        </mc:Choice>
        <mc:Fallback xmlns="">
          <p:pic>
            <p:nvPicPr>
              <p:cNvPr id="97" name="Ink 96"/>
              <p:cNvPicPr/>
              <p:nvPr/>
            </p:nvPicPr>
            <p:blipFill>
              <a:blip r:embed="rId41"/>
              <a:stretch>
                <a:fillRect/>
              </a:stretch>
            </p:blipFill>
            <p:spPr>
              <a:xfrm>
                <a:off x="7064442" y="2350161"/>
                <a:ext cx="2333160" cy="7063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01" name="Ink 100"/>
              <p14:cNvContentPartPr/>
              <p14:nvPr/>
            </p14:nvContentPartPr>
            <p14:xfrm>
              <a:off x="4303602" y="3186081"/>
              <a:ext cx="6248160" cy="1808280"/>
            </p14:xfrm>
          </p:contentPart>
        </mc:Choice>
        <mc:Fallback xmlns="">
          <p:pic>
            <p:nvPicPr>
              <p:cNvPr id="101" name="Ink 100"/>
              <p:cNvPicPr/>
              <p:nvPr/>
            </p:nvPicPr>
            <p:blipFill>
              <a:blip r:embed="rId43"/>
              <a:stretch>
                <a:fillRect/>
              </a:stretch>
            </p:blipFill>
            <p:spPr>
              <a:xfrm>
                <a:off x="4295322" y="3181761"/>
                <a:ext cx="6270840" cy="18201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04" name="Ink 103"/>
              <p14:cNvContentPartPr/>
              <p14:nvPr/>
            </p14:nvContentPartPr>
            <p14:xfrm>
              <a:off x="4445082" y="3384441"/>
              <a:ext cx="4489200" cy="1413000"/>
            </p14:xfrm>
          </p:contentPart>
        </mc:Choice>
        <mc:Fallback xmlns="">
          <p:pic>
            <p:nvPicPr>
              <p:cNvPr id="104" name="Ink 103"/>
              <p:cNvPicPr/>
              <p:nvPr/>
            </p:nvPicPr>
            <p:blipFill>
              <a:blip r:embed="rId45"/>
              <a:stretch>
                <a:fillRect/>
              </a:stretch>
            </p:blipFill>
            <p:spPr>
              <a:xfrm>
                <a:off x="4440042" y="3376521"/>
                <a:ext cx="4501800" cy="14259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07" name="Ink 106"/>
              <p14:cNvContentPartPr/>
              <p14:nvPr/>
            </p14:nvContentPartPr>
            <p14:xfrm>
              <a:off x="7060122" y="1049121"/>
              <a:ext cx="33120" cy="9720"/>
            </p14:xfrm>
          </p:contentPart>
        </mc:Choice>
        <mc:Fallback xmlns="">
          <p:pic>
            <p:nvPicPr>
              <p:cNvPr id="107" name="Ink 106"/>
              <p:cNvPicPr/>
              <p:nvPr/>
            </p:nvPicPr>
            <p:blipFill>
              <a:blip r:embed="rId47"/>
              <a:stretch>
                <a:fillRect/>
              </a:stretch>
            </p:blipFill>
            <p:spPr>
              <a:xfrm>
                <a:off x="7054002" y="1043001"/>
                <a:ext cx="450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08" name="Ink 107"/>
              <p14:cNvContentPartPr/>
              <p14:nvPr/>
            </p14:nvContentPartPr>
            <p14:xfrm>
              <a:off x="7900362" y="3519081"/>
              <a:ext cx="62640" cy="19440"/>
            </p14:xfrm>
          </p:contentPart>
        </mc:Choice>
        <mc:Fallback xmlns="">
          <p:pic>
            <p:nvPicPr>
              <p:cNvPr id="108" name="Ink 107"/>
              <p:cNvPicPr/>
              <p:nvPr/>
            </p:nvPicPr>
            <p:blipFill>
              <a:blip r:embed="rId49"/>
              <a:stretch>
                <a:fillRect/>
              </a:stretch>
            </p:blipFill>
            <p:spPr>
              <a:xfrm>
                <a:off x="7894962" y="3513681"/>
                <a:ext cx="7776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10" name="Ink 109"/>
              <p14:cNvContentPartPr/>
              <p14:nvPr/>
            </p14:nvContentPartPr>
            <p14:xfrm>
              <a:off x="7806762" y="1183761"/>
              <a:ext cx="2880" cy="7200"/>
            </p14:xfrm>
          </p:contentPart>
        </mc:Choice>
        <mc:Fallback xmlns="">
          <p:pic>
            <p:nvPicPr>
              <p:cNvPr id="110" name="Ink 109"/>
              <p:cNvPicPr/>
              <p:nvPr/>
            </p:nvPicPr>
            <p:blipFill>
              <a:blip r:embed="rId51"/>
              <a:stretch>
                <a:fillRect/>
              </a:stretch>
            </p:blipFill>
            <p:spPr>
              <a:xfrm>
                <a:off x="7800642" y="1180521"/>
                <a:ext cx="15120" cy="165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11" name="Ink 110"/>
              <p14:cNvContentPartPr/>
              <p14:nvPr/>
            </p14:nvContentPartPr>
            <p14:xfrm>
              <a:off x="7858602" y="975321"/>
              <a:ext cx="24480" cy="29880"/>
            </p14:xfrm>
          </p:contentPart>
        </mc:Choice>
        <mc:Fallback xmlns="">
          <p:pic>
            <p:nvPicPr>
              <p:cNvPr id="111" name="Ink 110"/>
              <p:cNvPicPr/>
              <p:nvPr/>
            </p:nvPicPr>
            <p:blipFill>
              <a:blip r:embed="rId53"/>
              <a:stretch>
                <a:fillRect/>
              </a:stretch>
            </p:blipFill>
            <p:spPr>
              <a:xfrm>
                <a:off x="7851402" y="967761"/>
                <a:ext cx="3924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12" name="Ink 111"/>
              <p14:cNvContentPartPr/>
              <p14:nvPr/>
            </p14:nvContentPartPr>
            <p14:xfrm>
              <a:off x="5942322" y="1365201"/>
              <a:ext cx="1053360" cy="853560"/>
            </p14:xfrm>
          </p:contentPart>
        </mc:Choice>
        <mc:Fallback xmlns="">
          <p:pic>
            <p:nvPicPr>
              <p:cNvPr id="112" name="Ink 111"/>
              <p:cNvPicPr/>
              <p:nvPr/>
            </p:nvPicPr>
            <p:blipFill>
              <a:blip r:embed="rId55"/>
              <a:stretch>
                <a:fillRect/>
              </a:stretch>
            </p:blipFill>
            <p:spPr>
              <a:xfrm>
                <a:off x="5935122" y="1357281"/>
                <a:ext cx="1068480" cy="8694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14" name="Ink 113"/>
              <p14:cNvContentPartPr/>
              <p14:nvPr/>
            </p14:nvContentPartPr>
            <p14:xfrm>
              <a:off x="7153362" y="1788921"/>
              <a:ext cx="43560" cy="31320"/>
            </p14:xfrm>
          </p:contentPart>
        </mc:Choice>
        <mc:Fallback xmlns="">
          <p:pic>
            <p:nvPicPr>
              <p:cNvPr id="114" name="Ink 113"/>
              <p:cNvPicPr/>
              <p:nvPr/>
            </p:nvPicPr>
            <p:blipFill>
              <a:blip r:embed="rId57"/>
              <a:stretch>
                <a:fillRect/>
              </a:stretch>
            </p:blipFill>
            <p:spPr>
              <a:xfrm>
                <a:off x="7147242" y="1778481"/>
                <a:ext cx="6012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15" name="Ink 114"/>
              <p14:cNvContentPartPr/>
              <p14:nvPr/>
            </p14:nvContentPartPr>
            <p14:xfrm>
              <a:off x="7036002" y="1725201"/>
              <a:ext cx="30960" cy="27000"/>
            </p14:xfrm>
          </p:contentPart>
        </mc:Choice>
        <mc:Fallback xmlns="">
          <p:pic>
            <p:nvPicPr>
              <p:cNvPr id="115" name="Ink 114"/>
              <p:cNvPicPr/>
              <p:nvPr/>
            </p:nvPicPr>
            <p:blipFill>
              <a:blip r:embed="rId59"/>
              <a:stretch>
                <a:fillRect/>
              </a:stretch>
            </p:blipFill>
            <p:spPr>
              <a:xfrm>
                <a:off x="7028802" y="1715841"/>
                <a:ext cx="4752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16" name="Ink 115"/>
              <p14:cNvContentPartPr/>
              <p14:nvPr/>
            </p14:nvContentPartPr>
            <p14:xfrm>
              <a:off x="7226082" y="1396161"/>
              <a:ext cx="26640" cy="19080"/>
            </p14:xfrm>
          </p:contentPart>
        </mc:Choice>
        <mc:Fallback xmlns="">
          <p:pic>
            <p:nvPicPr>
              <p:cNvPr id="116" name="Ink 115"/>
              <p:cNvPicPr/>
              <p:nvPr/>
            </p:nvPicPr>
            <p:blipFill>
              <a:blip r:embed="rId61"/>
              <a:stretch>
                <a:fillRect/>
              </a:stretch>
            </p:blipFill>
            <p:spPr>
              <a:xfrm>
                <a:off x="7221762" y="1387881"/>
                <a:ext cx="3924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20" name="Ink 119"/>
              <p14:cNvContentPartPr/>
              <p14:nvPr/>
            </p14:nvContentPartPr>
            <p14:xfrm>
              <a:off x="8002602" y="1646361"/>
              <a:ext cx="34560" cy="23760"/>
            </p14:xfrm>
          </p:contentPart>
        </mc:Choice>
        <mc:Fallback xmlns="">
          <p:pic>
            <p:nvPicPr>
              <p:cNvPr id="120" name="Ink 119"/>
              <p:cNvPicPr/>
              <p:nvPr/>
            </p:nvPicPr>
            <p:blipFill>
              <a:blip r:embed="rId63"/>
              <a:stretch>
                <a:fillRect/>
              </a:stretch>
            </p:blipFill>
            <p:spPr>
              <a:xfrm>
                <a:off x="7999002" y="1639161"/>
                <a:ext cx="4572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21" name="Ink 120"/>
              <p14:cNvContentPartPr/>
              <p14:nvPr/>
            </p14:nvContentPartPr>
            <p14:xfrm>
              <a:off x="7088562" y="1960281"/>
              <a:ext cx="43560" cy="37080"/>
            </p14:xfrm>
          </p:contentPart>
        </mc:Choice>
        <mc:Fallback xmlns="">
          <p:pic>
            <p:nvPicPr>
              <p:cNvPr id="121" name="Ink 120"/>
              <p:cNvPicPr/>
              <p:nvPr/>
            </p:nvPicPr>
            <p:blipFill>
              <a:blip r:embed="rId65"/>
              <a:stretch>
                <a:fillRect/>
              </a:stretch>
            </p:blipFill>
            <p:spPr>
              <a:xfrm>
                <a:off x="7084242" y="1955961"/>
                <a:ext cx="5760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22" name="Ink 121"/>
              <p14:cNvContentPartPr/>
              <p14:nvPr/>
            </p14:nvContentPartPr>
            <p14:xfrm>
              <a:off x="7226082" y="1578321"/>
              <a:ext cx="38160" cy="29880"/>
            </p14:xfrm>
          </p:contentPart>
        </mc:Choice>
        <mc:Fallback xmlns="">
          <p:pic>
            <p:nvPicPr>
              <p:cNvPr id="122" name="Ink 121"/>
              <p:cNvPicPr/>
              <p:nvPr/>
            </p:nvPicPr>
            <p:blipFill>
              <a:blip r:embed="rId67"/>
              <a:stretch>
                <a:fillRect/>
              </a:stretch>
            </p:blipFill>
            <p:spPr>
              <a:xfrm>
                <a:off x="7222122" y="1571481"/>
                <a:ext cx="4968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23" name="Ink 122"/>
              <p14:cNvContentPartPr/>
              <p14:nvPr/>
            </p14:nvContentPartPr>
            <p14:xfrm>
              <a:off x="7423722" y="1165401"/>
              <a:ext cx="75240" cy="38160"/>
            </p14:xfrm>
          </p:contentPart>
        </mc:Choice>
        <mc:Fallback xmlns="">
          <p:pic>
            <p:nvPicPr>
              <p:cNvPr id="123" name="Ink 122"/>
              <p:cNvPicPr/>
              <p:nvPr/>
            </p:nvPicPr>
            <p:blipFill>
              <a:blip r:embed="rId69"/>
              <a:stretch>
                <a:fillRect/>
              </a:stretch>
            </p:blipFill>
            <p:spPr>
              <a:xfrm>
                <a:off x="7420122" y="1161801"/>
                <a:ext cx="8784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24" name="Ink 123"/>
              <p14:cNvContentPartPr/>
              <p14:nvPr/>
            </p14:nvContentPartPr>
            <p14:xfrm>
              <a:off x="7551522" y="1030041"/>
              <a:ext cx="11160" cy="17280"/>
            </p14:xfrm>
          </p:contentPart>
        </mc:Choice>
        <mc:Fallback xmlns="">
          <p:pic>
            <p:nvPicPr>
              <p:cNvPr id="124" name="Ink 123"/>
              <p:cNvPicPr/>
              <p:nvPr/>
            </p:nvPicPr>
            <p:blipFill>
              <a:blip r:embed="rId71"/>
              <a:stretch>
                <a:fillRect/>
              </a:stretch>
            </p:blipFill>
            <p:spPr>
              <a:xfrm>
                <a:off x="7544322" y="1022841"/>
                <a:ext cx="2232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25" name="Ink 124"/>
              <p14:cNvContentPartPr/>
              <p14:nvPr/>
            </p14:nvContentPartPr>
            <p14:xfrm>
              <a:off x="3184722" y="1270881"/>
              <a:ext cx="155520" cy="318240"/>
            </p14:xfrm>
          </p:contentPart>
        </mc:Choice>
        <mc:Fallback xmlns="">
          <p:pic>
            <p:nvPicPr>
              <p:cNvPr id="125" name="Ink 124"/>
              <p:cNvPicPr/>
              <p:nvPr/>
            </p:nvPicPr>
            <p:blipFill>
              <a:blip r:embed="rId73"/>
              <a:stretch>
                <a:fillRect/>
              </a:stretch>
            </p:blipFill>
            <p:spPr>
              <a:xfrm>
                <a:off x="3176802" y="1263321"/>
                <a:ext cx="169560" cy="3333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26" name="Ink 125"/>
              <p14:cNvContentPartPr/>
              <p14:nvPr/>
            </p14:nvContentPartPr>
            <p14:xfrm>
              <a:off x="2635362" y="419481"/>
              <a:ext cx="2401200" cy="1397160"/>
            </p14:xfrm>
          </p:contentPart>
        </mc:Choice>
        <mc:Fallback xmlns="">
          <p:pic>
            <p:nvPicPr>
              <p:cNvPr id="126" name="Ink 125"/>
              <p:cNvPicPr/>
              <p:nvPr/>
            </p:nvPicPr>
            <p:blipFill>
              <a:blip r:embed="rId75"/>
              <a:stretch>
                <a:fillRect/>
              </a:stretch>
            </p:blipFill>
            <p:spPr>
              <a:xfrm>
                <a:off x="2626362" y="410481"/>
                <a:ext cx="2419200" cy="1416600"/>
              </a:xfrm>
              <a:prstGeom prst="rect">
                <a:avLst/>
              </a:prstGeom>
            </p:spPr>
          </p:pic>
        </mc:Fallback>
      </mc:AlternateContent>
    </p:spTree>
    <p:extLst>
      <p:ext uri="{BB962C8B-B14F-4D97-AF65-F5344CB8AC3E}">
        <p14:creationId xmlns:p14="http://schemas.microsoft.com/office/powerpoint/2010/main" val="26332492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6621</TotalTime>
  <Words>244</Words>
  <Application>Microsoft Office PowerPoint</Application>
  <PresentationFormat>Widescreen</PresentationFormat>
  <Paragraphs>53</Paragraphs>
  <Slides>34</Slides>
  <Notes>0</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Office Theme</vt:lpstr>
      <vt:lpstr>CSE 445 Lecture 8.2</vt:lpstr>
      <vt:lpstr>Multiclass Classification</vt:lpstr>
      <vt:lpstr>One-vs-One (OvO) strategy</vt:lpstr>
      <vt:lpstr>One-vs-Rest (OvR) strategy</vt:lpstr>
      <vt:lpstr>Multiclass linear classification</vt:lpstr>
      <vt:lpstr>From binary to multiclass logistic regression </vt:lpstr>
      <vt:lpstr>Multiclass logistic regression</vt:lpstr>
      <vt:lpstr>Multiclass Perceptron</vt:lpstr>
      <vt:lpstr>Multiclass perceptron example</vt:lpstr>
      <vt:lpstr>Multiclass SVM</vt:lpstr>
      <vt:lpstr>Multiclass SVM example: iris</vt:lpstr>
      <vt:lpstr>Multiclass SVM</vt:lpstr>
      <vt:lpstr>Kernel Methods</vt:lpstr>
      <vt:lpstr>How do we deal with nonlinear boundaries?</vt:lpstr>
      <vt:lpstr>Basis expansion for quadratic boundaries</vt:lpstr>
      <vt:lpstr>Idea check 1</vt:lpstr>
      <vt:lpstr>Idea check 2</vt:lpstr>
      <vt:lpstr>Perceptron for learning quadratic boundary</vt:lpstr>
      <vt:lpstr>Perceptron with basis expansion: example 1</vt:lpstr>
      <vt:lpstr>Perception with basis expansion</vt:lpstr>
      <vt:lpstr> </vt:lpstr>
      <vt:lpstr>Perception with basis expansion</vt:lpstr>
      <vt:lpstr>Perceptron with basis expansion: problem</vt:lpstr>
      <vt:lpstr>The kernel trick</vt:lpstr>
      <vt:lpstr>Computing dot products</vt:lpstr>
      <vt:lpstr>Computing dot products</vt:lpstr>
      <vt:lpstr>Kernel perceptron algorithm</vt:lpstr>
      <vt:lpstr>Using kernel trick of basis expansion</vt:lpstr>
      <vt:lpstr>Expand the kernel trick to SVM</vt:lpstr>
      <vt:lpstr>Support vector machine optimization</vt:lpstr>
      <vt:lpstr>Kernel SVM</vt:lpstr>
      <vt:lpstr>Kernel perceptron vs Kernel SVM</vt:lpstr>
      <vt:lpstr>Polynomial decision boundaries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327 Lecture 8</dc:title>
  <dc:creator>Mohammad Khan</dc:creator>
  <cp:lastModifiedBy>Mohammad Khan</cp:lastModifiedBy>
  <cp:revision>274</cp:revision>
  <dcterms:created xsi:type="dcterms:W3CDTF">2018-11-03T12:07:21Z</dcterms:created>
  <dcterms:modified xsi:type="dcterms:W3CDTF">2026-07-25T05:17:49Z</dcterms:modified>
</cp:coreProperties>
</file>
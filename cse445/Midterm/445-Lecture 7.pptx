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2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notesSlides/notesSlide3.xml" ContentType="application/vnd.openxmlformats-officedocument.presentationml.notesSlide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notesSlides/notesSlide4.xml" ContentType="application/vnd.openxmlformats-officedocument.presentationml.notesSlide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notesSlides/notesSlide5.xml" ContentType="application/vnd.openxmlformats-officedocument.presentationml.notesSlide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notesSlides/notesSlide6.xml" ContentType="application/vnd.openxmlformats-officedocument.presentationml.notesSlide+xml"/>
  <Override PartName="/ppt/ink/ink144.xml" ContentType="application/inkml+xml"/>
  <Override PartName="/ppt/ink/ink145.xml" ContentType="application/inkml+xml"/>
  <Override PartName="/ppt/notesSlides/notesSlide7.xml" ContentType="application/vnd.openxmlformats-officedocument.presentationml.notesSlide+xml"/>
  <Override PartName="/ppt/ink/ink146.xml" ContentType="application/inkml+xml"/>
  <Override PartName="/ppt/ink/ink147.xml" ContentType="application/inkml+xml"/>
  <Override PartName="/ppt/notesSlides/notesSlide8.xml" ContentType="application/vnd.openxmlformats-officedocument.presentationml.notesSlide+xml"/>
  <Override PartName="/ppt/ink/ink148.xml" ContentType="application/inkml+xml"/>
  <Override PartName="/ppt/notesSlides/notesSlide9.xml" ContentType="application/vnd.openxmlformats-officedocument.presentationml.notesSlide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notesSlides/notesSlide10.xml" ContentType="application/vnd.openxmlformats-officedocument.presentationml.notesSlide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notesSlides/notesSlide11.xml" ContentType="application/vnd.openxmlformats-officedocument.presentationml.notesSlide+xml"/>
  <Override PartName="/ppt/ink/ink16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0" r:id="rId3"/>
    <p:sldId id="281" r:id="rId4"/>
    <p:sldId id="282" r:id="rId5"/>
    <p:sldId id="283" r:id="rId6"/>
    <p:sldId id="284" r:id="rId7"/>
    <p:sldId id="288" r:id="rId8"/>
    <p:sldId id="285" r:id="rId9"/>
    <p:sldId id="286" r:id="rId10"/>
    <p:sldId id="287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ip0MNwDKTPvOadlxiNUWrkASE+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B5CED7-719A-57FC-4182-7332D88417DA}" v="1" dt="2026-07-09T03:40:20.1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customschemas.google.com/relationships/presentationmetadata" Target="meta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02:19.265"/>
    </inkml:context>
    <inkml:brush xml:id="br0">
      <inkml:brushProperty name="width" value="0.05833" units="cm"/>
      <inkml:brushProperty name="height" value="0.05833" units="cm"/>
      <inkml:brushProperty name="color" value="#398E00"/>
      <inkml:brushProperty name="fitToCurve" value="1"/>
    </inkml:brush>
  </inkml:definitions>
  <inkml:trace contextRef="#ctx0" brushRef="#br0">-6511-315 1337 0,'0'0'13'0,"0"-11"9"0,0 11 10 0,0 0 20 15,0 0 4-15,0-6-7 0,0 6 22 0,0 0-1 16,0 0 1-16,0 0 6 0,0-8-21 0,-8 8-10 15,8 0-15-15,-9-3-2 0,9 3-2 16,0-5-7-16,0 4 1 0,-5 1-4 0,5 0-5 16,-3 0-7-16,3 0 1 0,0 0-1 0,0 0 0 15,-4 0 1-15,4 0-2 0,-2 0-3 0,2 0-6 16,0 0 4-16,0 0 1 0,0 0-5 0,0 0 5 16,0 0-2-16,0 0-1 0,0 0 1 0,0 0-2 15,0 0 2-15,0 0-2 0,0 6 2 0,0-6-1 16,0 0 4-16,0 0 3 0,0 0-5 0,0 0 2 15,0 0 0-15,0 0-2 0,0 0 4 0,0 0-3 16,0 0 0-16,0 0 2 0,0 0 0 0,0 0 2 16,0 0-4-16,0 0 1 0,0 0 1 0,0 0 3 15,0 0 1-15,0 0 3 0,0 0 0 16,0 0 2-16,0 0 3 0,0 0 0 0,0 0-1 16,0 0-7-16,0 0-1 0,0 0-3 0,0 0-6 15,0 0 5-15,0 0-3 0,0 0 2 0,0 0 4 16,0 0-2-16,0 0 1 0,0 0-5 0,0 0 1 15,0 0 1-15,0 0 0 0,0 0 4 0,0 0-3 16,0 0 7-16,0 0 2 0,0 0 3 0,0 0 6 16,0 0-5-16,0 0-2 0,0 0-4 0,0 0 1 15,0 0-2-15,0 0 0 0,0 0 0 0,0 0-4 16,0 0-3-16,0 0 9 0,0 0 0 0,0 0 2 16,0 0 2-16,-12 0-7 0,12 0-1 0,0 0-6 15,0 0 1-15,0 0 0 0,0 0-2 16,0 0 3-16,0 0 0 0,0 0 0 0,0 0 2 15,0 0-6-15,0 0 5 0,0 0-5 0,0 0 4 16,0 0-3-16,0 0-6 0,0 0 8 0,0 0-4 16,0 0 11-16,0 0 0 0,0 0-3 0,0 0 1 15,0 0-9-15,0 0 5 0,0 0 3 0,0 0-4 16,0 0 1-16,0 0 0 0,0 0 4 0,0 0 1 16,0 0 8-16,0 0-7 0,0 0-1 0,0 0-3 15,0 0 1-15,0 0 1 0,0 0-4 16,-14 0 1-16,14 0-2 0,0 0 2 0,0 0-2 0,0 0 4 15,0 0-6-15,0 0 0 0,0 0 4 16,-9 0-3-16,9 0 1 0,0 0 3 0,0 0-4 16,0 0 2-16,0 0-1 0,-7 0 3 0,7 0 2 15,0 0 0-15,0 0 5 0,0 0-8 0,0 0 8 16,0 0-1-16,0 0 3 0,0 0 1 0,0 0-2 16,0 0 3-16,0-8-3 0,0 8 2 0,0 0-5 15,0 0-2-15,0-9 2 0,-9 9 0 0,9-7 0 16,0 7 2-16,0-6-4 0,0 1 1 0,0 3 6 15,0 2-4-15,0-4 7 0,0 2-5 0,0-1-4 16,0-1 3-16,-11 2-4 0,11 1 0 16,0 0-1-16,-11-4-1 0,11 5 0 0,-6-4-1 15,6 0-1-15,0 4 0 0,0 0-2 0,-6-1-4 16,6-1 3-16,0 1 0 0,-3 1-2 0,3 0 7 16,-1 0-4-16,1 0-2 0,0 0 0 0,0 0-2 15,0 0-1-15,0 0 1 0,-3 0 4 0,1 0-3 16,2 0-27-16,0 0-54 0,-1 0-52 0,1 0-45 15,0 0-38-15,0 0-19 0,0 0-157 0,0 0-103 16,0 0 66-16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03:02.945"/>
    </inkml:context>
    <inkml:brush xml:id="br0">
      <inkml:brushProperty name="width" value="0.08333" units="cm"/>
      <inkml:brushProperty name="height" value="0.08333" units="cm"/>
      <inkml:brushProperty name="color" value="#ED1C24"/>
      <inkml:brushProperty name="fitToCurve" value="1"/>
    </inkml:brush>
  </inkml:definitions>
  <inkml:trace contextRef="#ctx0" brushRef="#br0">0 327 1837 0,'7'2'25'15,"-1"-2"25"-15,0 0 19 0,2 0 21 0,-2-16-5 16,-1 0 3-16,-1 3-1 0,1 2 0 0,1 0-2 15,-2 0-18-15,3-1 3 0,-3-1-16 0,5 0-8 16,-3-1 6-16,0 0-8 0,2-2 4 0,0 2-7 16,-1-1 5-16,1-1 1 0,-1 3 5 0,-1-2-3 15,-1 5-15-15,-1-1-7 0,1-2-11 0,-3 4 6 16,1 0 8-16,-2 0 1 0,1 1 3 16,-1 2-10-16,1-1-5 0,-2 3-4 0,1-2 0 15,1 5-1-15,-1-1-4 0,-1 0-5 0,3 2-9 16,-3 0 5-16,0 0-1 0,0 0-4 0,0 0 9 15,0 0-1-15,0 0-2 0,0 0-3 0,0 0-2 16,0 0-3-16,0 0 6 0,0 0 3 0,0 0-6 16,0 0 2-16,0 0-2 0,0 0 4 0,0 0 0 15,0 0-2-15,0 0-3 0,0 0-2 0,0 0 7 16,0 0 4-16,0 0-1 0,0 0-2 0,0 0-10 16,0 0-4-16,0 0 3 0,0 0 5 0,0 0 5 15,0 0 2-15,0 0-3 0,0 0 1 0,0 0-3 16,0 0 6-16,0 0 0 0,0 0-5 0,0 0 0 15,0 0 0-15,0 0 6 0,0 0-4 0,0 0 5 16,0 0-11-16,0 0 3 0,0 0-4 16,0 0 2-16,0 0 10 0,0 0-11 0,0 0 6 15,0 0-2-15,0 0-4 0,0 0 4 0,0 0 5 16,0 0 0-16,0 0-9 0,0 0 9 0,0 0-4 16,0 0-3-16,0 0 3 0,0 0-1 0,0 0-4 15,0 0 3-15,0 0 0 0,0 0-4 0,0 0 10 16,0 0-3-16,0 0 6 0,0 0-10 15,0 0 0-15,0 0 6 16,0 0-5 0,0 0 12-16,0 0-12 0,0 0 2 0,0 0 4 0,0 0-4 0,0 0 1 0,0 0-3 0,0 0-3 0,0 0 2 15,0 0 4-15,0 0 4 0,0 0 0 0,0 0-2 16,0 0 0-16,0 0-3 0,0 0-1 0,0 0 8 16,0 0-11-16,0 0 3 0,0 0 4 0,0 0-8 15,0 0 10-15,0 0-3 16,0 0-2-16,0 0-2 0,0 0 4 0,0 0 0 0,0 0 4 15,0 0-1-15,0 0-10 0,0 0-1 0,0 0 2 0,0 0 1 16,0 0 7-16,0 0-2 0,0 0-3 0,0 0 3 16,0 0-5-16,0 0 8 0,0 0-10 0,0 0 2 15,0 0 7-15,0 0-6 0,0 0 3 16,0 0 7-16,0 0-8 0,0 0 4 0,0 0 2 0,0 0-8 16,0 0 7-16,0 0-4 0,0 0 2 15,0 0 0-15,0 0-7 0,0 0 0 0,0 0 9 16,0 0-5-16,0 0 9 0,0 0-7 0,0 0-7 15,0 0 9-15,0 0-9 0,0 0 10 0,0 0-1 16,0 0-8-16,0 0 8 0,0 0-4 0,0 0-2 16,0 0 2-16,0 0 2 0,0 0-11 0,0 0-76 15,0 0-73-15,0 0-53 0,0 0-45 0,0 0 4 16,0 11-2-16,11 1-79 0,1 6-263 0,3-1 77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08:03.445"/>
    </inkml:context>
    <inkml:brush xml:id="br0">
      <inkml:brushProperty name="width" value="0.05833" units="cm"/>
      <inkml:brushProperty name="height" value="0.05833" units="cm"/>
      <inkml:brushProperty name="color" value="#FF8000"/>
      <inkml:brushProperty name="fitToCurve" value="1"/>
    </inkml:brush>
  </inkml:definitions>
  <inkml:trace contextRef="#ctx0" brushRef="#br0">27 0 1200 0,'0'0'43'0,"0"0"30"0,0 0 18 0,0 0 17 15,0 0-26-15,0 0-17 0,-10 0 7 0,10 0 1 16,0 7 8-16,0-7 2 0,0 0-10 0,0 0-12 15,-6 0-11-15,6 0-15 0,0 0-12 16,0 0-1-16,0 0-14 16,-5 0-1-16,5 0-3 0,0 0-7 0,0 0 0 0,0 0-1 0,-6 0-15 15,6 0-24-15,0 0-39 0,0 0-48 0,0 0-64 16,0 0-123-16,0 0-130 0,0 0 17 0,0 0 81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14:05.056"/>
    </inkml:context>
    <inkml:brush xml:id="br0">
      <inkml:brushProperty name="width" value="0.05833" units="cm"/>
      <inkml:brushProperty name="height" value="0.05833" units="cm"/>
      <inkml:brushProperty name="color" value="#398E00"/>
      <inkml:brushProperty name="fitToCurve" value="1"/>
    </inkml:brush>
  </inkml:definitions>
  <inkml:trace contextRef="#ctx0" brushRef="#br0">-3 166 1698 0,'-2'2'18'0,"2"-2"10"0,-1 0 10 0,1 0 11 16,0 0-1-16,0 0 7 0,0 0 7 0,0 0 0 15,0 0-10-15,0 0-7 0,0 0-15 0,0 0-13 16,0 0-9-16,0 0-6 0,0 0 0 0,0 0-1 15,13 0 7-15,-2-8 3 0,1 8 6 0,5-9 4 16,-4 1-3-16,6 3-2 0,-1-1 3 0,3 1 1 16,0 1-1-16,2 1-2 0,0 0-2 15,-2 1-5-15,0-1 8 0,2 3-2 0,5-1-10 16,-6 0 8-16,6 0-12 0,2 0 8 0,2-1 5 16,0 1 7-16,6-1 12 0,4 0-4 0,1-2 1 15,1-1-10-15,7-1-6 0,3 2-1 0,2-4-3 16,6 0-7-16,2-1 6 0,1 1-1 0,4-1 0 15,3 1 6-15,-2 0-7 0,0 2-4 0,-1-2-2 16,-3 4-3-16,-3 2 1 0,0-2 0 16,0 4 3-16,-4 0 5 0,-3 0-4 0,3 0 3 0,-3 0-1 15,4 0-6-15,-4 0 4 0,0 0-1 0,3 0 2 16,-2 7-3-16,-1-7-4 0,0 8 4 0,0-8-5 16,0 0 3-16,0 4 2 0,-4-4-4 15,4 0 5-15,-6 0-3 0,7 0 0 0,-6 0 2 16,2 0-4-16,1 0 2 0,-1 0 3 0,-2 0-1 15,-1 0-2-15,4 0 3 0,-4 0-3 0,-2 0-1 16,2 0 1-16,-4 0 2 0,1 0-6 0,-1 0 2 16,2 8 6-16,-4-8-6 0,-1 0 10 0,2 0-4 15,2 0-4-15,-1 0 6 0,-2 0-8 0,5 0-2 16,-2 0 6-16,1 0-2 0,-1 0 4 0,-1 0 6 16,3 0-8-16,-2 0-6 0,0 0 6 0,-2 0-2 15,5-6 2-15,-4 6 8 0,1-6-6 0,-4 6 0 16,-1 0-2-16,-2 0 2 0,-1 0-4 0,-2 0-4 15,-6 0 8-15,-3 0-8 0,-2 0 2 16,-7 0 6-16,0 0 0 0,-7 0 33 0,-2 0 23 16,-4 0 17-16,-1 0 2 0,-2 0-17 0,-3 0-13 15,0 0-10-15,0 0 5 0,0 0-1 0,0 0-2 16,0 0-2-16,0 0-10 0,0 0-10 0,0 0-2 16,0 0 3-16,0 0-4 0,0 0 5 0,0 0-9 15,0 0-4-15,0 0-6 0,0 0 2 0,0 0-1 16,0 0-6-16,0 0 7 0,0 0-11 0,0 0 4 15,0 0 9-15,0 0-6 0,0 0 3 0,0 0-5 16,0 0-7-16,0 0 3 0,0 0 6 0,9 0 5 16,2 0 1-16,-5 0 1 0,4 0-4 15,0 0-1-15,3 0-4 0,-4 0 4 0,7 0 4 0,-3 0-3 16,1-9 3-16,-4 9-5 0,3 0 0 16,-9 0 2-16,2-6 5 0,-1 6 12 0,-2 0 4 15,-3 0 2-15,1 0 2 0,1 0 1 0,-2 0-10 16,0 0 3-16,0 0-10 0,0 0-4 0,0 0-4 15,0 0 0-15,0 0-6 0,0 0 3 0,0 0-4 16,0 0 0-16,0 0 7 0,0 0-28 0,0 0-19 16,0 0-73-16,0 0-115 0,0 0-116 0,0 0-126 15,0 0-275-15,-11 0 37 0,5 0 133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08:01.444"/>
    </inkml:context>
    <inkml:brush xml:id="br0">
      <inkml:brushProperty name="width" value="0.05833" units="cm"/>
      <inkml:brushProperty name="height" value="0.05833" units="cm"/>
      <inkml:brushProperty name="color" value="#FF8000"/>
      <inkml:brushProperty name="fitToCurve" value="1"/>
    </inkml:brush>
  </inkml:definitions>
  <inkml:trace contextRef="#ctx0" brushRef="#br0">18 0 1620 0,'-3'4'11'0,"1"-4"25"0,2 3 28 15,0-2 25-15,0-1 14 0,17 3-10 0,3-1-17 16,4-1-11-16,3 2-20 0,2 1-9 0,3 0-7 15,3 1-19-15,-3 1-6 0,-3 2-6 16,-5 0-8-16,-4 2 1 16,-4 1 6-16,-3 1 3 0,-4 0 3 0,-5 5 2 0,-4 1 4 0,0 5 0 15,0 1 5-15,-16 5 4 0,-10 2-60 0,-8 4-61 16,-11 4-105-16,-16 4-242 0,-12 1-83 0,-16 2 60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59:55.175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0 8 743 0,'2'0'79'16,"-1"0"48"-16,2 0 24 0,-3-8 22 0,2 8-60 15,-1 0-35-15,-1 0-11 0,0 0-13 0,0 0-15 16,0 0 5-16,0 0-6 0,0 0 0 0,0 0-3 16,0 0-14-16,0 0-3 0,0 0 1 0,0 0 3 15,0 0-1-15,0 0-2 0,0 0-8 0,0 0-7 16,0 0 4-16,0 0-3 0,0 0 1 0,0 0-1 15,0 0-12-15,0 0 4 0,0 0-1 16,0 0-1-16,0 0 0 0,0 0-21 0,0 0-19 0,0 0-24 16,0 0-42-16,0 0-22 0,0 0-106 15,0 0-95-15,0 0-27 0,0 0 39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10:53.821"/>
    </inkml:context>
    <inkml:brush xml:id="br0">
      <inkml:brushProperty name="width" value="0.05833" units="cm"/>
      <inkml:brushProperty name="height" value="0.05833" units="cm"/>
      <inkml:brushProperty name="color" value="#FF8000"/>
      <inkml:brushProperty name="fitToCurve" value="1"/>
    </inkml:brush>
  </inkml:definitions>
  <inkml:trace contextRef="#ctx0" brushRef="#br0">16255 4177 1867 0,'0'-6'14'0,"0"0"24"0,0 0 18 16,0 2 22-16,0 1 4 0,0 0 9 0,0 1 12 15,0-2 4-15,0 2 12 0,0-1-12 0,-6 1-7 16,6 0-13-16,0 2-20 0,0-3 2 0,0 1-6 15,0 1-2-15,0 1 1 0,0-2-11 0,0 1-11 16,0 0-10-16,0 1-7 0,0-3-1 0,0 2-2 16,0 1 1-16,-11 0 1 0,11 0-16 0,0 0-4 15,0 0-4-15,0 0-4 0,0 0 5 0,0 0 4 16,0 0-1-16,0 0 0 0,0 0-2 16,0 0-3-16,0 0 5 0,0 0 1 0,0 0 1 15,0 0 4-15,0 0 0 0,0 0 5 0,0 0 1 16,0 0-3-16,0 0 2 0,0 0-4 0,0 0 0 15,0 0 2-15,0 0-5 0,0 0 3 0,0 0-8 16,0 0 2-16,0 0-10 0,0 0-2 0,0 0 10 16,0 0-8-16,0 0 6 0,0 0 2 0,0 0-5 15,0 0 9-15,0 0 0 0,0 0-7 0,0 0 2 16,0 0-4-16,0 0 1 0,0 0 2 0,0 0-2 16,0 0 3-16,0 0 0 0,0 0 2 0,0 0 3 15,0 0 2-15,0 0 1 0,0 0 7 16,0 0-1-16,0 0 1 0,0 0 5 0,0 0 3 15,0 0 6-15,0 0 0 0,0 0-8 0,0 0-6 16,0 0-10-16,0 0-3 0,0 0 7 0,0 0 1 16,0 0 6-16,-10 0-3 0,10 0-1 0,0 0-4 15,0 0-4-15,0 0 5 0,0 0-2 0,0 0-3 16,0 0 0-16,0 0-6 0,0 0-4 0,0 0 5 16,0 0-5-16,0 0 5 0,0 0 3 0,0 0-4 15,0 0 0-15,0 0-2 0,0 0-1 0,0 0 2 16,0 0 5-16,0 0 1 0,0 0 3 0,0 0-2 15,0 0-4-15,0 0-3 0,0 0-4 0,0 0 5 16,0 0 2-16,0 0 6 0,0 0-7 16,0 0 3-16,0 0 4 0,0 0-6 0,0 0 4 15,0 0-3-15,0 0-2 0,0 0 3 0,0 0-4 16,0 0 4-16,0 0 2 0,0 0 6 0,0 0 12 16,0 0-8-16,0 0 0 0,0 0-4 0,0 0 6 15,0 0 6-15,0 0-3 0,0 0-3 0,0 0-13 16,-11 0-4-16,11 0 4 0,0 0-2 0,0 0 6 15,0 0-11-15,0 0 8 0,0 0-3 0,0 0-2 16,0 0 6-16,0 0-8 0,0 0 7 0,0 0-3 16,0 0 2-16,0 0-7 0,0 0-22 15,0 0-59-15,0 0-99 0,0 0-133 0,0 0-115 0,0 0-103 16,0 0-118-16,0 0-16 0,0 0 132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5:01:00.80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0 44 1706 0,'9'0'15'0,"-2"-9"7"0,-1 9 10 15,2 0 0-15,-3-10-3 0,-2 10-5 0,0-7-8 16,-3 7 0-16,3-7-12 0,-3 7-6 16,0-4-19-16,0 0-30 0,0 4-49 0,0 0-129 15,0-3-193-15,0 3-1 0,0-1 48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25:07.504"/>
    </inkml:context>
    <inkml:brush xml:id="br0">
      <inkml:brushProperty name="width" value="0.05833" units="cm"/>
      <inkml:brushProperty name="height" value="0.05833" units="cm"/>
      <inkml:brushProperty name="color" value="#398E00"/>
      <inkml:brushProperty name="fitToCurve" value="1"/>
    </inkml:brush>
  </inkml:definitions>
  <inkml:trace contextRef="#ctx0" brushRef="#br0">64 9 1543 0,'0'0'15'0,"0"0"23"0,0 0 15 16,0 0 11-16,0 0-9 0,0 0-10 0,0 0-5 15,0 0-7-15,0 0 6 0,-11 0-10 0,11 0-7 16,0 0 3-16,-9 0-4 0,9 0 4 16,0 0 9-16,-7-9 3 0,7 9 0 0,0 0-6 15,0 0-7-15,-5 0-7 0,5 0-4 0,-3 0 0 16,0 0-1-16,3 0-4 0,0 0-3 0,0 0-2 15,0 0 0-15,0 0-1 0,0 0 2 0,0 0 2 16,0 0-5-16,0 0 4 0,0 0-4 0,0 0-6 16,0 0 3-16,0 0 3 0,0 0-2 0,0 0 8 15,0 0-6-15,0 0-2 0,0 0 1 0,0 0-1 16,0 0 5-16,0 0-2 0,0 0 7 0,0 0 8 16,0 0 6-16,0 0 4 0,0 0-1 0,0 0-1 15,0 0 1-15,0 0 1 0,0 0-4 0,0 0 1 16,0 0-1-16,0 0-7 0,0 0 1 15,0 0-2-15,0 0-2 0,0 0 2 0,0 0 3 16,0 0 0-16,0 0-12 0,0 0 4 0,0 0-5 16,0 0-3-16,0 0 0 0,0 0 1 0,0 0-3 15,0 0 2-15,0 0 2 0,0 0 0 0,0 0 2 16,0 0-6-16,0 0 4 0,0 0-2 0,0 0-2 16,0 0 2-16,0 0 2 0,0 0-4 0,0 0 5 15,0 0-3-15,0 0 0 0,0 0 2 0,0 0-4 16,0 0 2-16,0 0-9 0,0 0 6 0,0 0 1 15,0 0-1-15,0 0 8 0,0 0-5 0,0 0-4 16,0 0 2-16,0 0-2 0,0 0 0 16,0 0 6-16,0 0-6 0,0 0 3 0,0 0 0 15,0 0-7-15,0 0 10 0,0 0-6 0,0 0 0 16,0 0 6-16,0 0-8 0,0 0 0 0,0 0 6 16,-11 0-4-16,11 0 4 0,0 0 0 0,0 0-2 15,0 0 2-15,0 0-4 0,0 0 4 0,0 0-6 16,0 0 0-16,0 0 4 0,0 0-2 0,0 0 2 15,0 0-1-15,0 0-3 0,0 0 4 0,0 0 4 16,0 0-2-16,0 0 1 0,0 0-5 0,0 0-2 16,0 0 2-16,0 0 2 0,0 0 0 0,0 0-5 15,0 0 3-15,0 0-5 0,0 0 4 16,0 0 7-16,0 0-3 0,0 0 4 0,0 0-5 16,0 0-3-16,0 0 2 15,0 0-3-15,0 0 0 0,0 0-4 0,0 0-25 0,0 0-46 0,0 0-53 16,0 0-39-16,0 0-21 0,0 0-113 0,0 0-237 15,-15 0 44-15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27:42.036"/>
    </inkml:context>
    <inkml:brush xml:id="br0">
      <inkml:brushProperty name="width" value="0.05833" units="cm"/>
      <inkml:brushProperty name="height" value="0.05833" units="cm"/>
      <inkml:brushProperty name="color" value="#FFB265"/>
      <inkml:brushProperty name="fitToCurve" value="1"/>
    </inkml:brush>
  </inkml:definitions>
  <inkml:trace contextRef="#ctx0" brushRef="#br0">-2638 4045 1821 0,'-5'0'12'0,"3"0"10"0,2 0 8 16,-3 0-1-16,2 0-4 0,-1 0-8 0,1 0-9 15,-1 0-5-15,1 0-5 0,1 8-6 0,0-8 5 16,0 6 7-16,0-6 6 0,0 4 13 0,0 1-4 16,0-5 9-16,0 2-5 0,9-2-2 15,-9 0 13-15,8 0-5 0,-1 0 4 0,-1 0 6 16,0 0 9-16,0 0 17 0,-1 0 14 0,-2 0-2 16,1 0-9-16,-4 0-11 0,0-8-4 0,0 8 5 15,0-8 2-15,0 0-10 0,0 4-22 0,0 4-15 16,-13-7-13-16,2 3-9 0,-2 4 12 0,0 0-15 15,0 0 6-15,-2 0 3 0,1 0-8 0,-3 0 9 16,0 11 0-16,4 0-7 0,-1-2 4 0,3-1 7 16,2 2-4-16,2-2 4 0,4 2-4 0,3-1-3 15,0-1 1-15,0 1 13 0,0-5 14 0,0 3 5 16,12-3 17-16,0-1 7 0,0-3 15 16,0 0 8-16,4 0 0 0,-1 0 0 0,1-18-14 15,3 1 6-15,0-3-4 0,1 1-10 0,1-3-8 16,1-1-8-16,-4 1 0 0,-1 1-7 0,-1 3-6 15,-4 1-17-15,-2 2-10 0,-4 6 2 0,-2-2-29 16,-1 5-57-16,-3 1-102 0,0 5-106 0,0 0-93 16,-16 0-125-16,-3 13-217 0,3 2 105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28:42.982"/>
    </inkml:context>
    <inkml:brush xml:id="br0">
      <inkml:brushProperty name="width" value="0.05833" units="cm"/>
      <inkml:brushProperty name="height" value="0.05833" units="cm"/>
      <inkml:brushProperty name="color" value="#FFB265"/>
      <inkml:brushProperty name="fitToCurve" value="1"/>
    </inkml:brush>
  </inkml:definitions>
  <inkml:trace contextRef="#ctx0" brushRef="#br0">64-2 2180 0,'0'2'21'0,"0"-2"19"0,0 0 34 16,0 0 25-16,0 0 13 0,0 0 7 0,0 0-11 16,0 0 3-16,-12 0-12 0,4 0-8 0,8 0-4 15,-9 0-20-15,4 0-8 0,5 0-10 16,-6 0-9-16,3 0 4 0,3 0 6 0,0 0 4 15,-4 0 3-15,4 0-4 0,0 0-5 0,0 0 1 16,0 0-6-16,0 0 1 0,0 0-4 0,0 0-5 16,0 0-3-16,0 0 1 0,0 0-10 0,0 0-6 15,0 0 2-15,0 0-13 0,0 0 4 0,0 0 2 16,0 0-10-16,0 0 5 0,0 0-1 0,0 0-3 16,0 0 4-16,0 0-10 0,0 0 3 0,-8 0-7 15,8 0 3-15,0 0 10 0,0 0-6 0,0 0-1 16,0 0 0-16,0 0-2 0,0 0 6 15,0 0 3-15,0 0-8 0,0 0 5 0,0 0-9 16,0 0 5-16,0 0 6 0,0 0-10 0,0 0 3 16,0 0 4-16,0 0 2 0,0 0-1 0,0 0 6 15,0 0-14-15,0 0 1 0,0 0 13 0,0 0-13 16,0 0 10-16,0 0-2 0,0 0-8 0,0 0 5 16,0 0 3-16,0 0 0 0,0 0-5 15,0 0-1-15,0 0 2 0,0 0-2 16,0 0 4-16,0 0 10 0,0 0-13 0,0 0 4 0,0 0 1 0,0 0-5 15,0 0 0-15,0 0-6 0,0 0 4 0,0 0 6 16,0 0-2-16,0 0 4 0,0 0-6 16,0 0-4-16,0 0 13 0,0 0-8 0,0 0 3 0,0 0-3 15,0 0-5-15,0 0 8 0,0 0 0 16,0 0 4-16,0 0-6 0,0 0 6 0,0 0-1 16,0 0-2-16,0 0 11 0,0 0-5 0,0 0 0 15,0 0 5-15,0 0-1 0,0 0 3 0,0 0-2 16,0 0-5-16,0 0 10 0,0 0-17 0,0 0 13 15,0 0-8-15,0 0-13 0,0 0 28 0,0 0-20 16,0 0 12-16,0 0 12 0,0 0-9 0,0 0 9 16,0 0-11-16,0 0-7 0,0 0-5 0,0 0-1 15,0 0-2-15,0 0 2 0,0 0 0 0,0 0-7 16,0 0 12-16,0 0-13 0,0 0-30 0,0 0-26 16,0 0-49-16,0 0-47 0,0 0-86 0,0 0-107 15,0 0-95-15,0 0-92 0,0 0-266 16,0 0 114-16,-15 0 137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29:57.507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 contextRef="#ctx0" brushRef="#br0">148 0 1843 0,'-11'11'30'16,"1"-11"36"-16,-1 8 21 0,1-2 34 0,-3 1 1 16,3-2 0-16,-2-5 7 0,1 5 4 15,-1-2 4-15,1-1 14 0,1 3 12 0,2-3-13 0,-1 0-25 16,4 0-54-16,2-1-42 0,0 0-21 15,3-1-8-15,0 3 26 0,0-3 19 0,0 0 13 16,0 0 5-16,0 0-13 0,11 0 1 0,-2 0-6 16,0 0-3-16,-1 0 13 0,-1 0-12 0,-1 0-9 15,0 0-5-15,-1 0 7 0,0 0-10 0,-2 0-6 16,0 0 4-16,-3 0-16 0,3 0 11 0,-3 7 7 16,0-7-7-16,0 0-1 0,0 6 0 0,0-6 15 15,0 0-5-15,0 0 0 0,0 0 14 16,0 0-23-16,0 0 11 0,0 6-10 0,0-6-11 0,0 0 3 15,0 0-6-15,0 0 14 0,0 0-4 16,0 0 7-16,0 0 2 0,0 0-8 0,0 0-11 16,0 0 1-16,0 0 12 0,0 0-12 0,0 0 4 15,0 0 15-15,0 0-25 0,0 0 13 0,0 0 0 16,0 0-14-16,0 0 6 0,0 0-6 0,0 0 5 16,0 0-9-16,0 0 12 0,0 0-8 0,0 0-5 15,0 0 1-15,0 0 5 0,0 0-5 0,0 0 1 16,0 0 8-16,0 0-10 0,0 0 19 0,0 0-1 15,0 0-9-15,0 0 5 0,0 0-23 0,0 0 10 16,0 0 4-16,0 0-14 0,0 0 22 0,0 0-12 16,0 0-5-16,0 0 14 0,0 0-6 0,0 0 1 15,0 0 4-15,0 0-4 0,0 0-4 0,0 0 9 16,0 0-9-16,0 0-6 0,0 0 10 16,0 0-5-16,0 0 10 0,0 0-1 0,0 0 6 15,0 0-10-15,0 0 0 0,0 0-8 0,0 0 8 16,0 0-5-16,0 0 0 0,0 0 24 0,0 0-29 15,0 0 11-15,0 0 2 0,0 0-17 0,0 0 24 16,0 0-2-16,0 0 2 0,0 0-6 0,0 0-18 16,0 0 19-16,0 0-14 0,0 0 19 0,0 0-6 15,0 0-13-15,0 0 13 0,0 0-13 0,0 0 15 16,0 0-10-16,0 0-1 0,0 0 0 0,0 0-1 16,0 0-5-16,0 0-15 0,0 0-12 0,0 0-39 15,0 0-16-15,0 0-10 0,0 0-2 16,0 0-4-16,0 0-19 0,-9 0-67 0,9 0-136 15,0 0-129-15,-8 0-179 0,0 0-207 0,-1 0 155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0:04.78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 contextRef="#ctx0" brushRef="#br0">97 70 2411 0,'0'-18'55'15,"0"6"26"-15,-15-2 31 0,1 5 30 0,2 1-41 16,-3 7 0-16,4 1-13 0,1 0-7 0,10-5 6 16,-9 5-14-16,9-3 4 0,-6 3-10 0,6 0-7 15,0 0-10-15,0 0-27 0,0 0-17 0,0 0-6 16,0 0-2-16,-5 0 16 0,5 0-8 0,0 0-4 15,0 0-12-15,0 0-42 0,0 0-40 0,0 0-77 16,0 0-67-16,0 0-76 0,0 0-85 0,0 0-247 16,0 0-17-16,0 0 108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1:40.906"/>
    </inkml:context>
    <inkml:brush xml:id="br0">
      <inkml:brushProperty name="width" value="0.05833" units="cm"/>
      <inkml:brushProperty name="height" value="0.05833" units="cm"/>
      <inkml:brushProperty name="color" value="#177D36"/>
      <inkml:brushProperty name="fitToCurve" value="1"/>
    </inkml:brush>
  </inkml:definitions>
  <inkml:trace contextRef="#ctx0" brushRef="#br0">240 7 1623 0,'0'0'7'0,"0"0"6"0,-14 0 14 0,0 0 4 15,2 0 10-15,0 0 4 0,0 0-12 0,0 0 4 16,3 0-9-16,-2 0-7 0,2 0-1 0,1 0 6 16,-2 0 3-16,1 0-2 0,0 0-1 0,-2 0-13 15,2 0-4-15,-2 0-1 0,4 0 1 0,-3 0 1 16,1 0-9-16,0 0 0 0,3 9-1 0,-1-1-5 16,2-3 5-16,0 1-2 0,1 0 1 15,1-1 2-15,0 1-4 0,3-4 2 0,0 2-3 16,0 1-3-16,0-4-5 0,0 2-17 0,0 0-5 15,0-1-9-15,0 2-1 0,0 0-3 0,9-2-28 16,-9 0-14-16,9 1-43 0,-3-1-89 0,2 0-125 16,-4-1-35-16,2 0 54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5:13.29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 contextRef="#ctx0" brushRef="#br0">9031 1778 1711 0,'0'-7'18'0,"0"7"21"16,0 0 15-16,-13 0 14 0,3 0-1 0,10 0-13 15,-12 0-5-15,3 0-2 0,-2 0-9 16,2 0-1-16,1 0 9 0,-1 16-11 0,0-1-8 15,0 0-8-15,3-2-11 0,-3 2-6 0,4 0 4 16,2-3 1-16,0 2-11 0,3-1 2 0,0-2-5 16,0-3 5-16,0 3 9 0,0-2 0 0,11-1-4 15,-2 0-4-15,0-2-1 0,0 0 3 0,0-2 4 16,0-4 23-16,2 0 14 0,-2 0 5 0,0 0 13 16,2 0-19-16,-2-13-1 0,0 13 4 15,-1-19-4-15,-2 2-5 0,-2 4-8 0,-1-1 2 0,0 1 1 16,-3-1 6-16,0 1 2 0,0-1-14 0,0 1-5 15,-10 3-6-15,10-1 6 0,-16 3-7 0,3 0-3 16,4 3 1-16,0 1-21 0,-2 2 2 16,2 2 4-16,1 0-11 0,-1 0 7 0,3 0 9 15,2 12-6-15,-3-1 6 0,4 2 0 0,-1 1 4 16,1 1 0-16,1-1 1 0,1 1-6 0,1-2 4 16,0-2-3-16,0 0 3 0,0-1-3 0,0-2-10 15,0 0 7-15,12-2-4 0,-1-1 17 0,-4-1-3 16,-7 0 2-16,12-2-2 0,-3-2-4 0,-3 0-3 15,2 0-2-15,-2 0 6 0,0 0 1 0,-1 0 2 16,1-15 2-16,-3 3-3 0,0-1-7 0,-2 3 4 16,-1 2 0-16,0-1-3 0,0 1 6 15,0-3-6-15,0 5 2 0,-10-1-5 0,10 3-4 16,-14-3 0-16,4 7-9 0,-1 0 13 0,0 0-3 16,-1 0 6-16,1 0 7 0,2 0-13 0,-1 16 6 15,2-4-3-15,1 1-1 0,0 0 1 0,3-2 2 16,2 0-3-16,1-1-3 0,1-1 10 0,0 0-13 15,0-1 10-15,0 0 4 0,0 0-4 0,0-4 3 16,11 2-3-16,-11-3 0 0,10-2 3 0,-2 0 7 16,1-1-10-16,-5 0 0 0,6 0 7 0,-4 0-7 15,3 0 8-15,0-14-6 0,0 2-1 0,-1-4 9 16,1 6 17-16,-3-3 12 0,0 0 12 0,0 2-9 16,-3-1 0-16,-2 0 2 0,1 0-7 0,-2 3-1 15,0 2-15-15,0 3-11 0,0 0-12 16,0 4-1-16,-14 0-3 0,4 0-3 0,1 0 7 0,1 0-5 15,-1 17-1-15,0-2 12 0,0 1-4 16,3-2 0-16,-2 0 8 0,2-1-15 0,1-1 2 16,5-6 5-16,-4 5-5 0,4-3 11 0,0 0-3 15,0-4-1-15,0 0-6 0,0-4 2 0,0 0-3 16,0 2 1-16,0-2 17 0,9 0-6 0,-9 0 3 16,6 0-2-16,2 0-3 0,-4 0-8 15,5-17 2-15,-3 4 6 0,2 0-13 0,1-2 16 0,0 2-7 16,-3 0-4-16,3 0 10 0,-4 0-1 0,1 1 2 15,-3 3-5-15,-2 1-5 0,1 3-17 16,-2 0-63-16,0 5-83 0,0 0-86 0,0 0-88 16,0 0-123-16,0 0-209 0,-12 13 91 0</inkml:trace>
  <inkml:trace contextRef="#ctx0" brushRef="#br0" timeOffset="-1020.57">9015 1490 1324 0,'0'-3'22'0,"0"3"23"0,0 0 10 0,0-3 25 16,0-1-26-16,0 4-2 0,0-1 7 0,0 1-3 15,0-2 14-15,0-1 4 0,0 0-5 16,0 1-10-16,0 0 5 0,0 0-11 0,0-1-6 16,0 0 3-16,0 3-10 0,0-2 5 0,0 2-5 15,0 0 4-15,0 0-4 0,0 0-15 0,0 0 9 16,0 0-14-16,0 0-5 0,0 0 6 0,0 0-13 16,0 0-1-16,0 0-1 0,0 0-5 0,0 0 3 15,0 0 0-15,0 0-4 0,0 0 3 0,0 0-4 16,-6 0 0-16,6 0 11 0,-4 0-6 0,4 0 3 15,0 0-3-15,0 0-5 0,0 0 0 0,0 0-1 16,0 0 5-16,0 0-4 0,0 0-1 0,0 0 5 16,0 0-6-16,0 0 6 0,0 0 2 15,0 0 0-15,0 0 0 0,0 0-3 0,0 0 0 16,0 0-8-16,0 0 6 0,0 0 4 0,0 0-2 16,0 0-2-16,0 0 0 0,0 0 0 0,0 0-2 15,0 0 5-15,0 0 2 0,0 0-8 0,0 0 3 16,0 0 0-16,0 0-3 0,0 0 6 0,0 0 4 15,0 0-2-15,0 0-2 0,0 0-7 0,0 0 0 16,0 0 3-16,0 0 1 0,0 0 8 0,0 0-7 16,0 0-2-16,0 0 1 0,0 0 3 0,0 0-1 15,0 0 0-15,0 0 1 0,0 0-8 0,0 0 5 16,0 0 2-16,0 0-4 0,0 0 2 0,0 0 0 16,0 0-1-16,0 0 3 0,0 0 1 0,0 0-5 15,0 0 2-15,0 0-5 0,0 0-1 0,0 0 3 16,0 0 1-16,0 0 5 0,0 0-2 0,0 0 1 15,0 0-2-15,0 0 2 0,0 0 3 16,0 0-11-16,0 0 4 0,0 0 0 0,0 0 5 16,0 0-2-16,0 0-2 0,0 0 6 0,0 0-7 15,0 0 3-15,0 0 1 0,0 0-10 0,0 0 6 16,0 0 2-16,0 0-1 0,0 0 3 0,0 0-5 16,0 0 0-16,0 0 2 0,0 0-5 0,-11 10 10 15,11-10-4-15,-7 0 3 0,7 0-6 0,0 0-3 16,0 0 10-16,0 7-7 0,-6-7 7 0,6 0-1 15,0 0-14-15,0 0-29 0,0 0-74 0,0 0-131 16,0 0-362-16,0 0-11 0,0 0 73 0</inkml:trace>
  <inkml:trace contextRef="#ctx0" brushRef="#br0" timeOffset="8339.2">9064 1987 1663 0,'0'0'10'0,"0"0"8"0,0 0-4 0,0 0-7 15,0 0-8-15,0 0-8 0,0 0 22 0,0 0 10 16,-9 0 1-16,9 0 12 0,0 0-19 0,-8 0-3 16,8 0 0-16,0 0-6 0,0 0 8 15,0 0-3-15,0 0 5 0,0 0-3 0,0 0-3 16,0-10 5-16,0 10 5 0,0 0 10 0,0 0 3 15,0 0 17-15,0 0 9 0,0 0-5 0,0 0 2 16,0 0-3-16,0 0-8 0,0 0-4 0,0 0-4 16,0 0-9-16,0 0-4 0,0 0-10 0,0 0-2 15,0 0-9-15,0 0-7 0,0 0-17 0,0 0-13 16,0 0-24-16,0 0-12 16,0 0 7-16,0 0-1 0,0 0 10 0,0 0 6 0,0 0-3 0,0 0-3 15,0 0-3-15,0 0-7 0,0 0-27 0,0 0-17 16,0 0-35-16,0 0-52 0,0 0-68 0,-10 0-56 15,10 0-2-15,0 0 55 0,-11 0 111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5:08.295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 contextRef="#ctx0" brushRef="#br0">-3033 302 2037 0,'5'0'6'15,"-5"0"-8"-15,6 0-4 0,-6 0 3 0,3 0-3 16,-2 0 4-16,2 0 5 0,1 0-14 16,-1 0-35-16,0 0-61 0,0 0-138 0,1 0-232 15,-1 0 14-15,3 0 63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4:03.117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 contextRef="#ctx0" brushRef="#br0">9839 1287 105 0,'0'-5'-7'0,"0"5"-19"0,-8 0 0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7:59.74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57 174 1992 0,'0'0'11'16,"0"0"6"-16,-13 7 1 0,2-7 1 0,11 0-11 15,-9 0 4-15,9 0 14 0,-8 0 15 0,8 0 6 16,-7 0 6-16,7 0-9 0,-5 0-5 0,5 12 1 15,-4-12 6-15,4 11-3 0,0-3-5 0,0-8-6 16,0 12-15-16,0-4-4 0,0 1 0 0,10-1 9 16,1 1 15-16,1-1 10 0,3 2 0 0,3-2-1 15,4 1-13-15,5-2-10 0,6-1 0 16,8-2-10-16,10-2-5 0,6-2-1 0,9 0-5 16,8 0-2-16,10 0 0 0,8-18 4 0,7 3-4 15,9 1 3-15,10-5-1 0,7-1 6 0,4 0-1 16,6-2-7-16,3 1 0 0,3-3-12 0,-5 3 3 15,-1 1 7-15,-9 1 2 0,-8 1 0 0,-8 3 0 16,-10 3 2-16,-9 2-4 0,-11 3 4 0,-10 1-4 16,-12 2 0-16,-8 0 4 0,-12 2-4 0,-9 0 16 15,-8 2 26-15,-6 0 14 0,-6 0 20 0,-5 0-5 16,-4 0-15-16,0 0-14 0,0 0-19 0,0 0-3 16,0 0-15-16,0 0-1 0,0 0-6 15,0 0-45-15,-10 0-57 0,10 0-70 0,-7 0-78 16,7 0-76-16,0 0-60 0,-6 0-179 0,6 0 14 15,0 0 115-15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01.19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175 162 1495 0,'-12'0'22'0,"0"0"33"0,0 0 23 0,2 0 25 15,0-11 21-15,-1 11-2 0,-1-7 3 0,3-1 2 16,-3 3-13-16,1 1-5 0,5 0-3 0,-2-1 3 15,-1 1-3-15,3 3-6 0,-1-2-14 0,2 3-27 16,1-2-28-16,-1 2-13 0,0 0-17 16,1 0 0-16,2 0-14 0,-1 0 4 0,3 0 12 15,0 10 16-15,0-10 22 0,14 9 28 0,3-1 11 16,4-2-12-16,6 1-3 0,10-7-40 0,10 7-12 16,8-7 2-16,7 0-5 0,9 0 2 0,7 0-12 15,10 0-4-15,3-15 6 0,6 4-3 0,0 0 2 16,3-4-4-16,2 6-1 0,-2-3 6 0,-1 0 6 15,-5 4 1-15,-6-3-9 0,-4 3 8 0,-10 1-11 16,-7 0 0-16,-9 3-2 0,-8-2-27 0,-9 2-13 16,-8 1-23-16,-5-1-8 0,-10 2 2 0,-3 2-18 15,-4-2-43-15,-11-1-67 0,0 2-65 0,0-2-42 16,0 3-77-16,-21 0-186 0,-2 0 62 16,-6 0 85-16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01.78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167 0 2019 0,'-23'8'31'0,"0"2"38"0,3-3 32 0,3 2 28 16,1 0-5-16,2-2-17 0,2 1-23 0,1-2-14 16,2 0-20-16,2 1-26 0,1-2-7 0,3 0-17 15,-2 1-10-15,5-1 12 0,-2-2 3 16,2 3 24-16,0-3 48 0,0 2 8 0,0 3 18 16,16 0 11-16,0-1-28 0,4 3-2 0,7 0-15 15,7-3-7-15,7 0-27 0,9-5-9 0,6-2-2 16,14 0-23-16,1-12 4 0,10-4 1 0,1 1 5 15,7-5-17-15,4 3 21 0,0 3-44 0,1-2-69 16,-1 4-57-16,-7 1-81 0,4 2-61 0,-5 2-34 16,-6 7-59-16,0 0-285 0,-6 0 95 0,0 11 89 15</inkml:trace>
  <inkml:trace contextRef="#ctx0" brushRef="#br0" timeOffset="27073.8">95-352 2316 0,'0'0'35'0,"0"0"25"0,0 0 33 0,-11 0 47 16,11 0 12-16,-10 0 7 0,10 0 9 0,-9 0-25 16,9 0-30-16,0 0-28 0,0 0-39 0,-3 0-17 15,3 0-12-15,0 0-11 0,0 0 4 0,0 0-17 16,0 0-5-16,0 0 12 0,0 0-12 0,0 0 2 16,0 0-28-16,0 0-65 0,0 0-35 0,0 0-37 15,0 0-43-15,0 0-32 0,0 0-86 0,0 3-303 16,9 2 10-16,1-1 93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17.575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873 132 1816 0,'7'-9'16'0,"-2"1"2"0,-4-2 22 16,-1 0 25-16,4 4 12 0,-1-6 19 0,-3 6 3 16,0-7-16-16,0 6-22 0,0-1-13 0,0-1-13 15,0 1-5-15,-13-1-7 0,3 4-5 0,-4 2-18 16,3 0 1-16,-4 3 0 0,-1 0-1 0,-4 0 2 15,-3 0-4-15,-1 0 0 0,-5 12-1 16,-4-1-5-16,-1-2 7 0,-2-2-6 0,1 4 3 16,-5-3 3-16,4 0-4 0,-1 0 1 0,1-4 7 15,6 6 8-15,-2-5 8 0,4-1 18 0,2 2-2 0,7-3 17 16,2 1 8-16,3-1 3 0,2-1 9 16,5-1 3-16,-3-1-7 0,7 0 1 0,-1 0-13 15,-2 0-21-15,3 0-8 0,0 0-5 0,1-12 4 16,-4 12 4-16,3-9 6 0,3 9 1 0,-3-10-6 15,0 10 4-15,0-7-10 0,1 7 2 0,-1-7 2 16,3 7-1-16,-3 0 20 0,0-5-8 0,0 1 6 16,0 4 4-16,0 0-15 0,2-2-6 0,-2-2-9 15,0 4-9-15,-3 0 3 0,6-4-2 0,-3 4-3 16,3 0-6-16,0 0-7 0,-2 0 12 0,2 0-14 16,0 0 6-16,-1 0-1 0,1 0-13 0,0 0 24 15,0 0-2-15,0 0-3 0,0 0 3 16,0 0-16-16,0 0 3 0,0 0-1 0,0 0-3 15,0 0 1-15,0 9 0 0,0-2-3 0,0 1 0 16,0 1 10-16,0 1-1 0,0 4 1 0,0 3-9 16,0 8 9-16,0 8-2 0,0 6 3 0,0 6 21 15,0 10-22-15,-17 9 1 0,3 10 3 0,0 8-7 16,1 6 5-16,-5 10 1 0,4 1 8 0,0 4-10 16,1 3 6-16,0-2 2 0,3 0-15 0,1-1 3 15,1-3 1-15,5-3 0 0,0-6 28 0,3-2 17 16,0-5-9-16,0-2 5 0,0-2-16 15,11 0-8-15,1-2 5 0,-2 1-8 0,3-3-3 16,-3 2-16-16,4-2 2 0,-2-2 2 0,2 0 1 16,-1-4 15-16,1-2 2 0,-2-3 3 0,2-5-10 15,1-4-14-15,-1-7 15 0,-1-5-10 0,1-4 6 16,1-5 13-16,-1-5-13 0,0-4 0 0,-1-4 5 16,-1-2-2-16,-1-3-10 0,0-4 9 0,-2-4 23 15,-3-3 20-15,1 0 11 0,-4-3 18 16,4-3-3-16,0 0-5 0,2 0 9 0,0 0-16 0,2 0-13 15,6-12-18-15,2-3-16 0,1-2 5 0,8-1-20 16,0-5 7-16,4-1-4 0,2-4-16 0,-1-4 16 16,7 2-16-16,-1 0-3 0,4-1-61 15,-2 2-54-15,-2 0-27 0,4-2-40 0,2 3-27 0,-1 0-94 16,2 1-109-16,-2 0-103 0,0 2-291 16,-3 3 95-16,-2 4 142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06.60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602-199 1904 0,'0'-5'28'15,"0"-1"33"-15,0 1 38 0,0 0 38 0,0-2 9 16,0 1 5-16,0-4 7 0,0 2-5 0,0-1-15 15,0 1-9-15,0 0-30 0,0 0-3 0,0 0-4 16,0 3-18-16,0 1-12 0,0 0-29 16,0 2-15-16,0 1-21 0,0 1-9 0,0 0-2 15,0 0-14-15,0 0 13 0,0 0 1 0,0 0-1 16,0 9 8-16,0-2-1 0,0 1 10 16,0 1 0-16,0 2 0 0,0 2-6 0,14-1 0 0,-4 2 1 15,3 1 4-15,-3 0 9 0,1 0-8 0,-1-4 6 16,3 1-6-16,-4 0-5 0,3-4 16 0,-1 2 22 15,-1-4 35-15,2-1 16 0,2-2 2 0,0-3-21 16,5 0-20-16,3 0-11 0,3-15-6 0,4-2-13 16,0-1-9-16,5-4-1 0,-3-3-8 15,4-2-3-15,0-1 6 0,0-4-8 0,-1 0 4 16,-2 0 0-16,-1-1-4 0,1 3-5 0,-3 3-35 16,-3 1-37-16,-2 4-77 0,-4 4-86 0,-5 3-58 15,0 3-32-15,-1 8-8 0,0 4-5 0,-1 0-214 16,1 0-6-16,0 0 85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08.56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3881 27 3499 0,'-24'11'26'0,"1"-2"5"0,3-2 9 15,2-4 6-15,4 0-10 0,2-3 7 0,5 2 9 0,0-1 8 16,7 0-10-16,0 1-21 0,0-2-11 16,0 0-18-16,0 0 2 0,0 0 7 0,17 0-11 15,0 0 6-15,3 0-9 0,4-11 16 0,5 3-3 16,4-2-4-16,4 0 11 0,2 0-13 0,1 0 10 16,-4 0-2-16,-1 2 8 0,-3 1-2 0,-6 0 6 15,-5 1 15-15,-3 2-14 0,-4 0 13 0,-5 3-7 16,0 1-3-16,-4 0 7 0,-1-4-19 0,-1 4 4 15,-1 0-7-15,-2 0-9 0,0 0 3 0,0 0-3 16,0 0 3-16,0 0-5 0,0 0 2 16,0 0-2-16,0 0-3 0,0 0 5 0,0 0 2 0,0 0-7 15,0 0 7-15,0 0-10 0,0 0 7 16,0 0 2-16,0 0-3 0,0 0 10 0,-9 0-10 16,9 0 0-16,0 0 3 0,0 0-6 0,0 0 3 15,0 0 5-15,0 0-5 0,0 0-6 0,0 0 1 16,0 0 11-16,0 0-15 0,0 0 11 0,0 0 1 15,-5 0-5-15,5 0 9 0,0 0-5 0,0 0 3 16,0 0-6-16,0 0-4 0,0 0 12 0,0 0-15 16,-3 0 6-16,3 0 5 0,0 0-5 0,0 0 11 15,0 0-10-15,0 0 2 0,-3 0-6 0,3 0 4 16,0 0 5-16,-3 0-13 0,1 0 12 0,2 0-5 16,0 0 1-16,0 0 16 0,0 0-15 0,0 0-1 15,0 0-3-15,0 0-1 0,0 0 11 16,0 0-6-16,0 0 2 0,0 0-6 0,0 0-4 15,0 0 14-15,0 0 0 0,0 0 4 0,0 0-7 16,0 0-1-16,0 0-9 0,0 0 2 0,0 0 11 16,0 0-9-16,0 0 0 0,0 0 11 0,0 0-7 15,0 0 3-15,0 0 11 0,0 0-20 0,0 0 5 16,0 0 8-16,0 0-1 0,0 0 7 0,0 0 1 16,0 0-3-16,0 0-4 0,0 0 2 0,0 0-6 15,0 0 2-15,0 0-1 0,0 0 12 0,0 0-4 16,0 0 3-16,0 0-4 0,0 0-12 15,0 0 0-15,0 0-21 0,0 0 11 0,0 0 10 16,0 0-10-16,0 0 19 0,0 0-14 0,0 0 2 16,0 0 3-16,0 0 10 0,0 0-8 0,0 0-4 15,0 0 8-15,0 0-6 0,0 0 18 0,0 0-29 16,0 0 22-16,0 0-25 0,0 0-1 0,0 0 21 16,0 0-3-16,0 0-3 0,0 0 2 0,0 0-1 15,0 0-3-15,0 0 13 0,0 0 5 0,0 0-7 16,0 0-6-16,0 0-10 0,0 0-1 0,0 0-1 15,0 0 12-15,0 0 10 0,0 0-23 0,0 0 12 16,0 0-21-16,0 0 3 0,0 0 15 16,0 0-13-16,0 0-38 0,0 0-34 0,0 0-53 15,0 0-74-15,0 0-61 0,0 0-99 0,0 0-62 16,0 0-75-16,0 0-199 0,0 0 54 0,0 0 117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06.10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487 101 1435 0,'-6'-2'12'0,"6"-1"0"0,0 1 0 16,0-2 4-16,0 3 4 0,0-3 20 0,0 0 15 15,0 2 16-15,0-2-5 0,0 3-5 0,0-2 1 16,0-2-11-16,0 3-3 0,0 0-10 0,0 0-11 16,0-3-1-16,0 2-2 0,0-1 9 0,-11 0 3 15,11 2 11-15,-11-3 6 0,4 2 2 0,-1-1-1 16,2 0 0-16,0 1-8 0,0-3-10 0,0 3-11 15,0-1-19-15,-2 1-3 0,4 2 5 16,-1-2-2-16,1 1 5 0,1 2 3 0,-1 0-3 0,1 0 5 16,2 0 1-16,-2 0-4 0,0 0-1 15,0 0-1-15,0 0 1 0,-2 0-1 0,4 0-9 16,-4 0-6-16,2 0 2 0,-1 0-9 0,1 0 7 16,-1 0 7-16,0 0-15 0,-1 0 13 0,1 8-3 15,-4 0-5-15,2 0 7 0,0 1-6 0,-3-1 6 16,0 4-1-16,0-2-4 0,0 3 5 0,0 0-4 15,-1-1 4-15,1 2 5 0,2-1-3 0,-2 2 10 16,-2-2 11-16,3 3 11 0,-2 0 15 0,1 0-3 16,-4 1-6-16,3 2 5 0,-1-4-13 0,-1 3 2 15,1-1-4-15,-1-2-19 0,2 2-10 0,1-1-2 16,-1-1-4-16,1 0 6 0,2 0 22 16,-1 0 16-16,2-2 5 0,0 5 1 0,1 1-11 15,-1-2-21-15,0 0-12 0,2 1-2 0,-1 1-4 16,-1 2 0-16,2-2 7 0,0-1 3 0,1 0-1 15,-1 1 12-15,-1-1-7 0,2-1-2 0,2 0 23 16,1-2 8-16,0 2 8 0,0-1 3 0,0-2-28 16,0 0-17-16,0-1-9 0,0 0 3 0,0-1 3 15,0 1-3-15,0-2 2 0,0 0 4 0,7 0-7 16,-7-1 17-16,8 1 16 0,-2-2-7 0,0 3 21 16,0-2-14-16,0-2-15 0,2 1 8 0,-1-1-8 15,3 1-4-15,-3-2 0 0,4 1-4 0,-1 1 7 16,3-1 12-16,-1-2 16 0,1 0-6 0,4 0-3 15,0 0-12-15,3 1-18 0,-1-3 2 16,4 1-11-16,1 1 0 0,1 1 16 0,0-7-12 16,1 4 7-16,-1-2 4 0,-1 0-16 0,-1 1 17 15,1-3-11-15,-3 0-1 0,2 0 7 0,-5 0-9 16,2 0 17-16,-3 0 0 0,1-11 8 0,0 11 11 16,-3-11-1-16,1 2-1 0,-1 0 0 0,-3 1 1 15,2-2 3-15,-1-2 8 0,-2 1 5 0,-1-4-11 16,0-2-4-16,-1-7 6 0,-2 3-8 0,1-8 14 15,-2-3-5-15,0-2-27 0,-1-4-6 16,-4-5 13-16,-1 1 11 0,0-2 11 0,0 3-1 16,0-2-24-16,0 0-18 0,0 2 7 0,-11 2-8 15,1 4-8-15,2 0 15 0,-2 1-13 0,-1 3 8 16,-3 2 1-16,1 0-8 0,-3 4-16 0,1 3-48 16,-1 2-32-16,0 1-49 0,-2 6-74 0,1 3-58 15,2 1-72-15,-1 4-58 0,-3 5-39 0,3 0-204 16,-1 0 0-16,-1 14 110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07.70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2361 261 2296 0,'-12'8'47'0,"4"-3"28"0,-1-5 13 0,3 4 31 16,-2 1-21-16,2-5 6 0,2 4 20 15,-2-2 11-15,1 1-1 0,2 0-14 0,0-1-22 16,1 1-27-16,1-1-18 0,-1-2-8 0,1 2 0 16,-2-2-21-16,3 2-5 0,0-2-11 0,0 0-13 15,0 0 3-15,0 0 9 0,12 0-6 0,3 0 3 16,6 0 9-16,4 0 3 0,7-13-3 0,4 3-7 15,7-2 1-15,4 1-8 0,1 0 0 0,-1 0 13 16,0 2-14-16,-3-2-6 0,-6 2 3 0,-3 1 2 16,-6 1 5-16,-1 1 4 0,-6 1-5 0,-3 3-4 15,-4-3-10-15,-2 1-39 0,1 2-41 0,-2-3-87 16,-1 2-82-16,1-2-58 0,0 2-42 0,2 2-50 16,-1-6-233-16,4 3 73 0,1-2 90 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24.160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140 142 1463 0,'0'-15'33'0,"0"2"20"0,0 0 19 0,0 2 31 16,0 2-4-16,-9-1-2 0,9 0 4 0,-12 0-9 15,4 2 6-15,-1 0 12 0,3 2 6 0,-3 0 13 16,6-1-6-16,3 1-3 0,-6 2-9 16,-1-1-8-16,3 2-28 0,2 1-34 0,1 2-7 15,1 0 20-15,0 0 37 0,0 0 24 0,0 14-2 16,0 4-28-16,0 1-23 0,0 5-20 0,0 3 0 16,0 4-9-16,0 8 4 0,0 3-7 0,0 9-6 15,-14 0 12-15,2 9-20 0,1 6 7 0,4 5-12 16,7 3-16-16,-12-1 3 0,12 1-3 0,0-1 8 15,0 1 14-15,0-1 10 0,0-2 3 16,0-1-16-16,0 4 0 0,15-3-19 0,-1 2 2 0,-4-6 22 16,2-4-14-16,-1-7 1 0,1-6-18 15,-3-3 1-15,2-7 10 0,-4-6 14 0,1-2 12 16,-2-4-1-16,2 3-25 0,-2-6-5 0,-2-3-1 16,2 0-3-16,-1-3 9 0,-2-4 1 0,0-4 13 15,0-2 1-15,-1-5 1 0,1 0 6 0,-2-1-10 16,-1-3-1-16,0 0-11 0,0 0-6 0,0 0-26 15,0-14-15-15,0 1-8 0,0 0-29 0,0-4-17 16,-12 0-69-16,0-7-71 0,6 1-112 0,-5-3-135 16,2-2-268-16,1-1 12 0,-2-6 138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29.15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0 31 1832 0,'0'0'0'0,"0"-7"-5"0,0 1 0 0,0 4-27 16,0 2-27-16,0-4-36 0,0 1-84 0,0 0-181 16,0 0-40-16,0 0 43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29.980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81 88 2423 0,'4'0'66'0,"-2"0"50"16,1 0 67-16,-2 0 68 0,1-10 4 0,-2 10-1 16,0 0-36-16,0-7-40 0,0 7-50 0,0 0-9 15,0 0-7-15,-11-8 15 0,11 8 4 0,0-4-17 16,-9 4 0-16,9 0-37 0,0 0-25 0,0 0-13 16,0-5-20-16,0 5 3 0,-6 0-4 0,6 0-13 15,0 0-14-15,0 0-4 0,-6 0 0 0,6 0 4 16,0 0 4-16,-3 0 9 0,3 0 0 0,0 0-4 15,0 0 0-15,0 0-13 0,0 0 18 0,0 0-10 16,0 0 10-16,0 0 8 0,0 0-22 0,0 0 13 16,0 0-8-16,0 0-18 0,0 0 18 0,0 0 4 15,0 0 0-15,0 0 13 0,0 0-13 16,0 0-4-16,0 0 4 0,0 0 0 0,0 0 9 16,0 0-5-16,0 0-8 0,0 0 8 0,0 0 1 15,0 0 13-15,0 0-1 0,0 0-21 0,0 0 4 16,0 0-9-16,0 0 4 0,0 0 23 0,0 0-18 15,0 0-4-15,0 0 13 0,0 0-23 0,0 0 18 16,0 0 14-16,0 0-22 0,0 0 18 0,0 0-18 16,0 0-5-16,0 0 22 0,0 0-18 0,0 0 14 15,0 0 0-15,0 0-13 0,0 0 4 0,0 0 10 16,0 0-15-16,0 0 5 0,0 0-9 0,0 0-10 16,-12 0 14-16,12-6-4 0,0 6 5 15,-11-9-13-15,11 9-10 0,-9 0 1 0,9-7 8 16,-8 3 5-16,8 0 9 0,-6 4 4 0,2-5-4 15,4 3 8-15,0 0 0 0,0-1 0 0,-3 2 0 16,3 1-4-16,0 0-4 0,0-4 0 0,0 4 0 16,-5 0 8-16,5 0 0 0,0 0 5 0,0-1-5 15,0 1 5-15,0-1-18 0,0 1-3 0,0-3 16 16,0 2-21-16,0 1 17 0,0-1 0 0,0 1-9 16,0 0 1-16,0 0 12 0,0 0 4 0,0 0-3 15,0 0 3-15,0 0-12 0,0 0 4 0,0 0 0 16,0 0-4-16,0 0 12 0,0 0-20 0,0 0 3 15,0 0 14-15,0 0-13 0,0 0 24 0,0 0-12 16,0 0-4-16,0 0 4 0,0 0-21 16,0 0 17-16,0 0-4 0,0 0-4 0,0 0 12 15,0 0-13-15,0 0-8 0,0 0-21 0,0 0-29 16,0 0-42-16,0 0-13 0,0 0-14 0,0 0 0 16,0 0 14-16,0 0-28 0,0 0-72 0,0 0-79 15,0 0-67-15,0 0-49 0,0 0-63 0,0 0-236 16,0 0 102-16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30.73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79 413 2528 0,'0'-45'53'0,"0"0"35"16,0 1 37-16,0 3 32 0,0 3-12 15,-17 3 20-15,7 5 2 0,-2 1 3 0,2 6-11 16,10-1-24-16,-10 5-41 0,4 3-35 0,6 4-44 16,-8 4-34-16,8 4-7 0,-6 4-1 0,6 0 19 15,0 16-2-15,0 8 9 0,0 7 0 0,17 12-7 16,-2 13 17-16,-1 15 4 0,10 14-6 0,-1 14 2 15,6 10-13-15,-2 8 0 0,5 5-1 0,-2 2 6 16,4 2 0-16,2-3-5 0,-3-2 24 0,-1-3 5 16,0-2 3-16,-4-4-5 0,2-4-16 0,-4-5-4 15,-2-3-6-15,-1-7 10 0,-5-6-8 0,0-9-3 16,-1-5-32-16,-5-11-23 0,0-5-22 0,-1-10-46 16,-4-4-14-16,0-8-24 0,-4-7 9 15,3-8 22-15,-5-5-90 0,-1-8-142 0,0-7-350 16,0 0-47-16,0-20 141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32.13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303 264 2681 0,'-87'31'14'0,"14"-6"-1"0,13-6-1 0,13-5 14 16,13-8 62-16,19-3 78 0,15-3 49 0,15 0 8 16,19 0-50-16,17 0-81 0,19-18-51 15,20-4-23-15,22 0-27 0,23-3 9 0,22-1 2 16,19-2-2-16,15 2 0 0,11-2-7 0,11 3 0 16,4 3 6-16,5 1-9 0,-2 2-14 0,-1 2-31 15,-8 3-25-15,-9 0-28 0,-13 5-29 0,-9-2-50 16,-18 5-38-16,-18 0-35 0,-19 6-20 0,-19-5-5 15,-19 5-9-15,-22 0-110 0,-18 0-89 0,-19 0 85 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31.30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154 775 2139 0,'0'-45'45'0,"-11"4"30"0,-1 0 45 0,-5 2 48 15,0 2-2-15,1 2 33 0,-4 4-7 16,3 3-31-16,2 6-44 0,1 3-64 0,4 5-51 16,4 4-19-16,6 4-2 0,0 1 9 0,13 3 9 15,10-1 2-15,15 2 4 0,15-2-6 0,17-1 5 16,23-1-5-16,19-1 1 0,23 0-1 0,20 0-5 16,17 1 10-16,15 0-4 0,10 1-8 0,10 0 7 15,5-1-10-15,1 1-6 0,1-1 4 0,-1-1-12 16,-5-3 0-16,-5-1 3 0,-4-3-7 0,-9-3 11 15,-8-3 6-15,-9 0 3 0,-13 2 1 16,-14-3-1-16,-17-1 0 0,-18-1 46 0,-19 2 60 16,-19 0 25-16,-17 1 27 0,-16-1-15 0,-13-1-32 15,-12 2-9-15,-15 2-7 0,0 1-19 0,0 4-24 0,0 3-29 16,0 2-29-16,0 4-10 0,0 3-1 16,0 0 8-16,0 0 10 0,0 21-2 0,0 5 16 15,0 4-2-15,0 13-4 0,11 12 6 0,1 13-5 16,3 12-3-16,7 11 8 0,0 11-7 0,6 9-3 15,5 7 6-15,5 5 7 0,5 5 4 0,2-1-9 16,1 3 12-16,2-2-22 0,-1-3 1 0,0-2 10 16,1-10-9-16,-6-4 4 0,-4-9 3 0,-3-8 0 15,-5-7-3-15,-1-7 2 0,-8-5 5 0,-2-11-10 16,-7-5 6-16,-6-6 9 0,-6-7 0 0,0-7 18 16,-27-3 7-16,-10-7-14 0,-13-6 0 0,-11-6-32 15,-16-2-5-15,-16-7 2 0,-12-6-6 16,-12 0 16-16,-12-14-1 0,-9-6-16 0,-9-4-34 15,-10-2-11-15,-8-2-21 0,-7 0-11 0,-2 0 21 16,-3 1-23-16,0 2-16 0,2-1-55 0,10 2-60 16,10 4-59-16,10 0-37 0,15 2-2 0,10 0-57 15,14 0-143-15,13 2 10 0,11-1 87 0</inkml:trace>
  <inkml:trace contextRef="#ctx0" brushRef="#br0" timeOffset="1032.32">839 2767 3729 0,'-55'32'-12'15,"15"-8"-5"-15,10-7 1 0,13-7 5 0,17-10 47 16,19 0 27-16,12 0-2 0,23-12-9 0,17-5-35 16,22-4-22-16,18-3 1 0,16-1 9 0,19-3-7 15,13-5-31-15,16 2-41 0,6 1-41 0,4 5-72 16,2-1-53-16,0 4-51 0,-5-2-53 0,-6 5-19 16,-12 4-170-16,-14 2-75 0,-17 1 89 0</inkml:trace>
  <inkml:trace contextRef="#ctx0" brushRef="#br0" timeOffset="1219.33">1355 3279 4080 0,'-47'36'-26'0,"17"-10"0"0,30-11 12 16,0-15 7-16,31 0 39 0,23-15 3 0,17-5-7 15,22-6-11-15,22-4-18 0,19-8 1 16,13-2-3-16,9 1 6 0,5-4-9 0,5 1-24 0,-2 3-52 15,0 2-62-15,-8 1-92 0,-8 5-107 0,-16 0-89 16,-14 2-130-16,-16 6-222 0,-18-5 129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31.652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111 532 2270 0,'-24'0'21'0,"2"0"34"0,4 0 50 15,3 0 41-15,3 0-2 0,1-10-15 0,2 10-49 16,6-11-38-16,3 11-23 0,0-12-25 0,14 2 3 16,9-1 3-16,5-1 0 0,18-2 7 15,10-3-10-15,16-2 2 0,13-1 3 0,13-2 1 16,13 1-5-16,6 1-4 0,12-2 0 0,3-1 5 16,8 0 13-16,3 0-9 0,1-1-4 0,0 0-5 15,1 1-8-15,-6-1 9 0,-2 4-3 0,-8-1-6 16,-10 3-27-16,-10 1-27 0,-12 0-11 0,-16 3-14 15,-13 3 17-15,-15 1 10 0,-12 3-40 0,-14 1-57 16,-10 1-62-16,-17 2-92 0,0 3-170 0,-18 0 11 16,-11 0 75-16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31.90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206 217 2302 0,'-50'27'27'0,"5"-4"24"0,8-5 27 0,10-6 10 16,6-4-5-16,5-4 11 0,4-2 31 0,12-2 46 15,0 0 10-15,14 0-10 0,7 0-59 0,9 0-55 16,13-13-33-16,13 0-21 0,14-2-3 0,14-1 0 16,14-3 0-16,15-3 2 0,8 3-3 0,10-2 3 15,5 3 2-15,6-2-8 0,-1 2 4 0,-7 0-26 16,-1 2-8-16,-11 4-34 0,-7-2-57 0,-12 3-40 15,-10 1-49-15,-12 2-29 0,-13 1 13 0,-13 3 17 16,-13 1 27-16,-12 3 11 0,-16 0-50 16,-14 0-211-16,-14 0-24 0,-13 11 54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33.05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2198 40 1555 0,'-9'-4'12'0,"-2"-2"4"0,0 3 5 15,-1-2 12-15,3 2 17 0,-4-1 18 0,-1-1-3 16,0 3-7-16,-6-2-24 0,-2 2-17 0,-1 0 3 15,-3 1 12-15,-1 1 2 0,-4 0 1 0,-1 0-5 16,-4 0-13-16,0 0 3 0,2 0 4 16,-5 0 4-16,-1 10-3 0,1-10-11 0,-1 11-2 15,1-1-7-15,-1 0-1 0,1 0-1 0,-1 0-5 16,4-2-4-16,-1 4 4 0,-2-4 1 0,2 6 0 16,-2-2 2-16,2 3 1 0,1-2 1 0,0 2-4 15,-1 2 2-15,1-1-3 0,-4 1 9 0,-2 2-1 16,-1 0-2-16,-1 3 3 0,-1 0-10 0,-4 3 2 15,-1-2 5-15,0 4-6 0,1 1-10 16,-1 0-7-16,-3 1-26 0,1 2-14 0,-1 1-11 0,0 0-6 16,-3 2 0-16,-7 1-6 0,4 2-27 15,-8 2-133-15,-1 0-159 0,-2 2-17 0,-6-3 46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38.173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1082 101 1545 0,'0'-1'5'0,"0"-2"19"15,0 1 7-15,0 2 5 0,0-3 8 0,0 3-13 16,-11 0 1-16,11-1 12 0,0-2-7 0,-7 1-3 15,7-2 5-15,0 2-19 0,-5-3 3 0,5 4 0 16,-5-1-6-16,5-2 4 0,-3 3 2 0,0-2 2 16,2 0 0-16,1 2 2 0,-2-1 13 0,1 2 3 15,-2 0 2-15,0-2 0 0,1 1-19 16,-1 0-4-16,2-2-9 0,-4-2-11 0,1 2 2 16,-1-1-4-16,-1 0 2 0,-2 1 3 0,-1-2-6 15,0 4 3-15,-3-4-9 0,1 5 5 0,-2-2 8 16,-1 1-2-16,0 0 1 0,4-1-4 0,-4 2 2 15,2 0 9-15,0-2 15 0,-2 1 1 0,2 1-4 16,-2-2-14-16,2 1-2 0,0 1-2 0,0-2-4 16,-2 1 10-16,0-1-6 0,4 0-1 0,-4 1-1 15,3 0-7-15,-1 1 1 0,-1 0 2 0,1 0 0 16,1 0 0-16,-3 0 0 0,4 0 0 0,-4 0 0 16,0 0-2-16,-2 0 3 0,2 10-4 0,-3-10-1 15,0 11 5-15,1 0-5 0,-4-3 5 16,0 3 0-16,-1-2 5 0,0 3 9 0,-2 0 10 15,0-1 15-15,0 4 2 0,1 0 0 0,-1-2-9 16,2 2-6-16,-1-2-13 0,1 0 0 0,1 0-6 16,2 0-3-16,0 0 0 0,0 0-8 0,2 2 6 15,0 1 6-15,1 1 2 0,-2 2-5 0,2-2 8 16,1 2-4-16,-1 1 14 0,1-1-3 0,0 3 8 16,2 2-5-16,0 0-19 0,2 1 11 0,-1 5 4 15,2 1 7-15,0 0 10 0,1 0-5 0,2 0-20 16,3 1 4-16,1-3-5 0,2 1 3 0,0-2 6 15,0 0-17-15,0-4 2 0,11 1 5 16,0-1-6-16,-1-4-1 0,1 1-1 0,1-4 0 16,2 1-10-16,-1 0 10 0,3-6 1 0,-1 4-7 15,-1-3 6-15,2-1 5 0,4 1 37 0,-2-2 8 16,2 2 7-16,3-2-4 0,1-1-37 0,2 2-3 16,1-2 0-16,-1-2-1 0,1 1 31 0,2-4 3 15,0-1 8-15,3-4-8 0,-2 0-28 0,1 0-12 16,2 0-6-16,-1-9 1 0,-2 9-3 0,-2-16-1 15,-4 5-3-15,-3 2 13 0,-4 9-2 0,0-11 22 16,-4 1 0-16,3-1-9 0,-1-2 13 0,1-2-5 16,4-4 0-16,0-4 8 0,3-1-11 15,-1-4-11-15,0-2 14 0,1 1-20 0,-2-1 0 16,-1-2 4-16,-2-1-8 0,0-2 10 0,-4 0 16 16,-1-4 1-16,-4-3-11 0,-1 2-8 0,-2-3-22 15,-6 0-14-15,0-2 18 0,0-1 0 0,-14 4 7 16,1 0 9-16,-5 2-19 0,-2 1 12 0,-3 5 5 15,-3 4-3-15,2 3 7 0,-3 4-10 0,-1 6-16 16,1 1-31-16,3 6-50 0,1 1-66 0,0 3-105 16,3 2-77-16,4 4-53 0,2 0-54 0,8 0-237 15,1 16 58-15,5-5 102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22.413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1873 797 1711 0,'3'-1'18'0,"1"-2"14"15,-1 0 17-15,0 3 13 0,2-4 11 0,-2 2 20 16,-3-1 11-16,0 0 16 0,0 0 3 0,0-1-9 16,0 2-5-16,0-3-4 0,0 3-16 0,0-1-2 15,0 2-8-15,-9-3-21 0,9 3-8 16,-8 1-24-16,8-2-18 0,-9 2-7 0,3 0-7 15,1 0-5-15,-1 0 7 0,2 0 5 0,1 0-3 16,-3 11 9-16,1-2-4 0,1-1 6 0,-1 2-2 16,2-1-4-16,1 3 7 0,-1 1-3 0,3 0 4 15,0 2-1-15,0-2-5 0,0 2-4 0,0-2 0 16,0 0-3-16,0-4 2 0,11 0 12 0,-2-3 6 16,-9-2 11-16,8 0 8 0,-8 1 6 0,9-5 11 15,-1 2 12-15,-1-2 18 0,2 0-14 0,2 0-9 16,3 0-22-16,2-19-27 0,7-1-8 15,1-1 0-15,4-3 3 0,2-5-19 0,2 1-36 16,0-3-82-16,1 2-88 0,1 0-70 0,-2 3-60 16,-2 0-72-16,2 3-235 0,-3 6 32 0,-2-1 100 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36.00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4216 2168 1663 0,'6'-7'6'0,"-6"0"18"16,5 1 20-16,-1-2 27 0,-1 0 15 0,-3 2 15 0,0-2-6 16,0 1-2-16,0-1-5 0,0-2-19 15,0 2-6-15,0 3-27 0,9-1-14 0,-9 4-16 0,0-2-14 16,9 3 3-16,-9 1-5 0,7 0 3 16,-7 0 3-16,7 0-1 0,2 0 3 0,-4 0 3 15,4 13 5-15,-2-3 3 0,4 0 1 0,-2 1-5 16,3-1-11-16,1 3 4 0,2 1-5 0,-2 1-1 15,1 0 5-15,0 2-3 0,2 1 9 0,-2 1 23 16,-3 0 40-16,2 3-1 0,0 1-3 0,-1 0-22 16,1-1-34-16,1 0 1 0,1 0-4 0,0-1 9 15,-1-5 7-15,0 1 6 0,-1-7 3 0,-2 0-5 16,0-2 9-16,-1-3 27 0,1 0 29 0,-2-4 7 16,2-1-8-16,2 0-25 0,4 0-30 15,3-12-10-15,3-4-9 0,4-3-6 0,5-4 0 16,4-1-2-16,2-7-1 0,3-2-6 0,3-3 5 15,0-3 1-15,-1-1-9 0,1 0 3 0,-3-5-1 16,0 4 1-16,-2-3 9 0,-4 1 0 0,-1 2-2 16,-1 2-10-16,-6 4 4 0,-1 2-7 0,-6 4 7 15,-2 4 3-15,-4 3 15 0,-2 6 27 0,-4 0-5 16,-4 5 6-16,-1 2-12 0,-1 3-25 0,-2 3-3 16,0-1 4-16,0 0-8 0,0 3 0 0,0 1-1 15,0 0-6-15,0 0-4 0,0 0 7 0,0 0-6 16,0 0 8-16,0 0 5 0,0 0-11 0,0 0 16 15,0 0-11-15,0 0-4 0,0 0 9 0,0 0-8 16,0 0 5-16,0 0 2 0,0 9-7 16,0-9 4-16,0 0-6 0,0 6 7 0,0-6 0 15,-8 6 2-15,8-3 1 0,0 1-5 0,-9-4 5 16,9 2-4-16,0 1 3 0,0-3-5 0,0 2 0 16,0-1 3-16,0 0 0 0,-6-1 6 0,6 0 2 15,0 0-8-15,0 0 3 0,0 0 1 0,0 0-11 16,0 0 16-16,0 0-11 0,0 0 7 0,0 0 5 15,0 0-14-15,0 0 12 0,0 0-8 0,0 0-2 16,0 0 3-16,0 0-2 0,0 0 0 0,0 0 1 16,0 0 6-16,0 0-2 0,0 0-3 15,0 0 4-15,0 0-5 0,0 0 5 0,0 0 7 16,0 0-6-16,0 0 4 0,0 0-8 0,0 0-4 16,0 0 4-16,0 0 3 0,0 0-4 0,0 0-4 15,0 0 3-15,0 0-7 0,0 0 4 0,0 0 8 16,0 0-3-16,0 0-4 0,0 0 5 0,0 0-8 15,0 0 1-15,0 0 2 0,0 0 0 0,0 0-1 16,0 0 3-16,0 0 0 0,0 0-2 0,0 0 5 16,0 0-4-16,0 0 8 0,0 0-6 0,0 0 1 15,0 0 0-15,0 0-6 0,0 0 1 0,0 0 6 16,0 0 2-16,0 0-7 0,0 0 6 0,0 0-3 16,0 0-1-16,0 0-1 0,0 0 2 15,0 0-1-15,0 0 2 0,0 0 1 0,0 0-1 16,0 0-5-16,0 0 1 0,0 0 3 0,0 0 1 15,0 0 0-15,0 0-1 0,0 0 1 0,0 0-5 16,0 0 1-16,0 0 5 0,0 0 1 0,0 0-1 16,0 0 2-16,0 0-2 0,0 0 0 0,0 0-4 15,0 0 1-15,0 0-5 0,0 0 0 0,0 0 8 16,0 0-5-16,0 0 2 0,0 0 2 0,0-10 3 16,0 10 0-16,0-9 2 0,0 9-4 0,0-9-5 15,0 0 1-15,0 3-1 0,0 1-1 0,0-1 0 16,0 1 3-16,0 0 2 0,0 0 6 0,0 0-14 15,5 1-6-15,-2-1 3 0,1 5 4 16,-1-3 22-16,-1 0 0 0,1 1-21 0,-2 1-5 16,1 0-5-16,-1-1 2 0,1 2 7 0,-1-2 7 15,-1 2-7-15,0 0 7 0,0 0 0 0,0 0 4 16,0 0 6-16,0 0-9 0,0 0 8 0,0 0-9 16,0 0-10-16,0 0 8 0,0 0-5 0,0 0 1 15,0 0 9-15,0 0-8 0,0 0 6 0,0 0-3 16,0 0-1-16,0 0 4 0,0 0-5 0,0 0 0 15,0 0 2-15,0 0 4 0,0 0-4 0,0 0 3 16,0 0-3-16,0 0 4 0,0 0 1 0,0 0-7 16,0 0 5-16,0 0-8 0,0 0 4 15,0 0 6-15,0 0-5 0,0 0 8 0,0 0-9 16,0 0 1-16,0 0 0 0,0 0-5 0,0 0 6 16,0 0 1-16,0 0 2 0,0 0-11 0,0 0 3 15,0 0-6-15,0-6 5 0,0 6 3 0,0 0 11 16,0-5-6-16,0 5 4 0,0-6-2 0,0 3-7 15,0 1 7-15,0 0-3 0,0-2 6 0,0 0-9 16,0 3 2-16,0-1 1 0,0-3-7 0,0 4 6 16,0-3-4-16,0 1-4 0,0 2 5 0,0-1 8 15,0 1-5-15,0-2 3 0,0 1-6 0,0 2-7 16,0-2 12-16,0 2-4 0,0-1 8 0,0 0-9 16,0 1-3-16,0 0 7 0,0-2-4 0,0 2 10 15,0 0-3-15,0 0-10 0,0 0 7 0,0 0-13 16,0 0 2-16,0 0 11 0,0 0-9 15,0 0 10-15,0 0 2 0,0 0-5 0,0 0-1 16,0 0-2-16,0 0-6 0,0 0 13 0,0 0-3 16,0 0 3-16,0 0-4 0,0 0-15 0,0 0 16 15,0 0-1-15,0 0 5 0,0 0 0 0,0 0-10 16,0 0 4-16,0 0-4 0,0 0 5 0,0 0 6 16,0 0 3-16,0 0-1 0,0 0 4 0,0 0-12 15,0 0-2-15,0 0 2 0,0 0 0 0,0 0 3 16,0 0-2-16,0 0 5 0,0 0-8 0,0 0 4 15,0 0 3-15,0 0-7 0,0 0-1 16,0 0-5-16,0 0 4 0,0 0 4 0,0 0 7 16,0 0 4-16,0 0-11 0,0 0-1 0,0 0 1 15,0 0-7-15,0 0 2 0,0 0 10 0,0 0-10 16,0 0 4-16,0 0 7 0,0 0-9 0,0 0 8 16,0 0-2-16,0 0-4 0,0-6-19 0,0 6-27 15,0 0-40-15,0 0-43 0,0 0-56 0,0 0-38 16,0 0-34-16,0 0-35 0,0 0 19 0,0 0 2 15,0 0-197-15,0 0-13 0,0 0 54 0</inkml:trace>
  <inkml:trace contextRef="#ctx0" brushRef="#br0" timeOffset="-8687.34">91 2 2004 0,'0'-3'6'15,"0"2"14"-15,0-2 25 0,0 1 22 0,0 0 26 16,0 0 25-16,0 0 14 0,0 0 2 0,0 1-21 15,0 1-25-15,0 0-36 0,0 0-26 0,0 0-15 16,0 0-8-16,0 0 2 0,0 0 26 0,0 0 19 16,0 0 19-16,0 0-5 0,18 0-10 15,-1 0-8-15,4 0-4 0,4 0 10 0,5 0-4 16,5 0-11-16,6 0-10 0,8-13-14 0,4 3-9 16,6-1 5-16,8-2-9 0,1 2 5 0,4 1-1 15,2-1-7-15,2-1 5 0,-2 2-3 0,-1 2-2 16,-1 1 4-16,-3-1 5 0,0 2-3 0,-2 0 4 15,-1 0-8-15,3-1-6 0,-2 3 0 0,-1 0 3 16,-2 0 3-16,2 4 3 0,-1-2-3 0,-1 2-1 16,-1 0 10-16,-2 0-9 0,0 0 2 0,-2 0-1 15,0 0-1-15,-2 0 0 0,0 0 5 0,-1 0 4 16,1 0-14-16,-1 0 10 0,2 0-8 0,-4 0 1 16,1 0 3-16,0 0-8 0,-1 0 15 15,1 0-9-15,-2 0 4 0,-1 0 4 0,2 10-9 16,3-10 6-16,0 11-1 0,1-11 4 0,0 9-1 15,-1-9-7-15,3 7 5 0,-3-1-5 0,1-6 1 16,-3 5 4-16,-2-5-3 0,0 0 4 0,-3 0-11 16,-1 0 2-16,-1 0 8 0,-1 0-3 0,-3 0 2 15,1 0-3-15,-4 0 0 0,1 0-5 0,2 0 9 16,-3 0 3-16,2-9-11 0,-1 9 7 0,-1 0-2 16,2 0-7-16,-2 0 1 0,3 0 8 0,-2 0 0 15,4 0 4-15,-2 0 7 0,1 0-17 0,4 0 7 16,-3 0-4-16,-1 0 1 0,-1 0 3 0,0 0-5 15,-1 0 5-15,-2 0-6 0,0 0 3 0,-3 0-3 16,1 0 4-16,-1 0-2 0,2 0 0 16,-2 0 7-16,1 0-8 0,2 0 5 0,-1 0-2 15,1 0-6-15,-2 0 3 0,-2 0-3 0,0 0 7 16,0 0-2-16,-1 0-1 0,-1 0 3 0,-1 0-2 16,-1 0 3-16,2 0 2 0,2 0 2 0,2 0-8 15,0 0-1-15,2 0 4 0,-1 0-10 16,1 0 8-16,0 0-1 0,-3-8-1 0,-2 8 5 0,-2 0 1 15,-2-6 0-15,-2 6-4 0,-3 0-2 0,2-4 4 16,-3 4-5-16,0 0 3 0,1 0 0 0,-1-5 0 16,1 5-2-16,-2 0 5 0,-3 0-4 15,1 0-4-15,0 0 8 0,0-2-8 0,-3 2 4 16,-2-2 1-16,0 2 0 0,3-2 4 0,-1 2 5 16,0-3-7-16,1 2-8 0,2 1 7 0,0-1-6 15,-1-2 5-15,4 3 6 0,0 0-9 0,1-2-2 16,1 1 6-16,1 1-3 0,-4 0 1 0,1 0 10 15,0 0-15-15,-3 0 8 0,-3 0-3 0,-2 0-1 16,-5 0 5-16,1 0-4 0,-3 0 2 0,-1 0 1 16,-2 0-3-16,0 0 5 0,-2 0-1 0,-3 0-3 15,1 0 1-15,-1 0-6 0,0 0 6 0,2 0-8 16,-2 0 20-16,1 0-6 0,1 0-2 0,0 0 2 16,-2-6-10-16,0 6 16 0,1 0-1 0,-1 0 7 15,-1 0 9-15,1 0-4 0,-2 0 2 16,2 0-9-16,2 0-5 0,-4 0-1 0,1 0-1 15,-1 0 9-15,-1 0-5 0,2 0 0 0,-2 0-4 16,0 0 7-16,0 0 10 0,0 0 1 0,0 0 5 16,0 0-11-16,0 0-1 0,0 0-3 0,0 0 1 15,0 0 5-15,0 0-15 0,0 0 8 0,-11 0 1 16,11 0 7-16,0 0 9 0,0 0-7 0,0 0 0 16,0 0-6-16,0 0-10 0,0 0 11 0,0 0 5 15,0 0 7-15,0 0 23 0,0 0-9 0,0 0 2 16,0 0 7-16,0 0-8 0,0 0 13 0,0 0-6 15,0 0-21-15,0 0-3 0,0 0-18 16,0-13 10-16,0 13-5 0,0 0-10 0,0 0 2 16,0 0-11-16,0-7 13 0,0 7-2 0,0 0 0 15,0-7-6-15,0 7-5 0,0-5-4 0,0 5 4 16,0-5-3-16,0 4 3 0,0 1 5 0,0-3-12 16,0 3 14-16,0-3-15 0,0 3 0 0,0-2 7 15,0 2-10-15,0-1 10 0,0 1 8 0,0-1-14 16,0-1 3-16,0 0 5 0,11 2-8 0,0-3 14 15,2 2-4-15,4-4-3 0,1 1-3 0,2 1 10 16,1-2-10-16,0 0-1 0,1 3 7 0,-3-2-14 16,0 1 11-16,-1 0 3 0,-1 1 2 15,-4 1-6-15,1 1 5 0,-3-4-4 0,-2 4-4 0,-2 0 7 16,-1 0 1-16,0 0-7 0,-1 0-1 16,-2 0 8-16,2-1-7 0,-2 1 10 0,0 0-7 15,0 0-3-15,-2-2-8 0,2 1 11 0,-1 1 4 16,-1-1-1-16,1 1 8 0,-2 0-11 0,1 0 7 15,-1 0-10-15,0 0-1 0,0 0 5 0,0 0-5 16,0 0 12-16,0 0 0 0,0 0 0 0,0 0-4 16,0 0 0-16,0 0 4 0,0 0 12 0,0 0 8 15,0 0 0-15,-9 0 7 0,9 0-10 0,0 0-4 16,-7 0-1-16,7 0-3 0,-6 0-9 0,6 0 0 16,-5 0-16-16,2 0 8 0,3 0-8 0,-3 0-4 15,0 0 11-15,3 0-11 0,-2 0-1 16,1 0 9-16,-1 0 4 0,-1 0-8 0,0 11 4 15,2 0 4-15,-2-1 0 0,-3 4 0 0,3 3 8 16,-2-2-4-16,-1 5-8 0,0 1 7 0,1-1-7 16,2 3-5-16,-1-1-8 0,1-1-7 0,0 3 3 15,3-1 24-15,0 2 13 0,0-4 7 0,0 5 1 16,0 1-29-16,0-2-1 0,0 3 10 0,0 1-1 16,0 0 4-16,0 4-19 0,0 2 21 0,0 2-9 15,0 2 9-15,0-1 21 0,0 1-29 0,0 0-9 16,0 0 0-16,0 0 0 0,0-1 0 0,0 1 21 15,0-2-8-15,12-2-1 0,-3 0 1 0,3-4-10 16,-4 0-3-16,-1-3-1 0,2-2 5 0,2-2 9 16,0 0-5-16,-2 0 1 0,0-2 7 15,-2 1-12-15,3-2 8 0,-1-1 0 0,0-2-17 16,-2-4 9-16,-1 2 4 0,-1-4-21 0,0 1 26 16,-1-4-5-16,-1-3-17 0,0 1 26 0,0-2-30 15,-3 0 25-15,3-3 13 0,-1 1-25 0,-2 0 24 16,0-2-8-16,0-1-8 0,0 0 25 0,0 0-7 15,0 0-18-15,0 0 0 0,0 0 18 16,0 0-10-16,0 0 11 0,0 0 14 0,0 0-22 0,0 0 5 16,0 0-5-16,0 0-1 0,0 0-10 15,0 0 0-15,0 0-5 0,-11 0 0 0,11 0 20 16,-7 0-20-16,-3-8 0 0,4 8 10 0,-3-5-31 16,0 5 20-16,-5 0 11 0,1 0-26 0,-2 0 48 15,-4 0-17-15,1 0-15 0,-3 0 16 0,0 0-26 16,-4 0 9-16,0 0 6 0,-3 0-5 0,-4 0-6 15,0 9 11-15,-1-9 16 0,-2 9-31 0,-1 2 11 16,-5-3-12-16,1 1-14 0,-1 0 45 0,0 1-15 16,-4 0 10-16,-1 0-6 0,-1 0-4 0,1 1 16 15,1-2-27-15,-1 2 11 0,2 0-14 0,-1-1 14 16,-1 1 0-16,0 0 0 0,-4 0 15 0,3 2-27 16,-4-2-15-16,-2 1 9 0,-2 1-7 15,-3 0-12-15,-1-2 18 0,-2 5-9 0,-3-4-14 16,-1 1 14-16,-3 0 18 0,2 3-12 0,0-6 12 15,-1 5 1-15,0-3-9 0,2 0 25 0,4-2-17 16,-1 4 1-16,4-4-1 0,2 3-13 0,0 1 14 16,2-4 8-16,1 1 8 0,3 0-8 0,0-2 3 15,1-1-7-15,1 3-5 0,-1-6 18 0,-1 1-21 16,3 0 12-16,1-1-12 0,4-2-18 0,-5 1 8 16,1 0-5-16,2-1 23 0,2 2 5 0,-2-3 6 15,1 1 5-15,-1 1-6 0,0-2-2 0,2 3-6 16,-1-2-3-16,0 4-11 0,2-3 5 0,-1 1 7 15,1 1-11-15,0 0-6 0,-2 5-5 16,-1-3 3-16,0 2-1 0,-1 1 16 0,-1-3 13 16,-2 3-7-16,-3-2 7 0,0 1-14 0,1-1 4 15,-3-1 5-15,2-1 5 0,3 0 9 0,-1-3-14 16,2 1-5-16,0-2-8 0,3 0 4 0,-1-1-7 16,0-2 14-16,-3 0-5 0,1 0 0 0,1 0 7 15,1 0 1-15,1 0 2 0,0 0-3 0,3 0 0 16,3-11-2-16,3 11 1 0,0-10 4 0,1 3-4 15,2 1 0-15,1 6 1 0,-1-8-3 16,-3 2 9-16,1 0-1 0,-1 1 0 0,0 2 4 0,2-2-3 16,1 3-2-16,0 0-3 0,5 0 0 15,0 1-7-15,4 0 6 0,2-3 4 0,2 3-7 16,4-3 1-16,-2 2-4 0,2-1 4 0,0 1 1 16,-2-2 4-16,1 2-1 0,-6 1-13 0,0 1 17 15,-3-1-5-15,-2 1 5 0,0 0 4 0,-1 0-17 16,-5 0 5-16,-1 0-6 0,1 13 8 0,0-6 2 15,-4 3 3-15,-1-3-10 0,0-7 5 0,0 9-4 16,2-3-5-16,1-1 22 0,0-5-18 0,3 5 12 16,2-5 1-16,-1 4-15 0,2-4 11 0,2 0-13 15,1 0 14-15,1 0-4 0,-1 0 6 0,1 0-3 16,1 0-14-16,-2 0 13 0,4 0-6 0,-3 0 11 16,1 0 11-16,3 0-17 0,-2-9 6 15,2 9-8-15,2-8 1 0,3 8 7 0,0-8-11 16,1 4 12-16,0 4-17 0,1-3 8 0,-2-1 1 15,1 0 7-15,-4 4-3 0,4-2-7 0,-2-1-1 16,2 2-1-16,-1 0 10 0,2 1 0 0,0-1 8 16,4 1-19-16,-3 0 7 0,1 0-5 0,3 0 4 15,0 0 7-15,0 0-8 0,1 0 12 0,1 0-11 16,-1 0 9-16,1 0 1 0,2 0 14 0,0 0 14 16,2 0-4-16,0 0 21 0,0 0-11 0,3 0-3 15,0 0 11-15,0 0-19 0,0 0 8 0,0 0-5 16,0 0-9-16,0 0 6 0,0 0-33 15,0 0-5-15,-10 0 10 0,10 0-10 0,-8 0 14 0,8 0 1 16,-9 0-19-16,1 0 0 0,-1 0 9 16,2 0 5-16,-5 0-5 0,-1 0-4 0,4 0 8 15,-1 0-8-15,-1 0 8 0,2 8 5 0,-2-3-9 16,-1 1 1-16,3-6 8 0,0 0 0 0,0 0 0 16,1 3 0-16,-1-2-9 0,0-1-4 0,6 4-5 15,-2-3 9-15,1-1 4 0,-1 1-3 0,1-1-10 16,-1 2 9-16,-1-2-4 0,0 0 18 0,0 0-5 15,-2 0-10-15,1 0 1 0,-1 0-18 16,2 0 9-16,0 0 9 0,1 0 5 0,-1 0 4 0,3 0 0 16,0 0-9-16,0 0-5 0,2 0 10 15,-2 0 4-15,0 0-4 0,1 0 0 0,1 0 10 16,1 0 9-16,-3 0 17 0,3 0 23 0,-2 0-9 16,2 0-4-16,0 0-18 0,0 0-16 0,-3 0-12 15,3 0 5-15,0 0-5 0,0 0-5 0,-1 0 11 16,1 0-22-16,-2 0 12 0,0 0-7 0,1 0 6 15,1 0 5-15,-2 0 6 0,-1 0-7 0,3 0 2 16,-4 0 5-16,4 0-11 0,-3 0 11 0,1 0-22 16,2 0 6-16,-1 0-1 0,-1 0 0 0,1 0 16 15,-1 0-10-15,1 0 0 0,1 0-10 0,0 0 5 16,0 0 10-16,0 0-10 0,0 0 5 0,0 0-5 16,0 0-16-16,0 0 26 0,0 0-10 0,0 0-11 15,0 0 16-15,0 0-11 0,0 0 17 16,0 0-12-16,0 0 6 0,0 0-5 0,0 0 0 15,0 0 16-15,0 0-11 0,0 0-1 0,0 0 7 16,0 0-23-16,0 0-57 0,0 0-32 0,0 0-59 16,0 0-17-16,7 0 23 0,2 0-1 0,-1 0 2 15,3 0-39-15,-1 0-86 0,-1 0-113 0,4 0-91 16,-4 0-118-16,0 0-190 0,-2 0 145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39.66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1421 1480 1206 0,'0'0'58'15,"0"0"21"-15,0 0 29 0,0-9 12 0,0 9-52 16,0 0-5-16,0 0-34 0,0 0 13 0,0 0 15 16,0 0-1-16,-9 0 30 0,9 0-11 0,0 0-8 15,0 0-3-15,0 0-20 0,0 0-3 0,0 0-6 16,0 0-2-16,0 0 1 0,0 0-8 0,0 0-10 15,0 0-8-15,0 0-7 0,0 0-1 16,0 0-7-16,0 0 3 0,0 0 1 0,0 0-1 16,0 0 5-16,0 0-2 0,0 0-2 0,0 0 9 15,0 0 33-15,0 6 19 0,0 1 14 0,0-3-6 0,0-1-34 16,14 0-19-16,0 3-2 0,-1-6 11 16,4 4 27-16,3-4 25 0,4 0-11 0,8 0-13 15,4 0-23-15,8 0-22 0,5-13-10 0,6-1 1 16,4 1-1-16,2-1-3 0,-2-1 9 0,2-1 4 15,-7 3-7-15,1-2 5 0,-5 2-3 0,-3-1-2 16,-1 0 6-16,-4-2 3 0,-2 0 4 0,-5 0 1 16,1-1-3-16,-4-2-12 0,-2 0-7 0,-4-1 4 15,2 0 15-15,-3 0 13 0,0-1 24 16,-3-2 6-16,3-3-18 0,-2 0-1 0,-1-2-20 0,1-3-4 16,-2 1 2-16,-1-3-15 0,0-4 16 0,-2 1-6 15,0-2 0-15,-1-1 16 0,-2-2-21 16,0 1 4-16,-1-2 4 0,-2 2-16 0,-3 2 10 15,0-3 13-15,-4 6 20 0,-2-2 12 0,-2 1-1 16,-1 3-15-16,0 1-10 0,0 1 27 0,0 2-9 16,-15 2 2-16,2 6-16 0,-1-3-29 0,0 3 1 15,-4 1-2-15,-3 0-1 0,-2 3 0 0,-4 0 1 16,-2-1 5-16,-2 4 2 0,-2 3-8 0,-3 1 14 16,-2 0-11-16,0 3-9 0,-3 1 20 0,1-2-7 15,1-1 1-15,-5-1 3 0,3-1-15 0,-3 0-2 16,-2 0 5-16,0 0 8 0,-1 3 0 15,-3 1-6-15,-3 3-4 0,2-1 2 0,-6 5 10 16,-2 0-13-16,0 0 2 0,-3 14 5 0,-2-2-8 16,-2 3 16-16,-2 1 4 0,-2 5-6 0,0 0-5 15,2 3 10-15,-3 2-20 0,1 2 9 0,0 5-1 16,0 2-11-16,2-1 26 0,-1 3-14 0,1-1 1 16,0 4 6-16,-2-2-14 0,2 3 4 0,-1 0 5 15,2 1-8-15,2 2 0 0,1 2 8 16,4 0 15-16,3 1 11 0,7 1 9 0,5-2-13 0,2 1 5 15,10-2-6-15,5 0 2 0,7-1 1 0,7-1-16 16,5 0 5-16,9-3-4 0,0 0 2 0,0-1 4 16,14-2-3-16,3-1-2 0,4 1-3 15,5 0 0-15,4-1 3 0,5-3-1 0,5-1 10 16,4 1-17-16,6-3-3 0,4-4 4 0,3-1-14 16,3-5 27-16,3-4 3 0,3-4 0 0,0-3 0 15,1 0-5-15,1-5-8 0,-1-4-4 0,1 0 5 16,-1 0 2-16,0 0-3 0,-2-14-1 0,-1 2 1 15,0 1-20-15,-1-1 10 0,-3-1-1 0,-3 2-17 16,1-2-22-16,-3 2-72 0,-2-2-91 0,-1-3-104 16,-4 5-76-16,-1-3-56 0,-4 3-258 0,-4 2 40 15,-4-1 107-15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41.34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102 460 2021 0,'-7'-14'25'0,"0"0"28"0,1 1 34 0,2 1 34 16,1 3 14-16,-2 0 11 0,2 0-13 0,-1 3-10 16,-1-2-11-16,4 6-17 0,-2-3-15 0,3 1-15 15,-3 2-32-15,1-1-29 0,0 2-12 0,2 1-12 16,-3 0 0-16,3 0 5 0,0 0 3 0,-1 0 6 15,-1 11 0-15,1-2 4 0,-1 2 1 0,1 1 7 16,-2 3 6-16,-3 3-2 0,1 0 7 16,-1 5-9-16,2-3-1 0,-1 2 5 0,0 2 2 0,4-2 13 15,-1-1 0-15,2-1 1 0,0 1-11 16,0 1-8-16,0-1 13 0,0-1 17 0,11-7 27 16,-2 2 33-16,0-2 20 0,2-4-6 0,4-3-15 15,5-6-31-15,3 0-33 0,7 0-25 0,6-17-15 16,10-5 9-16,7-2-11 0,8-4 26 0,6-4-2 15,6-5-21-15,4-4 11 0,5 2-2 0,2-2-2 16,-1 0 3-16,-1-3-2 0,2 2-12 0,-5-1 13 16,-2 4 7-16,-6 2-8 0,-4 2 3 0,-6 0-13 15,-9 9 3-15,-7 1 25 0,-8 3 13 0,-7 4 21 16,-9 6-2-16,-2 1-13 0,-10 2-14 0,-2 2-18 16,-5 3-5-16,-2 2-10 0,0 0-5 0,0 2 9 15,0 0 5-15,0 0-1 0,0 0-2 0,0 0-11 16,0 0-7-16,0 0 9 0,0 0 6 15,0 0 7-15,0 0 2 0,0 0-6 0,0 0 3 16,0 0-2-16,0 0-2 0,0 0 10 0,0 0-6 16,0 0-3-16,0 0 0 0,0 0-9 0,0 0 6 15,0 0 8-15,0 0 5 0,0 0-9 0,0 0-2 16,-6 0 3-16,6 0-7 0,0 0 7 0,0 0-1 16,0 0-10-16,0 0 4 0,0 0 7 0,0 0 5 15,0 0-6-15,0 0 12 0,0 0-9 0,0 0-9 16,0 0 7-16,0 0-3 0,0 0-1 0,0 0 9 15,0 0 2-15,0 0-11 0,0 0 5 16,0 0-5-16,0 0 3 0,0 0 0 0,0 0 4 16,0 0 0-16,0 0-14 0,0 0 14 0,0 0-9 15,0 0 2-15,0 0 15 0,0 0-11 0,0 0 2 16,0 0-2-16,0 0-4 0,0 0-1 0,0 0 4 16,0 0-3-16,0 0 6 0,0 0-8 0,0 0 8 15,0 0 3-15,0 0-7 0,0 0 13 0,0 0-3 16,0 0-16-16,0 0 5 0,0 0 2 0,0 0-7 15,0 0 10-15,0 0-5 0,0 0 2 0,0 0-8 16,0 0 4-16,0 0 4 0,0 0 2 16,0 0 3-16,0 0 2 0,0 0-13 0,0 0 1 0,0 0 0 15,0 0 4-15,0 0 12 0,0 0-15 16,0 0 4-16,-9 0-6 0,9 0 0 0,0 0 0 16,0 0 9-16,-8 0-3 0,8 0 2 0,-6 0-6 15,1 0 3-15,1 0 4 0,-1 0-1 0,2 0 13 16,0 8-15-16,-1-8 2 0,1 0-6 0,0 0-1 15,-1 0-3-15,3 0 5 0,-1 7 4 0,1-7-10 16,-1 0 14-16,2 0-6 0,0 0-3 0,0 0 11 16,0 0-3-16,0 0-8 0,0 0 8 0,0 0-6 15,0 0-4-15,0 0 15 0,0 0-13 0,0 0 12 16,0 0-4-16,0 0-5 0,0 0-2 0,0 0 0 16,0 0 1-16,0 0-3 0,0 0 10 15,0 0-10-15,0 0 8 0,0 0-3 0,0 0 3 16,0 0-6-16,0 0 6 0,0 0-1 0,0 0-13 15,0 0 21-15,0 0-12 0,0 0 1 0,0 0 16 16,0 0-21-16,0 0 8 0,0 0-6 0,0 0-1 16,0 0 5-16,0 0 3 0,0 0 6 0,0 0-6 15,0 0-3-15,0 0-7 0,0 0 4 0,0 0-2 16,0 0 4-16,0 0-4 0,0 0 8 0,0 0-1 16,0 0-4-16,0 0 6 0,0 0-12 0,0 0 8 15,0 0-2-15,0 0-1 0,0 0-1 0,0 0 4 16,0 0 6-16,0 0-7 0,0 0 4 0,0 0-5 15,0 0-5-15,0 0 5 0,0 0 4 16,0 0 7-16,0 0 0 0,0 0-2 0,0 0-4 16,0 0-11-16,0 0-1 0,0 0 9 0,0 0 1 15,0 0 2-15,0 0-2 0,0 0 1 0,0 0 0 16,0 0 0-16,0 0 1 0,0 0-7 0,0 0 0 16,0 0 2-16,0 0 4 0,0 0 1 0,0 0 0 15,0 0 0-15,0 0-3 0,0 0 2 16,0 0-5-16,0 0 0 15,0 0 5-15,0 0-5 0,0 0 9 0,0 0 0 0,0 0-9 0,0 0 5 0,0 0 0 16,0 0-1-16,0 0 11 0,0 0-3 0,0 0-6 16,0 0-5-16,0 0-2 0,0 0-2 15,0 0 2-15,0 0 5 0,0 0-4 0,0 0 0 0,0 0 7 16,0 0-5-16,0 0 2 0,0 0 6 16,0 0-11-16,0 0 2 15,0 0 2-15,0 0-3 0,0 0 7 0,0 0-5 0,0 0-2 0,0 0 2 16,0 0-7-16,0 0 15 0,0 0-10 0,0 0-5 15,0 0 8-15,0 0-6 0,0 0 11 0,0 0-3 16,0 0 1-16,0 0 4 0,0 0-10 0,0 0 12 16,0 0-12-16,0 0-5 0,0 0 1 0,0 0-1 15,0 0 13-15,0 0-5 0,0 0 8 0,0 0-12 16,0 0 2-16,0 0 1 0,0 0-2 0,0 0 7 16,0 0-3-16,0 0-4 0,0 0-3 0,0 0 1 15,0 0-3-15,0 0 5 0,0 0 10 16,0 0-2-16,0 0 0 0,0 0 7 0,0 0-12 15,0 0-2-15,0 0 7 0,0 0-19 0,0 0 12 16,0 0 2-16,0 0-15 0,0 0 11 0,0 0-18 16,0 0-13-16,0 0-14 0,0 0-10 0,0 0-10 15,0 0-29-15,0 0-26 0,0 0-49 0,0 0-66 16,0 0-39-16,0 0-25 0,0 0 33 0,0 0 61 16,0 0 31-16,0 0 14 0,0 0-53 0,0 0-222 15,0 0-29-15,10 11 60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23.152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4559 629 2007 0,'0'0'21'0,"0"0"13"0,0-9 32 16,0 9 29-16,0-9 17 0,0 2 23 0,0 0-9 15,0 1-9-15,0 2-27 0,8 4-34 0,-8-4-28 16,0-1-13-16,0 2 30 0,6 3 24 0,-2 0 23 15,1 0-2-15,0 0-34 0,-1 15-15 0,1-1-10 16,2 2-2-16,-1-2 20 0,2 1-9 0,-2 1-3 16,2-1 5-16,1 2-20 0,-2-1 0 15,1 1-4-15,0-4-9 0,-1-2-9 0,-1 1 0 0,0-3 0 16,0-3 5-16,0-3 4 0,0-1 5 16,-1 1 18-16,3-3 19 0,-1 0 7 0,4 0-7 15,1 0-14-15,3-18-28 0,5 3 2 0,0-4 2 16,5-2 1-16,3-4-10 0,-1-4-13 0,2 1-32 15,0-4-59-15,1 2-61 0,-1 0-79 0,-2 2-57 16,-1 1-40-16,-1 4-32 0,-6 3-123 0,0 3-147 16,-3 4 93-16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58.73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7721-341 1437 0,'0'-7'15'0,"0"-1"19"15,0-3 23-15,0 0 28 0,0 2 1 0,0-2 4 16,0 1-2-16,0-1 11 0,0 1 7 16,0 0-3-16,0 3 2 0,0 1-20 0,0-2-10 0,0 4 1 15,0-1-6-15,0 1-7 0,0-1 1 16,0 2-3-16,0 0-10 0,0-1-23 0,0 3-14 16,0-2-30-16,0 3-6 0,-16 0 10 0,2 0 1 15,2 16 16-15,0 0 4 0,-3 6 6 0,-4 5 1 16,0 5 3-16,-3 6 1 0,0 3-9 0,-4 0-8 15,3 3 0-15,3-1 41 0,4-1 28 0,5-3 5 16,3-2-7-16,8-2-46 0,0-3-8 0,0-4 44 16,15-2 24-16,4-5 43 0,2-1 10 0,8-3-35 15,7-6-18-15,7-2-44 0,13-5-25 0,5-4-12 16,10 0 1-16,-3 0 1 0,7 0-8 16,-2-15-4-16,-2 2-35 0,-9 2-67 0,1 0-59 15,-6-1-100-15,-2 0-76 0,-3 2-42 0,-4-1-104 16,-1 3-196-16,-4 1 96 0,-7 7 108 0</inkml:trace>
  <inkml:trace contextRef="#ctx0" brushRef="#br0" timeOffset="-439.06">8034-353 1298 0,'-6'0'15'0,"-3"0"18"16,-2 0 16-16,1 0 17 0,-2 0 13 0,1 0 2 15,2 0 3-15,-3 0-10 0,0 0-26 0,4 0-22 16,-1 0-20-16,1 0-12 0,1 0 1 0,-5 0 7 16,-1 11 0-16,1-11 2 0,-4 13 2 0,-1-1-8 15,-1-2 2-15,-1 3-3 0,4 1 1 0,-1 2 6 16,2 1-5-16,0-1 5 0,5 0-8 0,0 0-4 16,4-3-7-16,-4-2-1 0,5-1 1 15,4 2-2-15,-6-6 11 0,6 0 3 0,-5 1 2 16,5-5 3-16,0 2 1 0,0-1-3 0,0-2 3 15,0-1-1-15,0 0-2 0,0 0 4 0,0 0-5 16,0 3 0-16,0-3-4 0,-12 2 2 0,12-1 0 16,-20 0 5-16,4 2-1 0,-3-1 1 0,3-1 4 15,0 2 0-15,-2-1 8 0,1-2 10 0,4 1 9 16,-4 2 7-16,3-2 5 0,5-1-2 0,0 1-2 16,3 2-5-16,2-3 0 0,1 0-5 0,1 2 1 15,2-2 8-15,-1 1 6 0,1-1 1 0,0 0 7 16,0 0 6-16,0 0 14 0,0 0 26 0,0 0 3 15,18 0-13-15,0 0-26 0,11-12-29 0,7-3-18 16,10 0-5-16,16-7 1 0,11-2 0 0,14-4-1 16,8-2-7-16,12 1 4 0,3-4-8 15,6 0 6-15,-2 1 3 0,1 1-4 0,-4 2 5 16,-2 1 2-16,-4 1 0 0,-2 1-8 0,-4 3 0 16,-6 1-10-16,-7 4 1 0,-7 3 10 0,-13-1 13 15,-10 4 27-15,-14 2 8 0,-8 1-1 0,-11 2-17 16,-10 2-25-16,-4 4-12 0,-9-1-7 0,0 0-3 15,0 2 4-15,-22 0 4 0,-7 0-3 0,-5 0 0 16,-8 0-6-16,-8 15-8 0,-13 1-5 0,-3 0-2 16,-7 2-6-16,-3 3-3 0,-3 0 7 0,0 2 1 15,0 3 11-15,0 1 14 0,6-1 4 16,-3 0-3-16,6 1-2 0,5 0-2 0,3 1 3 16,-1 0 6-16,4 2 3 0,4-2-4 0,4-1-10 15,1 0 0-15,3 0 0 0,6-3-3 0,3-3 11 16,6-5 7-16,4-2 12 0,7-2 27 0,7-4 24 15,4-4 18-15,4-2 19 0,6-2 1 0,0 0-12 16,0 0-17-16,16-12-21 0,7-4-10 0,9-2-11 16,11-5-15-16,11-4-1 0,12-5-10 0,13-1-5 15,7-2-1-15,13-2-7 0,4 0-4 0,8-1 2 16,4 3 1-16,1-1 4 0,-1 0-3 16,1 1 1-16,-7 2 6 0,-7 0-5 0,-2 3 2 0,-12 0 2 15,-4 2-3-15,-13 1-3 0,-7 3 4 16,-11 3-1-16,-8 4 0 0,-8 1 6 0,-11 4 0 15,-10 4-7-15,-2 0-6 0,-8 4-20 0,-3-1-49 16,-3 3-68-16,0 2-48 0,0 0-43 0,-20 0-15 16,-2 0 6-16,-9 18-27 0,-11-1-33 0,-7 3-125 15,-13 1-131-15,-2 3 84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9:07.69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19 1640 1459 0,'-3'7'18'16,"-1"-2"26"-16,4 1 28 0,-3 0 26 0,2-1 5 15,-2-1 8-15,0-1-10 0,0-2-4 0,3 2-4 16,0-1-22-16,0-2-3 0,0 2-13 0,0 1-15 15,0-3-6-15,0 0-7 0,0 0 8 0,0 0 15 16,0 0 3-16,0 0 4 0,10 0-15 0,3-18-9 16,3 1 2-16,1-5-1 0,9-5 0 15,4-6-4-15,7-8-8 0,8-9-3 0,8-6-8 16,10-8-1-16,6-6-5 0,10-4-6 0,7-6 9 16,0-2-13-16,4 0 12 0,-1-1 8 0,-1 2-17 15,-3 0 12-15,-4 2-9 0,-2 3-9 0,-3 0 13 16,-5 5-2-16,-2 2 5 0,-4 6-4 0,0 5 3 15,-9 6 15-15,-6 9 20 0,-4 6 35 0,-13 7 22 16,-5 9-11-16,-7 3-20 0,-10 6-37 0,-11 3-25 16,0 4-2-16,0 2-13 0,0-1 3 0,0 4-4 15,-14 0-6-15,-1 0 11 16,0 0 2-16,-2 14 3 16,-1-2 7-16,1-1-2 0,-3 3-6 0,4-2 1 0,-1 2-17 0,3 0-26 0,0 0-31 0,2-4-35 15,2 1-25-15,1 2-14 0,1-1-11 0,-1-1 4 16,3 1 2-16,-3-1 9 0,1 2 20 15,1-5 19-15,-3 2 31 0,4-2 30 0,-1-2 28 16,1-2 13-16,0 1 3 0,1-4 0 0,2-1-2 16,0 0 0-16,0 0 20 0,3 0 29 0,-3-10 21 15,3 10 27-15,0-14 11 0,0 5-8 0,0 0 1 16,0 2-7-16,0 0-15 0,0-1-2 0,0 1-5 16,0-1-2-16,0 1 3 0,0-1-17 0,0-1-13 15,12 0-13-15,-1 1-21 0,1-1 2 0,0 3-7 16,0 0 6-16,2 3 12 0,2 0-7 15,0 3 4-15,-3 0 4 0,4 0 7 0,-2 12 5 0,-1 0-3 16,-3 4-7-16,-1 2-13 0,-4 4-5 16,-6 3-1-16,0 2-5 0,0 1 11 0,0 5 6 15,-16-1-15-15,-1 4-45 0,-3 1-80 0,3-3-84 16,-5 2-68-16,2 0-69 0,0-1-134 0,-3 0-140 16,-1 0 86-16</inkml:trace>
  <inkml:trace contextRef="#ctx0" brushRef="#br0" timeOffset="443.44">128 1475 2252 0,'0'-8'37'0,"0"0"35"0,0 4 19 0,0-3 26 16,0 6-28-16,0 1-28 0,-17 0-14 0,7 0-10 16,-3 9 20-16,0 7 11 0,2 5 10 0,-1 3 1 15,-2 7-28-15,4 7-11 0,1-2-11 0,2 2-23 16,4 3 3-16,3-2-18 0,0-4-2 0,0 1 5 16,13-7-2-16,0-3 8 0,4-3 9 0,3 1 6 15,-1-7 2-15,7-3 4 0,8-8-4 0,2-6-10 16,10 0 1-16,7-19-40 0,6-4-61 0,11-6-66 15,6-8-88-15,6-6-56 0,4-5-56 16,9-2-226-16,-1-1 8 0,3-4 95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8:57.165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2330 1681 1101 0,'-18'0'33'0,"0"0"6"15,-2 0 25-15,2 0 20 0,-1 0-26 0,0-12 6 16,-1 12-7-16,-1-11-9 0,-1 2-3 0,1 9 4 16,1-9-3-16,-1 9-3 0,1-8 7 0,1 8-3 15,0-4-2-15,4 4 8 0,0 0-11 16,3 0-18-16,0 0-12 0,4 0-20 0,1 0 0 0,2 0 0 15,5 0 1-15,0 0 4 0,0 0-2 16,0 8 7-16,0-8-1 0,0 10 2 0,9-1 7 0,0-2 11 16,0 1 10-16,3-1 5 0,5 2-3 15,1-5-14-15,5 2-6 0,5 1-5 0,3-5 2 16,4 2-7-16,5-4-1 0,4 0 4 0,4 0-6 16,6 0 5-16,0 0-2 0,4 0 0 0,1-13-1 15,5 13 1-15,1-10-1 0,1 10-5 0,0-9 3 16,4 9-1-16,-1-7 6 0,1 7-3 0,-1 0 1 15,1 0-2-15,-1 0-4 0,-3 0 5 0,1 0 0 16,0 0 1-16,-2 0-1 0,2 0-1 0,-2-4-3 16,-1 4 2-16,0-4-1 0,0 1-2 0,0 2 8 15,-1 1-4-15,0 0 1 0,-3 0 1 0,-2 0-7 16,1 0 4-16,-2 0-1 0,-3 0 1 0,-2 0-1 16,-4 0 4-16,0 0-1 0,-3 0-4 15,-2 0 6-15,-1 8-4 0,-1-8 0 0,-1 0 5 16,-2 0-3-16,0 0-1 0,1 0-1 0,-1 0 0 15,0 0-1-15,1 0 0 0,-1 0 4 0,3 0-2 16,-1 0-2-16,1-8 2 0,1 8-2 0,3-9-1 16,0 1 4-16,2 2-1 0,3-1-2 0,2 1 1 15,1-2-2-15,3 2 3 0,0 0 0 0,2-1-2 16,-2 0 1-16,2 3 0 0,-2-4-4 0,0 2 4 16,-2 0 1-16,-1 0-6 0,1 0 6 0,-2 1 0 15,-2-1-2-15,2 1 7 0,-4-1-6 0,1 2 2 16,-2 1-2-16,-3-1-7 0,-4 2 9 0,-5 0-4 15,-5 2 2-15,-3-3 2 0,-5 2-6 0,-3 1 1 16,-4 0 1-16,-4 0 3 0,0 0-3 16,-1 0 2-16,-1 0 4 0,1-3-4 0,-1 1 3 15,0 2 1-15,1-2-8 0,0 0 5 0,0 2-2 16,1-4-1-16,-2 3 0 0,2-1 1 0,-2 1 1 16,-2 1 1-16,2-2-1 0,2 1-1 0,0-1 2 15,1 1-2-15,1 0 1 0,4-1 2 0,0 2-3 16,3-3 4-16,1-1-2 0,2 4-4 0,1-2 5 15,0-2-7-15,2 1 5 0,3-1 0 0,-3-1 0 16,4 0 3-16,-3-2-1 0,4 0 1 0,-2-1-6 16,1 2 3-16,-1-3-3 0,-2 3 3 15,1-2 3-15,-1 0-2 0,-1 1 0 0,-2 0-2 16,-3 0-2-16,1-1 5 0,-3-2 24 0,1 1 15 16,-5 1 21-16,0-1 11 0,-1 1-12 0,-2-2-2 15,-3 0-5-15,2 2-4 0,-6-2 8 0,-2 0 2 16,1 0-2-16,-2-1 12 0,-2-1 2 0,0-1 4 15,0-3-7-15,0 0-18 0,0-5-7 0,0 0-18 16,0-2 10-16,0-2 3 0,0-4-7 0,0 1 9 16,0 0-19-16,0-4-2 0,0 2-8 0,0-4-10 15,0-2 4-15,0 2 2 0,0-1 4 0,0-4-2 16,0-2-1-16,0 1 1 0,0-2-3 0,0 1 19 16,0-2 3-16,-9 1-4 0,9 1 2 0,-11 1-15 15,11 1 14-15,-8 2 12 0,8 2 5 16,-9 2 2-16,2 1-19 0,1 4-11 0,-1 1-7 15,3 3 2-15,-2 2 5 0,3 3-2 0,-5 2 9 16,4 1-2-16,-1 5 3 0,2 0-5 0,-3 3-8 16,3 0-8-16,0 2-5 0,-2 2 2 0,1-1-4 15,2 3 7-15,1-1-1 0,-1 1-5 0,2 2 12 16,0-3-10-16,-1 3 2 0,1 0 1 0,0 0-5 16,0 0 5-16,0 0 3 0,0 0 1 0,0 0-7 15,0 0 1-15,0 0-7 0,0 0 10 0,0 0-1 16,0 0 2-16,-2 0 2 0,2 0-9 0,-1 0 11 15,-1 0-4-15,1 0-4 0,-1-6-3 0,1 6 5 16,1-8-1-16,-5 8 1 0,4-7 7 16,-3 2-9-16,1-1-5 0,-1 1 7 0,-4 1 1 15,1-1-7-15,-5 0 12 0,-1 2-8 0,-3 0-3 16,-7 0 13-16,-4 3-19 0,-5 0 4 0,-8 0 9 16,-7 0-9-16,-8 0 9 0,-5 14 1 0,-7-3-12 15,-5-2 5-15,0-1 8 0,-3 0-7 0,2 0 5 16,-1-1 0-16,1 1-4 0,0-2 2 0,0 2 0 15,-1-2-4-15,-1 0 2 0,-2 1 2 0,-4 2-2 16,1-3 2-16,-5 2-1 0,-3-1-1 0,-2 3 4 16,-2-1-10-16,-3 0 7 0,1 2 0 15,0-3-7-15,1 2 15 0,2-2-9 0,6 0 1 16,2-1-22-16,4-1-13 0,1 1 2 0,1-1 0 16,-2 2 32-16,0 0 5 0,-3 0-7 0,-2-1 7 15,2-1-3-15,-1 2-2 0,4-1 8 0,3-4-12 16,5 0 6-16,5-2 3 0,5-1 5 0,4 0 1 15,2 0-9-15,2 0-5 0,0 0 1 0,-2 0 0 16,-1 0-6-16,0 0 9 0,-5 0-8 0,-3 0 3 16,-3 0 9-16,1 0-6 0,-3 0 1 0,-1 0 4 15,4 6-7-15,-1-6 7 0,3 0 4 0,0 8-4 16,0-8 2-16,4 6-12 0,-1-1 1 0,-1 0-2 16,2-1 6-16,3 1 7 0,-1 1-4 0,0 0-4 15,4 0-14-15,2 2-9 0,-1-2 4 16,1 3 7-16,4-1 5 0,-3 2 6 0,3-2-2 15,-2 1-6-15,1-1 2 0,0 1 0 0,1-1-2 16,-1-1 10-16,5-1-2 0,0 1 4 0,3-1 0 16,-1-1-18-16,-1-1 0 0,1 1-2 0,-2 1-2 15,0 0 11-15,-4 0 5 0,1 4 1 0,-1-4 2 16,1-2-1-16,0 1 8 0,1 0-8 0,2 0 4 16,1-3 4-16,2 3-10 0,-1-3 14 0,1 2-8 15,-2 0 1-15,-1 1 6 0,0 0-10 0,-1 0 3 16,-1 0 1-16,4-1-4 0,-1 3 3 0,4-3 1 15,2-1 1-15,4 0-2 0,6 2 0 16,1-5 2-16,3 1-6 0,5 1 4 0,1-2 0 16,0 0-1-16,7 0 8 0,-1 0-6 0,3 0 5 15,1 0-3-15,2 0-1 0,2 0-6 0,0 0 6 16,3 0-1-16,0 0-5 0,0 0 9 0,-1 0-6 16,1 0-4-16,0 0 3 0,0 0-3 0,0 0 2 15,0 0 1-15,-2 0-4 0,1 0 5 0,1 0-5 16,-3 0 9-16,0 0 0 0,0 0-2 15,-2 0-2-15,-3 0 1 0,2 0 1 0,-1 0-3 0,-1 0 5 16,1 0-8-16,-3 0 4 0,3 0-1 16,-1 0 2-16,1 0 8 0,1 0-8 0,-1 0 1 0,1 0-2 15,2 0-1-15,-2 0 2 0,0 0 3 16,0 0-4-16,0 0-3 0,-2 0 3 0,2 0 2 16,-2 0 2-16,2 0 0 0,2 0 1 0,-2 0-7 15,0 0 5-15,2 0-4 0,1 0-4 0,2 0 9 16,-1 0-2-16,1 0 1 0,1 0 1 0,-2 0 2 15,2 0-2-15,0 0-3 0,0 0 3 0,0 0-5 16,0 0-3-16,0 0-1 0,0 0 0 0,0 0-1 16,0 0 0-16,0 0 3 0,0 0-4 0,0 0-4 15,0 0 5-15,0 0 1 0,0 0-1 0,0 0 3 16,0 0-4-16,0 0 6 0,0 0-2 0,11 0-1 16,-3 0 1-16,-2 0 1 0,3 10 3 0,-3 1-5 15,1 4 0-15,-2 0 0 0,1 8 6 16,0 0-1-16,-6 5 10 0,0 3-1 0,0 8-4 15,0 3 7-15,0 4-12 0,0 3-8 0,0 1 7 16,-14 1-4-16,14 1-3 0,-12 0 6 0,12-2-7 16,-10-3 2-16,10-3 8 0,0-1 0 0,0-4-1 15,0-4 6-15,0-3-8 0,0-2 5 0,0-2 2 16,0-3-5-16,0-3 4 0,0-2-8 0,10-1 5 16,-1-3-2-16,-9-1 4 0,10-3 4 0,-3-2-1 15,-1-4 2-15,-1 1 0 0,1-2 10 0,-2-1 11 16,2-2 10-16,2 1 10 0,1-2-2 0,0-1-7 15,0 0-1-15,2 0-8 0,1 0-11 16,-1 0-11-16,-2 0-3 0,3-10 0 0,0 10 2 16,0-12-3-16,2 5-6 0,1-2-5 0,2 1 4 15,3 0 2-15,1 1 1 0,3-1-1 0,2-3-3 16,3 2 0-16,3-2-3 0,4 2 8 0,5-4-6 16,0 2 7-16,6 2-1 0,0 0-8 0,2 2 5 15,0 1 3-15,1 0 0 0,4 1 4 0,6-1-6 16,3-1-4-16,9 0 7 0,5-2 0 0,11-2 3 15,10 2-4-15,8-2 3 0,5 1-3 0,6 2 3 16,3-1-5-16,0 4-4 0,1 2 2 0,-2 0-1 16,1 1 5-16,-2 0 2 0,0 2-1 0,-1 0 2 15,-3 0-2-15,0 0-7 0,-4 13-4 16,-4-4-11-16,-7 0 1 0,-5-1 2 0,-6 1 0 16,-6-1 5-16,-8 1-10 0,-7-1-5 0,-5 1-3 15,-5-2 3-15,-3-3 6 0,-7 0-4 0,-4 1-4 16,-7-1-4-16,-4-2-6 0,-5-1-2 0,-4 0 9 15,-6-1 7-15,-6 3 14 0,-2-3 15 0,-5 0-37 16,1 0-59-16,-2 0-75 0,-2 0-75 0,-1 0-41 16,3 0-45-16,-3 0-166 0,0-14-122 0,2 4 79 15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9:08.55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 36 175 0,'-12'6'-18'0,"-1"0"-26"16,-6 3 0-16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9:18.075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  <inkml:brush xml:id="br1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 contextRef="#ctx0" brushRef="#br0">504-760 2495 0,'0'0'38'0,"0"0"31"16,0 0 32-16,0 0 42 0,0 0-18 0,0 0-15 15,0 0-22-15,-9 11-37 0,9-11-32 16,-7 10-13-16,0 2-12 0,7-2-3 0,-7-1 6 0,4 5 1 16,3 0-3-16,0 0 1 0,0 2 9 15,0 0-9-15,0 1 3 0,0-4 6 0,10-1-3 16,0-1 28-16,0 1 23 0,-1-4 16 0,2 0 22 15,-5-3 10-15,2-2-2 0,-2-3 2 0,0 0-6 16,1 0-12-16,-4 0-4 0,3-12 1 0,-1 0-7 16,-2 0-9-16,3 0 9 0,-3-5-5 0,0 0 4 15,-3 1 10-15,0-1-17 0,0 2-10 0,0-1-34 16,0 3-2-16,-15 1-8 0,7 2-23 0,-2 3 16 16,10 1-12-16,-9 3-14 0,-2 3 4 0,5 0 7 15,0 0-15-15,6 0 10 0,-6 0 13 16,1 0-4-16,2 14-15 0,0-2-28 0,0 0-19 15,-1 1-29-15,4-2 13 0,0 2-8 0,0 0-4 16,0-2 13-16,0-2-7 0,0-2 12 0,0-2 8 16,13-2-1-16,-2-3 14 0,-2 0-1 0,-1 0-25 15,1 0-50-15,1 0-59 0,-1-15-45 0,-4 6-39 16,4 9-19-16,-3-13-62 0,-1 13-201 0,1-7 10 16,-3 7 82-16</inkml:trace>
  <inkml:trace contextRef="#ctx0" brushRef="#br0" timeOffset="-545.49">870-403 1986 0,'8'0'11'16,"-2"0"24"-16,0 0 31 0,-6 0 39 0,0 0 24 16,0 0 8-16,0 0-13 0,0 14-25 0,0-2-26 15,-9-2-22-15,9 2-17 0,-14-1-12 0,5-1-9 16,9-1-11-16,-8-1-2 0,8-1-5 0,0-1-1 16,0-1 3-16,0-1 3 0,0-2 3 0,0 1 3 15,0-1-4-15,0-2 1 0,0 0 11 0,0 0 2 16,0 0 19-16,0 0 30 0,8 0 14 0,1 0 23 15,-9 0 2-15,0 0-13 0,0 0-1 16,0 0-1-16,0-11-8 0,0 11-8 0,0-11-3 0,0 4-23 16,0 7 1-16,0-6 2 0,0 0-16 15,0 6 3-15,0 0-29 0,0 0-5 0,0 0-9 16,0 0-3-16,0 0 5 0,0 0-9 0,-9 0 2 16,9 0 6-16,0 0 8 0,-4 11-7 0,0-3 11 15,4 3-10-15,-3 0-7 0,0 1 0 16,3-3 7-16,0 5-5 0,0-2 5 0,0-1 10 0,0-1-14 15,0-1 8-15,0-2-5 0,10-1 0 0,0-3 1 16,-10-2-1-16,6-1 7 0,2 0 6 0,-2 0-2 16,-6 0-8-16,6 0 9 0,-3 0-6 15,2-10-1-15,-2-1 18 0,0 1-20 0,3-2 12 16,-3-3-3-16,1-2 0 0,2 1 23 0,-3 0 15 16,-3 0 23-16,3 3 1 0,-3-1 8 0,0 3-19 15,0 4-26-15,0 0-15 0,0 1-1 0,0 0-20 16,0 3 17-16,-9 0-3 0,9 3-19 0,-10 0-3 15,10 0-16-15,0 0 13 0,-6 0-1 0,6 0 12 16,-6 0 3-16,6 12-4 0,-5 1 9 0,-1-4-8 16,3-1 4-16,0 1-6 0,3-2-11 0,0 0 13 15,0 1 2-15,0-2-13 16,0 0-2-16,0 0-6 16,0 0-4-16,0-3 8 0,0 2 8 0,0-2-3 0,0 0 9 0,9-3 10 0,-9 0-10 0,0 0 12 15,5 0-10-15,-5 0 3 0,6-11-1 16,-6 1-14-16,3 10-24 0,3-13-22 0,1 2-23 15,-1 0-24-15,0 3-14 0,2-1-57 0,-5 5-65 16,0-4-82-16,-3 0-70 0,0 2-67 0,0 6-209 16,0-6 57-16,0 1 110 0</inkml:trace>
  <inkml:trace contextRef="#ctx0" brushRef="#br0" timeOffset="-1488.15">1649 234 1015 0,'0'0'86'0,"0"0"42"0,0 0 34 0,0 0 10 0,0 0-69 16,0 0-26-16,0 0-21 0,0 0-3 0,0 0-8 16,0 0-5-16,0 0-1 0,0 0-2 0,0 0 8 15,-6 0 5-15,6 0 5 0,0 0 6 0,0 0 3 16,-4 0 7-16,4 0 8 0,0 0 13 15,0 0 9-15,-3 0 3 0,0 0 5 0,3 0 3 16,0 0-19-16,-3 0-15 0,3 0-20 0,-3 0-24 16,3 0-14-16,-4 0-13 0,4 0-13 0,0 0-2 15,0 0-4-15,0 0 1 0,0 9 2 0,0-2-1 16,0 1 10-16,0 1 0 0,-3 1 3 0,3 0-1 16,0-2-2-16,0 3 3 0,0 2-3 0,0-4 8 15,0-1-7-15,10 1-2 0,-10-3 4 0,10-1-5 16,-4-4 7-16,0 2 3 0,2-3-4 0,-2 0 6 15,0 0-2-15,5 0-2 0,-5 0 8 16,1 0-12-16,2-9 4 0,1-2 1 0,-6 0-6 16,5 2 4-16,-3-2 1 0,-1 0-1 0,-5 0-4 15,3-1 2-15,-3 2-2 0,0-1 7 0,0-2-1 16,0 5 5-16,-14 1-8 0,1 0-4 0,-3 1 24 16,6 4-6-16,-4 2 14 0,-1 0-1 0,1 0-18 15,1 0 0-15,-1 11-6 0,-1 0-5 0,4-1-7 16,-1 1 5-16,4 0-14 0,-1-2-2 0,5 1 12 15,-2-1-5-15,3 2 14 0,3-1 4 0,0-2-6 16,0-1-5-16,0 0 9 0,0-3-5 0,0 3 1 16,10-3 3-16,-1-2-2 0,2-2 1 15,-2 0 0-15,-3 0 8 0,5 0-11 0,-2 0 9 16,-2 0-6-16,3 0-1 0,-3-11 6 0,-1 11-12 16,3-10 5-16,-1 3 3 0,-2 1-13 0,0-3 20 15,-1 3-4-15,-2 0-2 0,0 0 4 0,0 0 1 16,0 0 14-16,-3 1 0 0,0 2 11 0,0 0-9 15,0 1-12-15,0 0-7 0,0 2-7 0,-12 0-4 16,12 0-9-16,-11 0 6 0,2 0-3 0,9 0 4 16,-8 0-8-16,8 10 2 0,-9-1 5 0,9 0-7 15,0 0 12-15,0-1-3 16,0 1 1-16,0 0 1 16,0-3 1-16,0 2-2 0,0-2 1 0,0-1 3 0,0-1 2 0,9-1 8 0,-9 1-10 0,11-4 5 15,-5 0 21-15,2 0 6 0,-2 0 13 16,3 0 13-16,-5-11-3 0,2-2-17 0,1 1 0 15,0-1-5-15,-1-2-15 0,0 1 14 0,2-1 4 16,-5-1-2-16,0 1-5 0,0 3-1 0,0 2-6 16,-3 1-7-16,0 1-4 0,0 3-4 0,0 2-15 15,0 2 10-15,0-4-9 0,0 5-26 0,0 0-19 16,-9 0-72-16,9 0-67 0,-11 0-110 0,2 0-119 16,2 0-85-16,-6 8-247 0,3-8 16 0,1 11 145 15</inkml:trace>
  <inkml:trace contextRef="#ctx0" brushRef="#br1" timeOffset="-4943.98">65 25 1538 0,'0'-5'33'0,"0"3"16"15,0 2 19-15,0 0 22 0,0 0-9 0,0 0-2 16,0 0-4-16,0 0-9 0,0 0-19 0,0 0 1 16,-10 0-16-16,10 0-9 0,-9 0 0 15,9 0-7-15,-10 0 3 0,3 13-5 0,1 1-3 16,0-2-8-16,1 0-4 0,2 1 2 0,0-1 2 15,0 1 0-15,0-2-4 0,3 1 5 0,0-2-6 16,0-2 3-16,0 2-4 0,0-3 1 0,0 1 5 16,15-3-3-16,-7-1 13 0,1-1-3 0,-3-1-1 15,2 0 13-15,-2-2 7 0,4 0 8 0,-4 0 11 16,5 0-2-16,-2 0 2 0,-1-13 3 16,1 2-8-16,-2 1 4 0,2 0 1 0,-2 0 4 0,-4-2 13 15,1 2 12-15,-1 0 18 0,-3 1 5 0,0-2-8 16,0 2-9-16,0 0-30 0,0 1-27 0,-10-1-6 15,-3 3-19-15,13 1-4 0,-10-1 3 16,-2 2-11-16,4 2 1 0,-3 2-4 0,5-2-1 16,-3 2 11-16,2 0-5 0,4 0-3 0,-3 0 0 15,1 0-7-15,3 12 11 0,-1 0 3 0,3-2 0 16,0-2 3-16,0 1-7 0,0-1 11 0,0 1-4 16,0-1 5-16,13-2 1 0,-13-2-8 0,9 3 9 15,1-5-3-15,-1 0-2 0,-1 1 2 0,-2-3 2 16,5 0-4-16,-8 0 19 0,4 0-7 0,-1 0 3 15,0 0 3-15,-2 0-11 0,-1-10 11 16,-2 10-3-16,-1-10 1 16,2 1 25-16,-2 1 3 0,0-1 4 0,0-2 7 0,0 3-13 0,0-2 6 0,0 2-13 15,0-1-2-15,-10 3-7 0,10-1-19 16,-10 1 11-16,10 3-17 0,-9 0-9 0,0 3 7 16,9 0-17-16,-8 0 12 0,8 0 0 0,-6 0-9 15,6 0 5-15,0 0 1 0,0 0-2 0,-5 6 12 16,5-6 1-16,0 9-5 0,0-9 12 0,0 10-1 15,0-3-10-15,0 0 12 0,0 0-13 0,0-1-6 16,0-2 9-16,0 0-9 0,0 0 5 0,8-2-1 16,-8-2 2-16,9 0-3 0,-1 0 2 0,1 0 10 15,-3 0 4-15,1 0-3 0,1 0 1 0,-2-10-10 16,3 10 7-16,-4-10 7 0,4 0-3 0,-6 3 2 16,3-1 3-16,-6 8 9 0,3-9 11 0,-1 3-4 15,-2 2-6-15,0 2-7 0,0 2-18 16,0-6 0-16,0 6-4 0,0 0 1 0,-14 0 4 15,5 0-8-15,9 0 6 0,-11 10-6 0,2 0-2 16,1 1 0-16,-2 0 4 0,4 2-7 0,0 1 11 16,-2 0 2-16,2 2-6 0,3-4 7 0,0 2-10 15,-2-4 5-15,5-1 2 0,0-5 0 0,0 3 1 16,0-4 13-16,0 0-12 0,0-2 10 0,0-1-5 16,0 0-3-16,11 0 4 0,-5 0 2 0,2 0 8 15,1-15-5-15,-2 3-7 0,3-1-43 0,-3-1-40 16,5 0-73-16,-4 2-88 0,-2-1-85 0,0 2-115 15,-1 0-276-15,-2 4-18 0,-3 2 117 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9:08.41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11 0 643 0,'-5'0'-66'16,"2"0"-73"-16,0 0-22 0,3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9:38.01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105 162 1992 0,'-14'-9'21'0,"-2"3"23"0,1-3 25 15,1 2 11-15,3 4-14 0,-2-2-25 0,3 2-24 16,4 0-23-16,0 2-13 0,6 1 0 0,0 0 1 16,0 0 2-16,0 0 7 0,0 0 1 0,12 10-1 15,-1 2 12-15,3-1 3 0,1 2 3 16,-1 3 1-16,-2 1-9 0,5 1-2 0,-4 2-7 0,4 2 3 15,-6 0 6-15,1-3-2 0,-2 1 6 16,-1-1-3-16,-4 0-2 16,1-1 1-16,-3-3-2 0,3-4 1 0,-3-1 7 0,-3-1-1 0,0-1 19 15,2-3 32-15,-2-3 35 0,0-2 35 0,0 0 6 16,0 0-36-16,0 0-37 0,0 0-41 0,0-13-21 16,0 2-1-16,-11-2-5 0,11-3 5 0,-9-2 3 15,9-1 0-15,-8-4 2 0,8 2 1 0,-6-5-8 16,6 5 0-16,0-1 3 0,0-3-6 0,0 5 0 15,0-3 1-15,0 4-6 0,12 0 3 16,-1 2 2-16,-2 2 1 0,2 2 0 0,-1 4 0 0,0 5-5 16,-1-3 2-16,1 5-2 0,-1 2 5 15,2 0 5-15,-2 0-5 0,2 0 14 0,-1 12-15 0,3-2 5 16,0 1 10-16,-2 0-17 0,-2 2 20 16,2 0-10-16,-2-1 0 0,-2 1 6 0,2-2-1 15,-2 0 7-15,-4 0-5 0,1-3 1 0,-1-1-8 16,0-2 5-16,0-1 5 0,-3 0 15 0,0-4 25 15,0 1 11-15,0-1 5 0,0 0-5 0,0 0-21 16,0 0-20-16,0-10 1 0,0-1-5 0,0 0-1 16,0-2-1-16,0 1-14 0,0-1 0 0,0-2-2 15,0-2 4-15,0 1-5 0,0 0 3 0,0 2-4 16,0 0-3-16,0 2 4 0,0 2-8 0,0 1-9 16,0 2 3-16,0 2 9 0,0 1 0 0,11 3 7 15,-11-1 7-15,9 1-7 0,-3 1-18 0,2 0-25 16,-2 0-47-16,0 0-40 0,1 0-20 15,2 0-29-15,-1 8-19 0,3-8-20 0,1 9-44 16,-2-9-145-16,6 7-76 0,-3-7 59 0</inkml:trace>
  <inkml:trace contextRef="#ctx0" brushRef="#br0" timeOffset="358.47">817-171 1950 0,'3'-13'32'0,"-1"2"28"0,-2 3 28 0,0-1 25 16,0 1-12-16,0-1-13 0,-11 2-18 0,1 4-19 15,-2-1-13-15,1 4-13 0,2 0-8 0,-2 0-9 16,-1 0-6-16,-2 14-5 0,4-2 2 16,-5 2-2-16,1 4-2 0,3-1 2 0,-4 5-6 15,4 1 4-15,-2 3-2 0,1 2-4 0,4 0-1 16,-3 0 7-16,5 2 1 0,0-2 8 0,3 0 1 16,3-4-4-16,0 2 1 0,0-6-6 0,0-1 3 15,0 0 0-15,12-5 2 0,-1-4-2 0,-11 0 11 16,11-4-4-16,-2-4 13 0,-2-2 29 0,2 0 5 15,1-11 13-15,-3-5-17 0,2-2-16 0,5-5-23 16,0-2-7-16,1-8 10 0,-2 2-13 0,4-1 11 16,0 1-9-16,-3 1-7 0,-2 3 0 15,-2 3-3-15,-1 3-2 0,2 4 7 0,-5 3-7 0,-1 4 0 16,1 4 0-16,-6 1-8 0,3 3 8 16,-3 2-7-16,3 0 5 0,-3 0 2 0,3 0 3 15,-3 0 13-15,3 10-11 0,1 4-23 0,-1-1-40 16,1 0-40-16,-1 3-37 0,3 2-45 0,-5 1-44 15,2-2-182-15,3 1-126 0,-3 0 67 0</inkml:trace>
  <inkml:trace contextRef="#ctx0" brushRef="#br0" timeOffset="574.82">1402-609 2384 0,'0'-13'20'15,"0"4"39"-15,-17 3 30 0,1 6 16 0,-1 0-24 16,0 0-46-16,-1 0-30 0,1 17-10 0,4 0 5 16,-1 4 12-16,2 4-6 0,-2 1 0 0,4 3-3 15,0 4 3-15,3 4-1 0,-2 3 3 0,3 0-22 16,1 3-50-16,-1 3-36 0,0 1-53 0,3 0-31 16,-2-1-14-16,-1-2-20 0,3-2-58 0,0-7-113 15,-1-4-56-15,1-4 60 0</inkml:trace>
  <inkml:trace contextRef="#ctx0" brushRef="#br0" timeOffset="757.95">1059-197 2290 0,'0'-19'18'0,"0"4"10"0,0 2 11 0,9 2 4 16,-9 4-24-16,0 2-15 0,0 1-15 0,0 2-6 15,0 2 1-15,0 0 7 0,14 0 2 0,-4 0 5 16,2 0 2-16,5 0 3 0,0 0 1 0,6 11 5 15,1-2 6-15,5 1-11 0,-3 1-45 0,1 1-51 16,2-1-65-16,-2 1-105 0,2 2-208 0,-5 1-43 16,-4 0 61-16</inkml:trace>
  <inkml:trace contextRef="#ctx0" brushRef="#br0" timeOffset="1144.77">1455-852 2252 0,'0'-21'17'0,"0"-1"-1"15,0 3 1-15,0 2-6 0,0 4-11 0,0 4-2 16,0-1-3-16,0 4-6 0,0 3-73 16,14-1-89-16,1 4-235 0,2 0-155 0,0 0 67 15</inkml:trace>
  <inkml:trace contextRef="#ctx0" brushRef="#br0" timeOffset="997.21">1720-618 2690 0,'0'-12'27'0,"0"2"39"0,0 1 30 15,0 1 23-15,-14 8-27 0,14 0-51 0,-8 0-30 16,8 0-26-16,0 0-5 0,0 0 9 0,0 0 4 16,0 15 4-16,0-2 3 0,14 3 11 0,-3-1-3 15,2 6-2-15,2 0 5 0,-1 4-12 16,0 1-28-16,-2 1-33 0,2-1-46 0,-5-2-33 15,-2 2-25-15,-1-7-40 0,2 1-52 0,-8-3-211 16,0-6-115-16,0 0 73 0</inkml:trace>
  <inkml:trace contextRef="#ctx0" brushRef="#br0" timeOffset="1714.73">1802-719 2230 0,'3'-10'20'0,"-3"2"20"16,3-1 6-16,-3 1 6 0,0 2-31 15,0 6-22-15,0 0-8 0,0 0-8 0,0 0 12 0,0 0 0 16,0 0-3-16,0 0 8 0,13 0-1 16,-2 17 7-16,1-4 2 0,2 2-11 0,-5 0 6 15,1 0-2-15,3 1 0 0,-3 3 8 0,-1-4-4 16,-1 4-2-16,1-1 1 0,-4-4-1 0,1 2-5 15,-3-3 0-15,0-1 12 0,0-5-1 0,-3-1 5 16,0 1 4-16,0-4-11 0,0-2 1 0,0-1-2 16,0 0-4-16,0 0-1 0,0-17-3 0,-9 4-2 15,9-2 5-15,-9-5-1 0,9 0-2 0,0-5 3 16,0 1 5-16,0-3 14 0,0-2 15 0,0-1 16 16,0 2-10-16,9-1-1 0,1 1-12 0,-1 3-15 15,-1 1-5-15,1-1-6 0,0 5-7 16,-1 3-2-16,1 1 2 0,-1 3-4 0,1 5 2 15,-2-1 1-15,2 4-2 0,-1 5 0 0,1 0 0 16,0 0 0-16,-1 0 10 0,1 17 0 0,2-1 6 16,-2 5 1-16,-2 1 0 0,2 4 2 0,-1 2-1 15,-2 3-2-15,-3-3-3 0,-3 2 3 0,3-2-10 16,-3-2 8-16,0-2-6 0,0-7 0 0,0-3 3 16,0-2 8-16,0-3 30 0,0-4 42 0,0-4 20 15,0-1-14-15,0 0-17 0,0 0-51 0,0 0-16 16,0-11 6-16,0-2-17 0,0-1 22 0,0 0 11 15,0-5-2-15,0 2 9 0,0-4-7 0,0 1-13 16,0 1-1-16,0-2-4 0,11 4-10 16,-5 0 3-16,-6 2-9 0,10 2-3 0,0 3 8 15,-1 0-7-15,-2 3-1 0,-1 6 12 0,2-3-11 16,1 4 3-16,2 0 14 0,4 0-10 0,-5 0 1 16,4 11 1-16,1 0-62 0,-1-1-52 0,-3 0-41 15,2 6-83-15,-1-1-22 0,-1 4-57 0,-2-1-282 16,2 1 21-16,-2 0 79 0</inkml:trace>
  <inkml:trace contextRef="#ctx0" brushRef="#br0" timeOffset="2142.4">2527-1110 1657 0,'0'0'40'0,"0"0"15"16,0 0 23-16,0 0 26 0,0 0-18 0,0 0 8 16,0 0 4-16,0 0-5 0,0 0-10 0,0 0-11 15,0 0-25-15,0 0-29 0,0 0-22 16,0 0-12-16,0 0-7 0,0 0 5 0,0 0 14 15,0 0-7-15,0 12 5 0,0-1 2 0,11 0 1 16,1 2 5-16,2 0 2 0,0 2-2 0,4 3-5 16,-3-4-4-16,3 3 3 0,-1 0 1 0,3-1 8 15,-4 0 0-15,4-4-2 0,-6 1 2 0,2-4 26 16,0-1 39-16,-1-2 35 0,-3-3 44 0,0-3 7 16,-1 0-8-16,-1 0-31 0,0-12-32 0,-3-2-40 15,-1-1-26-15,2-4-3 0,-2-3-13 0,0-1 8 16,-3-2-7-16,2-1 1 0,-2-2 4 0,0 2-1 15,-3 1-11-15,0 0-45 0,0 0-49 16,0 3-67-16,0-2-70 0,0 7-44 0,-11-2-32 16,11 4-65-16,-12 1-184 0,1 2 32 0,2 1 76 15</inkml:trace>
  <inkml:trace contextRef="#ctx0" brushRef="#br0" timeOffset="2714.83">2789-1324 2034 0,'9'-14'7'0,"-9"4"20"15,6 0 18-15,1 10 21 0,0-10 0 0,-4 3-20 16,1 7-15-16,2-6-20 0,0 6-12 0,0 0 0 16,2 0 0-16,3 0-4 0,-2 0 8 15,4 0 3-15,3 15-2 0,-1-2 5 0,0 0-7 0,2 0-4 16,-1 3 3-16,1-4-3 0,-3 6 9 16,-2-1 0-16,-2 1-3 0,0-1 10 0,-3 1-9 15,-4 0 9-15,0-3-1 0,-3 2-10 0,0-3 7 16,0-2-1-16,0-1-1 0,0-2 12 0,-10 0 14 15,10-5 8-15,-13-2 4 0,3-2 3 0,2 0-17 16,1 0-11-16,7 0 1 0,-8 0-12 0,-1-15-2 16,4 1-6-16,-1-1-4 0,6-1 1 0,0-2 2 15,0-1 2-15,0-1-1 0,0 3 3 0,0-2-8 16,11-1 3-16,-2 3-1 0,3 0-7 0,-1 2 6 16,-1 1-5-16,4 2 3 0,-2 1 3 15,2 2-3-15,1 2 4 0,-1 4-5 0,-1 3-2 0,1 0 5 16,-2 0-2-16,-1 0 5 0,0 12-1 15,-2-1 5-15,-2 3-1 0,1-4-5 0,-4 3 3 16,4 0-4-16,-5-2-3 0,0 0 4 0,0-1-1 16,0-3 7-16,-3 1 7 0,3-3 7 0,-3-1 2 15,0-1 1-15,0-3 5 0,0 0-2 0,0 0 5 16,0 0 9-16,0 0-2 0,-10-13-4 0,-3-1-3 16,4 1-4-16,-1-4 18 0,1 0 4 0,-2-4-1 15,3-4-6-15,2-1 0 0,0-2 2 0,6 0-5 16,0 0 11-16,0-1-22 0,0 2-15 0,0 1 5 15,0 4-20-15,0 3-2 0,12 0 6 0,-1 4-5 16,0-1 4-16,-2 7-7 0,1 1-5 16,4 4 8-16,-2 1 2 0,2 3 0 0,1 0 2 15,-1 0 3-15,-1 13 3 0,1 2 4 0,0-2-7 16,-2 3-2-16,2 2-2 0,1 0-2 0,-5 3 11 16,4-1 3-16,0-1-22 0,-2-1-43 0,1 1-78 15,3-1-86-15,-1-1-75 0,2-3-48 0,-2-3-105 16,1 1-195-16,1-5 89 0</inkml:trace>
  <inkml:trace contextRef="#ctx0" brushRef="#br0" timeOffset="3757.8">3547-756 1782 0,'4'-20'3'16,"-1"2"3"-16,0 0 14 0,0 0 12 0,0 6-4 15,0-2 0-15,-1 4-14 0,4 4-13 0,-3-1 2 16,8 2-13-16,-2 3 7 0,3 2 3 16,3 0-10-16,3 0 10 0,2 0-3 0,0 13-1 15,1-2 10-15,0 2-3 0,-3 3 3 0,5 0-1 16,-6 1-4-16,3 0 3 0,-5 1-2 0,-1-4 1 16,-4 0 4-16,-1-1 5 0,-1-2 15 0,-2-3 27 15,-3 2 38-15,-2-4 42 0,-1 0-3 0,0-3-22 16,0-1-36-16,0-2-49 0,0 0-16 0,-10 0 2 15,1 0-6-15,-2-11 3 0,0 11-10 16,1-17 0-16,1 1-4 0,-2 1 8 0,2-4 6 0,0-1-5 16,1-1-3-16,2-3-4 0,2 0 0 15,1-2 2-15,3 3 10 0,0 1-9 0,0 3 1 16,0 1 2-16,0 0-5 0,15 7 2 0,-3-1 3 16,0 3-8-16,2 3 1 0,-1-1 7 0,4 4-4 15,0-1 3-15,3 4-1 0,-1 0 0 0,1 0-7 16,0 0 5-16,0 0 2 0,-4 14-3 0,4-2 12 15,-3-4-5-15,1 1 2 0,-3-1-5 0,-1 0 1 16,-2-3 1-16,0 1 0 0,-4-6 6 0,4 0-1 16,-5 0 4-16,1 0-6 0,-2 0 2 0,0-18-6 15,2 1-8-15,1-4 6 0,-2-3-3 0,0-2 2 16,2-3 3-16,0-2-3 0,-2-2 3 0,2 1 10 16,-2-1 19-16,-3 5 30 0,2 0 28 15,-3 2 20-15,0 3 5 0,-1 1 12 0,-2 3-7 16,0 6-14-16,0 0-16 0,0 2-35 0,0 5-25 15,0 1-22-15,0 3-13 0,0 2-5 0,0 0 4 16,-9 0 10-16,9 0-10 0,0 17 12 0,-8-2-6 16,8 3 2-16,-3 4 0 15,3 1-6-15,-5 2 2 0,2 2-2 0,3 1 12 0,0 0-4 0,0 1 0 16,0-2-4-16,0 0 4 0,0 0 9 0,0 0-9 16,0-4-3-16,0 1 2 0,10-3-11 0,-10-4 3 15,9-1 11-15,-9-3-3 0,4-7 7 0,-4 0 5 16,5-3-7-16,-2-3 4 0,-3 0-16 0,3 0 12 15,0 0-5-15,1-14-3 0,-2 1 9 0,3-4-9 16,-2-1 4-16,3-2-6 0,1-4 10 16,-1 1-12-16,3-4 4 0,-1 1 3 0,1 0 3 15,-1 0 6-15,-2 3-2 0,4-1 7 0,0 4-15 16,-1 1-6-16,-2 3 4 0,1 3-11 0,-1 3 9 16,-2 2 0-16,3 3 4 0,-2 3-8 0,0 2 5 15,0 0 8-15,1 0-14 0,-1 0 17 0,4 0-16 16,-3 11 6-16,4-3 14 0,-2 5-13 0,2-4 1 15,-2 2-70-15,1-2-78 0,-4 3-69 0,5 2-73 16,-3-2-19-16,-1 1-49 0,-1 0-226 0,0 0-4 16,-4-3 80-16</inkml:trace>
  <inkml:trace contextRef="#ctx0" brushRef="#br0" timeOffset="-1072.22">3349-350 1436 0,'8'0'7'0,"-8"0"6"15,0 0 12-15,6 0 28 0,0 0 11 0,-2 0 17 16,-1 0 3-16,0 0-14 0,0 0-9 0,4 0-6 16,-1 7 3-16,-2-7-9 0,-1 8-9 15,6 1-3-15,-4-2-11 0,4 2 3 0,-3-1-10 0,2 1-9 16,-2-1-7-16,3 1-10 0,-2-1 11 16,0-1 5-16,-1-1 11 0,-2-1 22 0,2-3 21 15,-3 2 21-15,0-4 33 0,2 0 10 0,1 0-6 16,2 0 3-16,1-13-35 0,1-3-14 0,7-4-21 15,6-6-30-15,3-8-13 0,5-6-13 0,6-8 3 16,-1-2-1-16,5-2 4 0,-1 3 6 0,-4 4 8 16,-4 5-6-16,-6 6 4 0,-6 8-16 0,-5 7-33 15,-6 6-62-15,-3 4-96 0,-1 4-83 0,-4 5-34 16,1 0-24-16,-2 0-191 0,1 0-8 0,-1 16 61 16</inkml:trace>
  <inkml:trace contextRef="#ctx0" brushRef="#br0" timeOffset="4966.96">3323-462 1866 0,'-3'0'10'0,"0"0"24"0,0 0 27 0,-1 0 19 16,4 0 9-16,-3 0-17 0,3 0-30 0,-3 0-27 15,3 0-17-15,0 0-9 0,0 0 3 0,0 0 8 16,16 0 8-16,-2 0 4 0,1 0 5 0,5 0 4 16,4 0-7-16,2 0-4 0,0 0-4 0,4 0-3 15,-4 10-1-15,3-1-2 0,-5-1 0 0,-1 1-1 16,-3-1 0-16,-4 1-8 0,0-2 8 16,-4-1 11-16,-3-1 32 0,-3 0 46 0,0-2 51 15,-3-1 70-15,-3-2 25 0,0 0-20 0,0 0-63 16,0 0-83-16,0 0-61 0,-12-15-10 0,1 1 32 15,11-4-7-15,-12 0 4 0,1-2 3 0,1-4-31 16,2 2 2-16,-2-4 7 0,0 0-7 0,-2 2 2 16,-3 0 7-16,1 1-18 0,-1 3 16 0,-3-2-12 15,-5 5 3-15,-3 5 0 0,-1 3-10 0,-2 5 8 16,-4 4 1-16,-4 0-1 0,-2 13-22 16,-4 6-34-16,1 2-46 0,1 5-47 0,0 2-63 0,3 2-43 15,1 1-22-15,6 0-17 0,6-4-59 16,4 0-175-16,6-4 21 0,6-5 74 0</inkml:trace>
  <inkml:trace contextRef="#ctx0" brushRef="#br0" timeOffset="4125.92">4452-1226 1947 0,'-3'-12'34'0,"-6"-3"33"0,1 2 35 15,2-2 30-15,-2 2-3 0,2-4-8 0,0 1-18 16,2-1-10-16,1 3-28 0,-1-1-15 0,4 1-22 16,0 0-26-16,0 2 1 0,0 1-16 0,14 1 3 15,-2 1 2-15,3 2-2 0,1 2 8 0,0 2-1 16,7 0 6-16,0 3-3 16,0 0-3-1,3 0 13-15,-2 0-7 0,2 11-1 0,-2-1 6 0,-1 3-11 0,0 1-2 0,-7-1 8 0,4 2-3 0,-5 1 2 16,-3 0 8-16,-3-1-7 0,2 1-3 15,-3-2 5-15,-7-5 18 0,5 4 22 0,-3-4 28 16,-3-5 11-16,0 3-13 0,0-5-16 0,0-1-26 16,0-1-11-16,-12 0-4 15,3 0-3-15,0 0-5 0,0-10-11 0,0 0-1 0,-2-1 6 0,2-2-3 16,0-2 4-16,0-1 6 0,3-3-13 0,-2 0 6 16,3-3 0-16,5-2-7 0,0 0 2 0,0-1 4 15,0 2-7-15,0-2 8 0,13 4 0 0,-3-2-2 16,1 1 6-16,1 3-37 0,2 0-54 0,-2 2-61 15,0 0-62-15,-1 6-39 0,-1-1-26 16,-1 2-62-16,-1 3-210 0,-2 4 11 0,-1-2 83 16</inkml:trace>
  <inkml:trace contextRef="#ctx0" brushRef="#br0" timeOffset="5912.78">5405-1967 1710 0,'-7'-6'49'0,"-2"0"0"0,1 1 3 0,-1 1-9 15,-2 4-45-15,1 0 16 0,-2 0 1 16,-2 0 25-16,0 0 13 0,-1 15-1 0,-2-2 5 16,1 2-2-16,-4 0-3 0,0 1 3 0,2 1-5 15,-2 2-12-15,2 3-17 0,0 2-11 0,0 1 13 16,-2 3 8-16,3 5 9 0,-1-2-11 0,3 4-15 16,1 1 1-16,3 4-15 0,2-3 3 0,5 0-1 15,4-1-4-15,0-7 2 0,0 2 2 0,0-7-3 16,10-1 1-16,1-5 3 0,-2-4 4 0,0-3 0 15,0-3 29-15,0-3 38 0,-1-5 9 0,3 0 3 16,-2 0-27-16,0-19-22 0,1 0 1 16,1-5 24-16,0-3 32 0,-2-3 38 0,1-1 18 15,-2-1-9-15,1 2-40 0,0 0-43 0,-1 1-24 16,-1 4-32-16,0 2 0 0,-1 5-9 0,-2 2-21 16,1 3 23-16,-1 1-7 0,2 3-2 0,2 4 12 15,-2 1-19-15,5 3 19 0,2 1 4 0,4 0 6 16,1 0 4-16,2 14-13 0,4 6 9 0,2 2-18 15,1 4 7-15,1 4 4 0,-1 1-13 0,0 6 15 16,-2 0-3-16,-2 5 1 0,-5-1 12 0,-3 3-8 16,-6 2 1-16,-1 1-11 0,-8-1 4 0,0 2 12 15,0 0-1-15,-16-1-2 0,-2-4-11 16,0-1-6-16,-2-6 10 0,-2-4 2 0,0-6 8 16,-1-2 2-16,1-4-5 0,-1-11 4 0,3-9-14 15,-1 0 5-15,3 0-11 0,-1-14 5 0,4-5 10 16,0-4-20-16,3-6 10 0,3-4-3 0,3-3-1 15,6-5 13-15,0-7 0 0,0-3 0 0,15-4 1 16,5-2-11-16,1-2-1 0,3 1-24 0,4 0-41 16,0 3-56-16,3-1-100 0,-2 5-62 0,0 4-46 15,-2 2-44-15,0 4-155 0,-1 4-94 0,-3 1 88 16</inkml:trace>
  <inkml:trace contextRef="#ctx0" brushRef="#br0" timeOffset="4323.83">5121-1856 1524 0,'0'-9'7'0,"0"-4"9"0,0 5 4 0,0-1-10 16,0 0-2-16,0 0-4 0,0 2-9 0,0 0-1 16,0 0-36-16,-6 1-52 0,6 6-111 0,-4-5-124 15,4 5-25-15,-8 0 47 0</inkml:trace>
  <inkml:trace contextRef="#ctx0" brushRef="#br0" timeOffset="6261.1">5531-2161 2405 0,'-7'-20'7'16,"-1"0"10"-16,-1 2 3 0,2 0-4 0,-1 7-7 15,0-1-10-15,1 4-2 0,5 0-3 0,2 2-22 16,0-1-77-16,0 3-106 0,0 2-312 0,15 2-67 16,-2 0 78-16</inkml:trace>
  <inkml:trace contextRef="#ctx0" brushRef="#br0" timeOffset="6115.76">5753-2009 2581 0,'3'0'48'0,"-3"0"65"16,0-13 59-16,0 13 44 0,0 0-26 0,0 0-61 15,0 0-63-15,0 0-47 0,0 0-26 0,0 0 7 16,0 0 15-16,0 0 12 0,0 13-4 0,11-3-12 16,3 5-13-16,2 2-1 0,1-1 5 0,3 3 0 15,-1 1 5-15,1 1-10 0,1 3-45 0,-1-1-56 16,-3 1-67-16,-2-2-74 0,-1-3-32 0,-4 0-10 15,-1-3-38-15,-2-3-235 0,-4 0-17 16,-3-4 69-16</inkml:trace>
  <inkml:trace contextRef="#ctx0" brushRef="#br0" timeOffset="6639.18">5733-2221 2422 0,'14'-10'11'0,"-3"0"33"0,-2-1 36 0,3 3 24 16,2-3 11-16,-1 4-2 0,3 0-23 0,2-1-8 16,5 2 1-16,2 0-18 0,3 3-6 0,1 3-17 15,-1 0-9-15,4 0-12 0,-1 0-9 0,-1 13 4 16,-3 0-10-16,-1 3-9 0,-3-2 13 16,0 6-7-16,-4 0-7 0,-5 3 7 0,-3 0-6 0,-4 5 9 15,-7-1 5-15,0 1 1 0,0 0-7 16,0-5-1-16,-12 1 0 0,-1-2 8 0,-3-3 4 15,3-6 36-15,-4-3 17 0,3-2 7 0,1-6-6 16,-1-2-32-16,3 0-9 0,1 0-18 0,1-20 10 16,3 1-5-16,6-8-18 0,0-5 30 0,0-4-2 15,16-5-4-15,2-5 19 0,5 0-14 0,5-1-2 16,0 6 18-16,4-1-6 0,0 6-8 0,-1 4-4 16,-1 4-8-16,-3 6-2 0,-1 5-14 0,-2 5 14 15,1 3-14-15,-2 2 3 0,-2 7-4 0,-1 0-10 16,-2 0 15-16,0 0-9 0,-1 19 11 0,-2-4-3 15,-1 4-22-15,-4 2-35 0,2 1-58 16,-1 3-78-16,-3 1-93 0,1 5-110 0,-5 0-110 16,2 5-309-16,0-1 54 0,-3 3 151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9:50.75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-726-447 2397 0,'4'-17'27'16,"1"-1"21"-16,-4 1 19 0,2 2 22 0,-3 3-16 15,0 2-17-15,0 1-23 0,0 5-27 0,0 4-23 16,0 0-3-16,0 0 20 0,0 0 11 0,0 15 30 15,0 3 21-15,0 7 39 0,0 9-6 0,0 2-16 16,0 10-27-16,0 3-31 0,0 8 1 0,0 5 2 16,0 6 24-16,6 2-27 0,2 5 35 0,0 6 9 15,-1 2-26-15,1 6 8 0,-4-3-34 0,1-1-10 16,-2-3 1-16,0-4-7 0,0-11-10 0,-2-7 6 16,1-9 2-16,1-9 3 0,-3-11 9 15,3-5-17-15,-1-7 12 0,-2-6-5 0,3 0-7 0,-2-7 12 16,1-1 0-16,-2-2 1 0,0 3 8 15,0-6-6-15,0 0-8 0,0 1 11 0,0-1-2 16,0 0 1-16,0 0-7 0,0 0-4 0,0 0 4 16,0 0-4-16,0 3 15 0,0-3-13 0,0 4-1 15,0 0 9-15,-9 5-9 0,2-1 0 0,1 3 1 16,2 3 7-16,-4 5-10 0,2 5 13 0,-3 6-10 16,-3 2-2-16,1 5 12 0,-2 1-9 0,0 2 10 15,0-1-16-15,2-9 7 0,4 2-4 0,-1-8-8 16,2-7 14-16,4-5-15 0,-1-5 15 0,2-6 7 15,1 3-13-15,0-4 18 0,0 0-10 0,0 0-6 16,0 0 7-16,0 0-7 0,0 0 2 16,0 0 2-16,0 0 4 0,0 0-9 0,0 0 10 15,0 0-2-15,0 0 1 0,0 0 10 0,0 0-13 16,0 0 8-16,0 0-6 0,0 0-8 0,0 0 16 16,0-7-6-16,0 7-7 0,0 0 9 0,0-5-17 15,0 5 1-15,0-6-22 0,0 6-49 0,0-4-70 16,0 2-86-16,0-1-53 0,0 0-24 0,0 0-24 15,9-2-67-15,-1-1-183 0,1-2 64 0,0-2 95 16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5:04:33.09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 contextRef="#ctx0" brushRef="#br0">3660 77 1900 0,'0'0'16'0,"0"-8"21"0,0-1 12 15,-12 9 22-15,12-6 4 0,-16 6-9 0,1-7-1 16,0 7-21-16,0-6-4 0,0 3-11 0,-5 0 1 16,0-2 6-16,-1 3-15 0,-3 0 10 0,-2-1-5 15,-5-2-4-15,3 4 12 0,-4-3-10 0,0 2-9 16,-2-1-2-16,-2 1-12 0,-1-2 1 16,1 2 3-16,-4 1-3 0,-2 1-1 0,-5 0-1 15,0 0 1-15,-8 0 0 0,-1 0-1 0,-6 12 0 16,-2 1 1-16,-4 2-4 0,-4 4 3 0,1 1-2 15,-5 5 0-15,1 1 9 0,-2 0 9 0,1 5 58 16,0 0 28-16,3-2-6 0,3 1-13 0,2-1-57 16,1-1-22-16,2 2-9 0,3-2 2 0,2 0 0 15,4-2-5-15,3 2 13 0,3 1-6 0,1-2 6 16,4 0 16-16,4-4 22 0,6 1 11 0,1-3-14 16,6-2-11-16,3-1 9 0,4 1-1 15,1 4 6-15,-1 1-3 0,-2 8-36 0,-4 5-2 16,-3 5 2-16,-2 4-6 0,-6 8 10 0,-2-2 2 15,-2 1-4-15,-1-1 7 0,2 1-17 0,0-1 3 16,0-1-4-16,3 1-4 0,-1-2 6 0,1 2-2 16,-3 2 5-16,1-5-3 0,1 4 2 0,-1 1 2 15,1-1-5-15,1 2 6 0,1 0-2 0,4 2-9 16,1-1 3-16,2 0-3 0,-1-2 12 0,2 0 2 16,5 1-1-16,-2 1 12 0,0 0-10 0,1 0 6 15,0-1-9-15,0 4-9 0,0-1 1 0,1 1-5 16,1-3 17-16,3-1-3 0,2-1 4 0,3-1-8 15,1-4 4-15,4-3-13 0,2 1-2 16,4-5 7-16,2-1-6 0,2 1 19 0,0-2-9 16,0-3-2-16,0 1 3 0,9-3-8 0,2-1-1 15,-4 2-3-15,4-3-6 0,-2 0 13 0,2-2 17 16,1 2-2-16,2 3 6 0,-2 1-15 0,1 0-12 16,3 1 13-16,-1 1-4 0,3 6 18 0,-1 1 9 15,1 1-6-15,0 3-10 0,0 0-13 0,2-1-2 16,-3-1 1-16,0 2 10 0,-2-1 8 0,0 1 4 15,-1-3-6-15,-1 4 3 0,-1 0-7 0,2 3-4 16,1 0 6-16,0 0-5 0,1 0-4 0,2-3 1 16,0-4-6-16,0-2 11 0,4-2-8 0,-1 0 6 15,0 1-1-15,2 1 2 0,1 0 1 16,-1-1-2-16,3 5-5 0,0-2 4 0,-2 2 3 16,2-2-15-16,1-2 1 0,-1-6-5 0,1-2 7 15,1-1-1-15,-1-3 1 0,2-5-5 0,-2-5 2 16,2 0 47-16,1 0 4 0,4 3-4 0,2 2 3 15,2 0-42-15,0 2 7 0,6 1 1 0,0-1-9 16,3 2 1-16,2-1-5 0,-1-5-3 0,1-3 7 16,1 1 6-16,0-2-3 0,0 2-2 0,-1-3 4 15,1-1-9-15,0 4 7 0,0-3 9 0,0-1-24 16,1 3 15-16,-3-1-10 0,-1-3-6 0,-3-2 14 16,-1-1-4-16,-4-2-1 0,1-2 8 0,-5-3-3 15,1-3-6-15,-2-2 5 0,-4-3 3 0,2 0 9 16,0 1 0-16,0-2-4 0,3 0-1 15,3 0 2-15,1 0 1 0,4-14-3 0,2-1-5 16,4 3 10-16,1-3 1 0,1 0 2 0,6-4 8 16,2-2-9-16,2-2-4 0,2-4 7 0,3-2-14 15,1-4 1-15,1-1-4 0,2-2-7 0,-3 1 19 16,-1-2-9-16,-2 0-7 0,-2-2 16 0,-1 0-14 16,-2-2-5-16,-1 0 18 0,0 1-21 0,-2 0 5 15,0 0 11-15,-1-4-11 0,-3 5 5 0,-2 2 7 16,-5 2-6-16,-1 5 5 0,-4 1-1 0,-4 4-13 15,-5 3 14-15,-4 1 5 0,-6 0 2 16,0 3 2-16,-4-7-17 0,-2 1 4 0,-1 0 22 16,-2-2 16-16,0 0 17 0,-3 3-5 0,0-2 2 15,1 2-12-15,-4 1-15 0,3-1-9 0,0-5-30 16,3-6-2-16,3-4-5 0,2-5 14 0,3 0 12 16,2-3 7-16,1 1 7 0,0 0-10 0,-3 0-4 15,1 3-10-15,-1 1 3 0,-2 0 3 0,0-1 3 16,2-6-9-16,1-4-1 0,2-3 16 0,0-2 1 15,0 4 18-15,-4-1-12 0,-2 5-41 0,0-4-5 16,-4-3-17-16,0 1 23 0,-3-4 18 0,2-3 4 16,-1-4 8-16,1-4-10 0,2-2 5 0,-1 5 22 15,1 2-4-15,-5 6 3 0,0 4 3 16,-3 0-30-16,-1-3 4 0,-2 0-2 0,-3-5 2 16,0-3 8-16,0-8-1 0,0-4 3 0,-14-5 14 15,-1-2-13-15,-2 0 0 0,-4-4-6 0,-6-3-11 16,-4-4 8-16,-8 0-4 0,-5-4 1 0,-8-4 0 15,-4-2 0-15,-8 0 2 0,-6 2 0 0,-4 1 1 16,-5 8-13-16,-3 2-1 0,-5 7-9 0,-1 8-4 16,0 6 3-16,-3 7 4 0,-1 7 2 0,-4 9 2 15,2 8-3-15,1 5 1 0,-1 8-24 0,1 7-39 16,4 6-42-16,4 6-51 0,6 9-51 0,9 0-68 16,6 0-53-16,12 0-38 0,10 15-149 0,7-2-146 15,12 3 108-15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39:45.50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9 0 1452 0,'0'0'11'16,"0"0"-8"-16,0 0-3 0,0 0 7 0,0 0-11 0,0 0 8 16,0 0 3-16,0 0-11 0,0 0 0 15,0 0 15-15,0 0 5 0,0 0 15 0,0 0 6 16,0 0-2-16,0 0 3 0,0 0-10 0,0 0-1 15,0 8-15-15,0-8-11 0,0 5-2 0,0-5 2 16,0 6-2-16,0-6 5 0,0 4 0 0,0 3-11 16,0-4 8-16,-9 0-6 0,9-2 0 0,0 1 10 15,0-1-5-15,0 0 1 0,0-1 7 0,0 0-8 16,0 0 1-16,0 0 9 0,0 0 3 0,0 0 12 16,0 0-6-16,0 0-1 0,0 0-9 0,0 0-11 15,0 0 1-15,0 0 1 16,0 0-4-16,0 0-9 0,0 0-15 0,0 0-36 0,0 0-61 15,0 0-101-15,0 0-128 0,0-8-36 0,0 8 66 16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5:04:34.130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 contextRef="#ctx0" brushRef="#br0">287 171 2051 0,'-5'0'16'0,"1"0"18"0,2 0 13 0,1-12 20 15,-1 0 11-15,1-1 23 0,-1 0 4 0,1 2-12 16,-1-2-15-16,-1 3-27 0,3-2-8 0,-1 1 6 16,-1 0-4-16,2 1 10 0,0 1 9 0,0 0 2 15,0 2 3-15,0 1-8 0,0 0-13 16,0 4-5-16,0-2-10 0,0 4-7 0,0 0-5 0,0 0-11 16,0 0-6-16,0 0-10 0,0 0 4 15,0 0 3-15,0 0 17 0,0 12 13 0,0 1 1 16,-11 3 1-16,2 3-20 0,0 4-1 0,-4 8-11 15,-1 2 7-15,-1 8 12 0,-4 0 2 0,-2 6 5 16,1 0-7-16,1 5-21 0,-3 1-4 0,4-1-5 16,-2-2-2-16,5 1 17 0,3-4 3 0,2-4 19 15,2-1 1-15,5-7 5 0,3-3 17 0,0-2 3 16,0-7 25-16,17-5-5 0,2-6-8 0,9-5-7 16,4-7-35-16,10 0-2 0,7-25-25 0,8-5-8 15,10-7 13-15,6-5-6 0,6-8 1 0,5 1-38 16,1-4-79-16,-2 3-113 0,-4 3-138 15,-4 5-109-15,-7 5-248 0,-12 9-52 0,-9 4 142 16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5:04:33.679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 contextRef="#ctx0" brushRef="#br0">351 2574 2442 0,'-20'19'29'0,"-2"0"40"15,-4-3 45-15,-5 0 29 0,1-1 17 0,-2-2 4 16,0 1 3-16,0-1-9 0,1-2-12 0,3-3-17 16,4-2-30-16,6-3-5 0,2 1-32 15,7-4-25-15,9 0-16 0,0-19-20 0,11-7-6 16,10-10 0-16,11-8-1 0,11-10 2 0,13-13 5 15,15-13-3-15,14-11-6 0,13-10 13 0,12-10-4 16,13-6-13-16,8-10 4 0,10-3-23 0,7-6-2 16,0 0 14-16,9-1 4 0,1 0 15 0,0 5 5 15,-5 5 0-15,-6 5 2 0,-5 8-13 0,-12 8 0 16,-10 9 11-16,-15 9-7 0,-17 11 9 0,-10 10 12 16,-18 12 1-16,-13 8 22 0,-12 10 3 0,-13 5-4 15,-10 7-15-15,-12 6-17 0,0 4-8 16,0 6-12-16,-17-1 9 0,-3 4-4 0,-1 2 7 15,0 4-7-15,-5 0 4 0,0 0-11 0,-1 13-20 16,-1 2-25-16,1 0-39 0,1 3-27 0,4 2-46 16,0 2-41-16,1 3-51 0,4-2-43 0,1 6-28 15,-1-1-68-15,-1 4-245 0,-1-2 66 0,0 5 92 16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5:05:01.193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 contextRef="#ctx0" brushRef="#br0">51 353 1974 0,'0'-16'13'16,"-6"2"12"-16,-1 2 10 0,7 0 10 0,-6 1 8 15,1 3 0-15,-1-1 10 0,3 1 17 0,-2 0 5 16,2 0 8-16,2 4 0 0,-2-3-14 0,1 3-15 16,2-4-9-16,-1 1-7 0,-1 2-6 0,2 0-6 15,0 2-8-15,0-2-4 16,0 0-3-16,0 0 7 0,0 1-6 0,0 1 1 0,0-1 1 0,0 0-14 16,0 1 6-16,0 2-11 0,0-4-4 0,0 4-1 15,0 0-3-15,0-1 7 0,0 0-6 16,8 1 3-16,-8 0 2 0,6 1-8 0,-2 0 4 15,1 0-3-15,1 0-1 0,-1 0 7 0,1 0 1 16,0 0 5-16,-2 0 3 0,5-11-5 0,-1 11 5 16,1-9-1-16,-1 3 1 0,-1 6-1 0,5-8 1 15,-1-1-7-15,1 2 0 0,-1 0-2 0,-2 3-2 16,0-1 8-16,0 0-5 0,0 0 5 0,-1 3-8 16,-2-3-7-16,-1 3 9 0,-1 1-9 0,-1 0 2 15,0 1 4-15,0 0-9 0,-1 0 6 0,-1 0 0 16,2 0 4-16,-1 13-3 0,1-2-2 0,0 3-3 15,3 2 3-15,-2-1 9 0,3 5 3 16,0 3 3-16,2 5-6 0,-1 0 6 0,4 4 8 16,-1 1-5-16,-1 1-1 0,5 5-12 0,2-1 1 15,-2-1 10-15,4-1 2 0,-1-5 2 0,0-3 4 16,0-2 3-16,2-4 22 0,0-5 35 0,-1-7 1 16,4-1 5-16,-1-6-14 0,3-3-28 0,0 0-3 15,5-14-11-15,2-6-2 0,3-2-16 0,1-7-8 16,5-2-15-16,3-8 7 0,2-4 21 0,2 0-14 15,3-1 4-15,-6 0 0 0,2 1-18 0,-6 3 11 16,-3 4 8-16,-4 3-13 0,-7 6 2 0,-4 7-18 16,-7-2-35-16,-3 7-60 0,-6 0-68 0,-1 3-72 15,-6 2-48-15,0 2-17 0,0-1-23 16,0 4-58-16,0 0-190 0,-13 1 70 0,0 4 94 16</inkml:trace>
  <inkml:trace contextRef="#ctx0" brushRef="#br0" timeOffset="296">1114-21 2403 0,'0'-7'29'0,"0"2"27"0,-15-1 29 15,-2 3 40-15,1-2 23 0,1 1 5 0,1 2-6 16,3 0-19-16,-1 2-50 0,5 0-33 0,0 0-5 16,3 0 4-16,4 13-8 0,-5-2 7 0,5 2-18 15,0 4-21-15,0 4 15 0,0 1-7 0,12 2 10 16,-1 2-9-16,3 1-7 0,2 0-5 15,3 1 0-15,2-3 11 0,2 0 10 0,3-3 17 16,1-4 3-16,2-2 6 0,4-8-7 0,2-8-14 16,3 0 0-16,3 0-10 0,5-13-5 0,1-4-4 15,3-6 6-15,5-5-15 0,1-1-4 0,4-3 7 16,0-1-9-16,2-1 0 0,-3-4-14 0,-1 3-24 16,-2 0-36-16,-7 6-25 0,-7 1-20 0,-5 4-34 15,-12 5-36-15,-5 4-61 0,-9 2-52 16,-7 7-50-16,-4 1-150 0,0 5-112 0,-15 0 91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0:44.460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66 1 2171 0,'-6'0'34'0,"-1"0"31"15,-2 0 13-15,1 0 6 0,-1 0-40 0,1 0-22 16,5 0 35-16,0 0 41 0,0 20 35 15,0 4 25-15,0 4-24 0,3 11-21 0,-1 7-16 16,-2 9-33-16,3 11-13 0,0 9-19 0,0 7-7 16,0 9-6-16,0 3-7 0,0 5 3 0,13 7-9 15,-7 0 8-15,-6 1-8 0,14 4-7 0,-8-1 0 16,2-2 0-16,-8 0 11 0,6-2-6 0,0-4 21 16,-2-1-11-16,-1-3-4 0,0-4-1 0,3-1-10 15,-1-6 14-15,-2-3-15 0,3-7 16 0,0-5-12 16,2-4-15-16,-2-9 15 0,5-4-6 0,-5-8 0 15,0-6 18-15,1-6-12 0,-1-5 2 0,0-6 4 16,-1-3-10-16,-2-6 8 0,3-3-4 16,-6-4 6-16,3-2 7 0,0 1-1 0,-3-4 1 15,0-3-12-15,0 0 18 0,0 0-9 0,0 0-18 16,0 0-66-16,0 0-131 0,0-14-101 0,0 0-87 16,-12-2-47-16,1-4-178 0,2-6-18 0,-1-6 107 15</inkml:trace>
  <inkml:trace contextRef="#ctx0" brushRef="#br0" timeOffset="1342.53">47 2263 2636 0,'-54'7'12'16,"1"-6"13"-16,2 4 7 0,1-3 32 0,7-2 15 15,7 1 21-15,2 2 27 0,8-1 13 16,7-2 3-16,5 1-11 0,3 1-22 0,5-1-39 16,3-1-27-16,0 5-35 0,0-3-6 0,3 0-13 15,0 2-7-15,0 1 9 0,0-3 11 0,0 2 10 16,18 2 26-16,-1 0 22 0,7-2 0 0,8 3-7 15,8-3-19-15,7 0 6 0,15-4-20 0,11 0 8 16,15 0-5-16,12-19-20 0,16-3-1 0,19-2-14 16,14-6-2-16,16-3 8 0,10-1 8 0,16-3-2 15,7-3 2-15,13 0-6 0,7-2-7 0,0-1 8 16,6 0 12-16,0-1-5 0,2 2 1 0,-3 1 3 16,-6 2-23-16,-9 0 1 0,-7 4 1 0,-10 1 3 15,-10 2 5-15,-9 3 6 0,-11 1 3 0,-13 3-5 16,-8 3-1-16,-12 1 7 0,-10 4-6 15,-13 2-4-15,-14 4 13 0,-15 3-12 0,-15 0-4 16,-16 4 6-16,-11 1-16 0,-15 1-16 0,-19 2-32 16,0 0-68-16,0 0-84 0,-19 0-100 0,-9 0-97 15,-10 0-151-15,-10 0-211 0,-10 0 113 0</inkml:trace>
  <inkml:trace contextRef="#ctx0" brushRef="#br0" timeOffset="859.82">139 22 2013 0,'0'-14'15'0,"0"4"13"0,-3-4 18 16,3 2 14-16,0 0 4 0,-1-2 7 0,-2-1 11 15,0 0 23-15,3 0 22 0,0 2 8 0,0-2 6 16,0-3-22-16,0 3-24 0,0 0-16 15,10 3-29-15,-10-2-12 0,12 2-14 0,-4 3-20 16,1-2 2-16,2 2 1 0,4 0-2 0,-1 1 7 16,5 1-6-16,1 3-1 0,7-1 10 0,5 1-5 15,5 0-6-15,4 4 7 0,7-3-10 0,9 3 1 16,11-1 13-16,8-4-15 0,10 3 0 0,10-4 6 16,13 2-5-16,4-1 10 0,11-1-2 0,2-2 1 15,7 0-2-15,2 0-10 0,3 1-1 0,5-3 2 16,-2-2-10-16,-1 0 2 0,1-4-4 0,-3 2-22 15,-3-2-7-15,-6 1 1 0,0 2-5 16,-6 0 14-16,-3 2 22 0,-7 3-4 0,-4 3-10 0,-7 1 10 16,-5 3-18-16,-9 0 13 0,-6 1 17 15,-9 0 2-15,-8 0 8 0,-7 0-5 0,-6 0 2 16,-10 0-13-16,-5 0 6 0,-10 0 6 0,-4 0 44 16,-8 0 40-16,-3 0 12 0,-6 0 10 0,-1 0-30 15,-5 0-18-15,0 0 8 0,0 0 5 0,0-11-6 16,0 4-4-16,0-2-18 0,0 0-9 0,0-1-2 15,-9 2-12-15,9-1-2 0,-8 1 0 0,8 1-3 16,0 1-9-16,-6-1 6 0,6 3-11 0,0 0 0 16,0 0 8-16,0 3-4 0,0 0-12 15,0-2 5-15,0 2-1 0,0 1-14 0,0 0 16 0,0 0 0 16,0 0-10-16,0 0 7 0,0 0 3 16,0 0-4-16,0 0 10 0,0 0 2 0,0 0-15 15,0 0 8-15,0 0-9 0,0 0-4 0,0 0 11 16,0 0-14-16,0 11 10 0,0 3-2 0,0-1-9 15,0 8 15-15,9 5 2 0,0 9 3 0,0 8 6 16,0 11-9-16,1 2 1 0,-1 11 0 0,-2 9-4 16,1 4 7-16,-1 4-12 0,0 3 7 0,-3 1-1 15,2 2-4-15,0 1 9 0,0 2 3 0,2 1 6 16,-2 1 3-16,2 2-9 0,-2 2-11 0,1-1 4 16,-1-1-11-16,2 0 3 0,1-9 5 0,2-1 6 15,-2-9 2-15,3-7-11 0,-1-5 8 0,-1-8-16 16,2-7 12-16,-3-6 9 0,2-5 2 15,-2-4-3-15,-1-6-15 0,-2-3 9 0,-2-5-9 16,1-6 6-16,-2-3 13 0,-2-2 1 0,-1-3 4 16,0-5 2-16,0 1-6 0,0-4-33 0,0 0-55 15,0 0-72-15,-10 0-66 0,-2-15-89 0,-2 2-84 16,-1-2-66-16,-5 0-191 0,-6 0-109 0,-1-7 134 16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0:38.095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2238-853 1576 0,'-9'-8'36'0,"4"3"15"0,-4-1 35 16,0 1 31-16,1 1-19 0,-4-2 3 15,1 3-25-15,-2-5-4 0,-1 2-7 0,-3 3-4 16,2-2 3-16,-1 1-17 0,-4 2-4 0,0-1-18 16,0 2 3-16,-2 1 2 0,0 0-8 0,-1 0 18 15,1 0-6-15,-1 11 1 0,-1 1 15 0,1-2 6 16,-3 2 19-16,3 1 7 0,-1 0-4 0,3 0-25 15,1 3-19-15,3-1-14 0,1-1-8 0,-3 3-2 16,7 0-1-16,-5-4-8 0,4 4-5 0,1 1 5 16,-2 0 4-16,2-1-4 0,1 1 1 0,1 1 7 15,-3 3-15-15,0 0 7 0,2 1 2 16,-1 1-9-16,1 1 6 0,2-1-6 0,-1 2 3 16,3-1 5-16,-3-2-4 0,4 1 11 0,-3 0-14 15,4 0 5-15,-1 1 0 0,0-4-2 0,0 4 12 16,4-2-13-16,-4 1 3 0,6-1-13 0,-3 0 2 15,2-3 8-15,1 1 4 0,0 0 10 0,0-1-5 16,0-1-6-16,0-1-2 0,0 1-4 0,0-4 2 16,10 4 1-16,-10-4-4 0,11 2 7 0,-5-1-2 15,0-2-6-15,2 2 0 0,-2-1 0 0,-2-2 0 16,5 3 10-16,-2-1 0 0,0-1-8 0,2 3 6 16,0-4 2-16,2 2-4 0,0-2 10 0,1 1-1 15,-2-2-4-15,1 2 4 0,4-3-10 0,-4-1 0 16,1 1 2-16,2 2-2 0,-5-4 5 0,1 2-2 15,0 1 0-15,0-3-2 0,-1 1 7 16,2 0-1-16,0-2 0 0,-1 1 0 0,2-1-9 16,2-1 3-16,0 2-5 0,1-5 9 0,-1 4 5 15,-2-3-9-15,4-1 10 0,-2 1-8 0,3-1-4 16,-1 0 11-16,-2-2-4 0,4 1 68 0,2-2 30 16,1-1-4-16,-1 0 1 0,3 0-57 0,3 0-20 15,-2 0 11-15,5-12 7 0,-3 1 1 0,1 0-7 16,-1-1-12-16,1 2-6 0,2-3-20 0,-3 1 10 15,1-1 4-15,-1-3-7 0,-2 4 33 0,-1-4-14 16,3 1 5-16,-3 0 12 0,-4-1-15 0,6-1 9 16,-6 1 2-16,1-1-7 0,3 0-1 15,-3-1 1-15,-1-2-6 0,-2 1 4 0,3-3 13 16,-3 2-6-16,-1-1-3 0,-2-1 21 0,4-1-16 16,-4-2 8-16,0 0 15 0,-2 1 3 0,1-1 14 15,-5 2 19-15,1-2 26 0,-1 1 43 0,-2 3 24 16,-3-6 14-16,0 1 8 0,-3 2-21 0,0-5-18 15,0 0-4-15,0 0-17 0,-17-2-44 0,0-3-4 16,-2-3-48-16,-4 0-24 0,-3-1-6 0,-4 3-12 16,-4-5 12-16,-2 6-17 0,-2-1 3 0,-3 5-9 15,-2 3-8-15,1 2 1 0,-5 7-14 16,-2 4-57-16,-4 5-79 0,-3 9-132 0,-3 0-181 16,-4 0-61-16,0 27-2 0,-3 3-17 0,-1 6 16 15,2 5-82-15,1 5-318 0,2 6 156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0:46.23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204 304 2392 0,'-37'7'20'0,"7"-7"34"15,1 0 37-15,5 0 46 0,4 0 24 0,0 0 3 0,5 0-13 16,4 0-38-16,2 0-50 0,2 0-44 16,4 0-20-16,3 0-11 0,0 0 28 0,0 9 26 15,16-9 5-15,10 0 28 0,5 0-16 0,14 0-15 16,16 0-5-16,15 0-25 0,19 0-7 0,16 0 0 15,18 0-7-15,14-14-1 0,18 3 8 0,11-3-11 16,12 0 12-16,7-1-2 0,8 0-13 0,0-2 9 16,-2-2-41-16,4 1-14 0,-8-1-8 0,-4-1-18 15,-9-1 13-15,-10 3-17 0,-12-1-22 0,-11 4-14 16,-12-2-21-16,-15 3-8 0,-14 3 12 0,-16 2 22 16,-14 2 24-16,-15 4 32 0,-16 1 7 0,-13 2-23 15,-14 0-46-15,-18 0-45 0,0 0-75 0,-25 0-165 16,-9 9-72-16,-11 0 53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0:46.54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354 531 3542 0,'-82'33'26'0,"6"-8"8"15,9-5 0-15,11-8-7 0,13-6-24 16,13-6 1-16,12 0-4 0,18 0-3 0,18 0-4 16,18-11 1-16,11-1 25 0,22-5 37 0,11-3 8 0,19-5-6 15,10-3-26-15,19-4-18 0,15-1-4 16,12-2-14-16,13-1 8 0,13-1-14 0,10 3 9 16,7 0 9-16,7 2 3 0,4 3 3 0,-2 0-11 15,1 1 2-15,-9 4-7 0,-3 0-5 0,-11 6-8 16,-10 0 3-16,-11 1-12 0,-12 4-9 0,-13 2-19 15,-11 2-30-15,-11 3-24 0,-17 1-31 0,-10 2-17 16,-14 2-23-16,-16 1 4 0,-10 0 40 0,-13 0 19 16,-14 0-4-16,-23 0-39 0,0 0-108 15,0 13-292-15,-29-4-37 0,-14 1 72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0:46.81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221 507 3642 0,'-66'34'17'0,"13"-8"-12"0,8-2 7 0,11-7-1 15,11-2-16-15,23-6 15 0,0-2-5 0,23-7-5 16,17 0-5-16,16 0 3 0,23-12-3 0,14-3 16 16,16-4 8-16,12-7 0 0,11-2 1 0,13-5-10 15,4-3-5-15,7-1-5 0,2-2 11 16,4 0-3-16,3 1-6 0,0 1 4 0,1-3-21 15,-5 6-16-15,0 2-21 0,-10 1-30 0,-5 2-15 16,-9 2-21-16,-11 5-23 0,-14 1-26 0,-14 4-11 16,-16 4 10-16,-17 4 38 0,-15 4 43 0,-17 5-9 15,-16 0-41-15,-17 0-82 0,-14 17-146 0,-16 1-199 16,-16 4 68-16,-17 3 93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0:47.07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201 643 3737 0,'-73'36'10'0,"17"-3"-5"15,12-12-3-15,15-4 6 0,29-8-3 0,0-9-6 16,29 0 14-16,18-13-10 0,26-6-13 0,22-6 21 16,21-9-18-16,19-3 5 0,12-8 7 0,13-2-10 15,8-6 10-15,4 2-15 0,2 1 3 0,-2-1 6 16,0 4 0-16,-4 1 21 0,-4 4-17 0,-4 7 3 15,-5 4-11-15,-7 3-22 0,-11 2-13 0,-6 6-27 16,-14 1-22-16,-11 6-27 0,-10 2-5 0,-17 2-10 16,-14 5 30-16,-15 0 38 0,-13 4 19 15,-15 0-15-15,-22 0-54 0,0 15-57 0,-21 0-45 16,-14 2-13-16,-13 2-38 0,-15 1-192 0,-11 0-65 16,-11 3 58-16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0:47.27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23 379 3666 0,'-23'33'10'15,"23"-8"-1"-15,0-5 16 0,17-10 5 0,20-10-10 16,17 0 1-16,19 0-7 0,20 0-17 0,22-21 6 16,22-5 8-16,18-2-9 0,19-4 2 0,18-5-10 15,10-3-6-15,7-2-1 0,7 1 20 0,1 4 4 16,-3 0-9-16,-6 7-18 0,-10 4-57 15,-14 2-62-15,-17 7-67 0,-19 4-56 0,-14 4-36 16,-20 3-16-16,-18 2-25 0,-17 4-129 0,-19 0-126 16,-17 0 81-16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0:48.05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1664 28 1800 0,'16'0'21'15,"-6"-13"12"-15,4 4 30 0,-5 9 27 0,-1 0 25 16,-2-7 35-16,-3 7 1 0,0 0 0 0,-3 0-27 16,0 0-41-16,0 0-22 0,0 0-27 0,-20 0-18 15,0 0-5-15,-6 0-1 0,-7 12 0 0,-12 3 3 16,-6 6-6-16,-8 5-8 0,-11 5 2 0,-9 4-5 15,-9 3 8-15,-4 2-2 0,-12 2 10 0,-3 3 66 16,-3-1 50-16,-2 1 27 0,2 0 7 16,6-4-53-16,3-3-50 0,10-5-24 0,14-4-12 15,12-5 0-15,11-7 0 0,12-4 2 0,13-4-9 16,6-3-2-16,10-1-8 0,5-3-5 0,8-2-4 16,0 0-2-16,0 0-3 0,0 0 5 0,0 0 14 15,0 0-20-15,17 0 6 0,-4 0 12 0,-2-11-23 16,7 11 13-16,-4-11 0 0,3 11-11 0,-1-8 21 15,1 2-2-15,-5 6-7 0,-1 0-6 0,-1-5 0 16,-1 5-1-16,-5 0 16 0,0 0-37 0,-1 0-48 16,0 0-36-16,-3 0-72 0,3 0-61 0,0 0-71 15,0 11-95-15,-3 2-272 0,0-1 15 0,0 5 115 16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0:52.49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1363 117 2172 0,'-11'-8'19'0,"2"2"27"15,0 1 22-15,3 0 22 0,-2 4-11 0,3-2-31 16,1 1-28-16,1 2-24 0,0 0-6 16,3 0 4-16,0 0 4 0,0 16 1 0,0-2-3 15,0-2 0-15,0 4 4 0,0-1-1 0,9 2 0 16,0 0 4-16,-1 1-7 0,-1-3 7 0,1-2-3 16,-2 0-2-16,2-2 8 0,1 0-2 0,-5-5 20 15,2 0 39-15,-1-1 30 0,-1-4 47 0,1-1 12 16,-1 0-19-16,1 0-23 0,0 0-36 0,2-14-30 15,2 2-19-15,-1 0-16 0,4-3-10 0,2 2 2 16,1-2-5-16,3-1 4 0,-1 2-6 0,1 2-6 16,2 0 0-16,-2 3 5 0,2 5 4 0,-2 4 2 15,3 0 5-15,-1 0-4 0,1 13-6 16,1 2 5-16,-1 3 0 0,-1 3-2 0,-2 0 6 16,0 4-3-16,-4 1 4 0,-2 1-6 0,-6 2-1 15,-2 0 9-15,-4 0-4 0,0 1 3 0,0 0-1 16,-16-1-6-16,-3-1 7 0,0-3 2 0,-6-2 2 15,0 0 1-15,-4-5-1 0,0-4-2 0,-3 0 0 16,2-4 32-16,1-6 35 0,1-4 16 0,4 0 10 16,1 0-32-16,2 0-27 0,6-14-7 0,1-3-5 15,5 0-4-15,5-4-11 0,4-3 1 0,0 1-19 16,13-3 5-16,7-2 2 0,3 0-6 0,4 0 12 16,3 1-4-16,4 2-17 0,-2 3-1 0,4 0 3 15,-2 4-39-15,1 4-54 0,-2 1-89 16,-6 4-113-16,1-2-76 0,-6 7-65 0,1-1-216 15,-3 0-10-15,-3 0 118 0</inkml:trace>
  <inkml:trace contextRef="#ctx0" brushRef="#br0" timeOffset="286.36">2134-709 2322 0,'-15'-8'15'0,"-2"0"14"0,-3 5 24 0,-1 3 38 15,-2 0 5-15,-1 0 17 0,-3 13-14 16,1 4-29-16,2 1-14 0,1 5-30 0,0 1-1 16,5 5-12-16,1 1-1 0,3 3-8 0,5 1 0 15,2 2 5-15,5-2-8 0,2 0 12 0,0 0-7 16,0-2-1-16,11-2 6 0,3-1-3 0,2-2-4 15,1 0-44-15,0-4-45 0,1 1-48 0,0-7-39 16,0 1 1-16,1-4-8 0,-4-3-29 0,3-2-78 16,-1-4-240-16,-1-5 18 0,3 0 75 0</inkml:trace>
  <inkml:trace contextRef="#ctx0" brushRef="#br0" timeOffset="599.54">2228-578 2148 0,'0'-2'26'0,"0"-1"25"0,0 2 34 0,0-1 42 16,0 2 16-16,0 0 8 0,0 0-15 0,0 0-38 15,0 0-48-15,0 0-37 0,0 0-18 0,0 0-2 16,0 0 36-16,0 0 18 0,0 9 20 0,0-1 29 15,0 1 7-15,0 2-1 0,0 3-2 16,0 0-33-16,0 3-33 0,0 0-6 0,0 5-16 16,0 0-1-16,0-1 0 0,0 3-8 0,0-3-2 15,-9-2 3-15,9 1-2 0,0-2-3 0,-9-1 5 16,9-1-6-16,0-4 10 0,0-1-5 0,0-2-39 16,0 0-75-16,0-3-117 0,0-1-100 0,0-4-91 15,0-1-130-15,0 0-166 0,0 0 109 0</inkml:trace>
  <inkml:trace contextRef="#ctx0" brushRef="#br0" timeOffset="800.25">2406-708 2858 0,'9'-9'25'16,"0"0"47"-16,0 2 51 0,0-1 31 0,2 4-6 15,-2-1-11-15,3 5-32 0,2 0-9 0,1 0-10 16,0 14-23-16,2 1-6 0,1 2-14 0,0 7-13 15,2 1-5-15,-3 3-15 0,1 5-4 0,-3 5 3 16,-3 2-6-16,-2 2-2 0,-4 4-12 0,-6 0-43 16,0 1-78-16,0 3-141 0,-23 0-149 0,-4-1-133 15,-2 1-328-15,-6-2 146 0</inkml:trace>
  <inkml:trace contextRef="#ctx0" brushRef="#br0" timeOffset="5564.08">1396 1802 1797 0,'-14'11'14'16,"-2"2"8"-16,0 0 19 0,-2 3 22 0,3 4-3 15,-2 0 0-15,2 2-4 0,1 3-8 0,2 1-9 16,6-1-5-16,2 3-17 0,4-3-10 0,0-1-1 16,10 0 3-16,4-2 2 0,1 0-3 0,3-3-26 15,4 0-46-15,-3-1-61 0,4-3-100 16,0-2-188-16,1-1-97 0,2-4 61 0</inkml:trace>
  <inkml:trace contextRef="#ctx0" brushRef="#br0" timeOffset="5187.76">831 2553 2102 0,'-15'-9'18'0,"0"0"35"0,-1-4 22 0,4 6 22 16,0 0-13-16,3-1-35 0,1 2-23 0,4 2-18 15,4 2 7-15,0 2 12 0,0 0 13 0,18 0 1 16,5 0-3-16,3 0-14 0,6 0-14 0,3 0 4 15,4 12-16-15,-1-1 3 0,3 0 2 0,-2 3-4 16,-2 0-1-16,-4 4-1 0,-2-1 5 0,-7 1-5 16,-4 3 11-16,-7 3 0 0,-7 0-3 15,-6 1 3-15,0 3-8 0,0 1 0 0,-19 1 0 16,-4-2-2-16,-4 1 4 0,-1-2 2 0,1 0-3 16,-2-4 3-16,0-2-2 0,2-4-1 0,1-1 5 15,3-5 0-15,5-4 1 0,1-1 5 0,4-6-9 16,1 0 3-16,2 0-7 0,4 0-5 0,3-18 4 15,3 0-4-15,0 0 5 0,0-6-1 0,19-4-2 16,2-3 6-16,2-3 3 0,5-6-2 0,1 0 1 16,3-3 3-16,0 2-4 0,0-2 17 0,-3 1 19 15,-2 4 25-15,-4 3 42 0,-6 3 17 0,-4 5 3 16,-4 6-28-16,-6 4-38 0,-3 3-35 16,0 6-23-16,0 8-3 0,-16 0-2 0,-1 0 7 0,-3 19 1 15,-1-1 0-15,1 5 6 0,-2 3-9 16,0 2-6-16,3 2 3 0,0 1-7 0,7 1 5 15,3-2 8-15,9-1-2 0,0-1 3 0,0 0 2 16,0-1-3-16,18-4 0 0,4-2-15 0,2-2-63 16,3-1-39-16,4-5-55 0,-1-2-48 0,3 0-10 15,2-8-26-15,0 0-23 0,-1-3-65 0,-2 0-181 16,1 0 9-16,-6 0 74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0:53.835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678 0 2397 0,'-64'19'25'0,"1"6"13"0,-1 5 30 15,0 2 22-15,3 7 19 0,1 4 15 0,0 9-1 16,7 6 4-16,5 5-28 0,5 4-19 0,7 6-20 15,8 1-8-15,7 4 4 0,9 0-12 0,12 1 2 16,0 3-28-16,20-1-19 0,4-1 7 0,12-1 1 16,5-1 3-16,10-2 10 0,5-2-1 0,4-5-16 15,9-3-69-15,1-5-18 0,6-3-53 16,4-6-40-16,5-6 33 0,5-5-81 0,5-10-43 16,3-6-82-16,3-11-247 0,4-5-1 0,-2-9 92 15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0:54.07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35 0 3642 0,'19'13'-5'0,"-2"2"-3"16,0 0-6-16,3 5 0 0,4 5 2 0,-3 3 7 0,3 11 48 15,-2 6 19-15,2 7 16 0,-3 6 35 16,2 8-33-16,-6 8-12 0,-4 7-9 0,-2 6-43 16,-6 4-6-16,-5 3-8 0,0 5-2 0,0 1-5 15,-14-5-27-15,-1 1-47 0,-8-6-66 0,0-2-94 16,-6-7-84-16,-3-5-69 0,-7-5-88 0,-2-6-300 16,-6-7 106-16,-3-5 116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0:55.66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13546 9882 1912 0,'0'0'-1'16,"0"0"-2"-16,0 12 4 0,-23-1-1 15,2 4 0-15,-6 2 30 0,-4 4 3 0,-2 2 13 16,-8 3 29-16,-6 3-4 0,-6 2 4 0,-2 3 15 15,-6-1 5-15,1 0 11 0,-6-1 8 0,1 0 1 16,3-4-6-16,1-2-19 0,0-5 7 0,3-3-14 16,2-5-8-16,5-4-14 0,-4 1-22 0,3-5-16 15,-2-5-12-15,-3 0-7 0,-2 0-1 0,-5 0-4 16,-4-11 5-16,-3-2 46 0,-7 0 21 0,-1-2 81 16,-3-2 45-16,2-1-67 0,-1-2-28 0,-1 0-71 15,0-4-58-15,-1 0 31 0,-2 0 6 16,-5 0-2-16,0-2 1 0,-7-2-6 0,-3 1-6 0,-2-1-4 15,-3-3 3-15,-1-1-1 0,1-1 3 16,1-1 6-16,-4-1-3 0,1-4 0 0,1 0 2 16,-3-1-11-16,-1-3 8 0,1-1 0 0,-2-2-6 15,0-1 9-15,2-2-10 0,-2-1 10 0,3-1 1 16,4 0 8-16,-1 1 6 0,-2-2-16 0,1 1 0 16,-2-2-5-16,0 4-5 0,1-4 16 0,-3 1-5 15,1 1-7-15,3-3 10 0,-1-1-12 0,4 0 13 16,3-3-11-16,0-2 1 0,2-2 1 0,1-3-6 15,-3 1 16-15,1-3-17 0,2-5 8 0,-2 1 4 16,1 0 1-16,-3-2 8 0,3 1-2 16,-1 1-4-16,2 1-15 0,-2 4 4 0,-1 1-6 15,-3 7 10-15,-4 1 6 0,-1 4-2 0,-2 0 10 16,-6 7-17-16,1-1-6 0,-4 4-5 0,-2-3-10 16,1 2 9-16,0-2-7 0,-3-2-8 0,0-2-5 15,0-3-20-15,-2-5 4 0,1-6 12 0,1-2 4 16,-2-7 17-16,5-3 6 0,-1-2 9 0,-1-5-7 15,2 0 11-15,-1-1 5 0,-2 1-14 0,-2-1 9 16,-1 3-10-16,-1-1 2 0,2 0 4 0,-1 0 16 16,4 2 2-16,2 1 9 0,2-6 9 0,6-1-20 15,-4-5 20-15,7 1-3 0,1-3-5 16,2-1 5-16,4 0-11 0,2-2-2 0,4-1 2 16,5-3-3-16,4 3-15 0,2-5 20 0,5 2-24 15,4-2 14-15,5-4 2 0,-2 2-21 0,3 0 18 16,1 0-16-16,0 1 10 0,6 2-5 0,0 1-2 15,3 0 3-15,1 1-15 0,3-1 13 0,3-1-1 16,-3 4-13-16,4-2 13 0,2 4-8 0,0-1-3 16,-2 5 18-16,2 3-4 0,4 2 3 0,-1 8 2 15,2-4-11-15,-1 7 7 0,5-2-13 0,-1 2 9 16,5 1-4-16,-2 1 4 0,5-3 3 0,1 0 3 16,4-2 15-16,3-2-19 0,2-1 1 0,6 0-4 15,4-1-3-15,3 3 2 0,2-2 3 16,5 0-7-16,4 3-4 0,0 0 8 0,0 0 6 0,19 1-9 15,0-1 18-15,2-2-19 0,3 1 14 16,2-2 9-16,0 5-28 0,4 0 22 0,-2 3-25 16,3 1 14-16,-3 6 7 0,1 7-5 0,-5 6 2 15,2 2-6-15,-3 9-7 0,-1 2 0 0,1 8 9 16,-5 4-9-16,2 3 11 0,-2 7 9 0,2 0-9 16,-6 6-5-16,2 3 8 0,1 3-10 0,0 3 6 15,0 0 3-15,-2 3 3 0,1 0-6 0,1 0-5 16,0 12 5-16,0-1-9 0,-1 1 8 0,1 1 4 15,-2 0-5-15,2 2 2 0,-4 3 12 16,1-3-10-16,-2 5 4 0,2-3 0 0,0 0-7 16,-1 2 13-16,3 0-3 0,-3 1-3 0,1 0-4 15,0-1-7-15,1-2 7 0,-2 3-4 0,1 0 10 16,3-1-2-16,-2 0-2 0,2-4 5 0,-1 1-6 16,-2-2-1-16,3 2 6 0,-5-5 0 0,2-1-8 15,-1 1 7-15,1-2-8 0,-2 1-2 0,-1-1 13 16,1 2-4-16,-2-2 3 0,0 4-1 0,-3 0-4 15,-1 4-3-15,-3 1 7 0,-3 0-1 0,0 6-3 16,0-1-3-16,0 3-2 0,-9 1 2 0,-5-1-2 16,5 0 8-16,-1 0-5 0,1-1 1 0,-2 0 7 15,2-1 3-15,-2-1-9 0,2-1-1 16,2 2-5-16,-3-5-8 0,0 3 10 0,1-1 6 0,-2-1 1 16,2-1 5-16,-2-2-14 0,2-1-1 15,2-2-1-15,4 3 0 0,-4-6 15 0,3 1-6 16,4-1 1-16,-3-3-2 0,0 1-4 0,3-1 5 15,0-2-9-15,0 0 7 0,0-1-5 0,0 0 7 16,0-3 1-16,0 3-8 0,0-3 8 0,0 0-8 16,0-1 7-16,0 0 7 0,10 0-12 0,-10-1 3 15,0 0 0-15,7 0 0 0,-1 0 5 0,-2 0 8 16,2 0-4-16,0 0 4 0,2 0-1 0,1 0-14 16,-1 0 5-16,1-11-6 0,1 11 3 0,-1-9 3 15,1 2-5-15,0 7 12 0,-1-9-12 16,-1 5 2-16,-2-3-2 0,0 6-3 0,-1-5 2 15,-2 6 1-15,6-3 11 0,-5 3-18 0,-1-2 11 16,3 2-4-16,1 0 6 0,0 0 3 0,-1 0 0 16,2 0-3-16,-2 0-13 0,3 0 6 0,-1 0-1 15,-2 0 2-15,1 0 3 0,-1 0 7 0,3 0 1 16,-6 0-8-16,2 0 4 0,1 0-5 0,-6 0-9 16,3 0 16-16,0 0-1 0,-3 0-5 0,0 0 4 15,0 0 1-15,0 0-13 0,0 0 4 0,0 0 6 16,0 0-5-16,0 0 7 0,0 0-7 0,0 0 8 15,0 0-15-15,0 0 13 0,0 0-25 0,0 0-54 16,0 0-53-16,0 0-112 0,0 0-76 16,0 0-55-16,0 0-32 0,0 0-64 0,0 0-162 15,0 0 99-15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1:00.843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994 33 2722 0,'-21'-20'0'0,"-6"8"30"0,-8 12 41 0,-12 0 38 16,-11 22 30-16,-7 11 0 0,-8 18-11 0,-5 9-7 16,-4 18-18-16,-4 8-21 0,1 12-12 0,4 9-29 15,7 9-7-15,10 2-7 0,9 4-20 0,16 5-5 16,15 1 0-16,24-1-2 0,0 1 1 15,28-7 8-15,16-3-6 0,19-8 0 0,17-13 7 16,20-8-9-16,16-15-6 0,13-11 4 0,15-13-10 16,13-12-8-16,13-11-10 0,7-11-44 0,9-16-36 15,4 0-49-15,4-16-64 0,0-12-25 0,5-9-39 16,2-8-24-16,-1-9-29 0,-2-6-218 0,-1-4-7 16,-4-8 90-16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2:13.13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1589 8 2826 0,'0'0'25'16,"0"4"6"-16,0 1 8 0,0-5 31 0,0 3 4 15,-14-3 23-15,5 0 14 0,9 1-9 0,-9 1-20 16,0 0-10-16,9-1-16 0,-8 0-22 0,2-1-13 16,0 2-14-16,2-2-16 0,1 0-4 0,3 3 11 15,0-3 0-15,0 2-6 0,0-1 8 0,0 0-10 16,0-1-3-16,0 2 13 0,0 0-7 0,0-2 14 15,0 1-9-15,0 0 2 0,9 0 4 0,-9 1-4 16,9-2 12-16,-3 0-1 0,-6 1-11 0,6-1 6 16,-6 0-4-16,3 0 4 0,-3 0 21 0,3 0-6 15,-3 0 7-15,0 0 17 0,0 0-10 16,1 0-2-16,-1 0 1 0,0 0-13 0,0 0-8 16,0 0 11-16,0 0-11 0,0 0-2 0,0 0 5 15,0 0-11-15,0 0-5 0,0 0-2 0,0 0 1 16,0 0 2-16,0 0 4 0,0 0-11 0,0 0 5 15,0 0-11-15,0 0 22 0,0 0 5 0,0 0-9 16,0 0 3-16,0 0-25 0,0 0 8 0,0 0 7 16,0 0-1-16,0 0 8 0,0 0-3 0,0 0-1 15,0 0-7-15,0 0 1 0,0 0-4 0,0 0 1 16,0 0 11-16,0 0 4 0,0 0-2 16,0 0-1-16,0 0 3 0,0 0-13 0,0 0 13 15,0 0-14-15,0 0 7 0,0 0 5 0,0 0-12 16,0 0 18-16,0 0-42 0,0 0-33 0,0 0-86 15,0 0-142-15,0 0-106 0,0 0-140 0,-15 0-301 16,0 0 131-16,1 0 137 0</inkml:trace>
  <inkml:trace contextRef="#ctx0" brushRef="#br0" timeOffset="-69436.14">248 125 1919 0,'-9'0'24'0,"-2"0"27"16,-1 0 30-16,1 0 32 0,-1 0-4 0,-1-9 1 15,-1 9 2-15,0 0 1 0,1-11 12 0,-1 11-1 16,2-9-12-16,1 9-24 0,0-6-32 0,5 6-27 15,-1-4-21-15,4 4-17 0,0 0 4 0,3 0-4 16,0 0 5-16,0 0 8 0,0 0-5 16,13 0 4-16,-2 0 0 0,6 0-1 0,-1 0-5 15,6 0 2-15,0 0 0 0,4 6 6 0,2-6 3 16,0 7-6-16,1-7-1 0,-1 0-4 0,0 0 5 16,-2 0 3-16,-3 0-5 0,-3 0-4 0,-2 0 2 15,-3 0 4-15,-4 0 6 0,-4 0 0 0,-2 0-4 16,-2 0-3-16,-3 0-7 0,0 0 5 0,0 0-2 15,-12 0 2-15,-2 0 2 0,-1-9-2 0,-3 9-4 16,-5-5-4-16,0 5 7 0,-3 0-5 0,-2 0 9 16,0 0 4-16,1 0-9 0,-2 0 4 0,2 0-4 15,-1 0-6-15,4 0 5 0,1 0-3 16,1 7 0-16,0-7 11 0,4 9-4 0,1 0-4 16,4-3-1-16,2-6-5 0,0 6-2 0,5-6 13 15,3 3-4-15,3 0 3 0,0 0 6 0,0-1-3 16,0 0 1-16,12-1 5 0,2 1-5 0,1-1-5 15,5-1 10-15,1 0-9 0,5 0 7 0,0 0 1 16,3 0-5-16,0-11-3 0,0 11-4 0,-2-12 1 16,-3 3 2-16,-1 9 1 0,-3-8 7 0,-4 8-4 15,-3-9-3-15,-4 9 9 0,-3-4-8 0,-2 4 5 16,-4-4-1-16,0 4-5 0,0 0-4 0,-12 0 0 16,-2 0-1-16,-2 0 3 0,-2 0 0 0,-4 0-1 15,-2 0-2-15,-2 0-2 0,-1 10 0 16,1-1 2-16,0 0 5 0,2-2-4 0,1-1 3 0,5-6-1 15,3 8-4-15,4-1 1 0,3-7-2 16,4 3 7-16,4-3-1 0,0 0 4 0,0 0 6 16,0 0-9-16,15 0 7 0,0 0 0 0,5 0-2 15,1 0-1-15,5 0 1 0,3 0-5 0,3-13 0 16,-2 2 0-16,4-1 0 0,-1 1 0 0,-1 3-5 16,-2-3 8-16,-1 2 3 0,-5 0 2 0,-1 0 1 15,-6 2 1-15,-3 0-6 0,-8 0-2 0,-6 1 6 16,0 2-2-16,0-2-8 0,-12 3 2 15,-5 0 2-15,-3 1-7 0,-4 2 8 0,-2 0-6 0,-3 0-4 16,-1 0 0-16,-4 9-2 0,2 2 5 16,1 0-1-16,0-2 1 0,4 2 4 0,3 1-2 15,2-2 0-15,6 0-2 0,2 0-3 0,5 1 3 16,4-2 3-16,5-2 4 0,0 0 11 0,0-1-2 16,15-1-2-16,1 0 0 0,2-4-8 0,0-1 2 15,3 0-3-15,2 0 1 0,3 0-1 0,0 0 5 16,1-12 1-16,-1 2 1 0,0 10 9 0,-4-12 6 15,0 2 15-15,-4 3 16 0,-3 7 13 0,-4-6 8 16,-2 1 3-16,-1 5 0 0,-4-5-4 16,-2 5-23-16,-1-5-12 0,-1 5-21 0,0-2-8 0,0-1-2 15,0 2-1-15,0 0 6 0,0-1-7 16,0 2 2-16,0 0-7 0,0 0-4 0,0-2-4 16,0 2 10-16,0 0-4 0,0 0 1 0,0 0-2 15,0 0-2-15,0 0 4 0,0 0 4 0,0 0 0 16,0 0-10-16,0 0 7 0,0 0-5 0,0 0 1 15,0 0 7-15,0 0-2 0,0 0 0 0,0 0 2 16,0 0-1-16,0 0-4 0,0 0 3 0,0 0 6 16,0 0-9-16,0 0-6 0,0 0-22 0,0 0-49 15,0 0-47-15,0 0-66 0,0 0-61 0,0 0-41 16,0 0-23-16,0 0 15 0,0 0 4 0,0 0-118 16,0 0-114-16,0 0 60 0</inkml:trace>
  <inkml:trace contextRef="#ctx0" brushRef="#br0" timeOffset="-69251.14">374 176 1698 0,'-8'7'11'0,"8"-5"0"16,-7 0 0-16,7 1-2 0,0 0-9 0,-6-1 3 16,6-1-3-16,-5-1-2 0,2 3 0 0,3-2-5 15,-1-1 7-15,1 1 5 0,0-1-2 0,0 0 1 16,0 0 1-16,0 0 0 0,0 0 8 0,0 0-1 15,0 0-16-15,9 0-56 0,-9 0-165 0,9 0-223 16,-3 0 11-16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1:04.75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1575 1512 2028 0,'-9'0'13'0,"-1"0"19"0,1 0 19 16,0 0 29-16,-1 0 19 0,1 0 12 0,0 0 12 16,0 0 2-16,0 0-6 0,1 0 7 0,-1 0-12 15,3 0-22-15,-1 0-19 0,1 0-41 0,1 0-27 16,2 0-5-16,0 0-8 0,3 0 16 0,0 0 31 15,0 0 19-15,0 10 9 16,14-3-4-16,1-1-28 0,3 3-19 0,5 0 1 16,4 0-5-16,6 0 16 0,5 3-2 0,7 0 3 0,6 1-7 0,8-2-6 15,5 2-1-15,8-2-7 0,3 0 5 0,6-1-8 16,6-2 9-16,-1 2-13 0,1-3 6 0,-1-3-2 16,2 3-5-16,-3-4 5 0,2-3-6 15,-2 0 4-15,-2 0-1 0,1 0-4 0,0 0 5 0,-2-14-7 16,-5 2 11-16,-1 4 2 0,-5-5-5 15,-5 2 2-15,-7-2-7 0,-4-1 5 0,-5 1 15 0,-9-2 20 16,-3-1 8-16,-6-2 7 0,-4-3-12 16,-5-1-12-16,-2-2-2 0,-5-1 5 0,-3-3-12 15,-2-2 17-15,-3-1-24 0,-4-5-10 0,-2-1 19 16,-2-2-8-16,0 0 2 0,0-2 4 0,0-4-15 16,-16 1-8-16,3-2 9 0,-1 0-7 0,0-4 3 15,-1 1 1-15,0 2-7 0,0 0 4 0,-2 1-2 16,0 1-1-16,-2 1 7 0,0 5-2 0,0 0 1 15,-4 1-4-15,-1 4 6 0,-2-1-8 0,-5 3-8 16,0-2 12-16,-6 4-7 0,-4-2-3 16,-6 0 14-16,0 2-9 0,-3-1 4 0,-6-1 8 15,-2 4-10-15,-1-2-3 0,-2 4 6 0,-3 3-9 16,-1-2 7-16,-4 3 0 0,-2 4-10 0,0 0 12 16,-5 3-3-16,-3 3 6 0,-2 5-4 0,-1 1-3 15,-3 0-2-15,-1 6 2 0,-2 0 5 0,-2 0-4 16,0 0 0-16,2 14-4 0,2-1-1 0,2-3 2 15,1 4 6-15,2 0-2 0,4 3 10 0,1-1-6 16,1-1-4-16,3 5-4 0,-3-6-7 0,2 4 4 16,0-2 9-16,2 0-3 0,0-1 1 0,2 2 7 15,1 0-22-15,6 0 10 0,1 2 8 0,2 4-11 16,5 1 24-16,3 3-10 0,2 4-5 16,4 0 9-16,2 8-9 0,4 0 13 0,4 4-18 15,0 2 1-15,6 5 10 0,2 2-9 0,2 2 14 16,4-1-10-16,6 1 0 0,3-1-6 0,4-1 3 15,8-2 55-15,0-3-20 0,11 0 15 0,7-5 19 16,5 1-18-16,10-2 37 0,8-1 2 0,11-3-19 16,10-2-19-16,12-3-20 0,10-1-1 0,12-4-3 15,10 0-20-15,9-6 6 0,7-1-5 0,2-3-8 16,6-2 4-16,-1-2 0 0,0-2-4 0,-2-2 0 16,-1-3 8-16,-3-1-20 0,-3-2-43 15,-1 0-57-15,-8-3-57 0,-5 0-41 0,-4 0-18 0,-10 0-55 16,-5 0-77-16,-10 0-99 0,-5 0-99 15,-8-9-265-15,-5 9 128 0,-8-12 147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0:50.84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99 143 1646 0,'-8'-4'16'0,"-1"-1"22"16,2 0 28-16,-2 2 22 0,2 0 17 0,-2 1 5 15,2-2-10-15,-1 4-13 0,2-5-34 16,2 5-32-16,-1-1-18 0,3 1-9 0,-1 0-2 15,3 0 4-15,0 0 1 0,0 0 0 0,0 0 3 16,16 12-3-16,-4-4 6 0,0 0-2 0,0-1 3 16,0 1-6-16,2 2-3 0,0-1 0 0,-1 3 1 15,-1-1 8-15,1 0-2 0,-1 1 4 0,-3 0-8 16,0 3 0-16,-3-2 4 0,0 3 0 0,-3-1 6 16,-1 0 0-16,-2 0 0 0,0 0-1 0,0 2-3 15,-16 0 2-15,0 1-2 0,-1 0-3 0,-3-1 0 16,2 0 2-16,0-3 0 0,-2 0-1 0,5-1 3 15,0-3-4-15,3-2 3 0,1-2 1 16,2-3-2-16,4 0-4 0,5-1 1 0,0-2-3 16,0 0 0-16,0 0 8 0,0-15-10 0,14 2 4 15,0-3 0-15,4-2-1 0,2-6 4 0,2-2-1 16,3-3-1-16,2-2-4 0,0-4 4 0,2 0 1 16,-1-4 15-16,-3 4 17 0,0-1 28 0,-3 4 24 15,-2 2 15-15,-3 3 17 0,-5 5-7 0,-1 3-2 16,-5 7-12-16,-2 3-26 0,-2 2-32 0,-2 5-25 15,0 2-20-15,0 0-7 0,0 0 6 0,-15 11 4 16,1 1 1-16,2 3 0 0,0 1 1 0,-1 4 6 16,1-1-2-16,0 5 1 0,2 0-3 15,2 1 0-15,8-1 3 0,-5-2 3 0,5 0-3 0,0-1-45 16,0-3-40-16,13-1-42 0,0-4-41 16,1-3-15-16,4-1-25 0,2-4-40 0,3-5-86 15,-1 0-235-15,3 0 53 0,1-14 78 0</inkml:trace>
  <inkml:trace contextRef="#ctx0" brushRef="#br0" timeOffset="289.51">576-391 2128 0,'0'-7'22'0,"0"1"19"16,-8 0 21-16,8 0 11 0,-9 6-14 0,3 0-10 16,-2 0-8-16,1 0-2 0,1 12-1 0,0 1-10 15,-2 2-11-15,4 3-9 0,-2 0-2 0,1 5-2 16,0 1 1-16,1-1-5 0,1 3 1 16,1-2 0-16,1 0 3 15,-1 2 3 1,1-3-5-16,1-4 5 0,0 5 1 0,0-7-5 0,0 1 6 0,0-3-5 0,0-2-12 0,0-2-41 0,0-5-54 0,0 0-60 15,0-3-58-15,0 0-45 0,0-3-193 0,9 0-46 16,-9 0 67-16</inkml:trace>
  <inkml:trace contextRef="#ctx0" brushRef="#br0" timeOffset="541.47">798-367 2165 0,'0'-2'22'0,"0"-3"20"0,0 2 25 15,0-1 21-15,-11 4-11 0,11 0-9 16,-12 0-22-16,3 0-21 0,9 0-9 0,-11 16-9 0,3-5-3 16,1 3 5-16,1-1-3 0,0 3-2 15,1 2 0-15,-1-1 1 0,3 2 1 0,-1 0 1 16,0 3 5-16,1 0-9 0,0-2-24 0,-3 1-44 15,2-2-64-15,-2 1-64 0,1-3-56 0,-1-1-140 16,-3 1-155-16,4-7 64 0</inkml:trace>
  <inkml:trace contextRef="#ctx0" brushRef="#br0" timeOffset="751.14">814-442 2200 0,'15'-9'7'0,"-1"2"36"0,1 1 38 0,2 1 41 16,0 5 26-16,2 0-10 0,1 0-4 0,0 0-22 15,6 13-17-15,-2 3-24 0,0 2-32 0,2 1-18 16,-1 2-20-16,-3 4 5 0,0 2-7 0,-7 0 17 16,-3 6-13-16,-6 2-76 0,-6-1-97 0,0 5-132 15,-17 2-175-15,-4-1-257 0,-9 2 101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1:00.28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2974 1565 2273 0,'-26'-16'30'0,"0"6"24"0,3 6 24 16,4 4 26-16,2 0-23 0,2 0-9 0,1 12-6 16,4 6-25-16,0 3-11 0,4 3-19 0,2 4-27 15,4 2 7-15,0 3 105 0,0 2 56 16,16 4 10-16,4 2-6 0,5 1-95 0,2 5-49 0,3 2-29 15,7 1-54-15,4-2-73 0,3-1-84 16,3-2-43-16,3-3-24 0,0-6-17 0,3-8-53 16,3-9-192-16,-1-6 64 0,-2-13 82 0</inkml:trace>
  <inkml:trace contextRef="#ctx0" brushRef="#br0" timeOffset="-398.68">3305 1612 2162 0,'11'-18'32'15,"-2"0"37"-15,0 2 55 0,-2 1 56 0,1 5 15 16,-8-1 4-16,6 2-32 0,0 2-37 0,-6 1-37 15,0 4-39-15,0 1-27 0,0 1-17 0,0 0-14 16,0 0-4-16,-14 0 6 0,1 12-5 0,-7 1 5 16,0-1 4-16,-1 0-3 0,-3 0 6 0,-2 1-1 15,5-2-6-15,-1-1 0 0,7-1 7 0,2-3 1 16,2-3 13-16,5 2 14 0,1-5 1 0,5 0 23 16,0 0 12-16,0 0 1 0,0 0-16 0,0 0-13 15,19-11-25-15,2-1-7 0,0 2-1 0,5-1-5 16,1 1-1-16,5-3-4 0,0 4 2 0,0 3-4 15,-2-2 2-15,2 8 3 0,-5 0 1 16,1 0 3-16,-5 0 4 0,-4 0-1 0,-2 14-5 16,-6 0-5-16,-7 3-1 0,-4 1-1 0,0 2 1 15,0 4 7-15,-10 0-2 0,-4 1-3 0,-1 4 7 16,-3-1-7-16,-1-1 3 0,3 0-7 0,-3 0 4 16,7-2 4-16,0-4-10 0,4-1 13 0,8-2-5 15,0-4 0-15,0-4 4 0,0-3-3 0,17-7-3 16,3 0-41-16,3 0-63 0,4-14-102 0,5-3-113 15,1-1-75-15,-2-5-86 0,2-2-233 0,-4-2 68 16,-3-2 114-16</inkml:trace>
  <inkml:trace contextRef="#ctx0" brushRef="#br0" timeOffset="-214.27">3747 1360 2426 0,'11'-8'21'0,"2"2"49"15,-4 1 34-15,5 2 25 0,3 3-3 0,-4 0-4 16,3 0 11-16,2 0-11 0,0 14 16 0,2 0-40 15,1 1-19-15,-1 2-6 0,-1 4-32 0,1 2 2 16,0 2-21-16,-5 3-12 0,-1 3-1 16,-1 3-9-16,-8 1 7 0,-5 4-3 0,0 1-8 0,0 2-59 15,-20 1-80-15,-1-1-83 0,-5 0-103 16,-4 0-46-16,-2-4-82 0,-4-1-234 0,-1-4 82 0,-4-4 107 16</inkml:trace>
  <inkml:trace contextRef="#ctx0" brushRef="#br0" timeOffset="165.35">4131 1459 2850 0,'34'-30'2'0,"-3"10"12"15,0 9 10-15,-7 11 31 0,-1 0 1 0,-6 0-9 16,-2 18 33-16,1 1 9 0,4 7 46 16,-3 4 17-16,3 6-40 0,-4 6-43 0,1 6-48 15,0 3-20 1,1 4-3-16,-4 7 7 0,-4 2-56 16,-2 2-102-16,-8 1-127 0,0 4-143 0,-21 2-154 0,-8-3-196 0,-8 2 125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0:36.972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3483-4831 1516 0,'-2'10'21'0,"-4"-4"23"15,5 0 12-15,-2-1 30 0,-2-1-11 0,4-3 8 16,-3 1 12-16,1 1-2 0,0-2 13 0,0 1-15 15,0 0-15-15,0-1-16 0,2-1-3 0,-1 0 4 16,1 1 19-16,1 0 13 0,0 1 1 0,-3-2 7 16,3 2-14-16,-2-2-6 0,2 1-9 0,-1 0-3 15,1-1-8-15,-2 2-2 0,2-2-11 0,0 1-29 16,0 0 0-16,-1 2-17 0,1-3-6 16,0 2-1-16,0 0-10 0,0 0 4 0,0-2-1 15,0 0 5-15,0 0-1 0,0 0 0 0,0 0-2 16,0 3 0-16,0-3 8 0,13 0-3 0,2 0 14 15,-2 0-3-15,2 0-1 0,6 0-3 0,6 0-4 16,1 0 11-16,5 0-6 0,7-14 4 0,4 3-5 16,6 0-5-16,6 0 9 0,3-3-5 0,5 3 2 15,1 1-3-15,2-3-1 0,1 4 7 0,-1 1-11 16,-1 2 11-16,-7 2-14 0,0 2-24 0,-6 2 3 16,-4 0-13-16,-5 0 0 0,-5 0 22 0,-8 0 0 15,-2 0 9-15,-7 11 7 0,-3-11-1 0,-4 9 8 16,-3-9-7-16,-1 6 8 0,-8-6 4 15,0 8 4-15,-3-8 7 0,0 0-3 0,0 0-7 16,0 0-5-16,0 3-5 0,0-3-3 0,-9 0 7 16,-4 5-5-16,3-1 5 0,-4-2-1 0,-1 0-1 15,-3 0 6-15,-2 0-11 0,-3 1 11 0,0 0-7 16,-2 0-3-16,-3-1 11 0,-1 2-2 0,-1-2 1 16,-2 3-1-16,-3-2-9 0,-1 1-2 0,-2-2 3 15,-2 1-2-15,-2 0 8 0,-2 0-11 0,-3-2 10 16,3 0-2-16,0 0 8 0,-2 1 8 0,2-1-2 15,1 1 12-15,4 0 10 0,2 0 9 0,3-2 9 16,3 1-16-16,1 0 2 0,5 1-1 16,3-1-5-16,-1 0 14 0,5 2-19 0,1-3 14 15,0 0 2-15,4 1-5 0,-1 0 16 0,3 1-13 16,1-2-14-16,2 0 9 0,1 0-8 0,0 0-7 16,4 0 8-16,2 0-17 0,-2 0 5 0,3 0-10 15,0 0-9-15,-2 0 4 0,2 0-17 0,0 0 7 16,0 0 4-16,0 0-8 0,0 0 6 0,0 0-6 15,0 0 5-15,0 0 5 0,0 0 0 0,0 0-3 16,0 0-11-16,0 0 7 0,0 0-4 16,9 0 13-16,2 0-4 0,1 0 6 0,5 0-1 0,3 0 1 15,1 0 2-15,9 0-5 0,7 0 5 16,4 0-8-16,7 0 7 0,7 0-14 0,4 0 9 0,4-12-2 16,2 12-6-16,-1-12 9 0,-2 4-15 15,0 8-2-15,-6-9 2 0,-4 9 2 0,-5-7 7 16,-3 7 2-16,-6 0-14 0,-3 0-5 0,-3 0 4 15,-6 0-8-15,0 0 16 0,-5 0 0 0,-5 0 2 16,1 0 6-16,-5 0 6 0,-4 0 7 0,1 0-8 16,-6 0 11-16,-1 0 8 0,-2 0 2 0,0 0 4 15,0 0-2-15,0 0-16 0,0 0-3 0,-14 0-4 16,0 0-2-16,-2 0 4 0,-1 0-12 0,-6 0-1 16,-4 0 1-16,-2 0 6 0,-3 0 3 0,-3 0 7 15,-4 0-11-15,-1 0 1 0,-2 0 7 16,-6-6-13-16,3 6 20 0,-7-8-21 0,2 3 2 0,-1 3 4 15,-3-2-5-15,3 0 9 0,-1 4-3 16,-1 0-2-16,3 0-5 0,4 0 7 0,1 0-1 16,2 0 10-16,2 0-2 0,5 0 4 0,4 0 7 15,3 0 0-15,5 0 10 0,-1 0-14 0,7 0-3 16,4 0-3-16,4 0-1 0,2 0 3 0,4 0-15 16,1 0-5-16,3 0-9 0,0 0 4 0,0 0 9 15,0 0 3-15,0 0 3 0,12 0-20 0,1 0 13 16,-2 0 11-16,4 0-5 0,4 0 19 0,5 0 1 15,3 0-28-15,4 0 12 0,2 8-6 0,5-8-8 16,1 0 19-16,1 6-18 0,-2-6 13 16,0 0-4-16,-5 7 0 0,1-7 10 0,-4 0-11 15,-1 5 0-15,-5-5-13 0,-1 3-17 0,0-3-2 16,0 0-24-16,-4 0-12 0,-2 0-13 0,3 0-41 16,-5 0-72-16,2 0-81 0,-1 0-83 0,3 0-116 15,0 0-301-15,1 0 101 0,-3 0 114 0</inkml:trace>
  <inkml:trace contextRef="#ctx0" brushRef="#br0" timeOffset="127445.39">5908-3576 1893 0,'-11'-9'23'0,"-2"5"23"0,-1-4 41 16,2 0 35-16,1 2 6 0,2 0 13 0,-1 1-9 15,-3 1-12-15,6 0-2 0,-2 1-18 0,1 2-14 16,2-1-13-16,0 1-12 0,1 0-8 0,2 1-25 15,0-1-6-15,0 1-22 0,3 0-12 0,-3 0 7 16,3 0-12-16,0 0 3 0,0 0 3 0,0 0 1 16,0 0 12-16,0 0-3 0,0 0 0 0,0 0 5 15,12 0-6-15,-4 0 2 0,-2 0 6 16,2 8-9-16,-2-8 1 0,0 0 3 0,-2 0 1 16,-1 0-1-16,4 0 8 0,-4 0 0 0,0 0-2 15,0 0 4-15,-3 0-5 0,0 0 6 0,1 0-11 16,1 0-3-16,-2-12 7 0,4 2-4 0,-1-2 8 15,-3 1-5-15,3 1-3 0,-3-1-2 0,0 1 3 16,0 1 8-16,0 2 10 0,0 0 19 0,0 3 14 16,0 0 6-16,0 2-6 0,0 1-9 0,0-2-10 15,0 3-13-15,-6 0-9 0,6 0-12 16,-10 0-6-16,1 12-8 0,-2-1 15 0,2 4-4 0,-2 5-7 16,-3-1 10-16,2 7-12 0,2 2 4 15,-2 0 2-15,7 5-2 0,2-2 3 0,3-2 3 0,0 0 7 16,0-1-4-16,14-3-13 0,2 0-5 15,4-4-11-15,3-4 7 0,3-6-27 0,4-3-25 16,6-8-25-16,4 0-32 0,3-11-31 0,4-7-43 16,6-2-33-16,1-7-60 0,3 1-167 0,-1-3-123 15,0-1 65-15</inkml:trace>
  <inkml:trace contextRef="#ctx0" brushRef="#br0" timeOffset="127661.61">6604-3751 2490 0,'-14'0'42'0,"0"7"28"0,-1-7 25 15,1 0 12-15,4 0-36 0,-2 0-28 0,4 0-27 16,2 0-10-16,6 0-9 0,0 0-3 0,0-16 6 16,11 4-5-16,1 0 10 0,8-3 4 0,2-2-9 15,6-4-31-15,2 1-59 0,5-2-50 0,1-1-46 16,1-2-18-16,-1 3 10 0,4-1-28 0,-7 5-34 15,1 4-153-15,-5 1-46 0,-4 5 78 0</inkml:trace>
  <inkml:trace contextRef="#ctx0" brushRef="#br0" timeOffset="127798.96">6894-3788 2161 0,'-20'28'30'0,"3"-4"32"0,1-4 31 0,3-2 35 16,3-5-4-16,1-2-21 0,1-5-41 0,5-3-36 15,3-3-26-15,0 0-6 0,0 0 6 0,0 0 3 16,11 0 2-16,1-14-5 0,5-5 5 0,2 1-50 15,4-6-55-15,7 0-72 0,1-4-82 0,1-3-66 16,1 1-218-16,4 0 9 0,-4-2 84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1:22.03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39-1 1848 0,'0'0'11'0,"-14"0"5"0,14 0 2 0,-10 0 0 15,10 0-15-15,-8 0-13 0,8 0-3 16,-7 0-41-16,7 0-18 0,0 0-22 0,0 0-65 16,0 0-135-16,0 0-111 0,0 0 30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4:54.84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1953-479 1417 0,'-6'0'3'0,"0"0"13"16,2 0 19-16,-6 0 13 0,6 0 15 0,-5 0-8 16,1 0-2-16,2 0 5 0,-3 0-8 0,3 0 15 15,-2 0 4-15,2 0-1 0,0 0 1 0,0 0-12 16,3 0-8-16,-2 0-3 0,4 0-4 0,-1 0 7 16,-1 0-2-16,3 0 0 0,0 0-2 0,0 0-5 15,0 0 0-15,0 0-8 0,0 0 0 16,0 0-9-16,0 0 0 0,0 0-4 0,0 0 1 15,0 0 2-15,0 0-11 0,0 0-1 0,0 0 0 16,0 0 0-16,0 0 5 0,0 0 3 0,0 0-6 16,6 0 1-16,-6 0 7 0,10 0 9 0,-3 0-8 15,1 0 3-15,1 0-16 0,-3 0-10 0,3 0 4 16,-1 0-2-16,4 0 3 0,-5 0 8 0,7 0 6 16,-2 0 15-16,2 0 9 0,3 0-5 0,1 0-11 15,0 0-14-15,2 0-6 0,1 0-2 0,0 0 6 16,1 0-6-16,-1-9-4 0,-1 9 5 0,-2 0-1 15,2-6 2-15,-2 6 0 0,-1 0-4 16,-1-5-2-16,1 5 1 0,-2 0 1 0,2 0-1 0,-2 0-3 16,-3-3 6-16,2 3-7 0,-2-3 9 15,0 1-1-15,2 1-4 0,-2 1 5 0,0 0-11 16,5 0 9-16,-4 0-4 0,3 0-1 16,0 0 5-16,-2 0-2 15,4 0-4-15,-3 0 10 0,2 0-10 0,-2 0 3 0,2 0 3 0,0 0-3 0,1 0 6 16,0 0-5-16,0 0 9 0,1 0-11 0,0 0 4 15,1 0-2-15,-2 0-2 0,-1 0 2 0,1 0-1 16,-1 0 8-16,1 0-15 0,-3-8 10 16,2 8-10-16,-2 0 5 0,2 0 1 0,0 0 5 0,-1 0 0 15,0 0-7-15,2 0 9 0,-3 0-13 0,2 0 12 16,2 0-2-16,0-4-2 0,-1 4 5 16,2-4-3-16,-1 1-6 0,3 1-1 0,-1 0 4 15,0-2-4-15,0 2 3 0,1-3 4 0,0 2-4 16,0 0 4-16,-1-2 2 0,0 1-7 0,-1-1 4 15,0 2-3-15,-1-2 1 0,1-1 6 0,-2 1-4 16,1 1 1-16,-4-1-5 0,2 0 3 0,-2-2 2 16,-2 2-5-16,1 1 7 0,-3-2-4 0,2 1-5 15,1 0 3-15,0 2-6 0,-4-4 1 0,3 4 3 16,0-3 4-16,1 2 1 0,-2-2-2 16,-1-1 2-16,-1 3-3 0,2 0 3 0,-2 0-7 0,-1-3 2 15,-2 3 0-15,-1-1 0 0,-1 1 16 16,1-3-12-16,-3 4 4 0,2-3 6 0,-1 1-12 15,1-1 8-15,1 0 9 0,-2 0-1 0,2 1-3 16,-1-1 7-16,1 0-10 0,0 0-6 0,-1-2 16 16,-1-2-18-16,2 1 1 0,2-3-4 15,-2 0-8-15,1-2 12 16,3 1-2-16,-1-1 0 0,1 1 8 0,-1 0-10 0,-1 2-4 0,1 1 15 0,-1 0-7 16,-2 0 20-16,-2 4 14 0,2-3 5 0,-2 5 10 15,0-4-7-15,-2 1 0 0,1 0-15 0,-2-1-10 16,2 1-9-16,-1-1-4 0,-1-3 8 0,-1 0-6 15,0 0 14-15,0 1-18 0,0-4-10 16,0 0 14-16,0 1-14 0,0-1 0 0,0 1 10 16,-10-2-12-16,0 2 6 0,3 0 12 0,-4 1-10 15,1 0 4-15,-3-1-10 0,3 1 6 0,-5 1 5 16,-1-3-9-16,1 2 14 0,-1-3-14 0,0 3-6 16,0-2 12-16,-1 1-12 0,0 0 12 0,-2 0 9 15,2 2-11-15,-1-4 11 0,-2 4-9 0,2 1-10 16,-1-3 10-16,1 2-8 0,0 0 8 0,3 0 0 15,-2 2-2-15,2 0-4 0,0 0 5 0,-1 1-1 16,4 0-3-16,-1 2 10 0,-1 0-7 0,2 1 7 16,-2 1-9-16,4 1 2 0,-4-1-5 15,2 1 7-15,0 3 3 0,-2-1 0 0,2-1-5 16,-2 2-7-16,0 0 7 0,1-1-7 0,-1 1 7 16,3-2 0-16,-4 2-4 0,2 0 1 0,-1 0 3 15,0 0 7-15,1 0-9 0,-1 0 9 0,-3 0-9 16,4 0-3-16,-4 0 3 0,0 0-3 0,2 0 10 15,-2 0-5-15,2 0 2 0,-3 0-11 0,1 0 7 16,-1 0-1-16,0 0 7 0,1 0 5 0,0 0-20 16,-1 0 7-16,0 0 0 0,0 0 4 0,1 0 11 15,0 0-11-15,-1 0-5 0,1 0 8 0,-1 0-12 16,1 0 9-16,-1 0 16 0,0 0-21 0,1 0 7 16,2 0 5-16,1 0-11 0,1 0 4 15,2 0 9-15,0 0-14 0,4 0 5 0,-2 0 1 16,3 0-11-16,-2 0 13 0,0 0-10 0,-1 0 15 15,0 0-5-15,-1 0-13 0,-3 0 6 0,0 0-10 16,1-8 10-16,-4 8 6 0,1-10 0 0,0 10-10 16,1-7 6-16,-2 7-7 0,0 0 7 0,0-6 2 15,1 6-5-15,-4 0 10 0,1-4-20 0,3 4 15 16,-2 0-2-16,-2-4-3 0,2 4 13 0,-1 0-3 16,2 0-1-16,0 0-4 0,-1 0-4 0,5 0-7 15,-2 0 2-15,0 0 1 0,2 0 8 0,2 0 2 16,-1 0-4-16,2 0 6 0,-2 0-6 0,5 0-2 15,-3 0 2-15,3-10 0 0,-3 10 2 16,0-9 2-16,4 9 2 0,-1-7-10 0,0 7 8 16,0-4-6-16,2 4 0 0,-3 0 8 0,1 0-4 15,2 0-2-15,-2 0 2 0,0 0 0 0,3 0-6 16,-3 0 6-16,1 0 4 0,-1 0-7 0,3 0 7 16,-3 0 7-16,3 0-13 0,-2 0 10 0,1 0-10 15,-1 0-4-15,1 0 6 0,-3 0-9 0,3 0 11 16,-2 0-6-16,0 0 8 0,0 0-2 0,0 0-8 15,0 0 9-15,-1 0-11 0,1 0 3 0,0 11 5 16,0-11-1-16,0 0 3 0,0 12-6 0,-2-12 4 16,5 0-5-16,-3 9 0 0,-1-9 7 15,1 6 5-15,-2 1-3 0,-1-3-10 0,3 1 12 0,-2-2-14 16,1 1 5-16,-2 0 15 0,3 0-9 16,-2-4 1-16,2 2-4 0,0-1-5 0,0 1 1 15,1-1 0-15,-1-1 4 0,2 0-4 0,-3 3-6 16,-2 1 6-16,5 0-4 0,-4 1 13 0,-1 1-3 15,0 5-2-15,0-2-1 0,-2 4-13 0,-1 0 14 16,-2-1 1-16,4 0 3 0,-4 2 4 0,2 0-8 16,0-5-3-16,0 1 0 0,-4 0 1 0,7-1-3 15,-4-1 14-15,4 0-8 0,-4 0-3 0,1 1 2 16,2-1-8-16,1 1 2 0,-1-2 9 0,3-1-3 16,-1 0 1-16,4 1 2 0,-1-2-17 0,2-4 6 15,0 2-1-15,3-1-4 0,0 0 15 16,0 0-6-16,0 0-3 0,0 3 8 0,0-2-10 15,0 0 10-15,0 3 1 0,0 2-3 0,0 3 7 16,0 3-6-16,0 1 5 0,11 2-2 0,-5 3-8 16,-6 1 4-16,9-1-4 0,-9 0-2 0,7-3 4 15,-3 0-1-15,2-4-7 0,0-1 7 0,-3 0 7 16,1 2-11-16,2 2 18 0,-1 0-3 0,2 5-3 16,1 0 10-16,0 3-8 0,1 2 0 0,0 2-5 15,-2-1-11-15,6 1 1 0,-3-5 5 0,-1 2-3 16,2-5 15-16,-2 0-5 0,2-3 2 0,-2-2-2 15,2-3 0-15,-1-1-4 0,1-2-8 0,1-2 14 16,2-2 0-16,1 0-1 0,1-4-6 16,1 1 2-16,3-2 15 0,1 0 15 0,2 0-2 15,3 0-8-15,0 0-16 0,-1 0-8 0,3-12 8 16,-1 2 1-16,2 10-7 0,-3-8-28 0,-2-2-38 16,-1 3-77-16,0 1-85 0,-1 0-73 0,-3 2-93 15,-3 0-230-15,0 0-25 0,-4-1 99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1:56.74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79 301 1700 0,'-6'0'16'16,"-4"0"22"-16,0 0 29 0,3 0 20 0,-2 0 9 15,1 0-2-15,-1 0-19 0,3 0-15 0,1 0-31 16,-1 0-21-16,6-9-16 0,-3 9-5 0,3 0 4 16,0-7 2-16,0 1 0 0,17 0 10 0,-3-3-3 15,8-4 8-15,-2-1 0 0,3-3-5 0,3 0-2 16,4-6-6-16,-1 3 4 0,1-2 1 0,1 3 4 16,-5 1-1-16,-1 2 2 0,-3 3-6 0,-3 2 8 15,-3 2 4-15,-3 2-5 0,-7 3 26 0,-1 2-1 16,-5-1-1-16,0 1 4 0,0 2-26 0,0 0-7 15,-14 0-3-15,1 0-2 0,-4 0-3 16,-6 11 3-16,0 0-6 0,0 2 4 0,-4-2 8 16,1 2-4-16,-1 4 5 0,1-1-4 0,3-4-2 15,4 1-2-15,2-4-7 0,6-2-1 0,2-1-3 16,6-4 1-16,3-2 6 0,0 0 9 0,0 0-1 16,12 0 1-16,2 0 12 0,0 0-11 0,5-11 1 15,7 1 7-15,2-4-9 0,3 1 2 0,3-4-1 16,-1 0-3-16,4 0-3 0,-5 2 7 0,-5-1 2 15,-1 4-6-15,-6-1 42 0,-4 6 29 0,-5 1 30 16,-5 2 25-16,0 1-16 0,-6 3-28 0,0 0-24 16,0 0-27-16,0 0-17 0,0 0-6 15,0 0-9-15,0 0 10 0,0 0-7 0,0 0-4 16,-6 0 2-16,6 0-1 0,0 0 2 0,0 0-1 16,0 0 2-16,0 0-9 0,0 0-9 0,0 0-24 15,0 0-36-15,0 0-44 0,0 0-65 0,0 0-44 16,0 0-73-16,0 0-195 0,0 0-37 0,0 0 73 15</inkml:trace>
  <inkml:trace contextRef="#ctx0" brushRef="#br0" timeOffset="357.85">214 7 1707 0,'0'-7'26'15,"0"7"13"-15,0-3 20 0,0 3 19 0,0-4-10 16,0 4-3-16,-9 0-8 0,9 0-16 0,-7 0-5 16,1 0-5-16,-5 0-17 0,2 0 6 0,-2 14-18 15,-4-1 0-15,-2 3 6 0,-2 4 4 16,-6 6 12-16,-1 4-11 15,1 2 2-15,2 3-15 0,2 0 1 0,-2-1-2 0,6-3-3 0,2-3 1 16,7-5-12-16,2-3 12 0,0-4-8 0,6-2 4 16,0-3 9-16,0-2-4 0,0 0 9 0,15-1 1 15,2-5 20-15,0 3 28 0,3-2 8 0,5-4 4 16,6 0-23-16,-1 0-23 0,5 0-5 0,6-13-4 16,2-1-13-16,2 0-59 0,-1-1-65 0,2 2-90 15,-4 0-172-15,1 3-204 0,-2 2 62 0</inkml:trace>
  <inkml:trace contextRef="#ctx0" brushRef="#br0" timeOffset="48327.84">1317 1027 2089 0,'-9'-13'33'0,"-2"1"43"15,1 1 35-15,-3 2 36 0,6-4 9 0,-5 3 3 16,1 0 6-16,2 1 5 0,-2 0-4 0,2 2-13 16,5 0-35-16,-5 2-33 0,6 0-35 0,-2 4-41 15,3-4-2-15,1 5-24 0,-2 0-2 0,3 0 8 16,0 0-8-16,0 11 11 0,0 0-6 0,14 0 6 15,-5 1 8-15,1 1 0 0,4 3 20 16,0 1-20-16,1 4 2 0,2 0 15 0,-1 1-12 16,1 3 8-16,0 0-6 0,-1-2-2 0,4 0-9 15,-3-3-24-15,0 1-79 0,-2-2-117 0,4 1-120 16,1 1-112-16,0-1-306 0,-3 0 64 0,2 1 127 16</inkml:trace>
  <inkml:trace contextRef="#ctx0" brushRef="#br0" timeOffset="49171.34">1958 1839 2209 0,'0'-17'10'0,"0"3"22"15,0 2 29-15,0-1 26 0,0 6 9 0,0 1 0 16,0 2-17-16,0 0-17 0,0 4-19 0,0 0-21 16,-11 0-17-16,2 0-8 0,2 0 3 0,-3 0-2 15,3 0 7-15,-5 10-5 0,4-10 0 16,-1 11 5-16,0 0 8 0,1-3 12 0,1-8 15 16,1 6 3-16,3-6-3 0,0 0-3 0,3 0-17 15,0 0-2-15,0 0-3 0,0 0-13 0,0 0 6 16,13-17-6-16,1 2-8 0,-2 1 4 0,5 0-7 15,-1-1 3-15,1 2 0 0,1 0-3 0,-1 3 9 16,1 3 3-16,-3 7-8 0,2 0 10 0,0 0-11 16,-3 0-1-16,1 19 19 0,-5 1-6 0,1 7 0 15,-5 5 0-15,0 7-5 0,-3 1 1 0,-3 5-3 16,0 0-2-16,0 1-4 0,0 0 0 0,-12-2 9 16,12-6-4-16,-11-3 6 0,11-7-7 15,0-5 0-15,0-5 2 0,0-4 8 0,0-4 59 0,0-6 21 16,0-4 5-16,10 0-8 0,3 0-54 15,5-20-24-15,5-3-2 0,3-3 3 0,6-5-3 16,3-3-48-16,1-5-75 0,2-1-87 0,2 0-100 16,-1-2-82-16,1 2-273 0,-2-1 7 0,-3 2 105 15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2:02.25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51 48 1745 0,'-6'0'35'0,"0"0"36"0,0 0 29 0,-2 0 35 0,2 0 0 15,1 0 0-15,-1 0 3 0,2 0-14 16,-1 0-29-16,2 0-39 0,0 0-34 0,2 0-22 15,1 0 30-15,0 0 21 0,0 0 17 0,0 0 10 16,18 0-28-16,-3 0-19 0,5 0-20 0,1 0-8 16,3-10-9-16,2-1 6 0,1 2-2 0,2 2 2 15,-1 1-6-15,-3 1 2 0,0 5 7 0,-2 0-6 16,-5 0 1-16,-3 0 5 16,-4 0-3-16,-4 14 7 0,-2-1 7 0,-5 0-6 0,0 2 5 0,0 2-8 15,-12 3-2-15,-2 2-15 0,-3-2-46 0,0 2-45 16,-1-3-65-16,-1 1-66 0,2-3-47 0,0-3-129 15,0-4-207-15,4-1 76 0</inkml:trace>
  <inkml:trace contextRef="#ctx0" brushRef="#br0" timeOffset="-268.41">-467 897 1604 0,'0'0'-3'0,"-6"0"4"0,1 0 12 0,5 0 5 0,0 0 12 0,0 0 6 0,0 0-6 16,14-15 7-16,-2 0 19 0,0 0-10 0,3-6 2 15,2-3-12-15,1-4-26 0,5-5 5 16,3-4-4-16,3-1 3 0,1-5-3 0,4 0-4 16,2-3-4-16,2-3-1 0,1 4 20 0,1-2 7 15,-1 3 7-15,-2-1 9 0,1 3-16 0,-5 3-1 16,-1 4 7-16,-3 4-6 0,-3 3 11 0,-3 3 6 16,-5 5-3-16,-4 5 13 0,-4 2 1 0,-2 4 6 15,-2 3 12-15,-3 0-11 0,0 1-12 0,-2 5-13 16,-1-1-29-16,0 1-2 0,0 0-6 0,0 0-2 15,0 0 6-15,0 0-3 0,0 0-6 0,0 0-2 16,0 0 5-16,0 0-6 0,0 0 4 0,0 0 4 16,0 0-5-16,0 0 1 0,0 0 2 0,0 0-8 15,0 0 8-15,0 0 2 0,0 0 4 16,0 0-1-16,0 0-5 0,0 0 5 0,0 0-13 16,0 0-20-16,0 0-31 0,0 0-49 0,0 0-33 15,0 0-23-15,0 0-37 0,-9 0-46 0,9 0-163 16,-7 0-103-16,1 0 66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2:15.733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2359 668 1525 0,'-9'-7'29'0,"1"-1"19"16,0 0-1-16,-1-2 6 0,0-1-14 0,-1 0-3 15,-3-3 11-15,0 1 17 0,-1-4 0 0,-1 2-11 16,-3-2 7-16,1 2 2 0,0-2-9 0,1 1 11 16,0-1 11-16,0-3-15 0,-4 2 3 0,0-1 1 15,-3-2-14-15,-1 0-7 0,0-2-12 0,-4 1-9 16,-2-3-9-16,0 3 10 0,-2-1 2 0,0 1-5 16,-2 0 2-16,4 2-14 0,-3 1 3 0,2 0-7 15,-1 2-6-15,4 1-3 0,-4 2 0 0,0-1 5 16,1 2 2-16,0 2 2 0,-3-3-6 15,-1 4 2-15,0 1-5 0,0 1 3 0,0 3-1 16,3-1-1-16,2 1 1 0,1 1-1 0,2 4 4 16,3-2-2-16,2 2-3 0,3 0-1 0,-4 0 3 15,0 0-1-15,2 0 6 0,-2 13-1 0,-1 0-5 16,-2-4 5-16,-1 2-3 0,-2 3 7 0,1 0-1 16,-4-1-2-16,1 2-2 0,-3-1-2 0,-1 2-2 15,2-1 4-15,-1-2 2 0,1 2-1 0,0-2 3 16,2 1-8-16,1-2 5 0,3-1-3 0,1 2-4 15,1-2 6-15,1-2-5 0,1 2 1 0,1 0-4 16,-1 1 8-16,3-1-6 0,-3 2 2 0,5-2 4 16,-2 4-10-16,2-2 7 0,1 0-1 15,1 4 4-15,3-3 2 0,0 2-4 0,-1 2-3 16,0 3 7-16,1-1-2 0,-1 4 0 0,0 2 7 16,1 2-12-16,-1-1 3 0,0 3 4 0,1 0-2 15,1 1 6-15,-2-1 0 0,0 2-3 0,-1 0 0 16,0 0 1-16,1 0-1 0,1-3 0 0,-1 2-4 15,2-5-8-15,0 3 2 0,-1-5-1 0,4-1 7 16,2 0 0-16,-1 4 2 0,2-6 0 0,0 5 1 16,1 0-2-16,1-2-1 0,-1 4-5 0,4 1 2 15,-2 1-1-15,3-2 0 0,-3 3 8 0,1 1-3 16,1 1 4-16,1-1-2 0,-3 0 4 16,3 1-4-16,-2 0 5 0,1 0-1 0,-1 3-4 0,2-2-3 15,0 2 3-15,0-4-1 0,0 2 1 16,0 1 23-16,0-2 10 0,12 3 6 0,-3 0-2 15,2-1-19-15,-2 1-7 0,0 1-13 0,2 2 11 16,0 1 1-16,-2 0 4 0,1 0 8 0,-1-2-5 16,0 2-4-16,4-1-7 0,-3-2 6 0,1 1-13 15,0-1 9-15,1 2 11 0,1-2 2 0,4 4 16 16,0-4 16-16,1 1-14 0,2 1-7 0,3 0-15 16,1-3-19-16,0-1 3 0,0 0-7 0,2-2 14 15,2-1-8-15,-1-2 3 0,0-1 9 0,2-1 4 16,-3-3-9-16,0 1-11 0,1-2-2 0,-1-1-12 15,0-1 14-15,0-1 7 0,1-1-1 0,-1-1 0 16,1-1 1-16,2-1-4 0,0 1 17 16,4-1-2-16,2 0 14 0,2-2-1 0,-1 1-11 15,2-3 0-15,0 0-13 0,1-1 14 0,1-1 9 16,-1-5-2-16,-2 1 1 0,1 0-20 0,-2-3-1 16,2-2 2-16,0-2-1 0,-3 0 19 0,-2 0-6 15,4 0 5-15,-2 0-3 0,0-13-3 0,1 0-5 16,1 1-9-16,4-2 4 0,0 1-2 0,1-2-5 15,1-2 0-15,2 2-1 0,-1-3-9 0,0 1 1 16,0 2 4-16,-3-2 7 0,2 0-6 0,-1-1 14 16,-2 3-7-16,-2-3-14 0,0 1 24 0,0 0-19 15,0-3 6-15,-5 2 5 0,4 0-15 16,-4-4 12-16,2 1 4 0,-2-4 4 0,1 2-10 16,2-7-6-16,-4 2-6 0,0-2 2 0,0-2 5 15,-2-3 10-15,2-4 5 0,-3 0 2 0,1-2 14 16,-2-3 9-16,1 2 5 0,-3-4-4 0,1 0 5 15,-4 3-5-15,1-2-3 0,-1 1 4 0,-1 1-15 16,-2 3-6-16,0-4-2 0,-3 4 13 0,-4 3-1 16,1-3 1-16,1-1-4 0,-3 3-13 0,0-2-1 15,1-1 2-15,-3 0 4 0,2-4-16 0,-2 2 1 16,2-3-11-16,-3 1 6 0,0-3 7 16,-1 0 3-16,-2-3 2 0,1 2-9 0,-2-1 21 15,-4 1-15-15,-1 2 4 0,0-1-1 0,0 2-11 16,0 0 1-16,-10 1 3 0,-4 1 3 0,0 1 3 15,-1 0 2-15,-5 0-2 0,1 0-8 0,-7 3-16 16,1-3 17-16,-8-1-11 0,0 0 5 0,-5 0 12 16,-2 1-15-16,-1-2 8 0,-4 0 4 0,-4 2-15 15,-1-1 11-15,-3 1-8 0,-3 2-7 0,-1 2 19 16,-5 2-14-16,-6 3-11 0,-2 3-23 0,-8 6-47 16,-4 5-25-16,-7 6-46 0,-10 14-62 0,-9 0-68 15,-10 0-92-15,-11 25-72 0,-12 10-268 0,-14 11 31 16,-15 9 125-16</inkml:trace>
  <inkml:trace contextRef="#ctx0" brushRef="#br0" timeOffset="12504.77">2257-238 1747 0,'0'-2'26'0,"11"-2"16"16,-2 0 20-16,-9-2 15 0,9 2-7 0,-2-1 14 15,-7 1 18-15,6-3 19 0,-6 4 13 0,7-1 4 16,-7 0-7-16,0 2-11 0,0 0-15 0,0 0-9 15,0 2-27-15,0 0-8 0,0 0-8 16,0 0-21-16,0 0 8 0,0 0-24 0,0 0-15 16,0 0-17-16,0 0-11 0,0 10 5 0,0-10 1 15,0 14 14-15,-13-5-1 0,3 5 5 0,-2 6 4 16,-4 3 0-16,-2 5 2 0,0 4-4 0,-2 4 0 16,0 0-7-16,1 1 0 0,1 0 1 0,2-6-2 15,4-2 11-15,3-5-3 0,3-2-4 0,1-6 6 16,2-2-2-16,3-2 4 0,0-7 61 0,0 3 23 15,0-3 18-15,14 0 15 0,1-3-45 0,2 0-24 16,1-2-9-16,3 0-15 0,4 0 0 0,1 0-5 16,2-14-2-16,3-2-5 0,2 1-11 15,-2-2-8-15,2-1 0 0,2-1-2 0,-2 0-1 16,-5 3 15-16,1-1-19 0,-4 2-9 0,-5 1-33 16,-6 6-59-16,-1 2-48 0,-3 2-71 0,-3-1-43 15,-1 2-19-15,-3 3 15 0,0 0 20 0,-1 0-14 16,-1 0-178-16,2 0-61 0,-3 0 62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2:33.40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1200 1776 1667 0,'0'0'30'0,"0"0"13"0,0 0 19 16,0 0 19-16,0 0-10 0,0 0 6 0,0 0 0 16,0 0 0-16,0 0-2 0,-8 0 0 0,8 0-2 15,0 0-10-15,-7 0-10 0,7 0-5 0,-6 0-4 16,3 0 4-16,3 0-9 0,-5 0 2 0,4 0-6 15,-2 0-9-15,1 0 10 0,2 0-4 16,-3 0-9-16,3 0 5 0,-3 0-2 0,1 0-5 16,1 0 16-16,-2-11 2 0,-2 6 20 0,2-1 11 15,-1 0-13-15,-2 1-8 0,0-3-30 0,1 1-15 16,-4-6 4-16,1 0 7 0,-1-2-2 0,-1-5 9 16,-4-1-5-16,0-7-7 0,-6-6-4 0,-1-6 7 15,-5-2-5-15,-1-8-1 0,-3-5 11 0,-4-1-21 16,-4-4 4-16,0-5-6 0,-4 2-5 0,1 1 6 15,-2-1 3-15,-1 3-3 0,2-1 7 0,-4 3-3 16,2 1-1-16,0-1-1 0,2 2-3 0,1 4 1 16,0-2 3-16,3 2 2 0,1 2-1 15,2 3 4-15,5 0-1 0,-1 3 6 0,7 0 18 16,0 3 16-16,1 2 10 0,2 3 14 0,3 4-19 16,1-1-25-16,3 7-8 0,2 4-17 0,3 3 3 15,0 3 5-15,4 6-4 0,2 3-6 0,-1 3-10 16,2 2 3-16,2 1-1 0,0 1 5 0,0 0 7 15,0 0-2-15,0 0-1 0,0 0-3 0,0 0 1 16,0 0-5-16,0 0 0 0,0 0-1 0,0 0 5 16,0 0-7-16,0 0 3 0,0 0 8 0,0 0-7 15,0 0 7-15,0 0-2 0,0 0 0 16,0 0 2-16,0 0 4 0,0 0 2 0,0 0-6 0,0 0-2 16,0 0-1-16,0 0 11 0,0 0-2 15,0 0-3-15,0 0-11 0,0 0-16 0,0 0-1 16,0 0 8-16,0 0-6 0,0 0 12 0,0 0-1 15,0 0-6-15,0 0 15 0,0 0-8 0,0 0 7 16,0 0 3-16,0 0 8 0,0 0-3 0,0 0-4 16,0 0 3-16,0 0-2 0,0 0 4 0,0 0 4 15,0 0-7-15,0 0 5 0,0 0-1 0,0 0-6 16,0 0 3-16,0 0-6 0,0 0 2 0,0 0 8 16,0 0 5-16,0 0-10 0,0 0-2 0,0 0-3 15,0 0 4-15,0 0 7 0,0 0-6 0,0 0-4 16,0 0-1-16,0 0-3 0,0 0 11 0,0 0 3 15,0 0-10-15,0 0 1 0,0 0-10 16,0 0 9-16,0 0 0 0,0 0 8 0,0 0 8 16,0 0-10-16,0 0 7 0,0 0-7 0,0 0-3 15,0 0 1-15,0 0 3 0,0 0-8 0,0 0 5 16,0 0 3-16,0 0-6 0,0 0 16 0,0 0-10 16,0 0 9-16,0 0-11 0,0 0 1 0,0 0 1 15,0 0-6-15,0 0 9 0,0 0-2 0,0 0-2 16,0 0 7-16,0 0-12 0,0 0-3 0,0 0-13 15,0 0-43-15,0 0-28 0,0 0-53 0,0 0-47 16,0 0-35-16,0 0-51 0,0 0-72 16,0 0-186-16,0 0-47 0,0 0 89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2:19.97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1306 0 1644 0,'-17'11'6'0,"-2"-2"0"0,-1-1 1 0,-1-8 13 16,-1 4-4-16,3-4 14 0,-1 5 10 0,0-2-14 15,5-2-3-15,-2 4-14 0,2-1-17 0,-2 3 10 16,1 1 2-16,-6 1 9 0,-1 2 11 0,-1 6-3 15,-3 3 4-15,-5 3-2 0,-3 3-1 0,-3 7 10 16,2 2-2-16,-2 3 10 0,-2 2-5 0,2 3-6 16,0 4 1-16,2-1-16 0,-2 4 8 15,1 3-3-15,1 0-4 0,-1 6 10 0,4-1-8 16,-2 3-7-16,2 1 4 0,-1 3-12 0,4 0 5 16,-2 0 0-16,3 3 2 0,0-6 2 0,2 0-7 15,1-1 9-15,2-6 4 0,1-2 3 0,0-5 5 16,5-3-2-16,1-4-12 0,2-2 10 0,3-5 1 15,0 2-4-15,3 0 3 0,0-6-10 0,3 2-11 16,3-1 3-16,0-2-4 0,3-2 0 0,0-1 7 16,0 0-8-16,0-7 6 0,12 2-3 15,1-3-4-15,3 0 8 0,2-4 0 0,0-3 2 0,6-1 9 16,5-5 25-16,5-5 16 0,0 0-5 16,9 0 1-16,4-11-33 0,5-4-19 0,4 1 4 15,6-6-7-15,0 1 5 0,5-4 5 0,2 1-3 16,-3-1-2-16,1 2 4 0,-1-1-7 0,-4-2-4 15,-3 3 2-15,-3 0-3 0,-6 0-2 0,-1 2 12 16,-7 1 0-16,-5 1-1 0,-5 3 8 0,-8 1-1 16,-1 4 0-16,-9 1 6 0,-2 1 4 0,-5 3 1 15,-4 0-3-15,-3 1-11 0,0 0-1 0,0 2-6 16,0 1 1-16,0-4 1 0,-10 4-11 16,10-1-32-16,-12 1-47 0,1 0-48 15,-1 0-43 1,1 0-20-16,-3 0 0 0,2 0 3 0,2 9 10 0,-2-9 26 0,2 11 8 0,1-11 9 0,3 7-6 15,2-7 11-15,1 0 38 0,1 0 42 0,2 0 47 16,0 0 49-16,0 0 83 0,0-14 36 0,0 6 25 16,0-2-1-16,0 3-56 0,0 0-8 0,0-1-4 15,0 3-5-15,0-4-9 0,-10 5-1 0,0 2-4 16,10-3 0-16,-10 2 7 0,1 0-5 0,1 1 2 16,2 2-6-16,1-4-10 0,-1 4-13 0,3 0-27 15,0 0-24-15,0 0-21 0,2 0-14 0,1 0 2 16,0 0 2-16,0 0 2 0,0 0 5 0,0 0 5 15,0 0-2-15,13 0 1 0,1 8 2 0,1-8-6 16,3 9 7-16,4-3-2 0,2 0 0 0,-1 1 0 16,1 0-7-16,2-1 2 0,-5 4 3 15,-1 0 4-15,-2-2 8 0,-3 3 2 16,-4 3 3-16,0 0 3 0,-5 0-8 0,-2 2 3 0,-4 5-3 16,0 1-6-16,-13 5-10 0,-6 1-76 0,0 0-86 15,-3 5-111-15,-5-2-227 0,0 0-159 0,-2-2 85 16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0:55.90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35 9 2626 0,'0'-3'75'0,"-10"2"66"0,10-2 63 0,-9 1 51 16,1 2-39-16,8 0-56 0,-9 0-47 0,9 0-56 15,0 0-38-15,0 0-8 0,0 0 22 0,0 0 22 16,0 9 15-16,14-9 7 0,-2 13-30 16,4-4-15-16,1 0-6 0,3-2-15 0,3 3-9 15,-1 0-1-15,3 1-1 0,-2-2 10 0,-4 2-4 16,1 1 5-16,0-1-7 0,-4 3-3 0,-2 3-21 15,-5 1-33-15,-6 1-77 0,-3 4-104 0,0 5-143 16,-12 3-177-16,-8 3-381 0,-7 7 100 0,-6 2 171 16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2:47.47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284 76 2019 0,'7'-11'21'15,"-4"0"20"-15,-3-1 30 0,0 1 39 0,0 2 5 16,0 1 5-16,-13 3 0 0,2-1-17 0,-1 5-1 16,1 1 0-16,-1 0-24 0,-2 0-12 0,-2 0-23 15,2 0-20-15,-4 12-6 0,0-2 8 0,-1-2 8 16,0 3-3-16,0 1 6 0,3 1-9 0,-1-2-12 15,2 3 5-15,1-5-2 0,5 2-10 0,-2-2-7 16,7-1-8-16,-1-2-8 0,1-1 2 0,1-2 7 16,3 0 9-16,0 0-4 0,0 2 4 0,0-2 0 15,0 0-9-15,12 3 14 0,-3 0-6 0,2 0 0 16,-2 4-2-16,3-2 1 0,3-1-1 0,-1 4 1 16,-1-1 5-16,1-1-6 0,1 1-2 15,0 4 1-15,1 0 5 0,-3 0 0 0,2 2 0 16,-1 2-9-16,0 2 2 0,-1-3-9 0,0 3 14 15,-3-2 0-15,4 0-2 0,0-3 6 0,-5 0 4 16,1-2-5-16,-4-2 4 0,3 0 6 0,-2-1-23 16,-3-5 20-16,-1 3-15 0,0-3-3 0,0 0 12 15,-1-2-8-15,-2 0 17 0,0-2-9 0,0 1 4 16,0-2 6-16,0 0-5 0,0 0-11 0,0 0-55 16,0 0-79-16,0 0-82 0,0-9-58 0,0 9-19 15,0-11-6-15,0 3-115 0,0 0-164 0,0 1 69 16</inkml:trace>
  <inkml:trace contextRef="#ctx0" brushRef="#br0" timeOffset="-442.46">-50 426 2746 0,'-19'12'41'0,"0"-1"43"0,-3 0 50 16,1-1 42-16,-3 1-18 0,1-1-39 0,3 0-44 0,3 1-45 16,1 1-32-16,5-1-9 0,2 1 3 15,1-1 4-15,4 6 0 0,-1-2 9 0,5 5-12 16,0-1 7-16,0 5 11 0,0-2-8 0,17-1 1 15,-2-1-6-15,0 1-2 0,4-6 8 0,-1 1-2 16,2-4-2-16,1-1 4 0,0-4-4 0,-1 0 12 16,3-1 0-16,-1-6-2 0,0 0 4 0,-1 0-16 15,0 0 6-15,-1-13 5 0,1-2 11 0,-1-3 25 16,1-1 5-16,-1-1-11 0,-2-3-4 0,0-4-13 16,-2-1 2-16,-3 1 7 0,-4 0-12 0,-1-2 9 15,-8 0-11-15,0 4-10 0,0 0 1 0,-14-1-14 16,-4 4 2-16,-3 3 0 0,-5 1 1 0,0 2-32 15,-4 4-48-15,-1 1-46 0,-3 5-84 16,0 3-50-16,1 3-54 0,2 0-45 0,-1 0-60 16,5 0-243-16,1 11 76 0,7-1 96 0</inkml:trace>
  <inkml:trace contextRef="#ctx0" brushRef="#br0" timeOffset="-794.8">-215 545 2817 0,'0'8'26'0,"0"4"34"0,0-4 45 16,-19-8 22-16,-1 9-26 0,0-3-35 0,1 2-46 16,2-1-29-16,0 0-41 0,5 0-89 0,0-2-90 15,4 0-117-15,1-1-217 0,7 0-129 16,0-3 91-16</inkml:trace>
  <inkml:trace contextRef="#ctx0" brushRef="#br0" timeOffset="254.75">-503 791 2609 0,'-3'0'29'0,"0"0"35"0,0 0 27 15,0 0 36-15,0 0-10 0,0 0-35 16,1-11-28-16,2 11-42 0,0 0-15 0,0-8-2 16,0 8 2-16,0 0-9 0,11-7-87 0,2 7-74 15,1 0-97-15,0 0-98 0,3 0-250 0,2 0-1 16,-4 0 93-16</inkml:trace>
  <inkml:trace contextRef="#ctx0" brushRef="#br0" timeOffset="-950.05">-628 845 1889 0,'-10'-8'23'0,"-2"3"27"0,-2-1 23 15,2 6 18-15,-2 0-15 0,0 0-10 0,2 0 5 16,-4 0-2-16,2 15 1 0,-3-2-13 0,4 2-13 16,-1 1-20-16,-1 1-9 0,4 2 0 15,2 1-22-15,3 1 2 0,1 1-3 0,5 1 7 16,0 1 1-16,0 0 2 0,0-2-2 0,14 1-2 15,3-3-1-15,-2 1-5 0,0-5 13 0,2 1-4 16,-2-2 4-16,2-3 3 0,-1-3-2 0,0-2 36 16,-3-3 41-16,-2 1 52 0,3-5 12 0,-5 0 0 15,0 0-27-15,-5 0-36 0,2-14-7 0,2 1-32 16,-6 3-10-16,-1-7-20 0,2-1-12 0,-3-1-13 16,0-2 7-16,0-2 6 0,0-3 8 0,0 0-7 15,-14-3-9-15,2 0 3 0,2 4-4 0,1-1 14 16,-2 3-7-16,3 0 3 0,-4 3-14 0,3 3-10 15,-5 2-36-15,4 0-66 0,1 4-61 0,-5 3-87 16,6 1-71-16,-4-1-137 0,3 5-221 16,1-3 97-16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2:48.88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218 33 1663 0,'0'-9'11'15,"0"1"15"-15,0 1 15 0,-12 5 11 0,2 0 8 16,4-2-7-16,-5 4-10 0,3 0-8 0,-1 0-23 16,0 0-11-16,-5 0 9 0,4 18 0 0,-5-1 3 15,-1 0 8-15,-2 2-8 0,1 3 9 0,5-3 7 16,-1-1-2-16,-1-3-8 0,5 4-8 0,1-6-16 15,5-2 2-15,0-1-7 0,3-2 0 0,0-4 8 16,0 2-1-16,0-2 12 0,0-1 18 16,0-2 26-16,12 4 10 0,-1-3-4 0,3 1-21 15,-5 1-23-15,4-1-16 0,-2 0 5 0,-2 5 13 16,3-1 17-16,-1 4 28 0,-2 4 12 0,-1 3 0 16,-2 5-18-16,-2 4-29 0,-1 2-17 0,-3 2-4 15,0 2 1-15,0 1-2 0,0-2 1 0,0-4-11 16,0 1 0-16,0-4 5 0,0-3-2 0,12 0 4 15,-1-8-2-15,1 1 0 0,2-2 3 0,-2-4 5 16,2 0-1-16,1-4 59 0,0 1 15 0,5-2 7 16,0-4 1-16,2 3-64 0,1-3-10 0,1 0-2 15,-1 0-2-15,2 0 11 0,0-13 4 16,-2 2-14-16,4-1 1 0,-2 4-2 0,-1-2-14 16,2-1 12-16,0-1-6 0,-2 3-5 0,-1-1 5 15,0 4-6-15,-4 2-1 0,0 1 10 0,-1 3-8 16,-5 0 0-16,0 0 10 0,-3 0 13 0,-4 9 29 15,-1 6 9-15,-5 2 2 0,0 7-22 0,-15 2-18 16,-4 6-10-16,-2 1-10 0,-3 3 3 0,-3 1 2 16,-2 0-3-16,-2-5 13 0,1-4 9 0,1-1 14 15,6-8 7-15,2-4-9 0,3-4-7 16,1-2-12-16,6-8-14 0,1-1 4 0,4 0-5 0,0 0-12 16,4 0 10-16,2-12-6 0,0-4-6 15,0 1 11-15,0-4-6 0,15-1-3 0,-1 3-12 16,-2 0-32-16,5 0-44 0,-3 2-53 0,2 1-51 15,-2 3-48-15,1 1-42 0,-1 5-37 0,-4 5-113 16,1 0-197-16,-6 0 92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2:49.213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72 952 2757 0,'-17'12'52'0,"3"-4"57"0,1-2 48 15,1 0 21-15,4-4-25 0,-1-2-40 0,9 0-38 16,0-13-8-16,0-2-26 0,20-5-4 0,7-7-7 16,6-6-23-16,11-8 5 0,11-5-10 0,7-7-4 15,13-3 8-15,5-4-5 0,7-4-1 0,4 2 5 16,3-2 1-16,-3 5 5 0,0-2-1 0,-4 6-11 15,-5 4 0-15,-8 7-1 0,-5 2-3 0,-13 9 9 16,-9 5 2-16,-7 7 30 0,-12 5 13 16,-6 6 21-16,-10 3 4 0,-6 2-29 0,-6 5-16 0,0 0-24 15,0 0-9-15,0 0-4 0,0 0-12 16,-12 0-16-16,1 10-46 0,-1-2-61 0,0 2-85 16,0 4-112-16,-2-1-96 0,0 2-206 0,-2 1-146 15,-3-2 133-15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1:17.52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128 324 1937 0,'-6'-13'30'0,"-2"3"25"15,-1-1 19-15,-3 3 21 0,1 1-10 0,-2 3-3 16,1-1-11-16,1 3-7 0,0 1-10 16,2 0-28-16,0 1-16 0,1 0-20 0,4 0-17 15,-1 0 10-15,5 0 10 0,0 0 1 16,0 13 10-16,0 0-7 0,14 0 0 0,0 0 6 0,2 2-5 16,1 2 0-16,3 1-3 0,-2 1 4 0,3-2-1 15,1 1 3-15,-1-1 0 0,0-2-11 0,0 1 15 16,-2-2 0-16,-3-1 1 0,3-4 5 0,-4 0-12 15,-2-3 6-15,-2-2 6 0,-3-4 27 0,-2 0 44 16,0 0 16-16,-5 0-3 0,-1 0-20 0,0-13-31 16,0-2-21-16,0 2-1 0,0-4-2 0,0-3-16 15,-10-1 4-15,10-1-6 0,-9 1-3 16,9 1 1-16,-10 1-9 0,10 2 1 0,-6 2 0 16,6 2-2-16,0 1-2 0,0 3 1 0,0 3 1 15,0 1-1-15,0 2 6 0,11 0-1 0,-2 3-5 16,3 0 6-16,0 0-4 0,2 0 12 0,0 0 0 15,2 14-3-15,0-3 3 0,0-1-6 0,0 1-2 16,0 2 7-16,-1-2 4 0,-1-2-6 0,-2 1 6 16,-1-3-9-16,-2-3 11 0,-3 0 13 0,-1-1 55 15,-2-3 66-15,-2 0 28 0,-1 0 5 0,0 0-48 16,0 0-72-16,0-14-38 0,0 0-6 0,-10-3-1 16,-1-2 4-16,3-4-8 0,-1 0 4 0,-1-4-5 15,0 3-5-15,0-1 2 0,1 1-7 0,1 1 3 16,1 2 6-16,-1 0-26 0,2 5-50 15,0-1-79-15,3 3-96 0,1 3-96 0,2 0-85 0,0 3-47 16,0 2-147-16,0 2 42 0,0 2 132 16</inkml:trace>
  <inkml:trace contextRef="#ctx0" brushRef="#br0" timeOffset="443.03">591 42 1773 0,'5'0'-3'0,"-1"0"4"15,1-14 8-15,-2 4 25 0,1 0 9 0,1 2 11 16,0-2-17-16,-1 1-18 0,2 1-18 0,3-2-8 16,-1 2 2-16,-2 3-2 0,2 1 9 0,1 4-7 15,0 0-2-15,0 0 1 0,-2 0 3 16,3 0 1-16,-3 0 11 0,1 15-4 0,-1 2-2 16,-1 1 1-16,-1 1 0 0,-2 5 2 0,0 0 3 15,-3 2-5-15,0 1-1 0,0 0-1 0,0-3-3 16,0-2 3-16,0-2 0 0,-11-2 1 0,11-3-2 15,-10-3 4-15,10-3 2 0,-8-1-2 0,8-2 11 16,0-1 24-16,-6-5 7 0,6 0 17 0,0 0-11 16,0 0-30-16,0 0-14 0,0-16-15 15,0-2-2-15,0-3 5 0,0-2 6 0,0-3 0 16,0-7 9-16,11 1 5 0,-4-3-2 0,-7-1 9 16,8 1 1-16,-2 2 1 0,-6 3 8 0,6 2 1 15,-6 2-3-15,0 3 1 0,3 4-4 0,-3 1 18 16,0 4 17-16,0 3 5 0,0 3-8 0,0 0-31 15,0 7-20-15,0 1-22 0,0 0-3 0,0 0 5 16,0 0-5-16,0 14 11 0,0 0 1 0,-6 2-3 16,6 2 4-16,0 3-5 0,0 3 3 0,0-3 6 15,0 4 2-15,0 0 1 0,0-1-28 0,11 0-48 16,-2-1-50-16,3-3-39 0,-1-1-14 0,2-2 4 16,2-3 6-16,2-5-59 0,0-4-179 0,3-5-41 15,-1 0 39-15</inkml:trace>
  <inkml:trace contextRef="#ctx0" brushRef="#br0" timeOffset="636.76">1086-60 2108 0,'-9'9'28'0,"-3"2"16"0,4-5 18 16,2-2 5-16,6-4-29 0,-6 5-15 0,6-5-25 15,0 0-1-15,0 0-1 0,0 0 4 0,0 0 6 16,14-12 1-16,1-1 0 0,2-2-6 0,4-4 0 15,2-1-4-15,4-3-33 0,4-1-15 0,-1 1-22 16,-1 0-38-16,0 2-20 0,-2 0-56 0,-3 5-118 16,-2 1-156-16,-4 5 31 0,-8-1 73 15</inkml:trace>
  <inkml:trace contextRef="#ctx0" brushRef="#br0" timeOffset="837.11">1114-187 2144 0,'-5'0'18'0,"2"0"2"0,0 0 5 16,1 0-5-16,2 0-22 0,0 0-7 0,0 0-17 16,0 8 5-16,0-8 6 0,0 11 0 0,0-3 18 15,10 2 6-15,-1 1-7 0,0 1 10 0,0 3-4 16,2 2-2-16,1 1 3 0,1 0 0 0,3 2 5 16,-3 2-6-16,4 1 8 0,0 0-14 15,-1 0-53-15,1 1-58 0,0-3-81 0,-4 1-129 16,1-4-167-16,0-1 38 0,-1-5 72 0</inkml:trace>
  <inkml:trace contextRef="#ctx0" brushRef="#br0" timeOffset="1305.31">1425-611 2603 0,'0'-14'27'0,"-6"3"26"0,6 0 28 0,-5 3 22 16,1 5-10-16,4 2-20 0,0-3-36 0,0 3-31 16,0 1-27-16,0 0-8 0,0 0 7 0,0 0 7 15,0 0 6-15,0 11 0 0,0-1 3 0,12 0-3 16,-1 3 10-16,2-1 3 0,2 3-4 0,4 2 11 16,-1 2-6-16,2 2-4 0,-1 3 1 0,1 2-5 15,-3-1-1-15,-1 1 6 0,-2-1-2 0,0-4-1 16,-4-1 4-16,1-4-3 0,-5-4 12 0,2 1-6 15,-4-6 6-15,-2-3 1 0,1 0-1 0,-2-2 19 16,1 0 17-16,-2-2 16 0,0 0 3 0,0 0-7 16,0 0-28-16,0 0-11 0,0-12-12 15,0-1-11-15,0-3 4 0,0-1-7 0,12-2 2 16,-3-1 1-16,2-1-4 0,1-4 12 0,-1 3-5 16,-1-1-5-16,2 4 8 0,2 2-23 0,-2 1 5 15,-1 3 4-15,1 1-9 0,-3 3 5 0,0 2 4 16,-1 3 5-16,-2 0 4 0,0 4 1 0,-2 0 5 15,1 0-13-15,0 0 7 0,-4 0 4 0,2 0 0 16,-1 11 15-16,1 0-7 0,-3-1 8 0,0 3-13 16,0 6 4-16,0 3 5 0,-12 2-9 15,-2 7 7-15,-1 2-5 0,-2 4-50 0,-3 2-71 0,-3 1-78 16,-1-2-83-16,0-1-41 0,0-2-51 16,-2-5-221-16,1-2 18 0,1-7 84 0</inkml:trace>
  <inkml:trace contextRef="#ctx0" brushRef="#br0" timeOffset="2058.19">2051-907 1894 0,'-9'0'31'0,"9"6"17"0,0-6 13 16,0 5 4-16,0-5-18 0,0 0 4 0,0 4-4 15,-8-4 4-15,8 0-8 0,0 4-13 0,0-2-15 16,0-2-7-16,0 0-4 0,0 0-10 0,0 0 9 15,0 0-3-15,0 0 3 0,0 0 3 0,12-10-3 16,2-1 3-16,-2-2-6 0,3 0 0 16,0-2 5-16,2-2-3 0,3 1 3 0,-2-1 2 15,0 1-3-15,0 0-21 0,-2 3-34 0,0 2-48 16,-2-2-56-16,-3 4-29 0,-4 3-6 0,-1 1-68 16,0 5-146-16,-3 0-2 0,-3 0 41 0</inkml:trace>
  <inkml:trace contextRef="#ctx0" brushRef="#br0" timeOffset="2209.69">2180-775 1653 0,'0'12'5'15,"-3"-1"3"-15,1-4-4 0,2 1 7 0,0-1 10 16,0-3 7-16,0-1 30 0,0-1 7 0,0-2-10 16,11 0-5-16,-1 0-21 0,1 0-17 0,3-16-6 15,1 2 2-15,5-1-46 0,1-2-104 0,2-1-233 16,3-3-131-16,-1-1 39 0</inkml:trace>
  <inkml:trace contextRef="#ctx0" brushRef="#br0" timeOffset="2681.04">2875-1113 1981 0,'-10'3'23'0,"1"-1"23"0,-1-2 39 0,3 2 48 15,1-2 19-15,0 0 9 0,0 1-5 0,1-1-36 16,2 0-36-16,0 0-31 0,0 0-36 0,0 0-23 15,1 0-4-15,2 1-5 0,0-1 4 0,0 0 1 16,0 0 3-16,0 0 2 0,13 0 0 0,0 0 13 16,2-13-2-16,4 0 7 0,2-2 1 0,3 0-8 15,4-3-15-15,0-1-50 0,3-2-53 16,-1-1-49-16,0 0-56 0,1 3-34 0,-1-3-46 16,-2 0-209-16,-3 3-12 0,-2-1 79 0</inkml:trace>
  <inkml:trace contextRef="#ctx0" brushRef="#br0" timeOffset="2876.8">3297-1763 2583 0,'0'-5'25'0,"-7"-1"24"16,7 2-4-16,-12 0 4 0,12 4-37 0,-8 0-30 16,8 0 5-16,0 0-7 0,0 0 10 0,0 13 8 15,0-1-2-15,0 1 2 0,0-2 5 16,14 5-2-16,1 1 4 0,2 2 7 0,-1 5-3 15,6-1 9-15,-1 4-9 0,3 0-62 0,-1 4-73 16,1-2-87-16,2 4-138 0,0-1-262 0,0 1 53 16,-3 2 79-16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1:01.12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4412 1233 2536 0,'-7'-37'20'0,"7"0"28"0,0 0 39 0,0 2 44 15,0 5 29-15,0 2 16 0,18 6-1 16,6 6-23-16,6 2-22 0,7 5-13 0,8 9-22 0,10 0-19 16,7 20-26-16,7 6-31 0,4 10 37 15,7 11 68-15,2 10 0 0,6 11 37 0,-3 11-1 0,-1 8-57 16,-5 7 33-16,-9 11-9 0,-8 5-63 16,-12 6-20-16,-14 3-22 0,-13 4-24 0,-23-1 6 15,0 0 10-15,-24-1-70 0,-11-6-113 0,-11-9-68 16,-5-2-68-16,-8-7-86 0,-7-4-104 0,-2-7-203 15,-5-9-276-15,0-4 145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3:08.16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400 207 1575 0,'-14'-6'24'0,"4"1"43"0,-3-1 25 0,7 2 29 15,-1-3 0-15,1 5-24 0,-2-2-4 0,2 2-16 16,6 1-19-16,-6 1-16 0,3 0-21 0,3-2-10 16,-3 2-9-16,3 0-4 0,-2 0 0 0,-1 0-6 15,3 0 2-15,0 0 6 0,0 0-3 0,0 0 19 16,0 0 20-16,0 0 26 0,0 0 32 0,0 0 10 16,0 0 11-16,0 0-8 0,0 0-15 0,0 0-25 15,0 0-31-15,0 0-27 0,0 0-4 16,0-9-8-16,0 1 4 0,0-1 3 0,0 1-11 15,0 2 10-15,0 1-1 0,0 1-6 0,0-2 0 16,0 3-6-16,0 0-1 0,0 3-1 0,-6 0 5 16,6 0-2-16,-6 0-8 0,-5 0 14 0,8 12-7 15,-4-3 8-15,1 3 6 0,-3-1-4 0,1 4 6 16,2-3-7-16,0 2 0 0,1-1 3 0,-1 1-4 16,3-2 4-16,3-1 1 0,0-1-7 0,0-2 6 15,0 2 5-15,0-3-5 0,0-3 7 0,0 0-6 16,11-2-3-16,1-2 6 0,-1 0-4 0,1 0 7 15,-2 0-3-15,4-12-3 0,-2 3-3 0,2-4-1 16,0 0 2-16,-2 2-1 0,-2-5 6 16,3 2-5-16,-3-1 2 0,1-1 3 0,-5-1-5 15,-3 0 3-15,0 2-2 0,2-2-1 0,-5 1 11 16,0 3-3-16,0 3 4 0,0 1 4 0,0 0-17 16,0 3 1-16,-14 2-5 0,6 1-10 0,-4 3 7 15,1 0 4-15,2 0 0 0,-4 0-2 0,-1 16 6 16,2-4-10-16,-2 1 0 0,1-1 8 0,0 2-10 15,3 0 4-15,1 0 6 0,1-3-3 0,2 2-1 16,3 0 12-16,0-2-3 0,3 1-7 0,0-3 9 16,0 2-7-16,0-3-2 0,0 2 13 0,9-2-3 15,-9-1-3-15,14-1 5 0,-2-4-5 16,-2 3 1-16,4-3 3 0,-2-2-1 0,2 0-4 16,3 0 0-16,-1 0-1 0,4-13-2 0,0 2 5 15,-3-1 4-15,2-2-4 0,-2-3-1 0,1 1 1 16,-4-2-8-16,-3-3 1 0,-2 1 7 0,-2 1-4 15,-4 1 0-15,-3 0 7 0,0 1-8 0,0 4 9 16,-16 2 6-16,2 1-4 0,-9 3 3 0,3 7-6 16,-5 0-4-16,-6 0 4 0,1 13-2 0,-5 2-2 15,1 3-1-15,-2 5 2 0,3 4-2 0,-4 4 3 16,2 2 3-16,5 2-2 0,-1 1-3 16,3 3 0-16,8-1-5 0,3 2-3 0,7-1 8 0,0 1-5 15,10-2 8-15,0-2-7 0,0 1-1 16,20 0 6-16,-3-4-3 0,6-1 1 0,-1-2 0 15,4-5 3-15,2 1-1 0,2-6-1 0,5-1-31 16,4-5-59-16,-2-2-59 0,7-5-68 0,4-2-69 16,0-5-68-16,0 0-249 0,2 0-23 0,0-14 96 15</inkml:trace>
  <inkml:trace contextRef="#ctx0" brushRef="#br0" timeOffset="204.79">966 455 2703 0,'-9'0'8'0,"2"0"10"15,7 0 13-15,-10 0 9 0,10 0 7 0,-6 0 4 16,6 0-10-16,0 0 7 0,0 0-2 0,0 0-11 16,17 0-4-16,0-6-17 0,3-2-10 0,5 0-5 15,4 0 4-15,5 0 0 0,2-1-60 0,4 0-85 16,2-3-105-16,2 3-112 0,2-2-148 0,-2-2-129 15,-3 2 101-15</inkml:trace>
  <inkml:trace contextRef="#ctx0" brushRef="#br0" timeOffset="385.14">1165 662 2308 0,'-23'23'10'0,"2"-4"4"0,1-5 0 0,2-3 7 16,8-2 12-16,4-1 27 0,1-7 24 0,5 1 11 15,0-2-16-15,11 0-31 0,5 0-24 0,7 0-20 16,7-11-5-16,10-1-33 0,6-2-57 0,4 0-61 16,3-3-43-16,6 1-30 0,3-3-47 0,1 0-105 15,-1-1-83-15,-1-1 19 0,-2-1 105 0</inkml:trace>
  <inkml:trace contextRef="#ctx0" brushRef="#br0" timeOffset="688.8">2096 335 2225 0,'15'-17'38'0,"-4"2"44"16,-11 1 46-16,0 2 32 0,0 1 0 0,0 0-2 15,0 2-10-15,-17 0-2 0,4 1-17 0,-3-1-32 16,3 4-26-16,-1 2-14 0,-1 1-17 0,0 2-8 16,-3 0-13-16,1 0-21 0,-3 0 2 0,0 14-3 15,4-1 9-15,-4 3-3 0,0 3 3 0,3 3 0 16,5 2-11-16,-1 3 7 0,5 1-5 0,2 3-5 16,6-2 10-16,0 2-4 0,0-2 1 0,0 2 0 15,17-3 1-15,-2-1 2 0,2 0 4 0,1-4-3 16,2-4 9-16,2-2 0 0,1-6-7 0,4-2 11 15,1-9-13-15,1 0 0 0,-1 0 7 16,3-12 14-16,-2-3 12 0,1-3 4 0,-4-6 17 16,3-4-1-16,-3-1 0 0,-5-5-13 0,-3-3-13 15,-6-1-19-15,-4-5-17 0,-8 1 12 0,0-1-10 16,-15 1 5-16,-2 2-1 0,-9 3-23 0,-3 5-10 16,-4 6-41-16,-4 4-34 0,-1 6-59 0,2 5-84 15,-2 5-73-15,8 6-81 0,-2 0-94 0,4 0-244 16,4 15 109-16</inkml:trace>
  <inkml:trace contextRef="#ctx0" brushRef="#br0" timeOffset="1304.84">5577-147 1589 0,'0'12'2'0,"0"-12"3"0,-11 11-4 16,11-2 9-16,-13-1 12 0,1-2 6 0,4 2 16 15,0-4-11-15,1 3-12 0,7-4-14 0,-8 2-7 16,8-1 9-16,-4-3 20 0,4-1 22 16,0 0 27-16,0 0 20 0,0 0-5 0,0 0-12 15,0 0-26-15,0-11-19 0,0 2 10 0,10-3 26 16,-2-2 25-16,0 0 28 0,-1-1 12 0,-1-2 0 16,-6 3-6-16,5-3-23 0,-5 0-17 0,0 3-25 15,0 1-28-15,0 3-20 0,0-1-30 0,-14 4-12 16,-3 3 1-16,1 4 2 0,-6 0 11 0,1 0 2 15,-5 15-3-15,1 2 3 0,-3 4-3 0,-1 3 6 16,0 4 7-16,2 1-3 0,1 3-1 16,2 3-3-16,4 2 3 0,1 0 8 0,3 1 0 0,6 0 7 15,2-2-2-15,8 1-5 0,0-3 1 16,0-3-20-16,17-2-1 0,3-2-27 0,2-6-51 16,6-4-46-16,2-3-65 0,7-4-62 0,2-6-61 15,5-4-212-15,3 0-61 0,0 0 88 0</inkml:trace>
  <inkml:trace contextRef="#ctx0" brushRef="#br0" timeOffset="1498.85">5724 147 1947 0,'0'7'9'0,"-4"-7"10"15,4 0 17-15,0 5 38 0,0-5 22 16,0 0 8-16,10 0-15 0,6 0-34 0,2 0-31 15,5-14-18-15,4 0-3 0,5 2-4 0,4 0 1 16,5 0 1-16,3 1-21 0,0 0-55 0,2-2-71 16,-2 2-103-16,-3 2-213 0,-1 0-78 0,-4-1 70 15</inkml:trace>
  <inkml:trace contextRef="#ctx0" brushRef="#br0" timeOffset="1643.21">5904 272 2094 0,'-17'17'-3'0,"5"-4"-6"0,4-4 0 16,2-3 13-16,3-1 33 0,3-3 32 0,0 0 7 16,0-2-8-16,14 0-29 0,2 0-29 0,4 0-49 15,4-11-84-15,8 1-128 0,3-1-295 0,3-5-5 16,5 1 79-16</inkml:trace>
  <inkml:trace contextRef="#ctx0" brushRef="#br0" timeOffset="2949.35">7090-396 2003 0,'0'-1'32'0,"1"1"13"0,2-3 26 16,-1 2 32-16,-1-1 7 0,1 2 25 0,-2-3 4 16,0 1-17-16,0-1-23 0,0 0-29 0,0 0-9 15,0 3 0-15,0-3 0 0,0 3 13 16,0-1 3-16,0 1-4 0,0 0-10 0,0 0-12 16,0 0-17-16,0 0-16 0,0 0-6 0,0 0-8 15,0 0-6-15,0 0 2 0,0 0-4 0,0 0-6 16,0 0-1-16,-9 0 1 0,9 0 0 0,0 0 8 15,-6 0 2-15,6 0-1 0,-8 0 5 0,0 10-8 16,-1 0 5-16,0 0-4 0,-1-2 5 0,-3 1 4 16,-2 2-2-16,0-1 3 0,0-1-3 0,-2 2-1 15,0-2-3-15,1-3 3 0,2 3-2 0,0-3 1 16,1-1 3-16,2 0 0 0,2-3 2 16,1 1 4-16,2-2-5 0,0 1 2 0,3-2-3 0,-1 0-3 15,1 0 3-15,3 0 1 0,0 0-5 16,-2 0 1-16,2 0 1 0,0-11-7 0,-1 11 5 15,1-8 1-15,0 8-8 0,0-6-5 0,0 6-1 16,0 0-5-16,0 0 1 0,0 0-2 0,0 0 4 16,0 0 1-16,0 0 2 0,0 0 12 0,0 0-6 15,0 13 0-15,0-1 3 0,0 0-5 0,0 1 4 16,10 3 1-16,-10 0 3 0,6 0 2 0,-6 5-1 16,0-1 0-16,0 1-1 0,0 2 0 0,0 2 10 15,0-2-4-15,0 3 0 0,-10 0 6 0,-2 1-13 16,-1 1 8-16,-2-1-1 0,-2 1-10 0,-1-3 9 15,-3 0 1-15,-2 0-4 0,-1-4 10 0,-2 1-6 16,-3-3-1-16,0-4-1 0,-2-2-9 16,-3 0 3-16,1-2-1 0,-4-3 10 0,2-1 0 15,0-2-1-15,2-5 4 0,1 0-13 0,2 0 11 16,4 0-3-16,3-17-3 0,5 2 1 0,4-2 1 16,4-1 2-16,0-2 12 0,6-1-2 0,1 1-5 15,3-4-4-15,0-3-9 0,0 0-2 0,0 2-1 16,17-1 4-16,-1 2-10 0,3-1 16 0,0 5 2 15,4 1-6-15,1 3 2 0,1 3-9 0,3 2-1 16,0 2-5-16,-1 4 3 0,4 5 1 0,-1 0 1 16,0 0 7-16,4 14-2 0,-4-1-2 0,2 2 1 15,-3 2-4-15,1 3 4 0,-1-1 4 16,-2 2 6-16,-1-1 0 0,-2 2 2 0,-2 0-3 16,1-2-7-16,-4 3 8 0,1-4-5 0,0 1-6 15,-4-5 4-15,3-1-4 0,-3-2 7 0,1-1 9 16,3-5 14-16,-2 2 20 0,3-8 8 0,1 0 16 15,2 0 19-15,-1 0 7 0,-1-14 17 0,0-3-13 16,1-1-5-16,-2-6-16 0,0-2-18 0,-1-4 37 16,-2-4-32-16,-3-3 12 0,-1-3-6 0,-5-1-31 15,-1 0 11-15,-8 1 6 0,0 3-14 0,0 0-6 16,-16 3-19-16,1 3-28 0,-5 1 4 0,-1 4-13 16,-2 3-8-16,-1 5-68 0,-3 2-64 15,1 3-63-15,-1 7-62 0,-2 6-76 0,0 0-101 16,2 0-125-16,-4 0-346 0,2 16 119 0,0-1 169 15</inkml:trace>
  <inkml:trace contextRef="#ctx0" brushRef="#br0" timeOffset="1962.16">6783-254 2516 0,'8'-10'37'0,"-4"0"46"15,2 1 45-15,-3 1 43 0,0 1-6 16,-3 2-35-16,0 1-42 0,0 2-49 0,0 1-42 16,0 1-17-16,0 0-3 0,0 0 5 0,0 0 12 15,0 0 4-15,0 12 4 0,0 1-3 0,0 1 2 16,0 2 2-16,0 2 1 0,-10 2-3 0,-1 2 1 15,-1 2 2-15,-2 0 0 0,0 2 7 0,-4-3 3 16,0 1 0-16,-2-3-3 0,-1-1-2 0,1-3-2 16,-1-1-5-16,3-3 5 0,1-3 2 0,0-3 3 15,4-2 1-15,1-3-3 0,1-2 0 0,5 0-10 16,-2 0 1-16,4 0-6 0,2-12-1 0,-1 0 1 16,2-1-2-16,1 0 0 0,0 0-11 15,0 0-3-15,0-1-16 0,0-2-23 0,12 3-22 16,-2-3-30-16,-2 6-30 0,-8-3-37 0,11 4-71 15,-2 0-150-15,-3-1-273 0,-2 3 66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0:58.51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1663 1833 2229 0,'-7'-3'29'0,"1"2"30"0,1-2 39 15,-3-1 28-15,2 4-14 0,-1-1-22 0,-1 0-39 16,1-1-30-16,0 2-13 0,1 0-6 0,0 0-4 15,2 0 0-15,-1 0 4 0,-1 0-2 16,3 0 6-16,-1 0 2 0,1 9-8 0,-1-9 4 16,1 0-2-16,2 8 0 0,-2-8 5 0,1 0-1 15,1 0 2-15,-1 0 2 0,1 0 3 0,1 0 2 16,0 0 0-16,0 0 0 0,0 0-4 0,0 0-5 16,0 0 1-16,13 0-1 0,1 0-1 0,0-9 1 15,3 9-4-15,-1-9-3 0,4 9 1 0,-2 0-4 16,3 0 2-16,-4 0-2 0,0 0 4 0,-2 10-2 15,-4 2 2-15,-2 1 11 0,-3 2 10 0,-6 5 10 16,0-1 8-16,0 3-4 0,0 1-1 0,-18 2-1 16,4-2-4-16,-3 0-5 0,2-1-9 15,0 0-6-15,1-2-7 0,2-3-1 0,3 0-5 16,0-6 7-16,3 1 3 0,6-3-1 0,0-4 3 16,0-1 7-16,0-4 1 0,0 0 13 0,0 0 0 15,13 0-15-15,3-13-4 0,0-1-1 0,4 1-10 16,4-2-24-16,-1-1-47 0,3 1-69 0,0-1-53 15,-2-1-49-15,2 3-25 0,-5-3-46 0,-1 1-216 16,-2 1-46-16,-4-5 71 0</inkml:trace>
  <inkml:trace contextRef="#ctx0" brushRef="#br0" timeOffset="179.65">1853 1762 2148 0,'0'-6'33'0,"0"3"33"0,0-6 43 0,9 5 38 16,0-1-7-16,0 0-12 0,1 3-24 0,2-1-26 15,1 3-11-15,3 0 4 0,-1 0 0 0,1 11 3 16,1 1-12-16,1 4-16 0,-1 1-22 0,-2 3-11 16,0 5-4-16,-2 1-11 0,-3 4 13 0,-4 5-33 15,-6 2-65-15,0 2-67 0,0 2-88 0,-21 2-62 16,-3 0-65-16,-1 0-234 0,0 0-10 0,-4-1 91 16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2:27.61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34 1516 1929 0,'-6'4'13'0,"-3"0"8"16,3-1 12-16,1-1 14 0,5 1 6 0,-4-3 25 15,2 1 14-15,2-1 14 0,-3 0 1 0,3 0-19 16,0 0-16-16,0 4-12 0,0-4-17 0,0 0-3 16,0 0-5-16,0 0-5 0,0 0 8 15,0 0 6-15,0 0 5 0,0 0 0 0,0 0 10 16,0 0-2-16,0 0 4 0,0 0 5 15,0 0-7-15,0 0 4 0,0 0-7 0,0 0-11 0,0 0-21 16,0 0-17-16,9-17 1 0,5 1 4 0,0-3 14 16,2-3 1-16,7-6-15 0,6-8-6 0,0-3-8 15,7-7 6-15,7-4 3 0,5-4-8 0,7-6-1 16,6-4-6-16,1-4-3 0,7-1 7 0,-1-3 1 16,3 1-2-16,1 0 17 0,-3 0-5 0,-3 2-12 15,-5 3 8-15,-4 4-9 0,-2 3-9 0,-3 4 12 16,-8 3-5-16,-5 6 17 0,-2 1 14 0,-6 5 9 15,-5 6 6-15,-3 2-12 0,-3 5 9 0,-5 5-4 16,0 5-8-16,-7 3-2 0,-2 2-12 16,-3 4-9-16,0 5-1 0,-2 0-5 0,-1 1 8 15,0 2 0-15,0 0-7 0,0 0 3 0,0 0-16 16,0 0-15-16,0 0-26 0,0 0-30 0,0 0-40 16,0 0-30-16,0 0-21 0,0 0-30 0,0 0-9 15,0 0 24-15,0 8 12 0,0-1 8 0,0-1-38 16,0 1-84-16,-13 3-202 0,2 0 24 0,-6 3 95 15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3:17.81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-1 1868 1020 0,'0'0'42'0,"0"0"26"0,0 0 20 16,0 0 8-16,0 0-31 0,0 0-20 0,0 0-1 15,0 0 9-15,0 0 9 0,0 0 4 0,0 0-6 16,0 0-3-16,0 0-5 0,0 0-4 0,0 0 0 16,0 0-5-16,0 0-8 0,0 0 5 15,0-11-9-15,0 11 2 0,0 0-9 0,0-9-9 16,0 9-3-16,0-14-10 0,0 3-2 0,17-6 10 15,6-2-2-15,4-9 9 0,11-2 8 0,9-12-6 16,15-5-1-16,11-8-11 0,12-4-1 0,8-6-7 16,10-5 1-16,3-3-2 0,5-4-3 0,2-1-1 15,-1-2-2-15,-3-2 10 0,1-2-8 0,-2-1 12 16,-2 2 4-16,-1-2-12 0,-2 3 3 0,-1 2-6 16,-7 5 1-16,-5 7 8 0,-5 3 7 0,-15 10 12 15,-5 4 12-15,-15 8 18 0,-10 9 8 0,-7 5-3 16,-10 6-8-16,-3 5-21 0,-11 8-14 0,-2-1-7 15,-7 4-7-15,0 1-6 0,0 4 3 0,0 0-4 16,0-1-3-16,0 3 5 0,-13-1-6 16,4 0 1-16,-2 1 5 0,-3 0-8 0,2 0-16 15,-2 0-30-15,-2 0-42 0,-4 0-41 0,0 11-37 16,-2 1-64-16,2-1-111 0,-3 1-131 0,3 1 57 16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3:18.55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364 57 1142 0,'0'-7'15'0,"-12"0"28"0,1 1 20 16,2-2 12-16,-2 3-15 0,2 2-19 0,-4 0-10 15,-1 1-5-15,0 1 4 0,-1 1-6 0,1 0-10 16,-2 0-1-16,2 0 2 0,0 0-1 0,2 0 1 15,2 0-5-15,0 14-11 0,4-6-1 0,2-1-6 16,1 1-1-16,-3 1 12 0,3 1-7 0,-2 4 23 16,-1-1 39-16,-3 6-10 0,1 0 7 15,-1 3-18-15,-1 1-40 0,0 1 7 0,0 3 1 16,1-1-1-16,-2-1 5 0,2 2-5 0,1 1 2 16,-1 0 2-16,2 3-7 0,-2-1-2 0,6-1-1 15,-5-1-2-15,5-2 2 0,3-1 7 0,0-2-6 16,0-1 5-16,0-3-1 0,14-2-1 0,-1-1-2 15,-1 1-2-15,5-2 0 0,0-2 2 16,-1 0 5-16,-2-4-4 0,1-1 6 0,2 0-2 0,-3-2 3 16,-1-2 39-16,3-3 18 0,-3-1 10 0,7 0-6 15,0 0-31-15,4-16-19 0,2-2-9 16,0 0 13-16,4-3-3 0,2-3-5 0,1-2-3 16,4-3-14-16,-1-1-3 0,1-4 22 0,-1 3 22 15,-2-3 2-15,-3 5 2 0,-3-5 0 0,-5 3 20 16,-10 0 5-16,-1 3 1 0,-7-1-31 0,-5 1-30 15,0 1-6-15,0-1-3 0,-17 0 7 0,1 2 0 16,-1 2-6-16,-3 3 1 0,0 1-8 0,-2 3-19 16,-1 2-32-16,-2 3-42 0,-3 4-37 0,-3 3-47 15,-2 2-50-15,-2 2-96 0,-3 1-203 16,-5 0 59-16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3:19.22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18 1 1546 0,'6'0'3'0,"-3"0"3"15,-3 0-5-15,0 0 7 0,0 0 3 0,0 0 8 16,0 0 13-16,0 0-1 0,0 0-7 0,0 0-7 16,0 0-6-16,0 0-9 0,-10 0-2 0,10 0-2 15,-8 0-4-15,8 11 1 0,-4-11 5 0,4 0-3 16,-5 7 2-16,5-7-7 0,0 7-5 0,0-3-9 16,0 0-6-16,0 0-10 0,0-1-29 0,0 1-50 15,0-1-146-15,0 0-102 0,0 0 21 0,0 1 60 16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2:25.793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433 207 1833 0,'-5'0'9'0,"-4"0"24"0,2 0 13 0,-1 0 18 16,2 0 12-16,-2 0-7 0,-1 0 0 0,0 0 5 15,1 0-4-15,-1 0 11 0,0 0 13 0,0 0-8 16,3 0-5-16,-2 0-25 0,2 0-21 16,0 0-16-16,3 0-11 0,0 0-3 15,2 0-4-15,-2 0-1 0,3 0 4 0,0 0 1 0,0 0 0 0,0 0-2 16,0 0-6-16,0 0-1 0,0 0-6 0,0 0 5 15,0 0-2-15,0 0 2 0,0 0 0 0,0 0-2 16,0 0 2-16,0 0 1 0,0 0 6 16,0 0-2-16,0 0 2 0,9 0 3 0,0 0-3 15,0 0 3-15,2 0-2 0,1 0-3 0,5 0 5 16,1 0-3-16,5 0 3 0,2 0-5 0,6 0-5 16,1 0 3-16,4-14-1 0,4 3 8 0,2 2-8 15,4-2 8-15,2 3-10 0,1-1-3 0,-1 0 10 16,1 2-3-16,0 1 6 0,-2 0-2 0,-2 1-3 15,-1 1 0-15,-1 2-2 0,-5 1 2 0,-2 0 2 16,-2-2-4-16,-2 2 4 0,-5 1 1 16,-3 0-3-16,-3 0 0 0,-2 0 0 0,-6 0 5 15,-2 0 5-15,-3 0 32 0,-4 0 26 0,-1 0 30 16,-3 0 24-16,0 0-22 0,0 0-22 0,0 0-32 16,0 0-38-16,-12 0-7 0,0 0-3 0,0 0 2 15,-3 0 2-15,-4 0-5 0,-3 0-7 0,-3 0 6 16,-4 0 4-16,-3 0-1 0,1 0 11 0,-4 0-13 15,-3 0-4-15,-2 0 1 0,-4 0 0 0,2 0 2 16,-4 0 8-16,-3 10 1 0,-2-2-1 0,-1 2-11 16,1-2 6-16,-1 1 4 0,-1 0-4 0,3-1 18 15,1 1-21-15,3-3 6 0,2 3-2 16,3-3-4-16,3 1 18 0,2-1 0 0,4-1 1 0,2-1 6 16,1 1 6-16,2-4 8 0,1 4 5 15,1-1 0-15,4-2 4 0,0 2-8 0,3-1-1 16,1-1-13-16,3-2-8 0,5 1-10 0,2 2-8 15,2-2 2-15,1-1-7 0,2 0-1 0,2 0-5 16,0 0 17-16,0 0-9 0,0 0-3 0,0 0 14 16,14 0-13-16,2 0 11 0,4 0 5 0,3 0-5 15,6 0 4-15,7-15-2 0,8 4-9 0,5 0 3 16,4-3-3-16,8 2-1 0,1-1 12 0,5-2-1 16,0-1 6-16,1-1 3 0,-1 1-5 0,0 0-8 15,-4 0-4-15,-2 3-11 0,-3-1 8 0,-6 3 2 16,-5 2 4-16,-5 1 0 0,-5 1-5 0,-7 3 1 15,-6-1-3-15,-6 2 5 0,-4 3 18 0,-5 0-4 16,-4 0 3-16,-5 0 5 0,0 0-16 16,0 0 3-16,0 0-5 0,0 0-5 0,-18 0-3 15,-1 0 7-15,-2 0-5 0,-5 9 3 0,-9 1-3 16,-3 1-5-16,-9 1 13 0,-1 1 1 0,-4 2 6 16,2-2-8-16,0 0-7 0,3 0 3 0,4 0-6 15,2-2 1-15,6-3 8 0,5 1-5 0,3-4 3 16,2 1 11-16,4-1 5 0,4-4-7 0,4 3 13 15,2-3-12-15,2 1-10 0,3-2 3 0,1 0-11 16,2 0 10-16,0 0 0 0,3 0-3 0,0 0 2 16,0 0-11-16,0 0 5 0,0 0 4 0,0 0-2 15,0 0 6-15,0 0-15 0,0 0 10 16,0 0-7-16,0 0 5 0,8 0 8 0,-8 0-4 16,4 0 8-16,-4 0 5 0,0 0-7 0,5 0-10 15,-5 0 6-15,0 0-9 0,4 0 1 0,-4 0 11 16,0 0-10-16,3 0 0 0,-3 0 15 0,0 0-9 15,0 0 1-15,0 0 0 0,0 0-10 0,2 0 11 16,-2 0-5-16,0 0-2 0,0 0 8 0,2 0-4 16,-1 0 2-16,-1 0 8 0,2 0-22 0,-2 0 14 15,0 0-1-15,0 0-4 0,0 0 8 16,0 0-17-16,0 0 18 0,0 0-8 0,0 0 15 0,0 0-7 16,0 0-14-16,0 0 4 0,0 0-9 15,0 0 16-15,0 0-3 0,0 0 8 0,0 0-4 16,0 0-1-16,0 0 4 0,0 0-7 0,0 0 7 15,0 0-7 1,0 0-6-16,0 0 2 0,0 0 1 0,0 0 1 0,0 0 5 0,0 0-4 16,0 0-9-16,0 0 2 0,0 0 7 0,0 0 5 0,0 0-1 15,0 0 7-15,0 0-6 0,0 0-1 0,0 0 1 16,0 0 3-16,0 0-7 0,0 0-3 0,0 0 3 16,0 0-6-16,0 0 7 0,0 0 4 0,0 0 0 15,0 0-8-15,0 0-1 0,0 0-6 0,0 0 15 16,0 0-4-16,0 0 3 0,0 0 5 0,0 0-13 15,0 0 11-15,0 0-6 0,0 0-4 16,0 0 8-16,0 0 3 0,0 0 11 0,0 0 1 16,0 0-7-16,0 0-2 0,0 0-13 0,0 0 1 15,0 0 4-15,0 0-1 0,0 0 4 0,0 0 4 16,0 0-8-16,0 0 2 0,0 0-6 0,0 0 9 16,0 0 5-16,0 0-13 0,0 0 13 0,0 0-20 15,0 0-7-15,0 0 18 0,0 0-15 0,0 0 7 16,0 0 18-16,-8 0-21 0,8 0 21 0,0 0-2 15,0 0-15-15,0 0 4 0,0 0-6 0,0 0-4 16,0 0 4-16,0 0 12 0,0 0-5 0,0 0 7 16,0 0 5-16,0 0-9 0,0 0-6 15,0 0-1-15,0 0 1 0,0 0-1 0,0 0 2 16,0 0 6-16,0 0-13 0,0 0 11 0,0 0 3 16,0 0-3-16,0 0 5 0,0 0-16 0,0 0 14 15,0 0-2-15,0 0-1 0,0 0 17 0,-11 0-12 16,11 0 12-16,0 0 0 0,0 0-5 0,-6 0-1 15,6 0-18-15,-6 0 12 0,6 0-5 0,0 0 0 16,0 0 2-16,-3 0-12 0,3 0 7 0,-4 0 2 16,4 0 2-16,-3 0 1 0,1 0-8 0,1 0-11 15,-1 0 10-15,0 0 1 0,-1 0 9 16,2 0 0-16,-2 0-3 0,1 0 4 0,-1 0-13 0,2 0 10 16,-2 0-5-16,-2 0-4 0,4 0 5 15,-2 0 3-15,1 0-4 0,-1 0 1 0,2 0 4 16,1 0-4-16,-3 0-8 0,3 0 3 0,-2 0 1 15,1 0 1-15,-1 0 14 0,0 0-10 0,2 0-4 16,-1 0 3-16,-1 0 2 0,1 0-4 0,1 0 8 16,0 0-7-16,-2 0-1 0,1 0-3 0,1 0 5 15,-2 0 1-15,2 0-14 0,-1 0 22 0,-1 0-13 16,1 0 7-16,1 0 10 0,0 0-11 0,0 0 3 16,0 0-9-16,-2 0-4 0,2 0 8 0,-1 0-4 15,1 0 6-15,-2 0 2 0,2 0-6 0,0 0 7 16,-1 0-4-16,1 0 6 0,-2 0-5 0,2 0-7 15,0 0 7-15,0 0-9 0,0 0 8 0,0 0-4 16,0 0 1-16,-1-11-8 0,1 11 9 16,0 0 2-16,-2 0-8 0,2 0 27 0,0 0-20 15,0 0-8-15,-1 0 11 0,1 0-8 0,-2 0-1 16,2 0 10-16,0 0-12 0,0 0 0 0,0 0 9 16,0 0 2-1,0 0 8-15,-1 0-16 0,1 0 6 0,0 0-5 0,-2 0 5 0,2 0 15 0,0 0-17 16,0 0 6-16,-1 0-16 0,1 0 3 0,0 0 13 15,0 0-8-15,0 0 10 0,0 0-6 0,0 0-12 16,0 0 14-16,0 0-3 0,0 0-10 16,0 0 8-16,0 0 2 0,0 0-4 0,0 0 16 15,0 0-7-15,0 0 2 16,0 0-9-16,0 0-9 0,0 0 15 0,0 0-15 0,0 0 16 0,0 0 2 16,0 0-5-16,0 0-2 0,0 0-2 0,0 0-1 15,0 0-8-15,0 0 14 0,0 0 1 0,0 0-9 16,0 0 6-16,0 0 0 0,0 0 3 0,0 0 6 15,0 0 1-15,0 0-14 0,0 0-5 16,0 0 8-16,0 0 1 0,0 0 5 0,0 0-1 0,0 0-12 16,0 0 7-16,0 0 1 0,0 0-1 0,0 0 12 15,0 0-11-15,0 0 5 0,0 0-13 0,0 0 7 16,0 0-4-16,0 0-10 0,0 0 14 0,0 0-2 16,0 0 4-16,0 0 2 0,0 0 15 15,-8 0-12-15,8 0-2 0,0 0 10 0,0 0-15 16,0 0 5-16,0 0-8 0,0 0 4 0,0 0 6 15,0 0-13-15,0 0 13 0,0 0-7 0,0 0-10 16,0 0 17-16,0 0-7 0,0 0-6 0,0 0 11 16,0 0-16-16,0 0 12 0,0 0 2 0,0 0-7 15,0 0 3-15,0 0 0 0,0 0-3 0,0 0 4 16,0 0 12-16,0 0-7 0,0 0-4 0,0 0 7 16,0 0-9-16,0 0 0 0,0 0 2 0,0 0 0 15,0 0-3-15,0 0-5 0,0 0 4 0,0 0-4 16,0 0 13-16,0 0-5 0,0 0 1 0,0 0-6 15,0 0-3-15,0 0 10 0,0 0-6 0,0 0 11 16,0 0 1-16,0 0-10 0,0 0 7 16,0 0-8-16,0 0 0 0,0 0-5 0,0 0 8 15,0 0-8-15,0 0-5 0,0 0 20 0,0 0-6 16,0 0-1-16,0 0 7 0,0 0-17 0,0 0 0 16,0 0 11-16,0 0-3 0,0 0 6 0,0 0-5 15,0 0 3-15,0 0-1 0,0 0 5 0,0 0 0 16,0 0-9-16,0 0-8 0,0 0 10 0,0 0-7 15,0 0 7-15,0 0 3 0,0 0-12 0,0 0 8 16,0 0-3-16,0 0 11 0,0 0 1 0,0 0-10 16,0 0 14-16,0 0-16 0,0 0-2 0,0 0 11 15,0 0-13-15,0 0 15 0,0 0-6 0,0 0-3 16,0 0 4-16,0 0-13 0,0 0 7 16,0 0 0-16,0 0-2 0,0 0 10 0,0 0-1 15,0 0 8-15,0 0-6 0,0 0-1 0,0 0 2 16,0 0-10-16,0 0 0 0,0 0 5 0,0 0-5 15,0 0 7-15,0 0-8 0,0 0 3 0,0 0-3 16,0 0 6-16,0 0 8 0,0 0-17 0,0 0 17 16,0 0-12-16,0 0-2 0,0 0 13 0,0 0-13 15,0 0 3-15,0 0 2 0,0 0-10 0,0 0 10 16,0 0 4-16,0 0 4 0,0 0-5 0,0 0 4 16,0 0-2-16,0 0-7 0,0 0 6 15,0 0-7-15,0 0-1 0,0 0 5 0,0 0 3 16,0 0-2-16,0 0-6 0,0 0 4 0,0 0-13 15,0 0 12-15,0 0 1 0,0 0 0 0,0 0 9 16,0 0-3-16,0 0 0 0,0 0-14 0,0 0 4 16,0 0-7-16,0 0 2 0,0 0 13 0,0 0-4 15,0 0 0-15,0 0 4 0,0 0-6 0,0 0 6 16,0 0-7-16,0 0 7 0,0 0-2 0,0 0-4 16,0 0 8-16,0 0-10 0,0 0 6 0,0 0-2 15,0 0-2-15,0 0 2 16,0 0-1-16,0 0-6 0,0 0 17 15,0 0-18-15,0 0 4 0,0 0 19 0,0 0-22 0,0 0 23 0,0 0-14 16,0 0-2-16,0 0 0 0,0 0-5 0,0 0 8 16,0 0-2-16,0 0 2 0,0 0-9 0,0 0 13 15,0 0-15-15,0 0 3 0,0 0 11 0,0 0-18 16,0 0 9-16,0 0 5 0,0 0-4 0,0 0 6 16,0 0 2-16,0 0-6 0,0 0-1 0,0 0-6 15,0 0 2-15,0 0-2 0,0 0 1 0,0 0 7 16,0 0 8-16,0 0-8 0,0 0 2 0,0 0 5 15,0 0-13-15,0 0 10 0,0 0-5 0,0 0-2 16,0 0-5-16,0 0 10 0,0 0-6 0,0 0 5 16,0 0-4-16,0 0-8 0,0 0 17 0,0 0-11 15,0 0 15-15,0 0 4 0,0 0-17 16,0 0 3-16,0 0-8 0,0 0 6 0,0 0-7 16,0 0 16-16,0 0-4 0,0 0-1 0,0 0 11 15,0 0-17-15,0 0-1 0,0 0-8 0,0 0 4 16,0 0 1-16,0 0 14 0,0 0-5 0,0 0 6 15,0 0-2-15,0 0-10 0,0 0 5 0,0 0-9 16,0 0 2-16,0 0 13 0,0 0 0 0,0 0 1 16,0 0-2-16,0 0-6 0,0 0-7 0,0 0 6 15,0 0-3-15,0 0 6 0,0 0-2 0,0 0-5 16,0 0 6-16,0 0-5 0,0 0 10 16,0 0 1-16,0 0-1 0,0 0-16 0,0 0 4 15,0 0 3-15,0 0 9 0,0 0-1 0,0 0-4 16,0 0 7-16,0 0-19 0,0 0 14 0,0 0-7 15,0 0-11-15,0 0 12 0,0 0-3 0,0 0 5 16,0 0 8-16,0 0 6 0,0 0-12 0,0 0 3 16,0 0-4-16,0 0-4 0,0-11 1 0,0 11 3 15,0 0-4-15,0 0 3 0,0 0 1 0,0 0 1 16,0 0-1-16,0 0 3 0,0 0 0 0,0 0-4 16,0 0 7-16,0 0-13 0,0 0 14 0,0 0-8 15,0 0 1-15,0 0 6 0,0 0-2 0,0 0-3 16,0 0-12-16,0 0 8 0,0 0-11 15,0 0 14-15,0 0 4 0,0 0-4 0,0 0 6 0,0 0-14 16,0 0 9-16,0 0-6 0,0 0 2 16,0 0 7-16,0 0-9 0,0 0 8 0,0 0 5 15,0 0-4-15,0 0-2 0,0 0 8 0,0 0-14 16,0 0 12-16,0 0-1 0,0 0-14 0,0 0 2 16,0 0-5-16,0 0 2 0,0 0 14 0,0 0 0 15,0 0-7-15,0 0 3 0,0 0-13 0,0 0 17 16,0 0-6-16,0 0-3 0,0 0 11 0,0 0-15 15,0 0 11-15,0 0 2 0,0 0-3 0,0 0-6 16,0 0 9-16,0 0-6 0,0 0-13 0,0 0 20 16,0 0-13-16,0 0 14 0,0 0 7 15,-12 0-23-15,12 0 7 0,0 0-11 0,0 0 8 16,0 0 3-16,0 0 3 0,0 0 0 0,0 0 2 16,0 0 3-16,-9 0-9 0,9 0-6 0,0 0-2 15,-6 0 7-15,6 0 7 0,-5 0 6 0,5 0-12 16,-6 0-1-16,3 0 7 0,0 0-8 0,0 0 10 15,1 0 2-15,-1 0-16 0,0 0 5 0,0 0 0 16,3 0-4-16,-3 0 10 0,2 0-9 0,1 0 4 16,-3 0 1-16,3 0 5 0,-2 0 5 0,1 0-6 15,-1 0-12-15,1 0 9 0,1 0 10 0,0 0-7 16,-2 0 8-16,1 0-22 0,-1 0 7 16,2 0 4-16,-3 0 4 0,3 0 4 0,-1 0-18 15,-1 0 9-15,0 0-6 0,2 0 5 0,-1 0 5 16,1 0-7-16,-2 0 9 0,1 0-9 0,-1 0 11 15,2 0-2-15,0 0-10 0,0 0 9 0,0 0-1 16,0 0-7-16,-3 0 12 0,3 0-8 0,0 0-8 16,0 0 16-16,0 0-12 0,0 0 8 0,0 0-3 15,0 0-16-15,0 0 15 0,0 0-1 0,0 0 2 16,0 0 2-16,0 0-4 0,0 0-1 0,0 0-9 16,0 0 11-16,0 0 6 0,0 0-11 0,0 0 3 15,0 0 8-15,0 0-11 0,0 0 7 16,0 0 12-16,0 0-15 0,0 0 1 0,0 0-3 15,0 0-13-15,0 0 0 0,0 0-26 0,0 0-28 0,0 0-36 16,0 0-60-16,0 0-73 0,0 0-95 16,0 0-49-16,0 0-34 0,0 0-75 0,0 0-123 15,0 0 97-15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3:22.70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0 6 874 0,'0'0'74'16,"0"-6"16"-16,0 6 11 0,0 0-4 0,0 0-67 16,0 0-16-16,0 0-17 0,0 0 13 0,0 0-13 15,0 0 10-15,0 0 5 0,0 0-11 0,0 0 10 16,0 0-15-16,0 0 6 0,0 0-3 0,0 0 1 16,0 0 1-16,0 0-8 0,0 0 9 0,0 0 1 15,0 0 0-15,0 0 1 0,0 0 6 0,0 0 7 16,0 0 20-16,0 0 12 0,0 0-7 0,0 0 4 15,0 0-9-15,0 0-5 0,0 0 2 16,0 0-16-16,0 0-6 0,0 0-1 0,0 0-5 0,0 0-3 16,0 0 1-16,0 0-5 0,0 0 8 15,0 0 7-15,0 0-1 0,0 0 12 0,0 0-8 16,0 0-4-16,0 0 3 0,0 0-10 0,0 0 4 16,0 0-6-16,0 0 4 0,0 0 0 0,0 0 4 15,0 0 7-15,0 0-3 0,0 0-4 0,0 0-3 16,0 0-2-16,0 0-10 0,0 0 10 0,0 0-8 15,0 0 1-15,0 0 4 0,0 0-9 0,0 0 5 16,0 0-4-16,0 0 0 0,0 0 4 0,0 0 3 16,0 0-1-16,0 0 1 0,0 0-4 0,0 0 0 15,0 0 3-15,0 0-4 0,0 0 7 0,0 0-5 16,0 0-2-16,0 0 4 0,0 0-5 16,0 0 2-16,0 0 3 0,0 0 4 0,0 0 6 15,0 0 5-15,0 0-2 0,0 0-4 0,0 0-5 16,0 0-1-16,0 0 0 0,0 0-4 0,0 0 0 15,0 0 3-15,0 0-6 0,0 0 10 0,0 0 6 16,0 0-9-16,0 0 7 0,0 0-2 0,0 0-7 16,0 0 1-16,0 0 3 0,0 0-11 0,0 0 0 15,0 0 4-15,0 0-4 0,0 0 7 0,0 0 1 16,0 0-2-16,0 0 2 0,0 0-1 16,0 0 1-16,0 0 3 0,0 0 10 0,0 0-1 0,0 0 3 15,0 0-5-15,0 0-9 0,0 0 4 16,0 0-1-16,0 0-6 0,0 0 1 0,0 0-7 15,0 0 3-15,0 0 1 0,0 0 2 0,0 0 6 16,0 0-12-16,0 0 7 0,0 0-5 0,0 0-1 16,0 0 7-16,0 0 1 0,0 0-3 0,0 0-5 15,0 0-1-15,0 0-2 0,0 0 5 0,0 0 9 16,0 0-9-16,0 0-27 0,0 0-65 0,0 0-119 16,0 0-262-16,0 0-34 0,0 0 63 0</inkml:trace>
  <inkml:trace contextRef="#ctx0" brushRef="#br0" timeOffset="121754">-1495-869 1635 0,'0'0'28'0,"9"0"3"15,-9 0 6-15,0 0 5 0,0 0-24 0,0 0 8 16,0 0 0-16,0 0 8 0,0 0-2 0,0 0 1 16,0 0-2-16,0 0-10 0,0 0 8 0,0 0-7 15,0 0 3-15,0 0-1 0,0 0 7 0,0 0 7 16,0 0 3-16,0 0 8 0,0 0-3 0,0 0 1 15,0 0-8-15,0 0-7 0,0 0-2 16,0 0-1-16,0 0-1 0,0 0-6 0,0 0-12 0,0 0-10 16,0 0-6-16,0 0-1 0,0 0 4 15,0 0-6-15,0 0 5 0,0 0 1 0,0 0-6 16,0 0 10-16,12 13-4 0,-12-6 6 0,9 1-2 16,1 0 8-16,-4-2 41 0,3 2 22 0,1 0 43 15,0-2 35-15,3-1 6 0,-1-3 0 0,4 1-10 16,0-3-31-16,2 0-35 0,5 0-21 0,2-13-7 15,2-3-14-15,2-1-2 0,1-1-7 0,0-1-11 16,1-4-3-16,-1-1-3 0,-1 0-1 16,-2 2-5-16,-4-1-4 0,-2-1 3 0,-2 3 0 0,-3 3 0 15,-5 1-12-15,0 1-33 0,-2 5-70 16,-3 1-107-16,-2 8-93 0,-1-3-9 0,0 5 23 0,2 0 19 16,4 0 14-16,-1 0-274 0,2 14-18 15,4 3 86-15</inkml:trace>
  <inkml:trace contextRef="#ctx0" brushRef="#br0" timeOffset="17711.64">-579-1844 1640 0,'0'0'27'15,"0"0"12"-15,0 0 15 0,0 0 8 0,0 0-14 16,0 0 1-16,0 0 10 0,0 0 9 0,0 0-1 16,0 0-10-16,0 0-11 0,0 0 2 0,0 0-9 15,0 0 8-15,0 0-7 0,0 0-15 0,0 0-4 16,0 0 2-16,0 0-13 0,-6 0 0 0,6 0 2 15,0 0-9-15,0 0 4 0,0 0-2 0,0 0-1 16,0 0 0-16,0 0 9 0,0 0 9 0,0 0-8 16,0 0 4-16,0 0-5 0,0 0-3 15,0 0 8-15,0 0 0 0,0 0 3 0,0 0-3 16,0 0 2-16,0 0 5 0,0 0 1 0,0 0-3 16,0 0 7-16,0 0-9 0,0 0-3 0,0 0 7 15,0 0-16-15,0 0 1 0,0 0 0 0,0 0-8 16,0 0 2-16,0 0-1 0,0 0-3 0,0 0 0 15,0 0 10-15,0 0-10 0,0 0 3 0,0 0 3 16,0 0-6-16,0 0 3 0,0 0-2 0,0 0-7 16,0 0 2-16,0 0 0 0,0 0 1 0,0 0 3 15,0 0-3-15,0 0 3 0,0 0-3 0,0 0 9 16,0 0-6-16,0 0 0 0,0 0 7 0,0 0-13 16,0 0 6-16,0 0 3 0,0 0-6 0,0 0 3 15,0 0 0-15,0 0 0 0,0 0 0 16,0 0 6-16,0 0 3 0,0 0 1 0,0 0-10 15,0 0 3-15,0 0-9 0,0 0-4 0,0 0 19 16,0 0-8-16,0 0-5 0,0 0 8 0,0 0-7 16,0 0 0-16,0 0 13 0,0 0-17 0,0 0 4 15,0 0 3-15,0 0-7 0,0 0 10 0,0 0 0 16,0 0-10-16,0 0 10 0,0 0-2 0,0 0-8 16,0 0 11-16,0 0-14 0,0 0 4 0,0 0 9 15,0 0-6-15,0 0 6 0,0 0-3 0,0 0 0 16,0 0 0-16,0 0-3 0,0 0 2 0,0 0-2 15,0 0 3-15,0 0 0 0,0 0 3 16,0 0-3-16,0 0-3 0,0 0 4 0,0 0-5 16,0 0 1-16,0 0 7 0,0 0-1 0,0 0 0 15,0 0-4-15,0 0-2 0,0 0 3 0,0 0-6 16,0 0 6-16,0 0 0 0,0 0-1 0,0 0 8 16,0 0-10-16,0 0 3 0,0 0-6 0,0 0 2 15,0 0 4-15,0 0 0 0,0 0-3 0,0 0 0 16,0 0 6-16,0 0-3 0,0 0 13 0,0 0-6 15,0 0-8-15,0 0-2 0,0 0-3 0,0 0 5 16,0 0-5-16,0 0 6 0,0 0-6 0,0 0 3 16,0 0 9-16,0 11-6 0,0-11 9 0,0 0-5 15,0 0-8-15,0 0 8 0,0 0-10 16,0 0-1-16,0 0 7 0,0 0 3 0,0 0-3 16,0 0 6-16,0 0-2 0,0 0-4 0,0 0 9 15,0 0 8-15,0 0 19 0,0 0 1 0,0 0-4 16,0 0-12-16,0 0-16 0,0 0 6 0,0 0 9 15,0 0-6-15,0 0-5 0,0 0-3 0,0 0-10 16,0 0 4-16,0 0 2 0,0 0-4 0,0 0-4 16,0 0 2-16,0 0 2 0,0 0 4 0,0 0 0 15,0 0 5-15,0 0 4 0,0 0-6 0,0 0 1 16,0 0-7-16,0 0-10 0,0 0 6 0,0 0 1 16,0 0 3-16,0 0 14 0,0 0-18 15,0 0 9-15,0 0-2 0,0 0-11 0,0 0 15 16,0 0-13-16,0 0 0 0,0 0 6 0,0 0-7 15,0 0 12-15,0 0-4 0,0 0-2 0,0 0 6 16,0 0-1-16,0 0 2 0,0 0-4 0,0 0 1 16,0 0-2-16,0 0-5 0,0 0 5 0,0 0-4 15,0 0 1-15,0 0 8 0,0 0-7 0,0 0 5 16,0 0-4-16,0 0 2 0,0 0 6 0,0 0-9 16,0 0 4-16,0 0-10 0,0 0 3 0,0 0 11 15,0 0-7-15,0 0 2 0,0 0 4 0,0 0-6 16,0 0 0-16,0 0 4 0,0 0-7 0,0 0 1 15,0 0 5-15,0 0 2 0,0 0-6 16,0 0 3-16,0 0-6 0,0 0 4 0,0 0 7 16,0 0-7-16,0 0 0 0,0 0-1 0,0 0-6 15,0 0 8-15,0 0 4 0,0 0 2 0,0 0-4 16,0 0-2-16,0 0 2 0,0 0-9 0,0 0 8 16,0 0-6-16,0 0 6 0,0 0 0 0,0 0 0 15,0 0 13-15,0 0-17 0,0 0 2 0,0 0 2 16,0 13-9-16,0-13 8 0,0 0 4 0,0 0-5 15,0 0 2-15,0 0 0 0,0 0 0 0,0 0-6 16,0 0-3-16,0 0 9 0,0 0-10 0,0 0 17 16,0 0 4-16,0 0-13 0,0 0 10 0,0 0-8 15,0 0-8-15,0 0 10 0,0 0-7 16,0 0 4-16,0 0-4 0,0 0-2 0,0 0 12 16,0 0-9-16,0 0 10 0,0 0 0 0,0 0-15 15,0 0 9-15,0 0-1 0,0 0-1 0,0 0-3 16,0 0 3-16,0 0 0 0,0 0 5 0,0 0 5 15,0 0-5-15,0 0-10 0,0 0 2 0,0 0 11 16,0 0-9-16,0 0 10 0,0 0-16 0,0 0 1 16,0 0 4-16,0 0-2 0,0 0 13 0,-12 0-19 15,12 0 13-15,0 0 0 0,0 0-5 0,0 0 11 16,0 0-7-16,0 0 3 0,0 0-1 16,0 0 2-16,0 0-5 0,0 0 1 0,0 0-1 15,0 0-4-15,0 0 4 0,0 0-2 0,0 0 4 16,0 0-5-16,0 0-1 0,0 0 0 0,0 0 0 15,0 0 9-15,0 0 0 0,0 0-1 0,0 0 0 16,0 0-9-16,0 0 5 0,0 0 3 0,0 0 0 16,0 0 2-16,0 0-7 0,0 0-4 0,0 0-2 15,0 0 4-15,0 0 3 0,0 0 12 0,0 0-8 16,0 0 1-16,0 0 3 0,0 0-19 0,0 0 12 16,0 0 8-16,0 0-7 0,0 0-2 0,0 0-1 15,0 0 2-15,0 0-4 0,0 0 11 0,0 0 5 16,0 0-16-16,0 0 8 0,0 0-6 0,0 0 0 15,0 0 1-15,0 0 1 0,0 0-1 0,0 0 1 16,0 0-1-16,0 0-3 0,0 0 8 16,0 0 0-16,0 0-12 0,0 0 4 0,0 0 6 15,0 0-14-15,0 0 25 0,0 0-5 0,0 0-13 16,0 0 8-16,0 0-7 0,0 0 7 0,0 0 3 16,0 0-10-16,0 0 8 0,0 0-9 0,0 0-2 15,0 0 7-15,0 0-9 0,0 0 8 0,0 0-4 16,0 0 5-16,0 0 2 0,0 0-8 0,0 0 13 15,0 0-9-15,0 0-2 0,0 0 12 16,0 0-9-16,0 0-1 0,0 0 9 0,0 0-7 16,0 0-1-16,0 0 8 0,0 0-11 0,0 0 4 0,0 0 0 15,0 0 0-15,0 0 6 0,0 0-8 16,0 0 1-16,0 0-2 0,0 0-3 0,0 0 3 16,0 0 7-16,0 0 0 0,0 0 3 0,0 0-1 15,0 0-10-15,0 0 6 0,0 0-6 0,0 0-4 16,0 0 14-16,0 0-11 0,0 0 5 0,0 0 4 15,0 0-4-15,0 0 3 0,0 0-9 0,0 0 6 16,0 0-3-16,-11 0 3 0,11 0 4 0,0 0-8 16,0 0 0-16,0 0-2 0,0 0 2 0,0 0 2 15,0 0-5-15,0 0 8 0,-9 10 0 0,9-10 4 16,0 0-8-16,0 0-4 0,-6 0 9 0,6 0-9 16,0 0 8-16,-6 0-1 0,6 0-4 15,-3 0 8-15,0 10-2 0,1-10-2 0,1 0-4 16,1 0 8-16,-2 0-5 0,1 0 5 0,-1 0 0 15,2 0-11-15,-1 0 4 0,1 0-3 0,-2 0 3 16,1 0 2-16,1 0 5 0,0 0 2 0,-2 0-4 16,2 0 2-16,0 0 2 0,0 0-13 0,0 0 6 15,0 0 2-15,0 0-6 0,0 0 13 0,0 0-8 16,0 0-3-16,0 0 11 0,0 0-11 0,0 0-3 16,0 0 12-16,0 0-12 0,0 0 8 0,0 0 4 15,0 0-6-15,0 0-8 0,0 0 12 0,0 0 3 16,0 0-7-16,0 0 7 0,0 0-14 0,0 0-3 15,0 0 7-15,0 0 7 0,0 0 3 16,0 0-4-16,0 0-11 0,0 0 5 0,0 0 3 16,0 0 0-16,0 0 8 0,0 0-8 15,0 0 0-15,0 0 1 16,0 0-8-16,0 0 14 0,0 0-7 0,0 0-1 16,0 0 10-16,0 0-16 0,0 0 4 0,0 0 4 0,0 0-1 0,0 0 8 0,0 0-5 15,0 0-6-15,-8 0 0 0,8 0-2 0,0 0 5 16,0 0 2-16,0 0-2 0,0 0-4 0,0 0 1 15,-6 12 4-15,6-12-4 0,0 0 4 16,0 0-4-16,0 0-2 0,0 0 8 0,0 0-1 0,0 0 2 16,0 0 0-16,-3 0 1 0,3 0-11 0,0 0 3 15,0 0 3-15,-4 0-5 0,2 0 9 16,2 0 6-16,0 0 0 0,0 0-8 0,0 0-2 16,-1 0-7-16,1 0 1 0,-2 0-1 0,1 0 5 15,1 0-2-15,-3 0-3 0,3 0 11 0,-2 0-7 16,2 0 11-16,0 0-1 0,0 0-9 0,-3 0 2 15,3 0-3-15,0 0 3 0,-1 0 1 0,-1 0 7 16,1 0-5-16,-1 0-1 0,2 0 2 0,0 0-4 16,-3 0-10-16,3 0 7 0,0 0-2 0,0 0 11 15,-2 0 1-15,2 0-4 0,-1 0-3 0,-1 0-10 16,2 0 13-16,0 0-12 0,-1 0 9 0,-1 0 0 16,1 0-3-16,1 0 7 0,-2 0-1 15,2 0-3-15,0 0-3 0,0 0 7 0,0 0-8 16,0 0 4-16,0 0 6 0,0 0-8 0,0 0 6 15,-3 0 0-15,3 0-4 0,0 0 0 0,-1 0-1 16,1 0 2-16,0 0 2 0,0 0-1 0,0 0-1 16,0 0-1-16,-2 0-5 0,2 0 5 0,0 0-1 15,-1 0 4-15,1 0-1 0,0 0-5 0,-2 0 7 16,1 0-10-16,1 0 9 0,-2 0 0 0,2 0-4 16,-1 0 11-16,1 0-10 0,0 0 0 0,-3 0-2 15,3 0-4-15,-2 0 4 0,1 0 3 0,-1 0 1 16,1 0-3-16,1 0 7 0,-2 0-3 0,1 0-5 15,1 0 6-15,0 0-9 0,-2 0 4 0,2 0 4 16,0 0-6-16,0 0 0 0,0 0 0 16,0 0 2-16,0 0 3 0,0 0 4 0,0 0-4 15,0 0-11-15,0 0 3 0,0 0-7 0,0 0 11 16,0 0 4-16,0 9-3 0,0-9 6 0,0 0-5 16,0 0-3-16,0 0 6 0,0 0-4 0,0 0-3 15,0 0 4-15,0 0 1 0,0 0-1 0,0 0 5 16,0 0-2-16,0 0-3 0,0 0 1 0,0 0-5 15,0 0 0-15,0 0-2 0,0 0 6 16,0 0 2-16,0 0-2 16,0 0 0-16,0 0 0 0,0 0-6 15,0 0 5-15,0 0 0 0,0 0-1 0,0 0 0 0,0 0 6 0,0 0 0 0,0 0-3 16,0 0 8-16,0 0-9 0,0 0-2 0,0 0-1 16,0 0-5-16,0 0 5 0,0 0-7 0,0 0 12 15,0 0-8-15,0 0 10 0,0 0 2 0,0 0-10 16,0 0 8-16,0 0-7 0,0 0 6 0,0 0-4 15,0 0-4-15,0 0 3 0,0 0-4 0,0 0-1 16,0 0 5-16,0 0 1 0,0 0 1 0,0 0 7 16,0 0-1-16,0 0-7 0,0 0 0 0,0 0 4 15,0 0-3-15,0 0-5 0,0 0 5 16,0 0-5-16,0 0 5 0,0 0 3 0,0 0-2 0,0 0 3 16,0 0-5-16,0 0 1 0,0 0-7 15,0 13 9-15,0-13-1 0,0 0 1 0,0 0 9 0,0 0-18 16,0 0 7-16,0 0 0 0,0 0-4 15,0 0 6-15,0 0-5 0,0 0 3 0,0 0 0 16,0 11-16-16,0-11-43 0,0 0-61 0,0 0-64 16,0 0-49-16,0 0-38 0,-14 0-66 0,5 0-219 15,-1 11 38-15,0-11 83 0</inkml:trace>
  <inkml:trace contextRef="#ctx0" brushRef="#br0" timeOffset="20006.84">-947-2071 1201 0,'0'0'35'0,"-6"3"22"0,6-1 14 0,-4 0 14 16,4 1-27-16,0 1-9 0,-5-4-4 0,5 0 4 16,-4 0 1-16,2 2-7 0,1-2 4 0,-1 1-13 15,2-1 0-15,-3 3-1 0,3-2-6 0,-1 0-3 16,-1-1-8-16,2 2-4 0,0-2-2 0,0 3-3 15,-2-3 4-15,2 0 6 0,0 0-3 0,0 4 9 16,0-4 12-16,-1 0-3 16,1 0 13-16,0 0 3 0,0 0 2 0,0 0-4 0,0 0 2 0,0 0-5 15,0 0-1-15,0 0 2 0,0 0-10 0,-2 0-5 16,2 0-9-16,-1 0-3 0,-1 0-1 16,2 0 2-16,-3 0-6 0,3 0 4 0,-1 0-1 15,-1 0-3-15,1 0-2 0,-1 0-1 0,2 0-7 16,-1 0-2-16,-1 0 11 0,1 0-8 0,1 0 2 15,-3 0 8-15,3 0-3 0,-2 0 9 0,-1 0 11 16,2 0-3-16,1 0-2 0,-2 0 9 0,1 0-16 16,-1 0-1-16,1 0 2 0,-1 0-14 0,2 0 11 15,-1 0-14-15,-1 0 4 0,2 0-12 0,0 0-3 16,0 0 6-16,-2 0 3 0,2 0 9 0,0 0-6 16,0 0 3-16,0 0-15 0,0 0 0 15,0 0 9-15,0 0-3 16,0 0 7-16,0 0 8 0,0 0-3 0,0 0-2 0,0 0 1 0,0 0-5 0,0 0-13 15,0 0 7-15,0 0 0 0,0 0-11 16,0 0 20-16,0 0-2 0,0 0-4 0,0 0 15 16,0 0 1-16,0 0-4 0,0 0 5 0,-7 0-4 15,7 0-10-15,0 0 0 0,-8 0-6 0,8 11 0 16,0-11-9-16,0 0 6 16,0 0 4-16,0 0-5 0,0 0 10 0,-6 0-1 0,6 0-8 15,0 0 5-15,0 0-2 0,0 0-6 0,0 0 9 0,0 0-2 16,0 0 2-16,0 0 6 0,0 0-6 0,0 0-4 15,0 0 7-15,0 0-6 0,0 0 3 0,0 0 4 16,0 0-11-16,0 0 4 0,0 0 0 16,0 0 0-16,0 0 3 0,0 0 2 0,0 0-2 15,0 0 0-15,0 0 0 0,0 0 1 0,0 0-1 16,0 0 0-16,0 0-2 0,0 0-5 0,0 0 4 16,0 0 0-16,0 0 3 0,0 0 0 0,0 0 3 15,0 0-12-15,0 0 0 0,0 0 9 0,0 0-3 16,0 10 12-16,0-10 3 0,0 0-9 0,0 0 6 15,0 0-6-15,0 0 0 0,0 0-5 0,0 0-7 16,0 0 6-16,0 0-3 0,0 0 12 16,0 0-4-16,0 0 7 0,0 0-3 0,0 0-2 15,0 0 4-15,0 0-8 0,0 0 3 0,0 0-1 16,0 0-2-16,0 0 1 0,0 0-4 0,0 0 7 16,0 0-10-16,0 0 9 0,0 0 0 0,0 0-6 15,0 0 0-15,0 0 0 0,0 0-1 0,-9 0-1 16,9 11 10-16,0-11-1 0,0 0 6 0,0 0-2 15,0 0-8-15,0 0-3 0,0 0-3 0,0 0 0 16,0 0 7-16,0 0-1 0,0 0 0 0,0 0-3 16,0 0 1-16,0 0 2 0,0 0 0 0,0 0 9 15,0 0 0-15,0 0-10 0,0 0 1 0,0 0-1 16,0 0-2-16,0 0 7 0,0 0-4 0,0 0 1 16,0 0-1-16,0 0 1 0,0 0-1 15,0 0-6-15,0 0 9 0,-11 0-4 0,11 0 10 16,0 0-3-16,0 0-6 0,0 0-3 0,0 0-3 15,0 0-1-15,0 0 2 0,0 0 15 0,0 0-8 16,0 0 5-16,0 0-2 0,-7 0-9 0,7 0 5 16,0 0-1-16,0 0 1 0,0 0-1 0,0 0-7 15,0 0 7-15,0 0 3 0,0 0-3 0,0 0 3 16,0 0-6-16,0 0-3 0,0 0 6 0,0 0 3 16,0 0 3-16,0 0-6 0,0 0-1 0,0 0 5 15,0 0-11-15,0 0 9 0,0 0-1 0,0 0-7 16,0 0 3-16,0 0 1 0,0 0-1 0,0 0 6 15,0 0 0-15,0 0 2 0,0 0-2 0,0 0-1 16,0 0-2-16,0 0-5 0,0 0 4 16,0 0 0-16,0 0 4 0,0 0-5 0,0 0 2 15,0 0-1-15,0 0-3 0,0 0 13 0,0 0-8 16,0 0-1-16,0 0 4 0,0 0-5 0,0 0 4 16,0 0-2-16,0 0-4 0,0 0-1 0,0 0 2 15,0 0 4-15,0 0 1 0,0 0 4 0,0 0-7 16,0 0-7-16,0 0 7 0,0 0-6 15,0 0-1-15,0 0 5 0,0 0-1 0,0 0 0 0,0 0 6 16,0 0 0-16,0 0-3 0,0 0 4 16,0 0-2-16,0 13-8 0,0-13 2 0,0 0 1 15,0 0-3-15,0 0 9 0,0 0 0 0,0 0 0 16,0 0-6-16,0 0 6 0,0 0-3 0,0 0-1 16,0 0 11-16,0 0-13 0,0 0 4 0,0 0-6 15,0 0 4-15,0 0 8 0,0 0-5 0,0 0 4 16,0 0-12-16,0 0 6 0,0 0-4 0,0 0 1 15,0 0 7-15,0 0-4 0,0 0 3 0,0 0-3 16,0 0 0-16,0 0 4 0,0 0-4 0,0 0 3 16,0 0 0-16,0 0-7 0,0 0 4 0,0 0-6 15,0 0 3-15,0 0 6 0,0 0 0 0,0 0 0 16,0 0 3-16,0 0-12 0,0 0 3 0,0 0 11 16,0 0-14-16,0 0 16 0,0 0-13 0,0 0-3 15,0 0 9-15,0 0-10 0,0 0 7 16,0 0-2-16,0 0-1 0,0 0 3 0,0 0-3 15,0 0 3-15,0 0 4 0,0 0-5 0,0 0 7 16,0 0-9-16,0 0-4 0,0 0 4 0,0 0 4 16,0 0 8-16,0 0 0 0,0 0-12 0,0 0-1 15,0 0 1-15,0 0 1 0,0 0 5 0,0 0-4 16,0 0 4-16,0 0-4 0,0 0-2 0,0 0 7 16,0 0-5-16,0 0 4 0,0 0 3 0,0 0-2 15,0 0-2-15,0 0-2 0,0 0 3 0,0 0-3 16,0 0-3-16,0 0 0 0,0 0 0 0,0 0-3 15,0 0 2-15,0 0 7 0,0 0-4 16,0 0 5-16,0 0-3 0,0 0-6 0,0 0 3 16,0 0 1-16,0 0 1 0,0 0-4 0,0 0 18 15,0 0-12-15,0 0 5 0,0 0-1 0,0 0-17 16,0 0 15-16,0 0-4 0,0 0-1 0,0 0 1 16,0 0-9-16,0 0 8 0,0 0 1 0,0 0 0 15,0 0 6-15,0 0-5 0,0 0-1 0,0 0-4 16,0 0 3-16,0 0-2 0,0 0 6 0,0 0 7 15,0 0-6-15,0 0-4 0,0 0 0 0,0 0-3 16,0 0 0-16,0 0 6 0,0 0-7 16,0 0 11-16,0 0-7 0,0 0 4 0,0 0 3 0,0 0-11 15,0 0-2-15,0 0-13 0,0 0-22 16,0 0-41-16,0 0-44 0,0 0-32 0,0 0-55 16,-12 0-30-16,12 0-68 0,-11 0-236 0,2 11 37 15,0 0 72-15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3:49.335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76 249 1608 0,'-19'5'15'0,"6"-4"16"0,-3-1 16 0,6 0 25 15,4 2 26-15,-2-2 18 0,4 0 26 0,1 0 14 16,-1 0 1-16,1 0-7 0,3 0-21 0,0 0-31 16,0 0-43-16,0 0-34 0,0 0-28 0,0 0-5 15,10 0 0-15,3 0 4 0,2 0 8 0,10-10-2 16,4 1 0-16,10 2-1 0,10-1 2 0,10-1-11 16,9-2 6-16,7 3 2 0,4 0 7 0,4-3 10 15,4 4-5-15,2-4-2 0,2 1-9 0,-1-1 1 16,-2 0 2-16,0-1 3 0,-1-2 2 0,-7 3-2 15,-2 1-1-15,-5-1-2 0,-8 2-2 16,-6 0-1-16,-7 1 2 0,-10 1 1 0,-5 3 3 0,-7-1-2 16,-7 1 2-16,-6 2-1 0,-8 0-4 15,-2 1-9-15,-7-1-17 0,0 1-22 0,0 1-28 16,-13-2-20-16,-3-1-18 0,-2 1-13 0,-3 0-33 16,-5 0-61-16,-4 2-220 0,-4-2-94 0,-5-1 61 15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6:06.50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-202 1047 1360 0,'-3'0'21'0,"0"0"26"0,0 13 19 0,0-13 25 16,2 6 2-16,-2-6-1 0,-1 8 12 0,1-8-6 15,0 0 4-15,0 6-3 0,3-6-8 0,-1 0 6 16,1 0-10-16,-3 0 9 0,0 0 6 0,3 3 5 16,-3-3 15-16,3 0 3 0,-3 0 0 15,0 0 2-15,3 0-13 0,0 0-5 0,-3 0-2 0,3 0-8 16,-2 0 0-16,2 0-6 0,-3 0-16 16,3 0-8-16,-3 0-11 0,3 0-5 0,-3 0 2 15,3 0 6-15,0 0 19 0,-3 0-3 0,3 0 25 16,-3 0 6-16,3 0-5 0,0-8-1 0,0 8 10 15,-3-7-23-15,3 7 4 0,-2-6-4 0,2 1-38 16,-3 0-5-16,3 0-19 0,0 2-8 0,0 0-27 16,0-1 5-16,0 1-9 0,0 0 8 0,0-1-1 15,0 2-15-15,0-4 4 0,11-6-5 0,3 0 10 16,2-5 13-16,4-6 0 0,9-4-5 0,4-4 13 16,7-6-4-16,5 1-12 0,5-3-8 0,2 1-3 15,3-1-8-15,-4 1 3 0,3 1 14 0,-6 3-1 16,-4 2 9-16,-1 2 4 0,-7 2 12 15,-4 4-8-15,-8 3 5 0,-1 1 7 0,-6 6-11 16,-5 3 7-16,-4 2 4 0,-5 2-17 0,1 2 1 16,-4 0 4-16,0 3-8 0,0 2-9 0,0-3 1 15,0 2-15-15,0 0-5 0,-10 1 7 0,10 0 1 16,-11 0 8-16,2 0-9 0,9 0 8 0,-8 0-4 16,-1 0 13-16,5 0 4 0,-2 0-4 0,-1 8 0 15,1-8-9-15,0 9 4 0,-1-9 13 0,1 7-8 16,1-1 8-16,-1-2-4 0,3 1-12 0,-3-2 16 15,3 1-16-15,0-1 12 0,-5 0 3 0,5-3-7 16,0 1 0-16,3 1 9 0,-4 1-9 16,1-3 0-16,3 2 8 0,-4-1-12 0,4 0 8 15,-3-1 0-15,3 0 3 0,0 0-6 0,0 0 3 16,0 0 0-16,0 0-14 0,0 0 10 0,0 0-7 16,0 0-13-16,0 0 6 0,0 0 0 0,0 0 1 15,0 0 7-15,0 0 0 0,0 0 7 0,0 0 6 16,0 0 7-16,0 0 0 0,0 0-7 0,0 0-3 15,0 0 7-15,0 0-3 0,0 0-1 0,0 0 4 16,0 0 0-16,0 0 0 0,0 0-10 0,0 0-25 16,0 0-34-16,0 0-17 0,0 0-26 15,0 0-6-15,0 0 4 0,0 0 6 0,0 0 9 0,0 0 14 16,0 0 5-16,0 0 4 0,0 0 13 16,0 0-1-16,0 0 2 0,0 0-6 0,0 0-36 15,0 0-43-15,0 0-68 0,0 0-85 0,0 0-65 16,0 0-75-16,0 0-212 0,0 0 3 0,0 0 113 15</inkml:trace>
  <inkml:trace contextRef="#ctx0" brushRef="#br0" timeOffset="-2760.32">-132 891 1595 0,'0'0'30'0,"0"0"16"0,0-7 11 0,0 7 13 16,0-6-16-16,0 6 0 0,0-6 7 0,0 0 1 16,0 0 2-16,0 1-12 0,0 2-9 0,0-1-5 15,0 1-15-15,0 0-1 0,0 0-10 0,0 1-9 16,0-1-1-16,0 0-3 0,0-4-1 0,0 0 4 15,14-4-3-15,1-3 1 0,6-3 4 0,2-1-5 16,6-2-1-16,1-3 2 0,5-1-2 16,-1-1-1-16,-1 0 2 0,-3 4 1 0,-1-1 0 15,-3 2 2-15,-5 1 4 0,-1 6 6 0,-5-2 10 16,-4 5 0-16,-1 1 0 0,-3 2-14 0,-4 4-11 16,-3 2 3-16,0 1-6 0,0 0 2 0,-13 0-2 15,-2 0 0-15,0 13 3 0,-5 0-2 0,-2 0 4 16,-3 2-4-16,-1 3 0 0,-1 1 9 0,-2 0-6 15,2 2 0-15,1-2-4 0,0 1-5 0,3 0 2 16,4-3 4-16,2 0-2 0,3-4-4 0,2 0 5 16,2-2-3-16,2-2 5 0,-1-1 3 0,6 1-3 15,0-2 3-15,1-3-2 0,1 1 6 16,1-2 3-16,0-2 2 16,0 3 20-16,0-4 12 0,0 0 13 15,9 0 4-15,0 0-8 0,2-13-14 0,2 2-15 0,4-2-6 0,3 0-10 0,6-5-3 16,2 0 2-16,3-3-1 0,2-4 2 0,1 2-6 15,-1-1 1-15,-4 0-1 0,1 2 2 0,-4 3 26 16,-6 0 17-16,-4 3 6 0,0 4 3 0,-9 3-24 16,1 1-19-16,-8 2-14 0,0 2-7 0,0 4 5 15,-14 0-1-15,-3 0 5 0,-2 16-1 0,-6-1-3 16,-3 5 2-16,-9 1 0 0,4 2 3 0,-7 2-2 16,1 1-2-16,2 0 0 0,2-1-3 0,5-1 2 15,6-5 4-15,1 1 1 0,8-3 2 16,1-3-2-16,10-4-2 0,-3-1-2 0,7-1 4 0,-3-5 8 15,3 1 6-15,0-3 11 0,0-1 16 16,0 0 21-16,0 0 24 0,0 0 1 0,14-12-17 16,-2 2-20-16,2-2-27 0,6-3-15 0,2-2 1 15,3-3 0-15,-3 2-7 0,4-1 12 0,-1 0-22 16,-3 1-35-16,-2-1-25 0,0 2-51 0,-3 2-24 16,-4 2-22-16,-1 3-31 0,1-1-31 0,-6 3-46 15,4-1-178-15,-2 2-63 0,-2 2 71 16</inkml:trace>
  <inkml:trace contextRef="#ctx0" brushRef="#br0" timeOffset="-2366.46">135 545 1695 0,'-4'0'24'0,"1"0"21"0,0-13 22 0,-3 13 28 0,0-9 5 16,1 9 17-16,-4-10 9 0,3 3 6 0,-2 7-4 15,2-6-14-15,-3 6-15 0,1-7-17 0,2 7-14 16,2 0-19-16,-2 0-10 0,3 0-20 16,-3 0-7-16,4 0-8 0,1 0-12 0,-1 0 0 15,-1 0-4-15,3 0 2 0,0 0 1 0,0 0 3 16,0 0-1-16,0 0 3 0,0 0 6 0,14 0 4 15,-4 0 9-15,3 0-1 0,3 0 7 0,4 8 10 16,3-8 0-16,1 0-1 0,2 5-11 0,3-5-10 16,-2 0-8-16,-1 0 1 0,-2 0 0 0,-3 0-4 15,-4 0 2-15,-6 0 1 0,-2 0 3 0,-5 0 3 16,-4 0-2-16,0 0 1 0,0 14 3 0,-13-2-2 16,-4 1 8-16,0 3-6 0,-5 3-10 15,-1 1-39-15,-2 3-47 0,0 1-42 0,-1-1-37 0,2 0 5 16,-1-1 6-16,4 1-7 0,1 0-10 15,1 1-29-15,5-2-61 0,-3-3-179 0,2 3-15 16,4-3 61-16</inkml:trace>
  <inkml:trace contextRef="#ctx0" brushRef="#br0" timeOffset="565.26">339 241 639 0,'0'-1'81'15,"0"0"44"-15,0 1 28 0,0-3 10 0,0 1-71 16,0 2-31-16,0-2-24 0,0 0 4 0,0 2 6 16,0-3-1-16,7 2 11 0,-7-2-2 15,3 3-4-15,-3-2-12 0,0-1-13 0,4 2-16 0,-4 1-15 16,0-2 1-16,0 0-5 0,0 1 4 16,0 1 4-16,0 0-6 0,0 0 5 0,0 0 0 15,0 0 3-15,0 0 4 0,0 0-3 0,0 0 0 16,0 0 3-16,0 0-6 0,0 0 4 0,0 0 0 15,0 0-8-15,0 0 9 0,0 0-1 0,0 0-9 16,-7 0 9-16,7 0-7 0,-7 0 3 0,7 0 8 16,-6 0-6-16,3 0 0 0,-3 0-4 0,4 0-1 15,-1 0-10-15,0 0-37 0,-3 0-45 0,3 0-115 16,0 0-151-16,0 0-13 0,-2 0 47 0</inkml:trace>
  <inkml:trace contextRef="#ctx0" brushRef="#br0" timeOffset="13411.3">226 517 1612 0,'0'1'5'0,"0"1"0"15,0-2 8-15,0 1-4 0,0 2-5 0,-9-1 0 16,0 2-11-16,9-2 7 0,-10 3-44 0,4-1-96 16,-2 3-180-16,-1 0-92 0,1 3 43 0</inkml:trace>
  <inkml:trace contextRef="#ctx0" brushRef="#br0" timeOffset="-1957.95">-228 852 1947 0,'6'-7'28'0,"2"1"30"0,-5-2 41 0,3 1 47 15,-3 0 8-15,-3 2-11 0,0 0-34 0,3 4-52 16,-3 0-43-16,0 1-21 0,0 0-14 0,0 0-1 16,0 0 4-16,0 0 2 0,0 0 7 0,0 10 6 15,0 0-1-15,0-1 2 0,0 0-2 0,0 0 0 16,0-1 7-16,0 4-5 0,0-2 8 16,0 1-7-16,0-2-3 0,0 2 2 0,11-5-5 15,-11 0 13-15,6 0-7 16,-1-3 11-16,1 0 6 0,-3 1 10 0,0-4 23 0,4 0 4 0,-4 0 7 15,6 0-17-15,1 0-14 0,0 0-11 0,4-10-12 16,3 0-10-16,2-3-52 0,4 4-61 0,-3-2-68 16,0 1-70-16,-1-1-46 0,-2 4-119 0,3-1-136 15,-7 4 81-15</inkml:trace>
  <inkml:trace contextRef="#ctx0" brushRef="#br0" timeOffset="-865.57">-287 730 1523 0,'0'0'37'0,"0"0"28"0,0 0 34 0,0 0 26 15,0 0-7-15,0 0-6 0,0 0-13 0,0 0-9 16,0 0-20-16,0 0-16 0,0 0-20 0,0 0-23 16,-7 7-11-16,7-7-4 0,0 6-5 0,0-6 3 15,-10 7 1-15,10-4 0 0,0 1 1 0,0-1 3 16,0-2-4-16,0 4 2 0,0-4 1 0,0 2 0 16,0 1 9-16,0 0 17 0,0-2 11 0,0 3 8 15,0 1-6-15,10 0-13 0,-3 0-8 0,2 2-8 16,-1-2-4-16,1 2-3 0,0 1 0 15,-1 0-2-15,4 0 5 0,-2-1-2 0,1 4-2 16,1-2 8-16,-1 1-11 0,1 0 4 0,-1 0 0 16,-1-1-7-16,2-1 9 0,-4 1-2 0,4-1 2 15,-4-2 1-15,1 0-6 0,2-2 4 0,-5 1-1 16,1-3 4-16,-4 2 5 0,3-2 3 0,-6-2 35 16,3 2 50-16,-3-1 57 0,0-2 41 0,0 0 7 15,0 0-43-15,0 0-53 0,0 0-57 0,-13 0-37 16,1 0-7-16,-2-13-6 0,0 3 7 0,-3-1 4 15,-2 0-9-15,-4-2 5 0,3 1-1 0,-3 0-10 16,1-4 13-16,2 3-1 0,0 0 14 16,3 1 7-16,4 1-3 0,4 0 5 0,-2 0-7 15,8 4-7-15,-3 2 6 0,-2-2-17 0,8 5-10 16,-3-1-6-16,3 2-16 0,-3 1 9 0,3 0 10 16,0 0-1-16,0 0 9 0,0 0-10 0,0 0 3 15,12 11 4-15,-1 1-3 0,3-2 7 0,-1 4-9 16,3-2 9-16,3 7-8 0,1-2-2 15,0 2 4-15,0 0-10 0,-1 0 17 0,1-3 1 0,-2-1 3 16,-3-2-2-16,2-3-8 0,-3-2-3 0,-1 1-3 16,0-4 8-16,-3 0 8 0,-1-2 2 0,-4 0 2 15,-2-2 35-15,0-1 30 0,-3 0 51 16,0 0 58-16,0 0 10 0,0 0-35 0,0 0-44 0,-14 0-67 16,5 0-44-16,-1-14-3 0,-1 5-3 15,-4-2-1-15,4-1 3 0,-1 1 1 0,-2-2-5 16,1 1 7-16,2-2-4 0,2 3-4 0,-2 2 4 15,5 1-12-15,0 4-2 0,0-2-12 0,5 4 6 16,-2 2-3-16,3 0-16 0,0 0-5 0,0 0-36 16,0 0 10-16,0 0 10 15,0 10 20-15,0 0 29 16,7-1 12-16,-7-2-3 0,9 2-4 0,2 0 3 0,-5-2-2 0,3 0-9 0,-4 0-13 0,1-1-23 16,1-2-19-16,-4 1 2 0,0-3-6 0,0 0-8 15,-3 0-41-15,3-2-49 0,-3 0-45 0,0 0-46 16,0 0-13-16,0 0 2 0,0 0-1 15,0 0-1-15,3 0-35 0,-3 0-161 0,3 0-10 16,1 0 74-16</inkml:trace>
  <inkml:trace contextRef="#ctx0" brushRef="#br0" timeOffset="13573.08">-211 986 1279 0,'-23'13'49'0,"-4"1"21"0,0-2-2 15,1 0 4-15,0 0-50 0,0-1-38 0,2 1-55 16,4-1-80-16,3 2-146 0,1-3-76 0,4 0 55 16</inkml:trace>
  <inkml:trace contextRef="#ctx0" brushRef="#br0" timeOffset="-5009.01">-733 1486 947 0,'4'0'0'0,"-4"0"-7"16,6-7 10-16,0 7 5 0,-3 0 10 15,-3 0 30-15,5 0 7 0,-5 0 20 0,0 0 2 16,0 0-7-16,0 0-4 0,0 0-14 0,0 0-2 16,0 0-9-16,0 0-10 0,0 0 0 0,3 0-11 15,-3 0 10-15,3 0 5 0,0 0 8 0,0 0 20 16,0 0-8-16,0-9 4 0,-1 9-13 0,1-9-8 16,-3 9-5-16,3-6-5 0,-3 6-9 0,0 0-3 15,0 0-9-15,0 0-7 0,0 0-2 0,0 0-9 16,0 0-1-16,3 0 1 0,-3 0 4 0,0 0-1 15,0 0 7-15,0 0-1 0,0 0 1 0,3 0-1 16,-3 6 4-16,0-6-5 0,0 6 5 16,3-1 3-16,-3-5-5 0,0 4 14 0,3-1 11 15,-3-1 18-15,0-2 25 0,0 0 16 0,0 0 16 16,0 0-1-16,0 0 2 0,1 0-9 0,-1 0-26 16,0 0-12-16,3 0-29 0,1-13-5 0,2 4-1 15,1-3 9-15,2-1 7 0,2 0-10 0,-2-2 4 16,2 2-9-16,-2-3-4 0,-2 4 7 0,2 0-7 15,1 1-6-15,-6 4 0 0,-1 0-6 0,0 3-6 16,-3 1 2-16,0 3-10 0,0 0 1 0,0 0-1 16,0 0-3-16,0 0 8 0,0 0-1 0,0 0 4 15,0 11 6-15,-10-2-5 0,0 2-1 0,1-3 4 16,-1 5-2-16,4-4 2 0,-2 0 2 16,2 0-2-16,0-3-33 0,3-2-47 0,3-4-62 0,0 4-48 15,0-4-2-15,0 0 0 0,0 0 2 16,0 0-32-16,9 0-173 0,5 0-86 0,-2 0 61 15</inkml:trace>
  <inkml:trace contextRef="#ctx0" brushRef="#br0" timeOffset="-8834.05">-677 1406 1517 0,'0'0'-7'0,"0"0"0"16,0 0 12-16,0 0 18 0,0 12 6 0,0-12 10 15,0 10-13-15,0-10-16 0,0 10 1 0,0-10-13 16,7 9 4-16,-7-4 12 0,0-5 14 0,10 6 28 15,-10-6 20-15,0 0 15 0,3 0 15 16,-3 0 13-16,0 0 8 0,4 0-17 0,-4 0-28 16,0 0-34-16,0 0-18 0,0 0 12 0,0-11 3 15,0 2 6-15,0 0-15 0,0 1-17 0,0 1-2 16,0 0 0-16,0 7-5 0,0-6 6 0,0 6-12 16,0 0-6-16,0 0 2 0,0 0-12 0,0 0 4 15,0 0-4-15,0 0 3 0,0 0-2 0,0 0 5 16,0 0 6-16,0 0-2 0,0 0 0 0,0 0 2 15,-7 0-2-15,7 0 2 0,-7 9 0 0,7-9-3 16,-3 6-3-16,3-6 4 0,0 0 4 0,0 0-3 16,0 0-1-16,0 0 0 0,0 0 5 15,0 0 1-15,0 0 13 0,0 0-1 0,0 0-4 16,0 0 8-16,0 0-10 0,10 0-2 0,-10-9 2 16,7 9-6-16,-1-6-2 0,-6 6-2 0,6-7-4 15,-6 7-2-15,3 0-2 0,-3 0 1 0,3 0 1 16,-3 0-2-16,0 0 10 0,0 0-4 0,0 0-2 15,0 0 4-15,0 0-8 0,0 0 8 0,0 0 2 16,0 0 1-16,0 8 0 0,0-8 2 0,0 8-3 16,0-2 0-16,-9-1 2 0,9 1-6 0,-9-2-2 15,2 1-2-15,7 0 0 0,-10 1 2 16,10-3 0-16,-4-1 4 0,4 1-2 0,-6 0-3 16,6-2 5-16,0-1-6 0,0 0 6 0,0 0 5 15,0 0 5-15,0 0 9 0,0 0 5 0,0 0 4 16,13 0 1-16,-3-10 6 0,0 1 3 0,-4 0 13 15,2 2 7-15,1-1 7 0,-3-1-6 0,2 3-4 16,-5-2 2-16,3 1-5 0,-3 1 2 0,0 1-2 16,-3 3-15-16,0-2-4 0,0 4-18 0,0 0-13 15,0 0-1-15,0 0-12 0,0 0 7 0,0 0-1 16,0 0-6-16,0 0 3 0,0 0 6 0,-12 0 4 16,12 11-8-16,-11 0 5 0,5-2-5 0,-3-2-4 15,-2 2 15-15,5 0-4 0,-1-1 1 16,4-1 2-16,-4 0-5 0,4-2-4 0,2 1 6 0,-2-3-12 15,0 0-7-15,3-1-23 0,0-2-41 16,0 0-49-16,0 0-61 0,0 0-57 0,0 0-49 16,0 0-41-16,0 0-83 0,0 0-192 0,0-14 64 15,0 4 101-15</inkml:trace>
  <inkml:trace contextRef="#ctx0" brushRef="#br0" timeOffset="13841.68">-925 1678 56 0,'-3'3'-4'0,"0"3"2"15,0-6 2-15,0 1 7 0,2 1 19 0,-2-1 22 16,3 1 40-16,0 0 65 0,-3-2 88 0,3 0 29 16,0 0-5-16,-3 0-57 0,3 1-100 15,0 0-56-15,-4-1-31 0,4 2-19 0,-3-2-4 0,3 0 3 16,-3 0-10-16,2 0 6 0,-2 2-7 16,0 1-32-16,-3 1-49 0,3 0-94 0,-5 2-121 15,2 1-35-15,-3 2 53 0</inkml:trace>
  <inkml:trace contextRef="#ctx0" brushRef="#br0" timeOffset="15770.9">-1181 1894 1563 0,'12'0'33'0,"-12"-8"21"0,0 8 16 0,4 0 32 16,-4-9-9-16,0 9 8 0,0-5 8 15,0 1-4-15,0 4-7 0,0-6-10 0,0 3-8 16,0-2-20-16,0 4-7 0,0 1-18 0,0 0-15 15,0 0-9-15,0 0-12 0,0 0-1 0,0 0-7 16,0 0-4-16,0 0 1 0,0 0-2 0,0 0 8 16,0 0 3-16,0 0 2 0,0 0 3 0,0 0-2 15,0 0 5-15,13 0-4 0,-3 6-1 0,-1-6 0 16,-1 0 0-16,1 0 7 0,2 0-1 0,-2 0-2 16,1 0 4-16,-1 0-1 0,2 0 21 0,3 0 26 15,-2-15 24-15,-1 2 29 0,1-2-9 16,-2 0-26-16,-1-3-26 0,-1-1 15 0,-2 1 1 15,-3-1 8-15,-3 0 4 0,0 1-26 0,0 1 1 16,0 2 12-16,-15 4-2 0,4 0-22 0,1 3-19 16,-2 2-24-16,1 3-4 0,2 1-5 0,-2 2 6 15,2 0 3-15,1 0-1 0,-1 0-7 0,-1 16 3 16,4-3-6-16,-2-1 10 0,2-1 2 0,0 2-2 16,0 0 1-16,4-2-14 0,-1-1-10 0,3-1-11 15,0-2-5-15,0-3 0 0,0 3 9 0,0-4 10 16,0 0 10-16,11-3 8 0,-2 0 14 0,-1 0 0 15,1 0 12-15,1 0-5 0,2-13 6 0,-1 5 21 16,3-4 13-16,-5 2 30 0,5-1 19 0,-5-2 8 16,-2 4-4-16,-1-1-2 0,0 3-27 0,-4 1-21 15,-2 1-8-15,0 0-27 0,0-1 2 16,0 6-9-16,0 0-14 0,-14 0-4 0,4 0-6 16,-3 0 7-16,3 0 1 0,-4 16-2 0,2-3 2 15,-2 2-8-15,-2 3-15 0,2 2-9 0,2 3-5 16,-2 0 11-16,4 3 4 0,0-4-5 0,4 2-24 15,2-3-12-15,1-1 3 0,3-5 19 0,0-2 14 16,0-2 16-16,0-4 3 0,0-1 11 0,10-6 17 16,-10 0-10-16,10 0 18 0,-10 0 9 15,10 0 23-15,-1 0 10 0,-4-16 0 0,4 2-3 0,0-3-14 16,-1 5 12-16,1-3 6 0,-2 0-17 16,-1 2-6-16,-3 2-16 0,0 2-27 0,2 2 6 0,-5 7-5 15,0-1-8-15,0 1 4 0,0 0-14 16,0 0-2-16,0 0-12 0,0 0-1 0,0 0-4 15,0 0-14-15,0 0 9 0,-8 8 0 0,8-8 22 16,-6 10 8-16,6 0-6 0,-9-1-3 0,5 2-28 16,-2 1 1-16,0-1 11 0,1 1 5 0,2-2 22 15,0-2-5-15,0-3 7 0,0 0-1 0,3-3 5 16,0 1 7-16,0-3-11 0,0 0 8 0,0 0-3 16,0 0-1-16,0 0 2 0,0 0 2 0,0 0 5 15,9-11-5-15,-1 0 8 0,-8 3-4 0,9-3-8 16,-2 2 7-16,-1-1 9 0,0-3 21 15,0 2 6-15,-4 2 6 0,1 1-14 0,-3 2-19 16,0 1-3-16,0 5-5 0,0 0-13 0,0 0-4 16,0 0-5-16,0 0-1 0,0 0 8 0,0 0 1 15,-8 0 1-15,8 11-3 0,-9-2 1 0,9-2 10 16,-7 2-7 0,1 0 6-16,-3 4-1 0,4-2-17 0,-1 2 5 15,-3 1 6-15,4-3-2 0,-1-3 3 0,3 3-4 0,0-5-3 0,3-3-5 0,-3 0 4 16,3 2 5-16,0-5 0 0,0 0 11 0,0 0-1 15,0 0 8-15,0 0-4 0,0 0-7 0,0 0 12 16,9 0-18-16,-9 0 3 0,0-9 9 0,6 9-13 16,-6 0 13-16,5-8-4 0,1 8-4 15,-6-7 4-15,3 7-4 0,0-4-4 0,0 4-1 16,-3-5 4-16,3 5-1 0,-1 0 7 0,-2-2 0 16,0 2 0-16,0 0 0 0,3 0-2 0,-3 0 5 15,0 0-2-15,0 0 6 0,0 0 9 0,0 0 10 16,0 0 9-16,0 0 0 0,0 0-5 0,0 0 3 15,0 0-11-15,0 0 11 0,0 0-3 0,0 0-3 16,0 0-7-16,0 0-8 0,0 0 12 0,0 0-8 16,0 0 6-16,0 0-11 0,0 0-6 15,0 0-3-15,0 0 0 0,0 0 10 0,0 0-13 0,-8 0 5 16,8 0-2-16,0 0-2 0,0 0 1 16,-6 0-1-16,6 0-3 0,0 0 5 0,0 0 10 15,0 0-6-15,0 0-3 0,0 0 3 0,0 0-2 16,-6 0 2-16,6 0 0 0,0 0-8 0,0 0 11 15,0 0-2-15,0 0 9 0,0 0-2 0,0 0-4 16,0 0-6-16,0 0 2 0,0 0-1 0,0 0-2 16,0 0 8-16,0 0-2 0,0 0-3 0,0 0-13 15,0 0-1-15,0 0 8 0,0 0 1 0,0 0 4 16,0 0-3-16,0 0-15 0,0 0 12 0,0 0 5 16,0 0-6-16,0 0 0 0,0 0 1 0,0 0-3 15,0 0-1-15,0 0 6 0,0 0-3 16,0 0 0-16,0 0 10 0,0 0-14 0,0 0 4 0,0 0 6 15,0 0-16-15,0 0 17 0,0 0-7 16,0 0-3-16,0 0 13 0,0 0-15 0,0 0 7 16,0 0-2-16,0 0 0 0,0 0 8 0,0 0-8 15,0 0-10-15,0 0 7 0,0 0-3 0,0 0-1 16,-11 0 13-16,11 0-9 0,0 0 4 0,0 0-8 16,0 0 4-16,0 0 3 15,0 0-4-15,0 0 12 16,0 0-15-16,0 0 5 0,0 0 2 0,0 0-7 0,0 0 8 0,0 0-8 0,0 0 7 0,0 0 10 15,0 0-1-15,0 0 3 0,0 0-12 0,0 0-6 16,0 0 3-16,0 0-3 0,0 0 4 0,0 0 5 16,0 0-7-16,0 0 1 0,0 0 3 15,0 0-4-15,0 0 6 0,0 0 1 0,0 0 6 16,0 0-11-16,0 0-2 0,0 0 4 0,-12 0-4 16,12 0 3-16,0 0 6 0,0 0-4 0,0 0 0 15,0 0-1-15,0 0-3 0,0 0 2 0,0 0 0 16,0 0 4-16,0 0-3 0,0 0 6 0,0 0-12 15,0 0 6-15,0 0 5 0,0 0-5 0,0 0-3 16,0 0 6-16,0 0-3 0,0 0-11 0,0 0 14 16,0 0 0-16,-8 0-6 0,8 0 2 15,0 0 2-15,0 0-13 0,-6 0 6 0,6 0 4 0,0 0 2 16,0 0-4-16,0 0 10 0,0 0 0 16,0 0-5-16,0 0 5 0,0 0-15 0,0 0 9 15,0 0 3-15,0 0-13 0,0 0 13 0,0 0-9 16,0 0 4-16,0 0 9 0,0 0-7 0,0 0 8 15,0 0-11-15,0 0 0 0,0 0 7 16,0 0-4-16,0 0 2 0,0 0 11 0,0 0-15 0,0 0-5 16,0 0 5-16,0 0-10 0,0 0 11 0,0 0 5 15,0 0-2-15,0 0 5 0,0 0-4 0,0 0 0 16,0 0 3-16,0 0-16 0,0 0 20 0,0 0-13 16,0 0-9-16,0 0 15 0,0 0-9 0,0 0 2 15,0 0 7-15,0 0-3 0,0 0-9 0,0 0 16 16,0 0 5-16,0 0-3 0,0 0 0 15,0 0-20-15,0 0-5 0,0 0 6 0,0 0-3 16,0 0 7-16,0 0-2 0,0 0 7 0,0 11-5 16,0-11 8-16,0 0-3 0,0 0-5 0,0 0 11 15,0 0-12-15,0 0 6 0,0 0 3 0,0 0-5 16,0 0 6-16,0 0-4 0,0 0-12 0,0 0 11 16,0 0-8-16,0 0-1 15,0 0 4-15,0 0-18 0,0 0-10 0,0 0-13 0,0 0-15 0,0 0-20 16,0 0-40-16,0 0-45 0,0 0-63 0,0 0-65 15,0 0-42-15,0 0-33 0,0 0-17 0,0 0-65 16,0 0-119-16,0 0 61 0,0 0 99 0</inkml:trace>
  <inkml:trace contextRef="#ctx0" brushRef="#br0" timeOffset="139058.51">-1333 1905 305 0,'0'0'2'15,"0"-6"0"-15,0 6 2 0,0-5-23 0,0 5-54 16,0-4-5-16,0 4-2 0</inkml:trace>
  <inkml:trace contextRef="#ctx0" brushRef="#br0" timeOffset="139627.97">-1317 1838 1148 0,'0'0'9'0,"10"0"-9"0,-10 0-5 15,0 0 13-15,7 0-17 0,-7 0 17 0,0 0 2 16,0 0-5-16,0 0 26 0,0 0-5 0,0 0 17 16,0 0 8-16,0 0-7 0,0 0 11 0,0 0 2 15,0 0-2-15,0 0-14 0,0 0 4 16,0 0-12-16,0 0-12 0,0 0 6 0,0 0-20 0,0 0-5 16,0 0-5-16,0 0 2 0,0 0 1 15,0 0 2-15,0 0-2 0,0 0-6 0,0 0-1 16,9 0 4-16,-9 0 8 0,0 0-2 0,11 0 5 15,-11 0 1-15,6 0-2 0,-6 0 11 0,6 0 15 16,-6 0 17-16,0 0 8 0,0 0 12 0,0 0 11 16,0 0-4-16,0 0 7 0,0 0-6 0,0 0-13 15,0 0-4-15,0 0-11 0,0 0-8 0,0 0-18 16,0 0-6-16,0 0 0 0,0 0-6 0,0 0 2 16,0 0-5-16,0 0-7 0,0 0 6 0,-6 0-3 15,6 0-10-15,0 0 0 16,0 0-3-16,0 0-4 15,0 0 4-15,0 0 4 0,0 0-8 0,0 0 6 0,0 0 6 0,0 0-4 0,0 7 4 16,0-7-4-16,0 0 5 0,0 8-2 0,0-8 0 16,0 4 7-16,9-4-10 0,-1 0 6 0,-8 0 1 15,6 0-2-15,1 0 2 0,-1 0 11 0,-3 0-4 16,-3 0 8-16,7 0 3 0,-7 0-15 0,0-9 5 16,0 9-11-16,0-9 5 0,0 4-3 0,0-3 6 15,0 3-4-15,0 0-2 0,0 5-11 0,0-4-25 16,-10 4-38-16,10 0-57 0,-13 0-54 15,1 0-83-15,1 11-219 0,-3 1-50 16,2 1 69-16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5:43.97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-1362-3717 1221 0,'-12'0'1'0,"1"0"-1"0,2 0 6 0,3 0-3 16,-2 0 5-16,1 0 10 0,-1 0-6 0,-1 0 13 16,0 0 9-16,1 0 1 0,-1 0 5 0,1 0-8 15,1 0-12-15,1 0-11 0,0 0-1 0,0 0-11 16,1 0 4-16,-1 0 11 0,1 8-5 0,-1-1 15 16,0 0 0-16,2-1-2 0,-2-2 13 0,1 2 6 15,1 1 5-15,-1 0 9 0,0-1 2 0,-1 0-18 16,0 1-8-16,2 0-21 0,-4-1-13 15,5 0 2-15,-1 1-4 0,-1-1 6 0,0-2-2 16,2 1-1-16,2-1 0 0,-1-1 1 0,1-1-5 16,-1 0 3-16,2-1 1 0,-1 0-1 0,-1 3 2 15,1-3-1-15,1 1 1 0,0 1-2 0,-2-1 3 16,2 4 3-16,0-5 25 0,-4 6 19 0,4 0-1 16,-3 3 10-16,0 1 72 0,-3 2-18 0,1 6 4 15,-4 0-17-15,3 4-96 0,-2-4-1 0,2 0-2 16,2 5 2-16,-6-6 0 0,9 1 2 0,-2-6-3 15,3 5 0-15,0-6-1 0,0 3 3 0,0 0 3 16,0 1 0-16,0 0 1 0,0 0-4 16,0 1 3-16,0-1-6 0,0 1 1 0,0-4 1 15,0-1-6-15,0-1 5 0,7-2 5 0,-7-1 4 16,11-2-2-16,0-1 2 0,1 2-5 0,-1-1-3 16,5-1 9-16,2 2-6 0,4-1 10 0,2-1 6 15,3-1-6-15,7-2 10 0,1-2-13 0,6 0-8 16,4 0 0-16,2-12 1 0,2 0 2 0,-2 2 3 15,-1-1 5-15,-5-1 38 0,-3-1 32 0,-7 1 14 16,-3-5 24-16,-4-1-40 0,-3-4-31 0,-5-3-18 16,-3-3-27-16,-2-3-8 0,-7-2 6 15,-4 2 4-15,0-2-4 0,-15 0 7 0,-3 1-8 0,-5 0-3 16,-3 4 10-16,-2 1 2 0,-1 4 10 16,-3 1-2-16,4 5-1 0,3 0-10 0,2 5-77 15,3 4-102-15,6 0-143 0,2 3-205 0,3 3-172 16,2 2 103-16</inkml:trace>
  <inkml:trace contextRef="#ctx0" brushRef="#br0" timeOffset="29624.62">-1675-3045 892 0,'0'0'3'0,"0"0"9"0,0 0-5 0,0 0 12 16,0 0 17-16,0 11 2 0,0-11 8 0,0 8-5 16,0-8-18-16,0 7 8 0,0-7-2 0,0 7 5 15,0-7 13-15,0 0-2 0,0 1 17 0,7-1 1 16,-7 0-6-16,0 0 3 0,7 0 2 0,-7 5 2 15,0-5 13-15,0 4-13 0,0-4-8 0,0 0-5 16,0 2-13-16,0-2-5 0,0 0-10 0,0 0-5 16,0 0-12-16,0 0-1 0,0 0-1 15,0 0-8-15,0 0 5 0,0 0-4 0,0 0-5 0,0 0 3 16,0 0-5-16,0 0 2 0,0 0-2 16,0 0 1-16,0 0 3 0,0 0 2 0,0 8 5 15,0-8 2-15,0 9-1 0,0-1 1 0,0-3 0 16,0 0-4-16,0 1 0 0,0-2 1 0,7-1-2 15,-7 1 7-15,9-2 1 0,-9-2 2 0,6 0 5 16,2 0 0-16,-5 0 3 0,3 0 5 0,-1 0 12 16,-2-11 12-16,0 11 4 0,0-9 4 15,-3 9-12-15,4-9-13 0,-4 9-8 0,0-8-12 0,0 8-5 16,0 0-1-16,0-5-6 0,0 5 0 16,0 0 0-16,0-6-4 0,0 6 6 0,0 0-3 15,-10 0 3-15,10 0-1 0,-8 0 0 0,8 0 0 16,-6 0-7-16,6 0 4 0,-6 0-2 0,3 0 3 15,3 7-2-15,0-7 4 0,0 0 3 0,0 0-7 16,0 7 8-16,0-7-1 0,0 0-1 0,0 0 7 16,0 0-5-16,0 0-1 0,0 0 1 0,0 0-1 15,0 0 7-15,0 0-1 0,0 0-2 0,0 0 4 16,0 0-4-16,0 0 4 0,0 0 7 0,0 0 10 16,0 0 11-16,0 0 6 0,0 0-2 0,0 0-3 15,0 0-7-15,0 0-8 0,0 0-3 0,0 0-11 16,0-7 0-16,0 7-1 0,0-5-5 0,0 5-2 15,0-2-2-15,0 2-5 0,0-4 3 16,0 4-1-16,0 0-4 0,0 0 3 0,0 0-3 16,0 0 2-16,0 0 5 0,0 0-5 0,0 0 3 15,0 0-4-15,0 0 2 0,0 0 6 0,0 0-3 16,0 7 3-16,0-7 0 0,-8 6 2 0,8-6 1 16,0 7 9-16,0-7-3 0,0 0-1 0,-6 0 4 15,6 0-4-15,0 0 3 0,0 0 8 0,0 0 2 16,0 0 5-16,0 0-5 0,0 0-9 0,0 0-2 15,0-9-3-15,0 9 1 0,0-7 3 0,0 7-2 16,0-8-5-16,0 4-1 0,0 4-6 16,0-6-1-16,0 3 2 0,0 3-4 0,0 0 3 15,0-3-8-15,0 3-3 0,0 0 0 0,0 0-4 16,0 0 2-16,0 0 2 0,0 0 4 0,0 0 6 16,0 0 4-16,0 10 0 0,0-10-3 0,0 8 4 15,0-2 1-15,0 0 0 0,0-3 4 0,0-3-7 16,0 7 5-16,0-5 6 0,0-2-3 0,0 0 3 15,0 0 4-15,0 0-3 0,0 0 4 0,0 0 3 16,0 0 2-16,0 0-2 0,0 0 0 0,0-9-5 16,0 9-4-16,0-9 0 0,0 1-4 15,0 4-1 1,0-2-6-16,-10 0 2 0,10 2 4 0,0 1-2 0,-7-1 0 0,7 2-10 0,0 2-4 0,-4 0-1 16,4 0-2-16,0 0 1 0,0 0-3 15,0 0-1-15,-5 0 7 0,5 0 3 0,0 0 5 16,0 0 4-16,0 9-1 0,0-9-1 0,0 10-1 15,0-2 4-15,0-2-4 0,0 0 4 0,0 1-2 16,0-2-4-16,0-1 4 0,0-2-3 0,0-2 7 16,0 0 3-16,0 0 4 0,0 0 17 0,0 0 29 15,0 0 29-15,0 0 24 0,0 0 2 0,0 0-21 16,0 0-27-16,0 0-23 0,0 0-6 0,0 0-8 16,0 0-4-16,0-9-3 0,0 9-7 15,0-11-5-15,0 5-4 0,0 6-6 0,0-6 1 0,0 6 0 16,0-6-4-16,0 6 2 0,0 0-3 15,0 0-4-15,0 0 2 0,0 0 1 0,0 0-2 0,0 0-3 16,0 0-5-16,0 0-4 0,0 0-5 16,0 0 5-16,0 0 3 0,0 0 1 0,0 0-3 15,0 0 3-15,0 0 3 0,0 0 1 0,0 0 10 16,0 0 1-16,0 0 6 0,0 0-1 0,0 0-1 16,0 0 2-16,0 0-2 0,0 0 0 0,0 0 5 15,0 0-5-15,0 0-5 0,0 0 3 0,0 0-6 16,0 0-18-16,0 0-19 0,0 0-24 0,0 0-16 15,0 0 8-15,0 0 0 0,0 0 26 0,0 0 14 16,0 0 11-16,0 0 19 0,0 0-2 16,0 0-5-16,0-5 1 0,0 5-2 15,0-3 3-15,0 3 9 0,0 0-3 0,0-3 4 0,0 3-1 16,0-3-1-16,0 3 2 0,0-2 2 0,0 2-3 16,0 0 2-16,0-1 0 0,0 1 1 0,0 0 0 15,0 0 0-15,0 0-4 0,0 0-4 0,0 0 4 16,0 0-2-16,0 0 4 0,0 0 0 0,0 0 0 15,0 0 1-15,0 0-1 0,0 0 2 16,0 0-6-16,0 0 6 0,0 0 4 0,0 0 0 0,0 0 0 16,0 0 3-16,0 0-2 0,-7 0 2 0,7 0 5 15,0 0-3-15,-5 0-5 0,5 0 7 16,-6 0-2-16,6 0 2 0,-3 0 7 0,2 0-13 16,-4 0 1-16,5 0-7 0,-2 0-3 0,1 0 2 0,-1 0 4 15,2 0 0-15,-1 0 1 0,1 0 1 16,0 0-2-16,0 0 1 0,0 0 5 0,0 0 5 15,0 0 1-15,0 0 1 0,0 0-3 0,11-11-7 16,-1 2-1-16,1-4 1 0,2-1-9 0,3 4 11 16,-1-4-7-16,2 2 1 0,-2 1 3 0,-2 1-11 15,0 2 5-15,-3 0 1 0,-4 2 11 0,-1 1 16 16,-2 1 3-16,-3-1-1 0,4 4-6 0,-4-1-18 16,0 1-8-16,0 1-6 0,0 0-12 0,0 0 3 15,0 0 5-15,-12 0 2 0,0 0 4 16,5 9-4-16,-3 2-7 0,1-5 2 0,-1 0 6 0,2 3 6 15,-1-1 9-15,0-1-8 0,1 2-3 16,1-1 1-16,-1-1-4 0,0 1 7 0,4 0-1 16,-2-2 0-16,3-2 6 0,0-2-2 0,0 3 7 15,3-4-1-15,0-1-6 0,0 0 9 0,0 0-3 16,0 0 3-16,0 0 4 0,0 0-7 0,0 0 5 16,0-11-1-16,9 11-2 0,-2-12 2 0,3 0 0 15,0 2 6-15,-1 1 1 0,2-1 0 0,3-1 1 16,-2-2 2-16,-2 0 0 0,1 3 8 0,-2-2 0 15,-1 2-1-15,-2 1-2 0,-2-1-12 0,-2 5-13 16,2 1-12-16,-4 1-1 0,0 2-4 0,0 1-2 16,0 0 5-16,0 0-3 0,0 0 14 15,0 0 0-15,0 15 2 0,-10-3 1 0,1-1-14 16,0 0 7-16,1 2-5 0,-1 0 4 0,3-2 2 16,-3 0 7-16,4-1-1 0,-2-1-5 0,2-2 2 15,2-1-2-15,1-1 3 0,1 0 2 0,1-2 9 16,-3-1-7-16,3-2 7 0,0 0-3 0,0 0-1 15,0 0-3-15,0 0-4 0,0-11 3 0,0 11 2 16,12-13 0-16,-1 4 4 0,-2-1-9 0,1-2 2 16,3-2 1-16,-1-1-3 0,1 0 3 15,1-1 1-15,0-3 2 0,-1-1-7 0,-2 3 6 0,0 3-12 16,-4 0 6-16,-1 6 1 0,-1 1 1 16,-4 1-2-16,-1 1-13 0,0 3-3 0,0 2-1 15,0 0 1-15,0 0 9 0,-13 0-2 0,2 15 2 16,0-2 4-16,1 5 2 15,-2-3 3 1,-2 0 0-16,0 2-1 0,-1 0-10 0,3-2 10 0,-2-2-8 0,4 1 5 0,-2-4 3 0,4 1-5 0,0-2 4 16,1-2-6-16,1-1 1 0,1-1 7 0,2 0 0 15,2-3 11-15,-2 1 0 0,3-1-9 0,-4-2 2 16,4 0-2-16,0 0 3 0,0 0 4 0,0 0 3 16,0 0-10-16,0 0 2 0,0 0-1 0,11-12-4 15,-11 2 12-15,11 10-3 0,-2-7-1 16,0-1-1-16,-1-1-5 0,1 1-2 0,3-1 0 15,0 0 1-15,0-3 0 0,3-1 1 0,-3 0-1 16,-1 0 1-16,0 0-4 0,-4 4-5 0,-1 1 8 16,-1 1-2-16,-2 2-3 0,0 4 2 0,-3-2-13 15,0 3 1-15,0 0-2 0,0 0 1 0,0 0 8 16,0 0-4-16,0 0 11 0,-11 13 2 0,2 0-3 16,-1 1 3-16,1-4-1 0,-5 5 0 0,2-3-2 15,-2 2-1-15,0-1-1 0,2-2-2 0,2-3 0 16,-1 3 6-16,2-3-3 0,1-3 3 0,1 4-1 15,2-6-2-15,1 1 0 0,1 0-4 0,-1-2 7 16,1-1 3-16,3-1 0 0,0 0 4 16,0 0 0-16,0 0-3 0,0 0 6 0,0 0-5 0,0 0-2 15,0 0-5-15,10-11-3 0,-10 11 7 16,10-9 2-16,-1 1 2 0,-1 2 3 0,3 0-1 16,-2-1-5-16,1-1-4 0,-1 2 6 0,5-3-5 15,-3 1 1-15,-1-2 4 0,-1 0-6 0,-1 2 2 16,-2-1 6-16,-1 2-7 0,-1 0 0 0,-2 6 1 15,1-2-5-15,-3 3 7 0,0 0-9 0,0 0-2 16,0 0-5-16,0 0-3 0,0 0 6 0,0 0-3 16,0 0 9-16,-12 0-1 0,12 9-2 15,-10-2 1-15,0-7 0 0,5 10 0 0,-2-3 3 0,-1-1 5 16,2 0 0-16,0-1-1 0,1 0 4 16,1-2-2-16,-1 2-5 0,4-3 2 0,-4 0-6 15,1 0-2-15,4-2 8 0,0 0 3 0,-2 0-2 16,2 0 2-16,0 0-5 0,0 0-1 0,0 0 8 15,0 0-2-15,0 0-4 0,0 0 2 0,0 0-2 16,0 0-8-16,0 0 9 0,0 0-8 0,0 0-1 16,0 0 12-16,0 0-5 0,0 0 4 0,0 0-3 15,0 0-5-15,0 0 3 0,0 0 0 0,0 0-1 16,0 0 1-16,0 0 0 0,0 0 4 0,0 0-3 16,0 0-1-16,0 0 0 0,0 0-3 15,0 0 8-15,0 0-6 0,0 0 0 0,0 0 2 16,0 0-1-16,0 0 7 0,9 0 1 0,-9 0-5 0,0 0-4 15,0 0 1-15,0 0 1 0,6 0 1 16,-6 0 5-16,0 0-4 0,0 0-1 0,0 0 2 16,0 0-2-16,0 0 0 0,0 0 2 0,0 0 4 15,0 0-3-15,0 0 2 0,0 0-4 0,0 0 0 16,0 0 0-16,0 0-2 16,0 0-1-16,0 0 4 0,0 0 0 0,0 0-5 0,0 0 10 0,0 0-8 15,0 0 0-15,9 0 6 0,-9-8-10 0,0 8 3 16,0 0-1-16,7-7 2 0,-7 7 0 0,0 0-1 15,0-5-3-15,0 5 1 0,0 0 2 0,0 0 2 16,0 0-6-16,0 0-1 0,0 0 1 0,0 0 0 16,0 0 7-16,0 0-3 0,0 0 1 15,0 0-2-15,0 0 2 0,0 0 2 0,0 0 2 16,0 0-3-16,0 0-2 0,0 0 4 0,0 0-8 16,0 0 7-16,0 0 7 0,0 0-8 0,0 0 8 15,0 0-3-15,0 0-3 0,0 0 2 0,0 0-4 16,0 0-1-16,0 0-1 0,0 0 7 0,0 0-2 15,0 0 2-15,0 0 1 0,0 0-8 0,0 0 8 16,0 0-5-16,0 0-3 0,0 0 3 16,0 0 0-16,0 0-1 15,0 0 1-15,0 0 1 0,0 0-4 16,0 0 5-16,0 0-1 0,0 0-2 0,7 0 5 0,-7 0-7 0,0-6-5 0,9 6 6 0,-9-6-8 16,6 3 9-16,-6 3 0 0,0 0 5 15,5-2-5-15,-5 2 3 0,0-3-6 0,0 3-7 16,0 0 7-16,0 0-5 0,0-1 16 0,0 1-8 15,0 0-3-15,0 0 5 0,0 0-12 0,0 0 10 16,0 0 6-16,0 0-9 0,0 0 8 0,0 0-7 16,0 0-3-16,0 0 13 0,0 0-13 0,0 0 5 15,0 0-2-15,0 0-5 0,0 0 8 0,0 0-1 16,0 0-1-16,0 0 1 0,0 0-5 0,0 0 6 16,0 0 0-16,0 0-3 0,0 0 5 0,0 0-6 15,0 7 4-15,0-7-3 0,-5 5 0 16,5-5-2-1,-7 5 2-15,7-5 2 16,-5 3 1-16,2 0 3 0,3 0-3 0,-3 0 1 0,3-2-4 0,-3-1 5 0,2 2 2 0,-1-1-3 0,2 1 7 16,-2-2-4-16,2 0 0 0,0 0-1 0,0 0-4 15,0 0-1-15,0 0 1 0,0 0 3 0,0 0 3 16,0 0 0-16,0 0 1 0,0 0-4 0,0-8-4 16,0 8-1-16,0 0 8 0,8-7-2 0,-8 2-2 15,6-1 5-15,-1 3-9 0,1-1 5 0,-3 0-2 16,0-1-4-16,1 0 3 0,-1 2-3 0,-1 2 3 15,1 0 1-15,0-1-4 0,-3 2-1 0,0 0 3 16,0 0-3-16,0 0-4 0,0 0 8 0,0 0-9 16,0 0 1-16,0 0 11 0,0 0-9 15,0 0 6-15,0 0-3 0,0 0-1 0,0 0 4 16,0 7-6-16,0-7 6 0,0 0-4 0,0 0 7 16,0 0 1-16,-6 0 2 0,6 0 1 0,0 6-8 15,0-6 4-15,-5 0 1 0,5 0-1 0,0 0 0 16,0 0-4-16,0 0 2 0,0 0 3 0,0 0 1 15,0 0 0-15,0 0-2 0,0 0 4 0,0 0-3 16,0 0 7-16,0 0 1 0,0 0 9 0,0 0 8 16,0 0 6-16,0 0 4 0,0 0-17 0,0 0 3 15,0 0-10-15,0 0 1 0,0 0 4 16,0 0-6-16,0 0 0 0,0 0-5 0,0 0-1 16,0 0-7-16,0 0 9 0,0 0-9 0,0 0 1 15,0 0-2-15,0 0-4 0,0 0 6 0,0 0-6 16,0 0 6-16,0 0-3 0,0 0 4 0,0 0 1 15,0 0-4-15,0 0 10 0,0 0 0 0,0 0 9 16,0 0 14-16,0 0 6 0,0 0 1 0,0 0-2 16,0 0-4-16,0 0-17 0,0 0-5 0,0 0-3 15,0 0-5-15,0 0 0 0,0 0-4 0,0 0 1 16,0 0-1-16,0 0 0 0,0-9 3 0,0 9-21 16,0 0-41-16,0 0-84 0,0 0-124 0,0 0-109 15,0-9-63-15,0 9-80 0,0 0-162 0,0-4 127 16</inkml:trace>
  <inkml:trace contextRef="#ctx0" brushRef="#br0" timeOffset="34385.33">-1235-3669 1870 0,'2'-5'8'0,"-2"3"11"0,0-2 13 0,0-1-1 16,0 5-2-16,0-2-9 0,0 0-17 0,0 1-3 15,0-1-29-15,-9 1-46 0,9-1-77 0,0 1-118 16,0-1-132-16,0 0-29 0,0 2 80 0</inkml:trace>
  <inkml:trace contextRef="#ctx0" brushRef="#br0" timeOffset="34549.75">-1141-3749 2028 0,'2'-5'16'0,"-1"4"9"0,-1-2 6 16,0 3-1-16,2-3-19 0,-1 1-12 0,1-2-6 15,-2-1-11-15,5 2-9 0,-2-4-29 0,3-2-61 16,3 1-63-16,0-2-87 0,2 0-153 0,2-1 6 16,-1-1 75-16</inkml:trace>
  <inkml:trace contextRef="#ctx0" brushRef="#br0" timeOffset="34717.98">-884-3987 1709 0,'11'-7'8'16,"-2"0"20"-16,-2 1 27 0,-1-2 26 0,2 1 14 0,-3 0 0 15,-4 1-18-15,2-2-25 0,0 2-20 16,-1 1-21-16,-1 0-3 0,-1 2-3 0,0-1-2 16,0 3-5-16,0 0-1 0,0-3-26 0,0 4-29 15,0-1-37-15,0 1-65 0,0-3-46 0,0 3-17 16,0 0-80-16,0-1-68 0,0-2 40 0,9-1 47 16</inkml:trace>
  <inkml:trace contextRef="#ctx0" brushRef="#br0" timeOffset="35013.94">-787-4173 1729 0,'-9'0'22'0,"0"8"20"15,0-8 26-15,3 0 26 0,-2 0 7 0,2 0 5 16,2 0-4-16,1 0 2 0,-2 0-7 0,0 0-4 16,4 0-3-16,-2 0-10 0,1 0-8 0,-1 0-9 15,2 0-13-15,-2 0-11 0,1 0-18 0,-1 0-7 16,3 0-12-16,-1 0-13 0,1 0 4 0,0 0-8 15,0 0 9-15,0 0 3 0,0 0 3 0,0 0 15 16,0 4 4-16,16-4 1 0,1 0-6 0,1 0-10 16,4 0-5-16,-3 0-10 0,4 0 4 0,0 0 3 15,0 0-1-15,-4 0 15 0,3 0-4 16,-7 0-4-16,-1 0-5 0,-2 0 1 0,-6 0 6 0,0 0-4 16,-3 0 7-16,-3 0-3 0,0 0-6 15,0 12-15-15,0-4-72 0,-12 6-81 0,-2 0-81 16,-3 3-73-16,-1 6-126 0,-3 0-136 0,-3 1 81 15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0:58.88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2453 2490 1831 0,'0'13'0'15,"-11"4"4"-15,-5 1 1 0,-4 3 4 0,-3 3-1 16,-1 2 0-16,-4 2-2 0,1 0-2 0,1 2 2 15,2 0-36-15,4-1-96 0,2-2-228 0,4 0-119 16,2-4 33-16</inkml:trace>
  <inkml:trace contextRef="#ctx0" brushRef="#br0" timeOffset="521.2">2807 2290 2933 0,'0'-27'49'0,"0"3"51"0,0 1 40 0,0 5 43 0,0 1-24 15,-12 4-54-15,12 2-42 0,-11 6-54 16,11 1-19-16,0 4 2 0,0 0 10 0,0 0 0 16,0 0-4-16,14 15 3 0,-1-1-13 0,1 5 9 15,4 1 6-15,1 0-5 0,0 3 11 0,3 0-4 16,-3 2-1-16,1 2-5 0,1-3-1 0,-1-1 1 15,-3 1 4-15,1-4-1 0,-3-3-4 0,-3-3 8 16,-1-2-4-16,-2-4 9 0,-4-1 7 0,-1 0 19 16,-1-6 14-16,-1-1-9 0,-1 0-1 0,1 0-25 15,-2 0-14-15,1 0 3 0,2-14-8 0,2 3 1 16,2 2 3-16,3 1 3 0,3 8 3 0,4-7-3 16,1 7-11-16,5 0 0 0,1 0 4 0,4 0-4 15,-3 13 17-15,1 3-8 0,0 3-3 16,-2 4 9-16,-4 1-15 0,0 6 6 0,-4 1 2 15,-2 3-6-15,-5 2 2 0,-1 1 8 0,-2 1-7 16,-6 3 10-16,0-3-8 0,0-1-2 0,-14 0 6 16,-1-4-11-16,-2-2 17 0,-2-1-9 0,-6-4 2 15,3-4 9-15,-7-2-15 0,-2-6 6 0,1-3 1 16,3-4 23-16,-1-7 15 0,2 0 10 0,2 0 11 16,3-12-11-16,3-2 1 0,4-8-14 0,3 1 6 15,4-4-22-15,7-4 0 0,0-3-9 0,0-1-19 16,15-3 13-16,5 0-9 0,6-2 0 0,1 2 1 15,6 1-25-15,1 3-45 0,1 3-28 0,1 1-84 16,-1 5-94-16,-6 3-112 0,-5 3-126 16,-1 1-158-16,-5 4-135 0,-4-1 157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6:08.65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1246 1743 927 0,'-17'11'35'0,"2"-4"37"0,-2 2 35 0,1-2 52 15,4 0 16-15,1-4 8 0,0 1 4 0,4-2-19 16,-1 0-26-16,4-2-29 0,2 0-40 0,2 0-29 16,0 0-18-16,0-11 0 0,11 0 8 0,5-2 10 15,1 0-4-15,4-1-17 0,10 0-7 0,2-2-11 16,5-1-7-16,8 4 2 0,4-2-1 0,6 2 3 16,8-2 1-16,6 2 1 0,4-2 26 0,7 0 7 15,4 2 9-15,6 0 2 0,1 0-24 0,6 0-10 16,2 2-8-16,3 0-6 0,5 1 0 0,-2 0-2 15,0 0 2-15,-2 1 2 0,1 3-5 0,-7-3 6 16,-4-1-3-16,-4 1 5 0,-5-3-1 0,-6 0-2 16,-5-4 11-16,-5-1 13 0,-10-3 7 0,-7-4 4 15,-5-3 1-15,-9-4-13 0,-8-6-8 16,-4-2 1-16,-9-5-16 0,-5-6-3 0,-6-3 4 16,-6-6-2-16,0-1 22 0,0-4 26 0,-20-2 64 15,-4-1 17-15,-4 2-26 0,-6 0-35 0,-9 1-66 16,-4 3-26-16,-8 3 12 0,-9 1 4 0,-4 6 4 15,-8 2 2-15,-7 5-2 0,-10 4 2 0,-6 4-3 16,-9 4 1-16,-4 7 3 0,-5 3 1 0,-4 4 1 16,-2 3 0-16,-5 1 2 0,2 7 3 0,1 1-7 15,-2 1 8-15,1 5-9 0,-2 0-4 16,2 0 10-16,-1 12-7 0,2 3 4 0,1 0 3 0,1 2 1 16,6 2 11-16,1 1 1 0,7 2 1 15,6 1 8-15,4 0-1 0,9 0-4 0,8 1-1 16,9 2-19-16,10-2-18 0,11 0 6 0,9-1-5 15,13-3-3-15,10 2 10 0,8-3-4 0,12 3 23 16,0 3 5-16,15 6 17 0,5 2 18 0,7 5-19 16,8 5 4-16,8 3-1 0,9 3 0 0,5 3 2 15,9-2 6-15,5 0-17 0,6-3-13 0,4 1-2 16,4-3-1-16,5-1-3 0,-1-4-2 16,1-1 3-16,2-2-4 0,3-3 0 0,-1-1 4 0,1-5-9 15,1-7 1-15,0-1-1 0,-2-6 4 16,0-4 1-16,-4-3-2 0,-5-5 3 0,-3-2-23 15,-5 0-20-15,-7 0-49 0,-5 0-72 0,-4-16-85 16,-8 6-79-16,-6 1-64 0,-7-1-72 0,-7 1-225 16,-4-2 43-16,-5-1 113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5:53.03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17599-81 2261 0,'-11'-10'55'15,"0"-1"67"-15,-2-2 74 0,-1 5 57 0,-3-2-15 16,1 0-37-16,-4 3-52 0,0-1-39 0,0-1-29 16,1 4-21-16,-4 2-27 0,0 3-22 0,3 0-6 15,-1 0-13-15,1 0 7 0,1 11 2 0,2 2-9 16,2 0 12-16,1 2-2 0,8 2 1 0,-2 4 4 15,2 1-12-15,3 1 4 0,3 1-2 0,0 4 4 16,0-2 5-16,0 1-3 0,12-2 1 0,-1-1-4 16,3 2 2-16,-1-2-3 0,0-4 9 15,2-1-3-15,0-4-1 0,0 0 5 0,-1-6-9 0,2-1 1 16,1-5 0-16,3-3 0 0,0 0 3 16,2 0 6-16,1-16 23 0,2-1 2 0,-3 0-4 0,6-3-3 15,-6-3-22-15,1-1-3 0,-3-4 6 16,-2-1-8-16,-4-2 2 0,0 0-2 0,-7-3-8 15,-2-1 0-15,-5 2-27 0,0 1-53 0,0 2-66 16,-22 2-88-16,4 2-94 0,-2 6-63 0,-1 4-94 16,-2 2-230-16,4 3 96 0,-6 7 117 0</inkml:trace>
  <inkml:trace contextRef="#ctx0" brushRef="#br0" timeOffset="150.05">17845-68 3308 0,'22'0'53'0,"-6"0"27"0,-6 0 14 16,-4 0 6-16,-1-14-51 0,-5 3-22 0,0 2-16 16,0-1-4-16,0 0-32 0,0 2-93 0,0-1-121 15,0 1-138-15,0-1-157 0,12-2-283 0,-3 1 125 16</inkml:trace>
  <inkml:trace contextRef="#ctx0" brushRef="#br0" timeOffset="-520.01">15893 94 2134 0,'0'0'19'16,"0"0"21"-16,17-12 32 0,0-2 14 0,1 3-6 15,3-4-11-15,5 1-29 0,4-2-17 0,5-3-11 16,9 4-8-16,2-3 1 0,7 1-18 0,0 1-46 15,6 2-69-15,1 2-82 0,2 2-83 0,-6 2-129 16,-6 3-96-16,-4 0 78 0</inkml:trace>
  <inkml:trace contextRef="#ctx0" brushRef="#br0" timeOffset="-367.85">16233 181 1741 0,'-30'24'29'0,"4"-5"21"0,5-2 27 0,6-5 34 16,6 0 19-16,1-7 34 0,8-1 3 0,0-4-19 15,0 0-48-15,14 0-53 0,11-13-23 0,6 0-17 16,8-2 2-16,11 0-4 0,5-2-41 0,9-2-64 16,7-1-96-16,2 0-136 0,3 0-276 0,0-2 7 15,0 1 92-15</inkml:trace>
  <inkml:trace contextRef="#ctx0" brushRef="#br0" timeOffset="584.03">18678-173 2823 0,'14'0'54'0,"-5"0"68"15,-1 0 66-15,-2-18 54 0,2 1-10 0,-5 2-29 16,0-2-20-16,0 1-11 0,-2-2-23 0,-1 2-17 16,3 1-44-16,-3-1-41 0,0 6-5 0,0-1-33 15,0 3 7-15,0-1-6 0,0 5-15 0,0 0 11 16,0 3-15-16,0-1 0 0,0 0-7 0,0 2-9 15,0 0-11-15,0 0-19 0,0 0-4 0,0 0-6 16,0 0 16-16,0 0 17 0,0 0-2 0,0 0 19 16,-9 0 0-16,9 0 2 0,0 0 14 15,0 0-7-15,0 0 7 0,0 0 4 0,0 0-8 0,0 0 2 16,14 0-3-16,1 0-3 0,2 0 7 16,4 0-1-16,2 0 1 0,1 0 2 0,2 0-8 15,0 0 4-15,-1 0-4 0,-3 0 2 0,-3 11 4 16,0 2-3-16,-6 4-1 0,-4 4-2 0,-2 1 10 15,-7 4-5-15,0 4 6 0,-16 3 0 0,-2 3-11 16,-6 1 13-16,-4 4-12 0,-8 2 4 0,0 0 6 16,-5 1-9-16,3-3 6 0,0-2 0 0,3 0-6 15,7-8 0-15,7-2 3 0,9-5 1 0,6-6 18 16,6-3 12-16,0-7 0 0,20-8-1 0,8 0-17 16,10 0-11-16,8 0 0 0,9-19-31 0,5 2-33 15,9-3-92-15,2 0-108 0,1-1-115 16,-3-3-69-16,0 3-80 0,-6-4-255 0,-2 2 95 15,-3-3 112-15</inkml:trace>
  <inkml:trace contextRef="#ctx0" brushRef="#br0" timeOffset="980.24">19793-262 2647 0,'0'-19'67'0,"0"-2"49"0,0 2 61 16,0-2 72-16,0-3-12 0,-10 5-12 0,0-3-22 15,10 1-24-15,-9-1-21 0,2 4-1 0,-1 0-1 16,-1-2-3-16,1 4-7 0,1 0-25 0,1 4-25 15,-3 0-55-15,-2 3-30 0,0 2-11 0,1 3-21 16,-5 4 17-16,-1 0 0 0,-3 0-4 0,-1 14-2 16,-4-2 9-16,-2 3-10 0,-2 3 11 15,1-1 7-15,0 4-21 0,-1 1 21 0,4 0-4 16,4 2-13-16,1-3 4 0,3 0-4 0,6-1 0 16,2 0 13-16,8-1 6 0,0-1-2 0,0 1 3 15,23-2 9-15,3 3-15 0,4-1-1 0,7-1-7 16,4-1-2-16,4 0 9 0,1 0-3 0,1 1-7 15,-2 0 1-15,-2-1-1 0,-4 0 1 0,-5 2 3 16,-7-1-12-16,-6-1 0 0,-4 2 7 0,-5-4 2 16,-3 5 17-16,-4 1 11 0,-2-4 3 15,-3 3 72-15,0-1 47 0,0 1 13 0,-20-1-3 0,-1-1-72 16,-5-4-44-16,-1-1-21 0,-7-2-4 16,0-1 7-16,-1-1-5 0,-3-2-3 0,3-2 7 15,3-1-19-15,1-2-60 0,6-2-90 0,3 0-137 16,7 0-74-16,5-11-15 0,10-4 27 0,0 1 57 15,0-3-21-15,18-1-70 0,5-4-68 0,2 0-110 16,4 1-221-16,2-3 139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5:18.11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14 170 1550 0,'0'-6'28'0,"0"1"30"16,0-1 25-16,0-1 31 0,0 0-7 0,0 3-15 16,0-5 1-16,-8 1-10 0,3 0-4 0,5 0 7 15,0 0-20-15,0 3-17 0,0-1-22 0,0 0-26 16,0 3-12-16,0 0-9 0,0 3 1 0,0 0 10 15,0 0 18-15,0 0 8 0,0 14-2 0,0-1-8 16,13 0-14-16,-3 2-3 0,2 2 5 16,1 3 5-16,-1-1 3 0,1 3-2 0,-2 2 4 15,1 0-1-15,2 4-2 0,-4-3 1 0,1 3-4 16,1-3 5-16,-1-4 2 0,-2 1 1 0,0-5-2 16,-1-4-2-16,-2 0 1 0,0-6 8 0,-2-1 32 15,-1-4 38-15,0-2 35 0,2 0 22 0,0 0 13 16,-2 0-28-16,0-19-33 0,1 3-31 0,4-1-40 15,-2-3 8-15,1 1 33 0,0-2 27 0,2 3 9 16,-2 0-17-16,-1 0-39 0,-1 2-35 16,1 6-5-16,-3 1-7 0,2 2-1 0,-2 2 0 0,-2 2-5 15,1 0-5-15,-1 3-14 0,1 0-12 16,-2 0-5-16,1 0 0 0,2 0 15 0,0 0 10 16,2 11 0-16,-1-2 4 0,2 2 5 0,2-2 14 15,3 4 2-15,-2-1 1 0,1-1-5 0,1 0-5 16,0 2 0-16,-2-2 13 0,0-3-9 15,0 3 0-15,-3-4 13 0,0 0-13 0,-1-4 12 0,-2 2 8 16,0-3-6-16,0-2 5 0,0 0-5 0,0 0 4 16,1-15 11-16,1 2 16 0,0-6-2 0,1 2-2 15,1-3-25-15,2-6-18 0,-1 0 6 0,1-2-11 16,0 0 14-16,0 0 1 0,-1 0-4 0,-2 2 6 16,2 0-9-16,-2 4-13 0,-2 3-40 15,-1 5-55-15,0 3-74 0,0 2-100 0,-3 2-80 16,0 1-130-16,3 2-157 0,-1 2 31 0,-1 2 122 15</inkml:trace>
  <inkml:trace contextRef="#ctx0" brushRef="#br0" timeOffset="572.98">738 167 1948 0,'0'-4'14'0,"0"-2"20"0,0-1 16 0,0 0 24 15,0 3-3-15,0-3-16 0,0 1-15 0,0 0-21 16,0-1-12-16,0 3 0 0,12-1 15 0,-1 0-1 16,3 4 3-16,-1-4-7 0,2 1-14 0,4 0-3 15,0 4 0-15,1 0-1 0,0 0-1 0,0 0 1 16,1 0-6-16,-4 0 3 0,-1 14 2 0,-2-2 2 15,0-1 2-15,-2 6-3 0,-5-3-1 16,1 4-4-16,-7 0 4 0,-1 4 0 0,0-4 5 0,0 4 1 16,0 0-2-16,-15 2 4 0,2 0-7 15,-3-1 1-15,1-1-4 0,0 2 3 0,0-3 1 0,-2-4-1 16,3-1 7-16,1-3-5 0,1-4 3 16,3-1 4-16,-1-5 4 0,3 1 2 0,2-4 0 15,1 0 16-15,1 0 5 0,0 0-1 0,3 0-7 16,-3-18-25-16,3 4-7 0,0-4-4 0,0-1 11 15,13-1 12-15,1-6 2 0,1-2 12 0,2-5-2 16,4 4-10-16,2-4-5 0,1 1-5 0,0-1 1 16,2 1 14-16,-1 4 30 0,-6-2 10 0,0 6 8 15,-3 1 0-15,-2 6-11 0,-5 3 14 0,-1 3 12 16,-5 3 4-16,-3 2-8 0,0 3-23 0,0 1-32 16,0 2-25-16,0 0-15 0,0 0-4 0,-14 0 6 15,3 16 2-15,-2-1 7 0,1 2 0 16,-4 2 0-16,3 1 4 0,-1 5-3 0,2 1 1 15,1-3 4-15,2 1-7 0,5 2 12 0,-1-3 1 16,5 2-4-16,0-6 5 0,0 3-13 0,0-3-43 16,15-2-42-16,-1-2-46 0,0 0-47 0,-1-3-13 15,4-4-27-15,-2 1-39 0,3-3-51 0,5-1-119 16,-3-1-101-16,3-4 85 0</inkml:trace>
  <inkml:trace contextRef="#ctx0" brushRef="#br0" timeOffset="800.82">1438 301 2044 0,'-13'4'14'0,"2"-4"5"0,0 9-1 16,4-4 3-16,2-1 9 0,5 0 41 0,0-1 33 16,0 0 20-16,0-3 1 0,11 0-47 0,4 0-29 15,6 0-20-15,3 0-22 0,4-16-2 0,7 4 1 16,3 0-2-16,3-2-1 0,0 2 6 0,3-3-5 15,-3 3-2-15,-2 0-2 0,-1 1-22 0,-4 0-30 16,-4 2-50-16,-6 1-61 0,-1 2-47 0,-8 1-30 16,-3 2-74-16,-4 0-169 0,-8 2 22 15,0 1 62-15</inkml:trace>
  <inkml:trace contextRef="#ctx0" brushRef="#br0" timeOffset="1016.94">1558 132 2349 0,'-1'0'30'0,"1"-3"16"0,-2 3 6 16,2 0 1-16,0 0-35 0,-1 0-14 0,1 0 48 15,-2 0 14-15,2 0 18 0,0 14 11 0,0 1-51 16,0-2-18-16,11 2-8 0,-1 3-12 0,1-1-4 16,1 5 2-16,0-1-1 0,2 1 2 15,0 2 3-15,-2-1 8 0,0 2-3 0,-1-4-27 16,1 1-54-16,-3 3-63 0,-2-2-54 0,1 0-51 15,-3 1-46-15,-1-4-116 0,-4-2-171 0,3-2 78 16</inkml:trace>
  <inkml:trace contextRef="#ctx0" brushRef="#br0" timeOffset="1560.95">2020-27 2619 0,'10'-16'51'0,"-2"1"52"16,-3 4 40-16,-1 1 33 0,-4 3-18 0,0 1-32 15,0 2-45-15,0 1-36 0,0 3-49 0,0 0-20 16,0 0 0-16,0 0 6 0,0 0 19 0,0 13 4 16,0-1 11-16,0 3-4 0,0 2-4 0,0 4 2 15,9 0-9-15,-9 3 4 0,12 2-2 0,-5 2-6 16,2 1 6-16,-3-1-5 0,1 0-1 15,-2-4 1-15,4 1-2 0,-3 0 7 0,2-5 3 0,-1-1 4 16,1-2-2-16,-1-5-4 0,-1 4 4 0,2-7-8 16,-3-1 0-16,-1 0 0 0,1-3 3 0,-2-1 9 15,0-4 1-15,1 0 3 0,1 0-12 16,1 0 0-16,0-15-6 0,3 0 0 0,0 0 7 16,-1-2-2-16,3-3 12 0,-1-1 8 0,-1 1 9 15,2 0 2-15,-2 2 0 0,0 0-5 0,3 1-14 16,-1 4-4-16,1-3-11 0,0 4 0 0,-1 3-6 15,3-1-2-15,-4 4 4 0,1 1-9 0,-1 1 6 16,1 3 2-16,-2 1-5 0,0 0 7 0,2 0-5 16,-2 0 2-16,0 10 7 0,0 1-11 0,-1-4 7 15,-1 3-2-15,-2 1 0 0,-2 0 8 0,0-1-5 16,-3 1 1-16,0 1-6 0,0-2-5 0,0 1 1 16,0 0 10-16,0 2 18 0,0 6 1 0,-21 1 8 15,-2 6-6-15,-6 0-13 0,-3 4 9 16,-6 3-7-16,-3-2 2 0,-1-3-6 0,1-1-12 15,3-7-5-15,3-5-17 0,3-2-10 0,5-5-11 16,2-3-19-16,4-5-36 0,3 0-37 0,4 0-53 16,4 0-52-16,0-18-41 0,6 2-43 0,4 0-110 15,0-4-166-15,0 6 82 0,18-4 95 0</inkml:trace>
  <inkml:trace contextRef="#ctx0" brushRef="#br0" timeOffset="11423.9">-1172 323 1118 0,'-7'-2'18'0,"1"-2"28"16,3 1 16-16,0 1 21 0,2-5 0 0,-2 7-5 15,0-3-6-15,0 0-11 0,1-2 0 16,-1 4-13-16,0-4-3 0,3 3-14 0,-1 0-22 15,1 0-16-15,0 0-9 0,0 2 1 0,0 0 0 16,0 0 2-16,0 0 2 0,0 0 6 0,0 13 0 16,12-1-1-16,-2-3 1 0,-1 4-3 0,-1 1 3 15,-2 3 10-15,3 0-5 0,-3 0 4 0,2 2-2 16,-1-2-11-16,1 3 10 0,0-5-1 0,-2 3-3 16,3-3 10-16,-3-5-5 0,0 1-1 0,-1-2 8 15,1-2-8-15,-3-3 18 0,1 0 46 0,-1 0 31 16,0-4 22-16,0 0-17 0,2 0-40 0,1-15-33 15,3-1-20-15,2-2 2 0,2-2-3 0,1-4-2 16,3 0 7-16,1-3-4 0,0 1 4 16,0 2 6-16,2 0-7 0,-2 2 0 0,-1 1-9 15,0 2-11-15,1 3 1 0,-1 4-2 0,-2 3 4 16,2 2-1-16,-4 3 2 0,3 4 1 0,-1 0-5 16,-2 0 12-16,4 15-4 0,0 2 1 0,-2 1 0 15,0 1-5-15,-1 6 3 0,-2-2 2 0,-3 5 1 16,-1 4 3-16,-2 1 2 0,-5 1-1 0,-1 1 2 15,0 0-3-15,0 3 2 0,-13-1-8 0,-1-2 0 16,0-2 8-16,-1 1-5 0,1-4 1 0,-2-2 6 16,-1 0-7-16,0-4 0 0,4-7 6 0,-3-2 0 15,3-4-3-15,1-5 7 0,1-6-1 16,-1 0 11-16,4 0 2 0,1 0-2 0,1-19 4 16,-1-2-11-16,7-1-2 0,0-3 3 0,0-6 2 15,13-1-1-15,2-4 3 0,2 0-8 0,4-1-7 16,3-2-1-16,0 1-4 0,4 3 6 0,-1 2-7 15,-3 4-2-15,4 6 0 0,-4 2 2 0,-1 6 7 16,-2-1-20-16,-1 10-48 0,-2 0-61 0,-4 5-66 16,-1 1-63-16,-1 0-113 0,-4 0-146 0,-2 13 64 15</inkml:trace>
  <inkml:trace contextRef="#ctx0" brushRef="#br0" timeOffset="11765.04">-172-103 1762 0,'0'-20'1'0,"0"4"-3"15,-13 3 9-15,-1 1 19 0,-3 4 23 0,1 4 20 16,-4 4 3-16,-1 0-9 0,-2 11-8 0,-1 6-7 15,-1 3-2-15,1 6 4 0,-2 7-12 0,2 4 3 16,-2 7-9-16,3 1-8 0,3 8-6 16,5 1-15-16,2 5 3 0,5 0-1 0,8 3-2 0,0 0 0 15,0-2-1-15,14 0-7 0,-1-5 2 16,7 3 6-16,-2-5-5 0,5-3 7 0,1-2 1 16,2-7-3-16,2-3 5 0,0-3 5 0,4-2-2 15,0-5 3-15,5-4-3 0,2-3-24 0,4-5-39 16,2-3-46-16,5-3-61 0,5-5-81 0,4-5-107 15,5 0-153-15,3 0 35 0,3-20 96 0</inkml:trace>
  <inkml:trace contextRef="#ctx0" brushRef="#br0" timeOffset="12415.64">2283-466 1716 0,'0'-4'0'0,"0"-3"-2"0,0 1 1 16,0 6 2-16,10-3 17 0,1 2 0 0,-1 1-2 15,7 0 136-15,1 0 11 0,4 0 1 0,5 12 1 16,3 5-143-16,7-1-29 0,2 4 0 0,2 1-2 16,2 0 2-16,-1 5-1 0,2 0 3 0,-3 5 0 15,-4 3-2-15,-5-1 14 0,-3 4 49 0,-4 0 9 16,-5 3 2-16,-2 3-6 0,-5 3-48 16,-4 0-5-16,-6 2 3 0,-3 0-8 0,0-2-1 15,0-3-2-15,-16-1 11 0,0-2 6 0,-1 1 2 16,-6 2 8-16,-3-2-7 0,-1 0-3 0,1 0-5 15,-3 0-41-15,1-4-54 0,0-2-72 0,7-7-76 16,4-9-70-16,4-3-132 0,4-5-114 0,4-3 81 16</inkml:trace>
  <inkml:trace contextRef="#ctx0" brushRef="#br0" timeOffset="2346.35">3353 115 1854 0,'0'0'35'0,"0"0"30"0,0 0 22 16,-7 0 26-16,7 0-10 0,0 0-4 15,-8 0 8-15,8 0-2 0,0 0-3 0,-6 0-7 16,6 0-17-16,-5 0-11 0,5 0-17 0,-1 0-21 16,1 0-9-16,0 6-7 0,0-6-5 0,0 0-1 15,0 0-2-15,0 0-3 0,0 0-3 0,0 0 2 16,0 0 3-16,11 0-8 0,-4 0 2 0,2 0-1 15,2 0-1-15,-2 0 7 0,2 0 6 0,2 0 8 16,6-11-3-16,0 0 0 0,4 1-3 0,4 2-10 16,1-2 2-16,2-2-2 0,-3 3 1 0,1-2-2 15,-4 5-21-15,-6 0-43 0,-4-1-49 16,-3 5-49-16,-4 0-44 0,-2-1-30 0,-4 2-35 16,2 1-36-16,-3 0-140 0,0 0-31 0,0 0 82 15</inkml:trace>
  <inkml:trace contextRef="#ctx0" brushRef="#br0" timeOffset="2884.65">3470 243 1641 0,'-4'8'9'0,"-2"-1"-7"0,1-1-8 15,2-1 3-15,3-1-5 0,0-1 46 16,0-2 36-16,0-1 15 0,11 0-2 0,1 0-39 15,-2 0-27-15,7 0-10 0,1 0 0 0,2-10-1 16,3 0-1-16,3 0-6 0,-1 0 2 0,1 1 12 16,-1-2 14-16,-3 0 8 0,0 5 9 0,-3-3 6 15,-5 2 2-15,0 3 17 0,-5 0 10 0,0 2 7 16,-3 2 5-16,-3-3-8 0,0 3-3 0,0 0-2 16,-3 0-4-16,0 0 0 0,0 0 3 0,0 0-1 15,0 0 7-15,0 0-2 0,0 0 0 0,0 0-11 16,0 0-14-16,-9 0-15 0,9 0-22 0,-11 0 2 15,11 0-1-15,-9 0 17 0,2 0 9 16,1 0-16-16,-2 0-7 0,8 5-22 0,-6-5-9 0,3 7 3 16,3-4-1-16,0 2 1 0,0-2 5 15,0 0 2-15,0 0 0 0,0 1-6 0,0 0 0 16,0 0-4-16,0-1 0 0,0-1 6 0,0 2-2 16,0-2 6-16,0-2-3 0,0 3-2 0,0-1 4 15,0-2-3-15,0 0 2 0,0 0-2 0,0 1-1 16,0-1-1-16,0 0-6 0,0 0 11 0,0 0-7 15,0 0 0-15,0 0 7 0,0 0-9 0,0 0 2 16,0 0-3-16,0 0 1 0,0 0-5 16,0 0 6-16,0 0 2 0,0 0-1 0,9 0 0 0,0 0-7 15,0 0 1-15,0 0-7 0,0 0 4 16,4 0-14-16,-1 0-10 0,-2 0-9 0,1 0-13 16,-2 0 4-16,-1 0-9 0,-2 0-8 0,-2 0-15 15,1 0-24-15,-1 6-26 16,-4-6-31-16,4 0-11 15,-3 0-21-15,-1 4-41 0,0-2-69 0,0 3-237 0,0-2-27 0,-14 0 87 0</inkml:trace>
  <inkml:trace contextRef="#ctx0" brushRef="#br0" timeOffset="13782.01">4594-475 1092 0,'0'-4'19'0,"0"0"22"0,0 0 16 15,9-3 22-15,-9 0 0 0,0 1-1 16,6 1 5-16,-6-1 6 0,5 0-5 0,-5-1-2 16,0 3-7-16,0-3-12 0,4 1 4 0,-4 3 4 15,0-3 0-15,0 2 4 0,0 2-10 0,0-1-7 16,0 1-10-16,0 2-13 0,0-1-12 0,0 1-10 15,0 0-11-15,0 0 1 0,0 0-1 0,0 0-9 16,0 0 2-16,0 0-2 0,0 0 19 0,0 8 25 16,0 1 16-16,0-1 28 0,0 3-3 15,0 4-12-15,9 5-4 0,-1 1-11 0,-2 3-6 0,3 2-4 16,-3 4 1-16,3 0-17 0,1 3-10 16,-1-2-2-16,1 3-10 0,1-3-2 0,-2-3 0 15,2 1-2-15,-2 0-1 0,0-5 0 0,0-1-5 16,-1-3 4-16,-1-1-2 0,-1-2-1 0,0-4 7 15,0 0 2-15,-1-2-1 0,0-3 3 0,-1 2-1 16,-1-4-6-16,-1 0 6 0,1-1 5 0,-2-1 68 16,2-2 56-16,-1-1 47 0,-2-1 9 0,0 0-74 15,0 0-42-15,0 0-63 0,0-17-15 0,0 0 11 16,0-2-13-16,0-6 12 0,-14-2 2 0,3-6-11 16,2-4 5-16,0-1 4 0,0-1-8 15,0-2 4-15,3 1 1 0,-2 3 1 0,-1 2 3 16,2 3 6-16,1 3-1 0,-1 6-3 0,3 3 8 15,-2 3-8-15,3 4-1 0,0 4-7 0,1 3-3 16,2 1 2-16,-3 5-9 0,3 0-1 0,0 0-1 16,0 18-2-16,0 1 8 0,0 4 3 0,0 4 5 15,11 5 4-15,-11 5-10 0,12 2 8 0,-3 2-9 16,0 3-5-16,0-1 8 0,-1-1-3 0,1-2 0 16,-1-2 4-16,1-1-2 0,-2-6 2 0,1-2 2 15,-2-3 2-15,0-4-5 0,0 0-1 0,-1-4 7 16,-2-2-7-16,1-2 8 0,-1-4-3 0,-1 1 10 15,-1-4 41-15,1-3 54 0,-1-1 59 0,-1-3 16 16,0 0-22-16,0 0-58 0,0 0-42 16,0-18 0-16,0-1 14 0,0-1 3 15,-10-4-16-15,10-6-41 0,-11-3-30 16,2-4-1-16,0-5 4 0,1-1 0 0,2-3 16 0,-1-1-10 0,1 1 7 16,1 3 10-16,-3-1-10 0,4 10 4 0,-1 3-14 15,4 6 0-15,-2 3-14 0,1 7-35 0,-1 4-80 16,3 2-58-16,0 7-35 0,0 2 3 0,0 0 31 15,0 0-31-15,0 11-77 0,0 2-82 0,0 4-78 16,9 3-113-16,-9-1-134 0,8 3 122 0</inkml:trace>
  <inkml:trace contextRef="#ctx0" brushRef="#br0" timeOffset="4834.03">4527 93 220 0,'0'0'12'16,"0"0"8"-16,0 0 6 0,0 0 7 0,0 0-6 15,0 0 3-15,0 0 10 0,0 0 3 0,0 0 8 16,0 0 2-16,0 0-11 0,0 0-9 0,0 0-13 15,0 0-17-15,0 0 4 0,0 0-11 16,0 0 8-16,0 0 2 0,0 0-2 0,-9 0 9 0,9 0 5 16,-6 0 17-16,6 0 16 0,0 0 4 15,0 0 4-15,-5 0-1 0,5 0-3 0,0 0 8 16,0 0 8-16,0 0 3 0,0 0 2 0,0 0-8 16,0 0-6-16,0 0-15 0,0 0-4 0,0 0-1 15,0 0-1-15,0 0 1 0,0 0 0 0,0 0-3 16,0 0-6-16,0 0-3 0,0 0-4 0,0 0 2 15,0 0 1-15,0 0 6 0,0 0-2 0,0 0 2 16,0 0 0-16,0 0-1 0,0 0-3 0,0 0-6 16,0 0-8-16,0 0-7 0,0 0-5 0,0 0-1 15,0 0-5-15,0 0 1 0,0 0-21 16,0 0-55-16,0 0-93 0,0 0-200 0,0 0-142 0,0 0 52 16</inkml:trace>
  <inkml:trace contextRef="#ctx0" brushRef="#br0" timeOffset="15416.05">5630-263 1381 0,'0'0'28'0,"0"0"13"0,-2 0 29 0,2 0 20 15,0 0-4-15,0 0 9 0,-1 0-8 0,1 0 7 16,0 0-2-16,0 0 0 0,-2 0 1 0,1 0-2 16,-1 0-5-16,1 0 2 0,1 0-7 0,-2 0-14 15,2 0-8-15,-1 0-19 0,1 0-2 0,-2 0 4 16,1 0 5-16,1 0 18 0,-2 0 3 0,2 0 2 15,0 0-5-15,0 0-7 0,-1 11-10 16,1-11-2-16,0 0 5 0,0 0 11 16,0 0-2-16,0 0 2 0,0 0-5 0,0 6-14 0,0-6 8 15,0 5-3-15,0-5-2 0,0 0-6 0,0 0-3 16,0 4-4-16,0-4-2 0,0 0 6 0,0 0 1 16,0 0 1-16,0 0-5 0,0 0-7 0,-8 0-4 15,8 0-11-15,0 0 8 0,0 0-10 0,0 0-3 16,0 0 15-16,-5 0-7 0,5 0-2 0,0 0 5 15,-4 0-19-15,4 0-5 0,0 0 15 16,-5 7-8-16,5-7 6 0,0 0 3 0,0 0-10 0,-1 0-3 16,1 0-1-16,0 0-1 0,0 0-4 0,0 0 6 15,0 0 3-15,0 0-8 0,0 0 12 0,0 0-6 16,0 0 0-16,0 0 3 0,15 0-5 16,0 0 4-16,3 0-1 0,7 0 12 0,4 0-9 15,2-16 2-15,4 5-5 0,5-1-5 0,-1 0 9 16,1 0-7-16,1 2 2 0,1-2 2 0,1-1-3 15,-2 2 8-15,-2 1 7 0,-1-3-5 0,2 4-9 16,-2-2-2-16,0-2-6 0,-2 4 4 0,-2-3 13 16,-1 1-4-16,-1 2-2 0,-2 1 8 0,-1-1-9 15,-6 3 2-15,-2-4 6 0,-7 4-4 0,0 4 4 16,-7-1 0-16,-1 0-9 0,-1 0-5 0,-4 3 8 16,-1 0-2-16,0 0 0 0,0 0 7 15,0 0-7 1,0 0-5-16,0 0 8 0,0 0-7 0,0 0-1 0,0 0 5 0,0 0 5 0,0 0-9 0,0 0 8 15,0 0-9-15,0 0 1 0,0 0 0 16,0 0 2-16,0 0 6 0,0 0-4 0,0 0 0 16,0 0 3-16,0 0-4 0,0 0 2 0,0 0 2 15,0 0-10-15,0 0 14 0,0 0-12 0,0 0 9 16,0 0-4-16,0 0-7 0,0 0 7 0,0 0 2 16,-9 0-3-16,9 0 5 0,0 0 2 15,0 0-8-15,0 0 9 0,0 0-1 0,-6 0-8 0,6 0-1 16,0 0 0-16,0 0-4 0,0 0 3 0,0 0 7 15,0 0-8-15,0 0 5 0,0 0 0 0,0 0 2 16,0 0 5-16,0 0-5 0,0 0 4 0,0 0-7 16,0 0-2-16,0 0 5 0,0 0-5 15,0 0 6-15,0 0-2 0,0 0 0 0,0 0 4 16,0 0-3-16,0 0 0 0,0 0 0 0,0 0-3 16,0 0-2-16,0 0 3 0,0 0-2 0,0 0 2 15,0 0 10-15,0 0-10 0,0 0 1 0,0 0-6 16,0 0-8-16,0 0 10 0,0 0 9 0,0 0-3 15,0 0 9-15,0 0-15 0,0 0 2 0,0 0 8 16,0 0-16-16,0 0 18 0,0 0-14 0,0 0-2 16,0 0 11-16,0 0 0 0,0 0 1 0,0 0-1 15,0 0-5-15,0 0-7 0,0 0 11 16,0 0-5-16,0 0 6 0,0 0-2 0,0 0-24 16,0 0-17-16,0 0-34 0,0 0-39 0,0 0-30 15,0 0-46-15,0 0-55 0,0 0-52 0,0 0-43 16,0 0-15-16,0 0 30 0,0 0-13 0,0 0-174 15,0 0 17-15,9 0 51 0</inkml:trace>
  <inkml:trace contextRef="#ctx0" brushRef="#br0" timeOffset="15996.53">7141-891 1862 0,'0'-6'30'16,"0"1"35"-16,-11-1 37 0,11 1 34 0,-9 0 5 15,2 1 0-15,7 1-6 0,-8-2-16 0,3 4-37 16,1-3-38-16,4 4-39 0,0 0-22 0,-5 0 3 15,5 0 24-15,0 0 42 0,0 0 38 0,0 16 33 16,0 1-8-16,0-2-19 0,11 2-26 16,-3 4-19-16,1 3-4 0,0 2 0 0,0 1-3 0,0-2-8 15,0-2-16-15,-1 2-14 0,-1-2-7 16,2-1-4-16,-1-1 0 0,1-1 0 0,-3-1-3 16,2-1 1-16,-2 1 2 0,0-4-3 0,0 0 1 15,-1 0-1-15,-2-4 6 0,1 3-2 0,-1-4 8 16,-1-2-8-16,-1 2-9 0,1-2 14 0,-1-1-5 15,1-1 8-15,-1 0 4 0,1-1-1 0,-2 0-2 16,3 1 0-16,-3-2 2 0,0 1-7 0,1-2 4 16,1 2-3-16,-2-1 3 0,1-2 2 0,-1 1-11 15,2-1-34-15,-1 0-44 0,1-2-46 0,-1 0-34 16,-1 0-9-16,4 0 7 0,-1 0 5 0,-2 0 8 16,2 0 16-16,0 0 4 0,0 0 8 0,2 0-1 15,-2-9-18-15,0 9-48 0,0 0-68 16,1-12-134-16,-1 5-17 0,0 7 79 0</inkml:trace>
  <inkml:trace contextRef="#ctx0" brushRef="#br0" timeOffset="16374.34">7549-909 2649 0,'10'-6'47'0,"-7"-1"54"15,-3 3 55-15,0 0 51 0,0-1-16 0,0 3-39 16,-13 2-42-16,3 0-43 0,10 0-33 16,-14 0-15-16,2 0-13 0,1 0-4 0,4 0-2 15,-2 9-1-15,1-9 8 0,0 9-7 0,2 1 5 0,0-3 0 16,3 1-7-16,0-4 0 0,2 4-23 0,-2-5-44 16,3 2-61-16,0-1-71 0,0 0-66 15,0-4-30-15,0 0-15 0,0 0-20 0,0 0-40 16,0 0-140-16,0 0 14 0,0 0 94 0</inkml:trace>
  <inkml:trace contextRef="#ctx0" brushRef="#br0" timeOffset="17171.72">8494-1278 2081 0,'14'-11'21'0,"-2"2"20"0,-3 0 25 16,0 3 38-16,-4 0 21 0,-2 1 15 15,-3-1-7-15,0 1-22 0,0 1-33 0,0 0-31 0,0-3-17 16,0 3-18-16,-11 1-10 0,0-2-7 16,-2 4 0-16,1-1 1 0,-4 0 4 0,0 2 0 15,-4 0-2-15,-3 0 0 0,-4 0-2 0,0 15 4 16,-1-5 4-16,-2 1 10 0,-1-2 7 0,0 0 14 15,2-1 4-15,-2 2-4 0,4-1 4 0,1-1-9 16,2 0-9-16,3 1-4 0,4-1-10 0,0-1-7 16,5 1 3-16,1-1-4 0,4 0-4 0,2 1 6 15,1-1-2-15,4 3 7 0,0-3 31 0,0 1 20 16,13 3 3-16,1-2 3 0,1-1-28 16,5 1-27-16,1 0 3 0,5-1-3 15,1 2 2-15,2-2 4 0,0 1-10 0,3-1-5 0,-2 3-5 16,-2 0-5-16,1-1 11 0,-5 4-4 0,-1-2 7 15,-2 4 0-15,-4 1 1 0,-4-3-2 0,-2 4 15 16,-5 2 33-16,-6-3 6 0,0 5 10 0,0 0-21 16,-12-2-27-16,-3 1-2 0,-8 1-1 0,0 1 6 15,-4-2-6-15,-4 2-1 0,-1-3-9 0,-2-2-5 16,2 2 9-16,-2-6-2 0,7-3 1 0,0-2 7 16,4-2 15-16,5-3 10 0,1-4 12 0,6 0-16 15,2 0-18-15,3 0-23 0,6-18-8 0,0-1 13 16,0 1-9-16,15-4 9 0,2 1-2 0,1-1 4 15,2 1-1-15,1 2-22 0,3 0-46 0,-1 6-82 16,0 2-102-16,-2 6-86 0,-1 5-62 16,-5 0-86-16,-3 0-266 0,-7 11 97 0,-5 1 109 15</inkml:trace>
  <inkml:trace contextRef="#ctx0" brushRef="#br0" timeOffset="27499.72">10950-1021 1453 0,'0'0'17'0,"0"0"25"0,-11 0 16 16,11-11 18-16,0 2 4 0,0 9-7 0,-9-8 5 15,9 1-2-15,0 7 0 0,0-9-3 0,-8 5-7 16,8 0-1-16,0 0-9 0,0 1 4 0,0-1 3 15,0 2 1-15,0 0-3 0,0-1-1 16,0-1-3-16,0 4-2 0,0 0 5 0,0-2-9 16,0 0-8-16,0 2-9 0,0-3-14 0,0 3-7 15,0 0-6-15,0 0-6 0,0 0-6 0,0 0-1 16,0 0-5-16,0 0-2 0,0 0 1 0,0 0-1 16,0 0 6-16,0 0 3 15,0 0 2-15,0 0 1 0,0 11-2 0,8-4 1 0,1 0-4 0,0 1 4 16,2 3-1-16,3 2 0 0,-1 2 8 0,4-2-7 15,1 4 5-15,2 3-1 0,0-1-1 0,-2-1 4 16,3 3-5-16,-3-3-2 0,1-1 1 16,-4 0 1-16,0-2 0 0,-3-2 3 0,2 0-3 0,-4-2 7 15,3-5 4-15,-1-2 36 0,0 1 33 16,2-5 26-16,-1 0 21 0,-1 0-27 0,1 0-18 16,-1-19 16-16,0 2 25 0,-2-1 12 0,0-4 28 15,-1 4-2-15,-2-3-29 0,-1 2-29 0,-1 0-39 16,-4-1-47-16,-1 3-22 0,0 0 2 0,0 1 5 15,0 4-4-15,0-5-1 0,-13 6 2 0,13 0-12 16,0 4-2-16,-9 1 0 0,9 1-3 0,0 5-31 16,0 0-17-16,0 0-22 0,0 0-33 15,0 0 32-15,0 11 19 0,0 0 33 0,0-3 32 0,9 3 6 16,0 5 1-16,0-1-8 0,2 0 4 16,1 3-1-16,1 0-3 0,0 2 6 0,-1-3-3 15,-2 0-2-15,2-1 11 0,-4-4-8 0,1-3 3 16,-4-2 7-16,-1-3-4 0,-2 0 11 0,1-4 43 15,-2 0 28-15,-1 0 37 0,3 0-5 0,0 0-37 16,0-16-30-16,1 1-46 0,0 1 0 0,5-5-8 16,-1-3-5-16,2-2 6 0,1-4 7 0,1 0-4 15,2-2 5-15,-4 2-2 0,4-1-3 0,-3 5 2 16,-2 0-5-16,0 3-24 0,-4 4-25 0,2 2-35 16,-2 2-38-16,-1 3-50 0,2 3-91 15,-6 0-83-15,3 5-10 0,-1 2 0 0,1 0 23 0,0 0-22 16,0 0-242-16,0 13 68 0,2-2 89 15</inkml:trace>
  <inkml:trace contextRef="#ctx0" brushRef="#br0" timeOffset="29827.97">10300-958 2174 0,'9'-14'37'0,"-9"2"33"16,9-4 33-16,-9 4 29 0,8 1-24 0,-4 2-31 16,-1 0-37-16,2 1-31 0,-2 6-12 0,1 2-7 15,4 0 5-15,-2 0 6 0,3 0 44 16,2 14 25-16,2 2 3 0,4 3-2 0,1-1-42 15,-1 5-20-15,3 1-5 0,-2 2-4 0,-1-2-3 16,-1 2 5-16,0-4-2 0,-3-1 8 0,-2-3-3 16,0-2-5-16,-2-4 10 0,-2-1 6 0,-1-3 49 15,0-2 50-15,2-3 14 0,0-3 8 0,1 0-46 16,0 0-23-16,3-13-12 0,0 2-13 0,2-2 2 16,-1-1-18-16,4 0-14 0,1-3-8 0,4 0 1 15,-1 0-10-15,2 3 2 0,3-3 1 0,1 1-3 16,2 4 3-16,-2 1-1 0,2 6 2 0,0 5-5 15,-2 0-1-15,-1 0 2 0,-2 13-4 0,-1 1 1 16,-5 4-1-16,-4 2-4 0,0 7 8 16,-7-1 3-16,-2 1 12 0,-5 2-2 0,0 5-8 0,-14-2-11 15,0 2 6-15,-7 3 2 0,-6 4-1 16,-5 3 3-16,-5-1-9 0,-1 0 8 0,5-6 6 16,0-3 7-16,1-5 5 0,6-6 14 0,6-8 28 15,7-8 1-15,3-7-11 0,6 0 4 0,-1 0-24 16,5-14-12-16,0-4 0 0,0-6-19 0,0-4-9 15,15-7 16-15,2-2-5 0,6-6-2 0,6-1-1 16,4 1-9-16,4 3 13 0,2-1-1 0,2 7 6 16,2 5-10-16,2 0-36 0,2 6-68 0,3 4-76 15,1 0-133-15,3 5-38 0,-1 6-4 16,2-1-59-16,0 7-88 0,-4-2-132 0,-1 4 70 0</inkml:trace>
  <inkml:trace contextRef="#ctx0" brushRef="#br0" timeOffset="27999.8">11896-1067 1924 0,'0'-13'37'0,"0"-2"26"0,-12 2 25 0,4 1 31 16,8 1-8-16,-13-5-5 0,3 3-14 0,10 1-21 16,-6 0-30-16,6 4-18 0,0-3-16 0,0 4-14 15,0 1 0-15,0 2-3 0,11-1 5 16,4 1-1-16,0 1 1 0,4 3-3 0,0 0 1 16,4 0 1-16,1 0 2 0,-1 12 3 0,0-2-2 15,-2 4 3-15,-1-2 0 0,-2 4-2 0,-4 1 3 16,0 0 1-16,-4 1 0 0,-2 3 1 0,-4 1-4 15,-4 0 4-15,0-1-3 0,0 1 1 0,0 2 5 16,-13-1-9-16,-1 1 6 0,-1-6 0 0,0 3-2 16,1-6 5-16,2-2-1 0,-5-2 3 15,6-2 1-15,-1-7 2 0,3-2-1 0,-1 0 0 0,2 0 14 16,2-13 13-16,-2 0 13 0,5-4-2 16,0-3-10-16,3-5-10 0,0 0-9 0,0-4 4 15,14-2 3-15,-5-3-4 0,3 1 6 0,3 1 11 16,2-3-7-16,0 6 2 0,-1 0-4 0,3 4-8 15,-1 2-4-15,-3 3-1 0,2 3-11 0,-4 4-9 16,0 5-6-16,-3 2-3 0,-2 5 2 0,1 1 0 16,-3 0 8-16,0 0 1 0,-4 11 5 0,4 1-1 15,-3 2 2-15,0 0-2 0,-3 4-5 0,1 4 3 16,-1 0 0-16,0-1 2 0,0 5 4 0,0 0-11 16,0 2-68-16,0-2-47 0,0 0-67 0,0-3-47 15,0 2 3-15,0-3-32 0,0-5-32 16,14-2-128-16,4-5-73 0,-1-5 71 0,4-5 100 15</inkml:trace>
  <inkml:trace contextRef="#ctx0" brushRef="#br0" timeOffset="28179.91">12711-1084 2126 0,'7'-7'54'16,"-3"-4"42"-16,-4 5 35 0,0-2 28 0,0 1-37 16,0-1-28-16,0 1-32 0,0 0-22 0,0-3-16 15,0 3-12-15,14-1-5 0,1 0-3 0,-3-2-5 16,5 4 1-16,0-3 5 0,2 2-3 0,3-1 6 15,-1 1 0-15,3 0-6 0,-1 1-33 0,1 0-43 16,0 0-52-16,4-1-54 0,-5 4-30 0,-1-3-26 16,-2 2-37-16,-3-1-55 0,-4 2-112 15,1 3 11-15,-8-7 86 0</inkml:trace>
  <inkml:trace contextRef="#ctx0" brushRef="#br0" timeOffset="28384.73">12973-1330 1805 0,'-17'-1'42'0,"0"-3"46"0,4 0 43 0,-1 1 53 0,2-1 3 15,1-1 2-15,1-1-15 0,0 1-41 0,4 4-50 16,0-3-50-16,3 4-38 0,2 0-8 0,-1 0 3 16,2 0-1-16,0 0 8 0,0 11-8 0,0 3 0 15,12-2 5-15,-3 5 5 0,5-1 4 0,-5 4 2 16,2 4 2-16,3-2 3 0,-2 4 2 16,-2 4 1-16,1 0-1 0,1 2-1 0,-4-1-4 15,1 2 1-15,-6-1-1 0,1 0-15 0,-2-3-71 16,2 1-75-16,-4-6-93 0,0-1-113 0,0 1-187 15,0-7-67-15,0 1 90 0</inkml:trace>
  <inkml:trace contextRef="#ctx0" brushRef="#br0" timeOffset="28884.21">13447-1451 1832 0,'0'-17'35'0,"4"3"30"0,-4 0 30 16,0 4 33-16,0-1-13 0,0-1 0 0,0 5-15 15,0-2-13-15,0 3-3 0,0 0-15 0,0 1-10 16,0 2-13-16,0 0-23 0,0 1-15 0,0 2-10 16,0 0-3-16,0 0 22 0,0 0 24 0,0 12 18 15,0-1 27-15,0 1-13 0,0 6-20 0,9 0 9 16,2 3-26-16,-1 3-1 0,0 4-7 0,2 3-18 15,-2-2-5-15,1 3-4 0,1 0 3 0,-4-1-8 16,4-1 5-16,-1-1-1 0,-2-1-1 16,1-3 5-16,-1-3-5 0,-4-3-2 0,4-3 5 0,-6-3 2 15,3-1 5-15,-1-5 8 0,-2-1 15 16,0-3 40-16,0 1 12 0,0-4-2 0,0 0-17 16,1 0-36-16,3-15-16 0,-3 2-3 0,2-3 2 15,3-1-12-15,2-1 1 0,3-1 0 0,4-2 8 16,-2-1 2-16,4-1 9 0,3 2 1 0,4 0-7 15,4 0 4-15,-2 3-5 0,-1 1-6 0,0 2-12 16,-2 7 3-16,-5-1-3 0,-1 2-2 0,-2 4 3 16,-5 3-12-16,-2 0 8 0,-2 0-5 0,-4 0 6 15,1 11 6-15,-6-2-8 0,0 2 6 0,0 0 1 16,0 1 10-16,-14 4 5 0,-6 4 8 16,-8 4-5-16,-6 4-5 0,-2 0-5 0,-8 5-23 15,-2-1-36-15,-4 4-64 0,4-7-84 0,1-4-74 16,2 0-69-16,7-8-36 0,6-2-51 0,-2-7-199 15,4-3 54-15,4-5 96 0</inkml:trace>
  <inkml:trace contextRef="#ctx0" brushRef="#br0" timeOffset="29072.68">13893-1590 2227 0,'50'-25'28'15,"2"6"29"-15,-5 1 52 0,-5 8 31 0,-2 10 25 0,-4 0-10 16,1 0-27-16,-4 15-13 0,-1 3-56 15,-2 5-21-15,-4 4-29 0,-3 1-21 0,-3 1 6 16,-3 7 12-16,-10 2 17 0,-7 5 18 0,0 4-7 16,-14 7 0-16,-8 5-13 0,-9 3-51 0,-11 8-72 15,-14 1-103-15,-7 0-112 0,-4 3-87 0,-4-4-204 16,-5-3-33-16,3-4 112 0</inkml:trace>
  <inkml:trace contextRef="#ctx0" brushRef="#br0" timeOffset="30548.76">15296-1457 1617 0,'-13'0'38'0,"-4"5"39"0,3-2 46 16,1-2 47-16,-3 4 11 0,3-3 2 0,-1-2-11 16,5 1-28-16,1-1-34 0,-1 0-39 0,3 0-27 15,5 0-14-15,1 0-2 0,0 0 17 0,0 0 4 16,10 0-1-16,4 0-13 0,3 0-19 0,2 0-11 16,4-9-2-16,3 9 4 0,1-10-2 0,7 10 7 15,-2-9-1-15,1 5-13 0,4-5-40 16,2 5-55-16,-3-2-63 0,1 0-55 0,-1 1-33 15,4 1-39-15,-4-1-71 0,-4 2-172 0,-1 3 17 16,-3 0 89-16</inkml:trace>
  <inkml:trace contextRef="#ctx0" brushRef="#br0" timeOffset="30668.34">15435-1189 2137 0,'-23'17'51'0,"3"-6"47"0,3-4 40 0,7-1 13 16,1-2-52-16,9-4-50 0,0 0-42 0,0 0-5 15,25-19 0-15,4 4-1 0,8-2 11 0,7 0-42 16,4-2-56-16,9 1-76 0,-1-2-126 0,3 1-214 16,-3 3-98-16,-3-1 79 0</inkml:trace>
  <inkml:trace contextRef="#ctx0" brushRef="#br0" timeOffset="33052.96">17413-1662 2076 0,'0'-10'34'0,"0"-2"49"0,0-2 47 16,0 3 49-16,-15 0-8 0,5 2-13 0,0 0-29 0,0-1-47 15,-2 5-25-15,1 1-36 0,-3-2-21 16,2 6-5-16,-1 0 2 0,2 0 1 0,-3 0 3 0,-1 10 2 16,4 3-2-16,-1 1-3 0,2 3 0 0,1 2-3 15,1-1 1-15,-1 2 1 0,4 2 1 16,-1-2 0-16,0 2-5 0,3-4 5 0,3 1-1 15,0-4-1-15,0-1 8 0,0 3-3 0,0-4 3 16,12-2 9-16,-4 2-7 0,2-2 3 0,3 2 2 16,-3-4-5-16,4 0 3 0,-2 0-4 0,5-6-1 15,-1 1 35-15,3-1 11 0,-3-3 6 0,1 0 10 16,1 0-19-16,4 0 8 0,-1-14 1 0,0 0-6 16,0 0 4-16,-1-1 6 0,0-2 14 0,-3-1-8 15,-2-2-18-15,-3-3-31 0,-3 0-14 0,-9-2 1 16,0-1-1-16,0-1-5 0,0 1-2 15,-14 0 4-15,2 1 2 0,-3 3 5 0,0 1-9 16,-2 3-47-16,3 1-72 0,2 4-102 0,2 2-112 16,1 5-76-16,-2 1-67 0,11 5-193 0,-3 0 37 15,3 0 119-15</inkml:trace>
  <inkml:trace contextRef="#ctx0" brushRef="#br0" timeOffset="33201.97">17691-1716 2303 0,'3'0'42'16,"-1"0"44"-16,-2 0 34 0,0 0 29 16,0-13-35-16,0 13-43 0,0-9-33 0,0 9-25 15,0-11-17-15,0 11-57 0,0-6-81 0,0-2-109 16,0 8-157-16,0-7-264 0,0 2 80 0</inkml:trace>
  <inkml:trace contextRef="#ctx0" brushRef="#br0" timeOffset="33532.15">18065-1855 2657 0,'-11'0'68'0,"-2"0"67"0,-1 0 63 0,0-12 47 0,2 1-37 16,0 0-57-16,4 0-52 0,2 1-49 16,6 1-30-16,0-2-7 0,0-2-11 0,17 0-4 0,4 2 4 15,4 0-7-15,5 0 0 0,3 1 5 16,4 3-11-16,-1 3 6 0,2 3-1 0,-3 1-1 15,0 0 5-15,-3 0-11 0,-3 0-1 0,-3 14 3 16,-4 3 4-16,-2-4 9 0,-3 2 4 0,-3 0-4 16,-4 3-2-16,-2 1 9 0,-2 5-5 0,-5 0 2 15,-1 4 2-15,0 2-5 0,0 5 0 0,0 1 4 16,-13 3-3-16,2-2-2 0,0-1 5 0,2-1-3 16,0 1-4-16,9-1 1 0,-7-5-2 0,7-1-1 15,0-4 9-15,0 1-2 0,0-6 4 0,0-1-2 16,0-1-8-16,0-3-42 0,0-4-74 15,0-1-78-15,0-2-75 0,0-2-38 0,0-3-14 16,0-3-47-16,0 0-264 0,6 0 24 0,-6 0 82 16</inkml:trace>
  <inkml:trace contextRef="#ctx0" brushRef="#br0" timeOffset="33964.85">19142-1882 2264 0,'10'-14'51'0,"-1"3"59"16,-4-1 52-16,1-2 50 0,-3 1-8 0,-3-3-13 15,0 3-21-15,0-4-25 0,0 6-21 0,0-5-34 16,0 6-18-16,-11 0-26 0,11 0-23 0,-12 2-8 16,3 1-14-16,-1 3-8 0,-4-1 5 0,-1 3-3 15,-2 2 4-15,-6 0 2 0,0 0-2 0,-4 0 1 16,-3 11-7-16,-2 3 6 0,-2-3 4 0,-1 7-11 15,1 0 8-15,0-1-3 0,2-2 2 0,5 4-4 16,1-2 7-16,6-1-3 0,5 1-3 0,6 0 10 16,9 0-9-16,0-1 3 0,0 3-1 15,0 1-1-15,18 1 1 0,4-1 0 0,2 1 2 0,3 1 2 16,4-2-3-16,2 1 0 0,0-2-6 16,1-2 9-16,-4 3-4 0,-3-3 4 0,-2 0 0 15,-4-1-9-15,-4 1 6 0,-5-2 9 0,-4 2 27 16,-5-1 11-16,-3-1 16 0,0 1-8 0,-17 0-25 15,-3 0-7-15,-4 1-16 0,-4-1 5 0,-6 0 4 16,-1 0-5-16,-2-4-1 0,1-1-16 0,1-1-18 16,4-3-22-16,4 1-37 0,6-2-35 0,3-5-46 15,4 4-50-15,5-5-60 0,3 4-58 0,3-4-56 16,3 0-84-16,0 0-211 0,0 0 101 0</inkml:trace>
  <inkml:trace contextRef="#ctx0" brushRef="#br0" timeOffset="32432.31">16296-1781 673 0,'0'0'58'0,"0"0"38"16,0 0 18-16,0 0 8 0,0 0-62 0,0 0-33 16,0 0-9-16,0 0 12 0,0 0 8 0,0-9 13 15,0 9-1-15,0 0-6 0,0-8 10 0,0 8-6 16,0-5 19-16,0 5 4 0,0 0 5 0,0 0 1 15,0 0-13-15,0 0-8 0,0-6 4 0,0 6-2 16,0-4-2-16,0 1-3 0,0 1-2 16,0-2 3-16,0-1-4 0,0 1 7 0,0 2-3 0,0-4 0 15,0 0 8-15,0 1 10 0,0 2-2 16,0-1-4-16,0 2-1 0,-11 0-21 0,11 0-12 16,0 1-13-16,-12 1-18 0,12 0-7 0,0 0-4 15,-6 0 1-15,6 0 5 0,-8 0 2 0,8 12 10 16,-6 1 6-16,-1 2 4 0,-3 0 5 0,4 4-4 15,-1 2 1-15,1 3 28 0,-3 1 0 0,1 2-1 16,2 0-5-16,3 1-37 0,0 0 3 0,-2 3 4 16,5-2-2-16,0-1 7 0,0 2-7 15,0-2-1-15,0-2 8 0,0-2-1 0,11 1-2 0,-11-3-2 16,14-2-5-16,-5 2-5 0,-3-5 7 16,-6 0-6-16,9-2-2 0,-5 2 1 0,-4-3-2 15,10-3 2-15,-6 0 1 0,-1 0 0 0,-3-3-4 16,3 1 1-16,0-1 2 0,0-4 0 0,-3 3 4 15,5-3 3-15,-4-1-5 0,1 1 1 0,-2 0 5 16,3-2-9-16,-3-1-18 0,3-1-47 0,-3 0-60 16,3 0-65-16,-3 0-54 0,0 0-48 0,3 0-112 15,-2 0-241-15,1 0 75 0</inkml:trace>
  <inkml:trace contextRef="#ctx0" brushRef="#br0" timeOffset="32656.6">16703-1407 2488 0,'-13'8'42'0,"-2"-8"55"16,6 0 46-16,-1 0 37 0,3 0-23 0,7 0-42 16,-7 0-49-16,7 0-39 0,0 0-21 0,0 0-12 15,14-12 2-15,2 2 5 0,7 0-2 0,6 1 1 16,1 0 7-16,4-1-8 0,2 1-46 0,2 2-66 15,0 0-73-15,-3 1-80 0,0-2-61 16,-3 5-64-16,0-3-211 0,-2-3 40 16,-3 0 109-16</inkml:trace>
  <inkml:trace contextRef="#ctx0" brushRef="#br0" timeOffset="-76885.7">19754-2533 2325 0,'0'-13'11'0,"-12"-4"20"0,12 1 33 15,-14-1 23-15,5 2 27 0,9 1 8 0,-9 2-14 16,9 2-20-16,-6 3-39 0,6 3-38 0,0 2-25 16,0 2-8-16,0 0 1 0,0 0 9 0,0 0 1 15,0 13 3-15,0 3-2 0,0 0 10 0,0 8 2 16,0 2 7-16,0 10 1 0,7 3 0 0,-7 7-3 16,8 1-6-16,-8 2 0 0,0 2-5 15,0-4 5-15,0-1-2 0,6-1 2 0,-6-7-1 0,6-1-3 16,-6-3 3-16,0-3 5 0,0-4 1 0,0-2-4 15,0-4 3-15,0-7-6 0,0-1-5 0,0-4 14 16,0-3 0-16,3-2 3 0,-3-2 12 16,0 0 21-16,3-2 20 0,-3 0-2 0,0 0 0 15,0 0-33-15,0 0-21 0,0-14-1 0,0-5-8 16,0 2 3-16,0-5-1 0,0-2-4 0,14-5-3 16,-1 0-3-16,3-2-6 0,0 2 4 0,2 0 4 15,-1 1-3-15,1 4 1 0,1 1-5 0,0 5 2 16,-2 5 4-16,-3 6 0 0,-1 3 8 15,1 4-3-15,0 0-2 16,-2 0 7-16,0 13-7 0,-1 4 5 0,1-2 4 16,-2 5 0-16,1 1-4 0,-2-1 2 0,-3 1-4 0,3 3 3 0,-3-3 8 0,1-1-7 15,-1 5 6-15,-2-5-3 0,2 0-2 16,-1 1 1-16,1-3-58 0,-2-1-70 0,1-4-61 16,0-2-62-16,-2-2-7 0,0-3 3 0,0-2-1 15,0-4-17-15,1 0-102 0,2 0-40 0,0 0 45 16,3-10 84-16</inkml:trace>
  <inkml:trace contextRef="#ctx0" brushRef="#br0" timeOffset="-76496.92">20296-2142 1691 0,'18'-24'34'0,"-1"1"33"0,-2 1 33 0,0 1 35 15,-3 3 5-15,-1 2 10 0,-3-3 9 0,-2 7-1 16,-3 1-11-16,1 2-20 16,-4 2-36-16,0 1-22 0,0 5-32 0,0 1-22 0,0 0-8 15,0 0-11-15,-9 0 15 0,-2 14-2 0,-2 1 2 16,-1 0 2-16,-3 6-10 0,-1 0 5 0,0 1 0 15,0 4-4-15,1-2 1 0,2 3-2 0,3-3 0 16,1 1-2-16,2-1 0 0,1-1-6 0,4-2 1 16,-1-3 4-16,4-4 1 0,-1 3 7 0,2-5-5 15,0-1 6-15,0-5 2 0,0-1 2 0,0-5 7 16,0 0-7-16,15 0-6 0,-1 0 2 0,1-19 4 16,2 1 13-16,3-2 22 0,1-4 6 0,2 0 6 15,3-5-7-15,-2 5-12 0,2-3-6 0,-2 1-8 16,-1 5-10-16,-2 2-4 0,0 1-4 15,-2 4-9-15,-1 3 0 0,-3 2-10 0,0 3 2 16,-3 2 2-16,0 3 4 0,1 1 7 0,-3 0-2 16,-1 0 0-16,2 0-6 15,-3 11 1-15,1 0-23 0,0-1-34 0,-2 3-45 0,1-4-53 0,1 1-44 16,-1 2-20-16,-1-2 1 0,2 0 1 0,-1-2 22 16,1-1 9-16,-1 3 9 0,-1-6 10 0,2 2-6 15,-1-2-22-15,1-1-52 0,-3-2-41 0,3-1 3 16,-1 0 41-16,-2 0 84 0,0 0 83 15</inkml:trace>
  <inkml:trace contextRef="#ctx0" brushRef="#br0" timeOffset="-76162.08">20805-2183 1153 0,'0'-11'29'0,"0"-2"43"0,0 0 28 16,0-2 24-16,0-1 9 0,0 1-15 0,0 1-2 15,0-3-1-15,0 1-14 0,0 3-5 0,0-3 1 16,0 2-1-16,0 0-6 0,0 3-13 16,0-1-11-16,7 2-24 0,1 1-18 0,-8 3-14 15,6 1-12-15,1 2-1 0,-2 2-1 0,4-2 0 16,-1 3-1-16,2 0 1 0,1 0 1 0,1 14-2 15,2-4 4-15,0 3-1 0,1 1-1 0,0 1 4 16,-1 1-4-16,-1 1 2 0,-1 1 2 0,-3 1-4 16,-1 1 5-16,-2-1-1 0,-1 2-2 0,-2-2 6 15,-3 0-4-15,0-2 2 0,0-1 7 0,0-2 18 16,0-1 29-16,0-1 21 0,-11-2 19 0,11 0-3 16,-11-5-3-16,-1 1-20 0,3-1-21 0,0-1-20 15,0-2-11-15,-2-2 0 0,2 0 14 16,0 0 8-16,2 0-6 0,-1-11-6 0,3-1-24 15,1-2-3-15,4-2-5 0,0 1-1 0,0-4 8 16,14-1-8-16,1-2 6 0,3-2-3 0,5-2-3 16,1 0 6-16,3 0-2 0,4 0-1 0,1-2 3 15,3 5-4-15,-1 1-40 0,0 2-58 0,2 1-76 16,-2 2-88-16,-2 2-49 0,0 3-44 0,-4 2-137 16,-2 2-93-16,-3-2 85 0</inkml:trace>
  <inkml:trace contextRef="#ctx0" brushRef="#br0" timeOffset="-75573.11">21880-2818 2258 0,'0'-11'32'0,"0"-2"33"0,0 4 27 15,0 1 23-15,0 2-27 0,0 1-34 0,0 3-29 16,0 2-21-16,0 0 0 0,-9 0 3 0,9 13 1 15,-6 2-1-15,6 2 0 0,-8 4-5 0,4 3 2 16,4 1-1-16,-5 6 1 0,0 2 1 0,5 0-1 16,0 1 1-16,0 1-2 0,0 1-1 0,0-4-5 15,0 1 3-15,0-3-2 0,11-1 0 16,-2-4 9-16,-1 0-2 0,1-5-1 0,-3-2 5 0,2-1-3 16,-4-5 1-16,-4-3 10 0,6-1 4 15,-6-5 2-15,5-2 1 0,-5-1-12 0,0 0-4 16,0 0-6-16,0 0 6 0,0-15 18 0,0 2 2 15,-14-2 4-15,2 2 6 0,0 0-12 0,-2 2-8 16,-1-1 0-16,-2 1-17 0,-1 3-7 0,-2 0 3 16,-3 8-2-16,1 0 3 0,-6 0 2 0,3 0-2 15,-1 13-1-15,1-2 3 0,4 1-2 0,-2 2-4 16,7-1 5-16,0 0-6 0,6 2 6 0,2 0-1 16,4-2-3-16,1 2 5 0,3-3-3 0,0-1 4 15,0 0-4-15,0 1 5 0,0-4 2 0,13-2 6 16,-1 1 7-16,2-2 0 0,0 0-7 0,4-2-4 15,3-2 2-15,4-1-5 0,2 0-13 0,3 0-54 16,2 0-61-16,2-15-62 0,-1 3-61 16,-1 1-38-16,-2-2-66 0,1 2-195 0,-2 1 19 15,-2-1 90-15</inkml:trace>
  <inkml:trace contextRef="#ctx0" brushRef="#br0" timeOffset="17896.86">4951 918 1750 0,'-8'0'20'0,"-2"0"24"0,-2 0 28 15,-1 0 33-15,0 0 8 0,2 0 5 16,-1 0-15-16,3 0-30 0,0 0-31 0,3 0-30 0,3 0-15 16,3 0 2-16,0 0 2 0,0 0 1 15,12 0 3-15,1 0 0 0,4 0-1 0,1 0 2 16,5 0-26-16,3 0-35 0,3-12-37 0,4 3-59 15,1 9-38-15,-1-8-78 0,0 2-153 0,-1 6-49 16,-3-5 64-16</inkml:trace>
  <inkml:trace contextRef="#ctx0" brushRef="#br0" timeOffset="18056.05">4968 1254 1857 0,'-9'14'0'0,"4"-3"-3"0,0-3 32 0,5-2 30 15,0-6 21-15,0 0 12 0,16 0-30 16,5 0-29-16,6-16-21 0,10 2-12 0,4-1-5 16,9-2-44-16,6 0-62 0,5-3-80 0,1 1-207 15,2 1-108-15,0-1 61 0</inkml:trace>
  <inkml:trace contextRef="#ctx0" brushRef="#br0" timeOffset="19810.37">6614 978 1253 0,'0'0'-1'16,"0"0"0"-16,0 0 10 0,0 8 13 0,0-8 12 15,0 0 12-15,0 0 3 0,0 0 1 0,-6 0-1 16,6 0-5-16,-8 0-1 0,8 0-5 16,-4 0 4-16,4 0-4 0,-5 0-1 0,2 0 0 15,3 0-4-15,-4 0 3 0,2 0 2 0,-1 0-4 16,0 0-3-16,1 0-2 0,-1 0-11 0,2 0 0 16,-1 0-8-16,1 0 1 0,1 0-3 0,0 0-1 15,-2 0 2-15,2 0-6 0,0 0-2 0,0 0 1 16,0 0-1-16,0 0 0 0,0 0 4 0,0 0-3 15,0 0 0-15,0 0 2 0,0 0-3 0,0 0-1 16,0 0 5-16,0 0 1 0,0 0 7 0,0 0 5 16,0 0 6-16,0 0 2 0,0 0 3 0,0 0 7 15,0 0-2-15,0 0 2 0,0 0-2 0,0 0-3 16,0 0-3-16,0 0-3 0,0 0-6 0,0 0-5 16,0 0-2-16,0 0-7 0,0 0 4 15,0 0-6-15,0 0 2 0,0 0-4 0,0 0-2 16,0 0 1-16,0 0-3 0,0 0 8 0,0 0-8 15,0 0 2-15,0 0 0 0,0 0-3 0,0 0 7 16,0 0 8-16,0 0 10 0,-7 0 9 0,7 0 5 16,0 0-2-16,-6 0-3 0,6 0-9 0,0 0-4 15,-5 0-4-15,5 0 0 0,-4 0-2 0,0 0-1 16,4 0-4-16,-3 0-4 0,2 0 4 0,-4 0 0 16,1 0 12-16,1 0-1 0,0 0 4 0,-2 11 4 15,-2-11 0-15,1 0 5 0,-2 0 3 16,2 9 1-16,0-9-5 0,0 0-5 0,1 6-6 15,-1-6-8-15,3 0-2 0,-2 0 3 0,4 7-6 16,-2-7 5-16,1 1 1 0,-1-1-4 0,2 5 7 16,1-3 0-16,0-1-4 0,-3-1 3 0,3 0-2 15,0 2-6-15,-2-2 2 0,1 2-3 0,-1-2-2 16,1 0 2-16,1 2-3 0,0-2 1 0,0 0 0 16,0 0 1-16,0 0-3 0,0 0 0 0,0 0-2 15,0 0 2-15,0 0 7 0,0 0 44 0,0 0 22 16,15 0 2-16,3 0-5 0,6 0-37 0,7-11-23 15,5 0-1-15,5 1-5 0,6-4-9 16,7 0 7-16,0 1-8 0,2-2 12 0,-1 1-5 0,-2 0 2 16,-1 0 3-16,-7 1-12 0,1 1 7 15,-8 1-5-15,-3 1 2 0,-6 0 10 0,-7 3 26 16,-3 2 30-16,-7 2 19 0,-5-2-4 0,-4 4-27 16,-3 1-33-16,0-3-18 0,0 1-4 0,-10 1 3 15,-2 1 1-15,1 0-2 0,-3 0 3 0,-2 0-1 16,1 0-8-16,-4 0 6 0,3 0 2 0,-3 0-6 15,4 10 14-15,2-10-9 0,-1 10 1 0,3-10-5 16,2 0-47-16,5 7-45 0,-1-7-76 0,2 7-74 16,1-7-49-16,2 0-56 0,0 3-50 0,0-3-170 15,0 0-50-15,0 0 104 0</inkml:trace>
  <inkml:trace contextRef="#ctx0" brushRef="#br0" timeOffset="20316.8">7762 606 1720 0,'-11'-8'22'15,"1"1"25"-15,1-3 20 0,-3 3 29 16,2 2-1-16,-2-1-6 0,2-1-9 0,-1 2-23 15,0-1-18-15,1 3-15 0,1 2-10 0,-2 1 0 16,-1 0 4-16,1 0 7 0,1 0 4 0,-1 0-1 16,0 0-7-16,2 0-9 0,0 10-7 0,1 0-1 15,2-10 5-15,0 9 1 0,-1 0 0 16,-1-2-8-16,1 2-8 0,-1-2 3 0,-1 4-2 0,1 0 8 16,-1 5 2-16,0-1-3 0,1 3 4 0,2 1 88 15,-1 4 8-15,1 1 0 0,-2 3-3 0,2 1-93 16,-3 0-5-16,1 2-1 0,2 1 0 0,2-4 3 15,-1 1-2-15,2-1 3 0,3-6-6 0,0 1 4 16,0-2 1-16,12-1-1 0,-12-1-1 0,14-4 4 16,0 0-2-16,-1-2 4 0,2-2 11 15,1-3 15-15,2-2 13 0,3-3 10 0,3-2 1 16,5 0-16-16,-1 0-8 0,0-10-4 0,1-2-4 16,2-3 12-16,-2-2 7 0,-2-3 13 0,-1-1 24 15,-4 1 5-15,1-3 17 0,-5-1-9 0,1 0-25 16,-6 1-23-16,-3-2-24 0,-3 2-20 0,-5-3 9 15,-2-1-8-15,0 1-3 0,0-1-1 0,-13 3-9 16,1-1 13-16,-4 2-3 0,0 2-24 0,-2 3-43 16,-2 3-55-16,1 0-76 0,-1 5-85 15,0 3-77-15,2 0-98 0,1 2-214 0,4 5-8 0,2 0 118 16</inkml:trace>
  <inkml:trace contextRef="#ctx0" brushRef="#br0" timeOffset="20497.08">8164 606 3403 0,'5'0'34'15,"-5"0"31"-15,0 0 29 0,0 0 39 0,0 0-24 16,-12 0-22-16,12 0-26 0,-11 0-47 0,11-7-8 16,-9 7-4-16,9 0-43 0,0 0-45 0,0 0-112 15,0 0-161-15,0 0-124 0,0 0-213 16,0-8-107-16,0 8 158 0</inkml:trace>
  <inkml:trace contextRef="#ctx0" brushRef="#br0" timeOffset="21020.24">8695 377 2467 0,'3'-11'26'0,"0"-3"19"15,0 0 16-15,-2 1 19 0,2 0-17 0,-1-2 50 16,2 0 43-16,-1 1 13 0,3-2-9 0,-1 4-60 16,-2 0-43-16,2-2-9 0,-2 4 10 15,0 0 17-15,-3 2-13 0,0 3-14 0,0-1-9 16,0 1-24-16,0 0-6 0,0 4-11 0,0-2-4 16,-14 1-3-16,5 2 7 0,-2 0 0 0,-4 0 2 15,-2 0-1-15,-4 13-5 0,-2-2-5 0,-3 0 3 16,2 0 2-16,0 1-2 0,0 0 3 0,4-1-4 15,3 0 4-15,3 2-4 0,1-4 5 0,4 0-10 16,1 2-5-16,2-3 5 0,3 1-2 0,0-3 9 16,3 1 1-16,0-3 2 0,0 2 3 15,0-3-4-15,0 1 8 0,11 0-5 0,1-1 2 0,0 2 1 16,5 1-7-16,1 2 40 0,5 1 87 16,1 2-6-16,3 2-4 0,4 0-34 0,-1 3-88 15,0-3 7-15,-1 3-5 0,-3-2 7 0,-2 0-13 16,-4-5 8-16,-3 1 3 0,-4 2 10 0,-2 2 2 15,-2-2-4-15,-1 2 12 0,-7 1-17 0,-1 5 18 16,0 2-1-16,-13 1 0 0,-6 2-2 0,-2 2-6 16,-8 2-6-16,-4 2-5 0,-5 0 8 0,-3-3-6 15,3 0 10-15,1-5 0 0,4-3-7 0,3-5 5 16,7-2-1-16,5-4 1 0,5-4 10 0,6-4-12 16,1-1-1-16,3 0-19 0,3 0-17 15,0 0-28-15,0-17-23 0,15 4-26 0,-1-5-23 16,2 3-10-16,4-4-34 0,3 2-39 0,1 2-51 15,2 0-57-15,-3 4-51 0,0 3-94 0,-2 0-166 16,-4 5 97-16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6:15.180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724 1722 1512 0,'-27'2'22'0,"3"-2"23"0,4 2 18 15,0-2 20-15,3 3-2 0,5-3-8 0,2 0-11 16,0 1-22-16,3 0-22 0,2 1-1 0,4 0 25 16,1 1 20-16,0 1 5 0,0 1-10 0,15-2-33 15,-1 5-20-15,2 1-5 0,9 0 1 0,2 2 1 16,5 0 2-16,3 0 4 0,1 2 11 0,7-3 6 16,4 1 4-16,3 0-1 0,3-4-14 15,6 3-1-15,2-1-9 0,3 0 6 0,6-2-4 0,1 1-1 16,4-2-4-16,-1 3-9 0,5-3 11 15,3 3-4-15,0-2 5 0,2-1-2 0,4 1-3 16,0-3-2-16,3-1-1 0,1-2 4 0,3-1-3 16,-1 0 0-16,3 0 1 0,-1 0 2 0,-2-17 2 15,0 3 3-15,0-3 2 0,-1-1-5 0,-2-5 5 16,0-1-4-16,-1 1 0 0,-4-6 5 0,-2-1-3 16,-1-2 0-16,-5-1 1 0,-4-1 0 0,-6-1-5 15,-4 1 1-15,-6-3 3 0,-3 3 0 0,-2-1-1 16,-6-1-2-16,-5-1-3 0,-2-3-2 0,-5 2 1 15,-3-4-4-15,-2-1-2 0,-7 1-2 0,-3-3 1 16,-5 1 4-16,-5-1 0 0,-4 1 7 16,-6 0-1-16,0-2 2 0,0-1 3 0,-13 0 3 15,-5 3 0-15,-1-2 5 0,-3-1 3 0,-1 4 3 16,0-3 9-16,-3 2-1 0,2 1 2 0,0-2 2 16,-1 4-8-16,2 0 0 0,-1 2-4 0,0 2-6 15,0 2 0-15,-4 1-2 0,1 6 45 0,-2-3 32 16,-3 6-5-16,-1 0-1 0,-4 0-50 0,-4 7-39 15,-4-1 7-15,-8 0-4 0,-5 2-1 0,-10 4 8 16,-10 2-3-16,-7 2 4 0,-9 1 3 0,-9 2-7 16,-4 5 3-16,-7 1-2 0,-4 0 3 0,-4 0 3 15,1 0-4-15,-4 0 2 0,1 0-7 0,1 11 3 16,3-3 1-16,1-8-5 0,6 9 0 16,2 1 0-16,3 0 1 0,5-2-2 0,-1 6 2 0,7 0-4 15,0 0 6-15,4 1 1 0,2 6-1 16,5 0 2-16,1 6-5 0,1 1 4 0,5 1 0 15,2 6 2-15,4 2-4 0,3 6 2 0,5-3-8 16,2 7 3-16,10-2-1 0,3 1 0 0,9-1 9 16,6-1 9-16,12 3 17 0,4-2 1 0,8-1 2 15,3 3-12-15,8-2-10 0,0 0 4 0,12 3-3 16,4 0 3-16,3-1 2 0,7 1 2 0,5 0 3 16,5 1 3-16,7-3 0 0,4 1-11 0,7-7 4 15,6-2-7-15,3-4 0 0,10 1 3 0,6-9-1 16,8-5-5-16,2-1-1 0,5-5-2 15,7-3-5-15,-1-1 3 0,0-4-3 0,3 0 6 16,-5-5-2-16,-3 2-8 0,-2-2-33 0,-6-2-61 16,-5 0-72-16,-5 0-72 0,-6 0-51 0,-8 0-31 15,-7 0-13-15,-8 0-190 0,-7 0 2 0,-10-12 92 16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3:48.98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5571 1139 1721 0,'-35'11'33'0,"2"2"22"0,2-3 25 15,7-1 23-15,3-3-7 0,3 1 4 0,1-4-4 16,5 1 4-16,3 0-7 0,2-4-4 0,3 1-7 15,1 0-18-15,3-1-17 0,0 1-18 0,0-1-12 16,0 0-3-16,11 0-2 0,1 0 1 16,4 0-1-16,6 0-5 0,5 0-4 0,8-11 4 15,7 1-3-15,9 1-1 0,8-2 4 0,11-1 0 16,9-2-4-16,7-1 1 0,7-1-6 0,10 1-2 16,5-3 6-16,0 0 2 0,3 2 1 0,-2 0-5 15,-1 1 0-15,-3 2-6 0,-8-1 8 0,-3 1 1 16,-6 1-7-16,-4 0 6 0,-7 1-5 0,-7 0 3 15,-5 2 1-15,-7-1-1 0,-10 3 7 16,-7 0-1-16,-7 3 11 0,-10 0 4 0,-7 2 0 0,-3-1 2 16,-7 1-8-16,-4 0-9 0,-3 0-2 0,0 2-5 15,0-1-3-15,0 0-2 0,-12-1-15 16,0 0-13-16,3 2-15 0,-2-1-16 0,-3-1-25 16,1 1-18-16,-4 0-16 0,0 1-22 0,-1 0-12 15,-3 0-44-15,-3 0-63 0,-2 0-200 0,-3 0-23 16,-4 0 78-16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3:48.61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5219 1243 2066 0,'-14'0'23'16,"2"-16"19"-16,0 8 8 0,1 8-4 0,2-10-19 15,0 10-15-15,1 0 3 0,-1 0 11 0,3 0 13 16,2 0 12-16,-3 0 1 0,4 0 11 0,0 0-3 15,2 0-9-15,1 0-7 0,-3 0-16 0,3 0-15 16,0 0-8-16,0 0-8 0,0 0-2 0,0 0 4 16,0 0 0-16,0 0 5 0,17 0 1 0,-1 0-3 15,5 0 2-15,8 0-2 0,8 0 0 16,5-14-4-16,10 1-3 0,6 0-1 0,5 1 3 16,7 0-7-16,5 0-15 0,5-5-10 0,2 1-4 15,5 2 12-15,-1-3 14 0,2 2 11 0,2 1-4 16,0-2 6-16,-2 3-10 0,-2 0 4 0,-4 2 0 15,-3 0-3-15,-6 3 11 0,-6 1-1 0,-8 1-1 16,-9 0 0-16,-7 3 2 0,-10-1 2 0,-7 2 4 16,-8 0 5-16,-6-1-1 0,-7 2 1 0,-5 1-3 15,0 0-9-15,0-1-15 0,0-1-20 0,0 0 0 16,-11 2-6-16,1-2 0 0,1-1-5 0,-2 0-17 16,-3 3-18-16,-2-2-15 0,2 1-11 15,-3-1-25-15,1 0-21 0,-4 2-25 0,-1 0 10 16,1 0-28-16,-4 0-124 0,-1 0 0 0,-4 0 22 15</inkml:trace>
  <inkml:trace contextRef="#ctx0" brushRef="#br0" timeOffset="2741.6">5972 880 1901 0,'-33'10'9'0,"2"-1"16"15,4-3 7-15,-1-1 12 0,6-1 4 0,2 1 6 16,-1-2 11-16,1 0 17 0,2 1 23 0,1-2 27 15,2 1 21-15,1-2 5 0,4 2-12 0,0-3-34 16,3 1-24-16,4-1-32 0,0 0-19 0,1 0-16 16,2 0-15-16,0 0-4 0,0 0-13 0,0 0 2 15,0 0-4-15,0 0 0 0,15 0 5 0,1 0 8 16,3 0 7-16,10 0-1 0,9 0 0 16,9-12-5-16,9 4-5 0,13-1 4 0,7 0 3 15,6-2-10-15,3 1 4 0,3 1 3 0,-5 0 2 16,1 0 8-16,-4-1-4 0,-4 3-4 0,-6-1-9 15,-8 1 5-15,-2 1 0 0,-6 2 1 0,-3-2 2 16,-7 3-7-16,-8-1 5 0,-4 1 1 0,-8 2 1 16,-3 0 7-16,-5 1 8 0,-6 0 18 0,-4 0 13 15,-3 0 11-15,-3 0 2 0,0 0-12 0,0 0-12 16,0 0-6-16,0 0-8 0,0 0-4 0,0 0-6 16,0 0-7-16,-9 0-2 0,9 0-6 0,0 0 12 15,-9 0-7-15,3 0 4 0,2 0-3 0,-1 0-6 16,-1 0 8-16,0 0-12 0,1 0 6 0,-1 0-7 15,2 0-5-15,-1 0 17 0,1 0-12 0,2 6 7 16,-1-6 1-16,3 0-2 0,-2 0 4 0,2 0 3 16,0 0 3-16,0 5-10 0,0-5 4 15,0 0-3-15,0 0 2 0,0 0 11 0,0 0-12 16,0 0 6-16,0 0-6 0,0 0-1 0,0 0 5 16,0 0-1-16,0 0 2 0,0 0-8 0,0 0 6 15,0 0 0-15,0 0-10 0,0 0 12 0,-7 0-4 16,7 0 2-16,0 0-2 0,-6 0-5 0,6 0 11 15,-5 0-10-15,1 0 10 0,4 0-10 16,-5 0-2-16,2 0 2 0,2 0 8 0,-2 0 3 0,-1 0-12 16,1 0 9-16,2 0-9 0,-2 0 4 0,3 0 8 15,-3 0-8-15,1 0 3 0,-1 0 2 0,2 0-2 16,1 0 5-16,-2 0 2 0,-1 0 0 16,3 0 2-16,-3 0-8 0,3 0 1 0,-3 0-6 15,2 0-3-15,-1 0 6 0,1 0-7 0,-1 0 3 16,1 0 5-16,-1 0 4 0,1 0-2 0,1 0 5 15,-2 0-16-15,0 0-1 0,2 0 4 0,-1 0 0 16,1 0 10-16,-2 0-6 0,2 0-1 0,0 0-5 16,0 0 5-16,0 0 0 0,0 0-1 0,0 0 5 15,0 0-5-15,0 0 1 0,-1 0 2 0,1 0-4 16,0 0 4-16,0 0-2 0,0 0-1 0,0 0 1 16,-2 0-7-16,2 0 10 0,0 0 0 15,0 0-3-15,0 0 0 0,0 0-4 0,0 0 1 16,0 0 4-16,0 0 6 0,0 0-3 0,0 0-5 15,0 0 2-15,0 0-5 0,0 0-2 0,0 0 10 16,0 0-8-16,0 0 8 0,0 0 3 0,0 0-11 16,0 0 6-16,0 0-8 0,0 0-1 0,0 0 8 15,0 0 5-15,0 0-4 0,0 0 8 0,0 0-6 16,0 0-4-16,0 0 3 0,0 0-8 0,0 0 6 16,0 0-4-16,0 0 7 0,0 0-2 0,0 0-5 15,0 0 5-15,0 0-8 0,0 0 6 0,0 0 2 16,0 0-1-16,0 0 2 0,0 0-4 0,-7 0 1 15,7 0-2-15,-5 0 4 0,5 0 1 0,-4 0 3 16,4 0-1-16,-3 0-5 0,0 0-3 16,3 0 2-16,0 0 0 0,0 0 1 0,0 0 4 15,0 0-8-15,0 0 9 0,0 0 1 0,0 0 1 16,0 0 7-16,0 0-14 0,0 0 0 0,0 0-1 16,0 0-7-16,0 0 8 0,0 0 5 0,0 0-3 15,0 0-3-15,0 0 5 0,0 0-12 0,0 0 5 16,0 0 8-16,0 0-8 0,0 0 8 0,0 0-3 15,0 0-2-15,0 0 1 0,0 0-3 0,0 0 1 16,0 0-1-16,0 0 2 0,0 0 3 0,0 0-7 16,0 0 5-16,0 0 2 0,0 0-7 0,0 0 9 15,0 0-5-15,0 0-7 0,0 0 8 0,0 0-1 16,0 0 2-16,0 0 2 0,0 0-7 16,0 0 0-16,0 0 7 0,0 0-7 0,0 0 7 15,0 0-10-15,0 0 3 0,0 0 6 0,0 0-6 16,0 0 9-16,0 0-8 0,0 0-3 0,0 0 5 15,0 0-1-15,0 0-4 0,0 0 4 0,0 0 5 16,0 0-6-16,0 0 7 0,0 0-2 0,0 0-2 16,0 0 0-16,0 0 1 0,0 0-3 0,0 0-2 15,0 0 4-15,0 0 1 0,0 0 2 0,0 0-7 16,0 0 3-16,0 0-1 0,0 0-6 0,0 0 7 16,0 0-1-16,0 0 1 0,0 0 1 15,0 0 3-15,0 0-4 0,0 0-1 0,0 0 1 16,0 0-1-16,0 0-1 0,0 0 2 0,0 0-7 15,0 0 2-15,0 0 1 0,0 0-2 0,0 0 9 16,0 0 1-16,0 0-1 0,0 0-1 0,0 0 3 16,0 0-4-16,0 0-1 0,0 0 4 0,0 0-7 15,0 0 3-15,0 0 3 0,0 0-6 0,0 0 4 16,0 0 1-16,0 0-5 0,0 0 6 0,0 0 1 16,0 0-8-16,0 0 3 0,0 0 0 0,0 0 2 15,0 0 1-15,0 0 0 0,0 0 1 0,0 0-3 16,0 0 1-16,0 0-2 0,0 0-7 0,0 0 5 15,0 0 0-15,0 0 10 16,0 0-3-16,0 0 0 0,0 0-1 0,0 0-9 0,0 0 3 16,0 0-2-16,0 0 3 0,0 0 3 0,0 0-5 15,0 0 3-15,0 0 2 0,0 0 0 0,0 0 5 16,0 0-8-16,0 0-3 0,0 0-3 0,0 0 7 16,0 0 4-16,0 0 3 0,0 0 0 0,0 0-10 15,0 0 2-15,0 0 5 0,0 0-7 0,0 0 7 16,0 0 2-16,0 0-11 0,0 0 6 0,0 0-2 15,0 0 2-15,0 0-2 0,0 0 2 0,0 0 8 16,0 0-8-16,0 0 11 0,0 0-9 16,0 0-7-16,0 0 2 0,0 0-7 0,0 0 10 0,0 0 2 15,0 0-3-15,0 0 11 0,0 0-7 0,0 0-8 16,0 0 9-16,0 0-2 0,0 0-6 16,0 0 8-16,0 0-8 0,0 0 0 0,0 0 6 15,0 0-1-15,0 0 7 0,0 0-13 0,0 0 2 16,0 0-2-16,0 0-1 0,0 0 8 0,0 0 1 15,0 0 0-15,0 0 1 0,0 0 0 0,0 0 0 16,0 0-7-16,0 0 2 0,0 0-3 0,0 0 3 16,0 0 4-16,0 0-4 0,0 0 3 0,0 0-8 15,0 0 4-15,0 0 0 0,0 0 3 0,0 0 2 16,0 0-6-16,0 0 6 0,0 0-13 16,0 0 13-16,0 0-3 0,0 0-1 0,0 0 5 0,0 0-8 15,0 0 9-15,0 0-7 0,0 0 8 16,0 0-8-16,0 0-3 0,0 0 12 0,0 0-7 15,0 0 4-15,0 0 0 0,0 0-9 0,0 0 7 16,0 0-1-16,0 0-4 0,0 0 3 0,0 0-5 16,0 0 7-16,0 0 3 0,0 0-2 0,0 0-1 15,0 0-5-15,0 0 3 0,0 0-7 0,0 0 3 16,0 0 6-16,0 0 0 0,0 0 1 0,0 0 0 16,0 0-5-16,0 0 2 0,0 0 2 0,0 0 1 15,0 0-1-15,0 0-2 0,0 0 3 0,0 0-7 16,0 0 1-16,0 0-2 0,0 0 5 0,0 0 1 15,0 0-6-15,0 0 9 0,0 0-2 16,0 0-2-16,0 0 8 0,0 0-8 0,0 0-7 16,0 0 7-16,0 0-3 0,0 0-1 0,0 0-9 15,0 0-33-15,0 0-44 0,0 0-52 0,0 0-46 16,0 0-21-16,0 0 0 0,0 0 4 0,0 0 36 16,0 0 31-16,0 0-4 0,0 0 8 0,0 0-38 15,0 0-39-15,0 0-32 0,0 0-154 0,0 0-7 16,-11 0 61-16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6:16.950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3067 459 928 0,'0'-7'15'0,"0"-3"21"0,0 3 14 0,0-1 15 16,0 2-9-16,0-4-1 0,0-1-8 0,0-1-14 0,0 0-5 15,-12-1 13-15,1 2-1 0,-4-4-2 16,-1 0-6-16,-6-1-30 0,-4 4-5 0,-4-4 18 15,-3 1 3-15,-4 1-5 0,-1 1 5 0,-3-1-15 16,-3 2 9-16,0-2 23 0,-4 3-5 0,0-2-1 16,-2-1-9-16,0-2-15 0,2 1 7 0,-2 0 2 15,-1-2 9-15,1 2 7 0,0 1 2 0,2 0 4 16,-3 0-4-16,3 4-14 0,-2-1-2 0,0 2-4 16,-1 2-7-16,1 6 7 0,-4 1 12 0,-1 0 3 15,-3 0 1-15,-2 0-8 0,-4 11-12 16,-2-1-7-16,-5 4 4 0,0 0 6 0,-1 3 1 15,-1 3 25-15,-1 1 3 0,1 3 2 0,5 3-3 16,-1-2-16-16,7 2 4 0,1 1 1 0,5 0 0 16,5 1-2-16,0 0-14 0,6-1-5 0,1 0 0 15,0 0-3-15,4 5 6 0,2-2-1 0,2 0-1 16,3 1 7-16,1 3 4 0,1 2 9 0,1-2 2 16,1 4 0-16,5 2-4 0,1 0-14 0,-3 6-1 15,6 3-4-15,-1 1 3 0,1 6 3 0,1 2-7 16,-3 3-4-16,3 3-5 0,0 2 1 0,-2 0 3 15,3 0 3-15,3 2-7 0,1-3 2 0,8-1 1 16,-2-3 29-16,8-3 40 0,0 1 13 16,28-5 9-16,4-1-19 0,9-2-37 0,10-2-7 15,15-1-6-15,10-1-3 0,10 0 5 0,17-1-1 16,8-4-1-16,11 0-8 0,10-2 4 0,8-3 0 16,8-7-6-16,7-1 14 0,2-5 6 0,4-8 7 15,0-4 18-15,-3-6-12 0,-2-7-7 0,-1 0-8 16,-8 0-5-16,-7-16 14 0,-5-5 12 0,-10-6 14 15,-11-4 2-15,-11-4-5 0,-12-10 12 0,-14-3-28 16,-10-6-23-16,-14-2-8 0,-10-5-15 0,-13-2 0 16,-11-2 0-16,-19-3-14 0,0 3-33 15,0-5-28-15,-25 4-46 0,-10-1-50 0,-6 6-72 0,-10 1-55 16,-9 3-43-16,-9 6-71 0,-10 8-224 16,-8 1 32-16,-12 3 98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4:57.81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-1885 1308 1729 0,'0'-7'21'0,"4"1"17"15,-1 4 29-15,-3 0 23 0,0-1-5 0,0 1 6 16,0 0-13-16,0 2-20 0,0 0-15 0,0 0-21 15,-14 0-19-15,5 0-5 0,0 11-3 0,-2 3 1 16,0-2 4-16,2 3 4 0,-4 1-1 0,-1 1-4 16,2 7 3-16,-5-3 2 0,3 4 4 0,-2 2 8 15,-1-1 4-15,2-2 1 0,1 1 4 0,-3 0-4 16,4-3-9-16,1-2-4 0,1-2-3 0,-1-3-6 16,4-2 3-16,-1-2-4 0,3-1-3 0,2-1 6 15,0-3-1-15,1-1 3 0,0-1 1 16,3 1-8-16,-1-3 4 0,-1 0 5 0,1 0-2 15,1 0 2-15,0-1-2 0,0-1 2 0,0 0 2 16,0 0 4-16,0 0 4 0,0 0 1 0,0 0 2 16,0 0 3-16,0 0-6 0,0 0-1 0,0 0 1 15,0 0-5-15,0 0 0 0,0 0-1 0,0 0-5 16,0 0 3-16,0 0 6 0,0 0-9 0,0 0 5 16,0 0-7-16,0 0-5 0,0 0 5 0,0 0-3 15,0 0 3-15,0 0 1 0,0 0-3 0,0 0 2 16,0 0 3-16,0 0-5 0,0 0 5 0,0 0-3 15,0 0-4-15,0 0 4 0,0 0-9 16,0 0 7-16,0 0-5 0,0 0 0 0,0 0 7 0,0 0-4 16,0 0 0-16,0 0 1 0,0 0-8 15,0 0-25-15,0 0-37 0,0 0-56 0,0 0-54 16,0 0-88-16,0 0-208 0,0 0-65 0,0 0 62 16</inkml:trace>
  <inkml:trace contextRef="#ctx0" brushRef="#br0" timeOffset="444.47">-2102 1442 1782 0,'0'0'44'16,"0"0"31"-16,2 0 29 0,-2-1 28 0,4 0-13 16,-4 1-4-16,0-1 1 0,0 0-5 0,0-1-10 15,0 2-12-15,0 0-23 0,0 0-15 16,0 0-20-16,0 0-15 0,0 0-8 15,0 0-13-15,-7 11-4 0,7-6 1 0,-6 4 0 0,6 2 7 16,-9 3-2-16,4 3 0 0,-1 3 1 0,3-2-4 16,0 4 12-16,0 0-4 0,0-2 6 0,1-2-2 15,2 0-9-15,0-3 0 0,0-2 5 0,0-1-4 16,0-2 10-16,0-2 5 0,0-1-5 0,0-1 3 16,11-3 2-16,-11 1 1 0,9-2 11 0,-1-2 4 15,1 0-6-15,1 0 2 0,0 0-13 0,3 0-2 16,7-15-7-16,0 2-34 0,-1-4-66 0,6-1-88 15,4-6-86-15,-4 3-117 0,3-5-255 0,1 0 46 16,1-3 88-16</inkml:trace>
  <inkml:trace contextRef="#ctx0" brushRef="#br0" timeOffset="3191.35">189 420 1408 0,'3'0'40'0,"0"0"18"0,-3 0 18 16,3 0 11-16,0 0-24 0,-3 0-1 15,0 0-3-15,0 0 1 0,0 0-5 0,0 0-4 16,0 0-2-16,0 0 3 0,0 0-2 0,0 0-2 16,0 0 0-16,0 0-6 0,0 0 4 0,0 0 0 15,0 0-8-15,0 0-3 0,0 0-8 0,0 0-3 16,0 0-8-16,0 0 4 0,0 0-2 0,0 0-2 16,0 0 4-16,0 0 1 0,0 0 1 0,0 0-4 15,0 0 2-15,0 0-2 0,0 0-6 0,0 0 2 16,0 0-5-16,0 0-2 0,0 0 5 0,0 0 2 15,0 0-2-15,0 0-8 0,0 0-4 0,0 0-2 16,0 0 2-16,0 0 5 0,0 0 0 0,0 0-8 16,0 0 3-16,0 0 5 0,0 0 4 15,0 0 11-15,0 0-6 0,0 0 1 0,0 0-5 16,0 0-5-16,0 0 3 0,0 0-6 0,0 0 1 16,0 0-1-16,0 0 1 0,0 0-3 0,0 0 3 15,0 0-3-15,0 0 2 0,0 0 3 0,0 0-5 16,0 0 14-16,0 0-6 0,0 0 13 0,0 0 11 15,0 0-11-15,0 0 12 0,0 0-16 16,0 0 0-16,0 0 4 16,0 0-7-16,0 0 0 0,0 0 1 0,0 0 3 0,0 0-4 0,0 0 2 15,0 0-1-15,0 0-8 0,0 0 13 0,0 0 5 0,0 0 0 16,0 0 1-16,-12 0-7 0,12 0-6 16,0 0-8-16,-8 0-3 0,8 0-3 0,-6 0 6 15,6 10 1-15,-6-10 0 0,1 8-5 0,-1-8-2 16,3 3-8-16,-1 2 3 0,1-5 5 0,-1 4 3 15,1-4-4-15,0 2 3 0,0-2 2 0,3 3-7 16,0-3 7-16,0 0-5 0,0 0-3 0,0 0 4 16,0 0 1-16,0 0 3 0,0 0-4 0,0 1 1 15,0-1-2-15,0 0-4 0,0 0 8 0,0 0-6 16,0 0 2-16,0 0 5 0,0 0-4 0,0 0 0 16,0 0 5-16,0 0-7 0,0 0-3 0,0 0 17 15,0 0-6-15,0 0-3 0,0 0 8 16,0 0-21-16,0 0 9 0,0 0 7 0,0 0-11 15,0 0 8-15,0 0-3 0,0 0-2 0,0 0 8 16,0 0-6-16,0 0 0 0,0 0 3 0,0 0 3 16,0 0-2-16,0 0 2 0,0 0-6 0,0 0-2 15,0 0 0-15,0 0 2 0,0 0 0 0,0 0-5 16,0 0 12-16,0 0-7 0,0 0-3 0,0 0 8 16,0 0-3-16,0 0 0 0,0 0 3 0,0 0-1 15,0 0-2-15,0 0-2 0,0 0 3 0,0 0-5 16,0 0 2-16,0 0 1 0,0 0 4 0,0 0 0 15,0 0-5-15,0 0 4 0,0 0-10 0,0 0 5 16,0 0 9-16,0 0-2 0,0 0-1 0,0 0 1 16,0 0-7-16,0 0-2 0,0 0 12 15,0 0-8-15,0 0-2 0,0 0 5 0,0 0-4 16,0 0 1-16,0 0 0 0,0 0 3 0,0 0-1 16,0 0 5-16,0 0 4 0,0 0-14 0,0 0 5 15,0 0-5-15,0 0-4 0,0 0 16 0,0 0-12 16,0 0 6-16,0 0-1 0,0 0-6 0,0 0 8 15,0 0-3-15,0 0 1 0,0 0 0 0,0 0 6 16,0 0-3-16,0 0 12 0,0 0-1 0,0 0-3 16,0 0 4-16,0 0-10 0,0 0-3 0,0 0 9 15,0 0-11-15,0 0-2 0,0 0 5 0,0 0-9 16,0 0 12-16,0 0-1 0,0 0 8 16,0 0-2-16,0 0-4 0,0 0 9 0,0 0-22 15,0 0 6-15,0 0 0 0,0 0-2 0,0 0 4 16,0 0-1-16,0 0-8 0,0 0 7 0,0 0-2 15,-7 0-2-15,7 10 4 0,0-10-10 0,0 0 10 16,0 0-4-16,0 0 0 0,0 0 4 0,0 0-6 16,0 0 4-16,0 0 8 0,0 0-8 0,0 0 7 15,0 0-5-15,0 0-6 0,0 0 10 0,0 0-6 16,0 0-9-16,0 0 13 0,0 0-4 0,0 0-4 16,0 0 13-16,0 0-11 0,0 0 2 15,0 0-1-15,0 0-7 0,0 0 4 0,0 0-1 16,0 0 14-16,0 0-5 0,0 0 1 0,0 0-3 15,0 0-12-15,0 0 10 0,0 0 4 0,0 0-4 16,0 0 6-16,0 0-8 0,0 0-1 0,0 0 10 16,0 0-7-16,0 0 8 0,0 0-2 0,0 0-16 15,0 0 3-15,0 0 7 0,0 0-2 0,0 0 5 16,0 0 5-16,0 0-16 0,0 0 6 0,0 0 2 16,0 0 2-16,0 0 2 0,0 0 0 0,0 0-2 15,0 0-4-15,0 0 4 0,0 0-4 0,0 0 4 16,-9 0-4-16,9 0 6 0,0 0-12 0,0 0 2 15,0 0 6-15,0 8-2 0,0-8 1 0,0 0 3 16,0 0-6-16,0 0-2 0,0 0 10 16,0 0 1-16,0 0-3 0,0 0 2 0,0 9-6 15,0-9-5-15,0 0 5 0,0 0 0 0,0 0 11 16,0 0-9-16,-6 0 6 0,6 0 1 0,0 4-12 16,-5-4 7-16,5 4 2 0,0-4-8 0,0 0 4 15,0 0 0-15,0 2-8 0,0-2 12 0,0 0-6 16,-6 0-2-16,6 4 12 0,0-3-16 0,0-1 10 15,0 2 8-15,0-1-22 0,0-1 18 16,0 2-4-16,0-2-6 0,0 0 6 0,0 0-10 0,0 0 8 16,0 0-1-16,0 0 5 0,0 0 1 15,0 0-7-15,0 0 2 0,0 0 2 0,0 0-4 0,0 0 0 16,0 0 0-16,0 0 2 0,0 0-2 16,0 0 8-16,0 0-6 0,0 0 4 0,0 0 0 15,0 0-10-15,0 0 12 0,0 0-10 0,0 0 2 16,0 0 2-16,0 0-8 0,0 0 3 0,0 0 10 15,0 0 1-15,0 0-8 0,0 0 14 0,0 0-16 16,0 0 0-16,0 0 8 0,0 0-13 0,0 0 11 16,0 0-2-16,0 0 3 0,0 0 1 0,0 0-2 15,0 0-4-15,0 0 4 0,0 0-4 0,0 0 0 16,0 0 8-16,0 0-10 0,0 0 14 0,0 0-10 16,0 0 0-16,0 0 5 0,0 0-9 0,0 0 2 15,0 0-2-15,0 0 4 0,0 0-3 16,0 0 5-16,0 0 1 0,0 0-3 0,0 0 10 15,0 0-10-15,0 0 0 0,0 0 0 0,0 0-4 16,0 0 10-16,0 0 11 0,0 0 0 0,0 0-3 16,0 0 5-16,0 0-6 0,0 0 6 0,-9 0-1 15,9 0-13-15,0 0-8 0,0 0-3 0,0 0 2 16,0 0 10-16,0 0 8 0,0 0-13 0,0 0 3 16,0 0-3-16,0 0-11 0,0 0 10 0,0 0 2 15,0 0 4-15,0 0 2 0,0 0 3 0,0 0-3 16,0 0 2-16,0 0-2 0,0 0-16 0,0 0 5 15,0 0-11-15,0 0 3 0,0 0 17 0,0 0-1 16,0 0-3-16,0 0 6 0,0 0-11 16,0 0 2-16,0 0 4 0,0 0-9 0,0 0 6 15,0 0-2-15,0 0-1 0,0 0 3 16,0 0 7-16,0 0-5 0,0 0-2 0,0 0 4 0,0 0-7 16,0 0 1-16,0 0 3 0,0 0-2 0,0 0 5 15,0 0-2-15,0 0 1 0,0 0-2 0,0 0-5 16,0 0 2-16,0 0 2 0,0 0 0 0,0 0-2 15,0 0 0-15,0 0-4 0,0 0 10 0,0 0-7 16,0 0 1-16,0 0 7 0,0 0-7 0,0 0 6 16,0 0-4-16,0 0 2 0,0 0-6 15,0 0 5-15,0 0 3 0,0 0-3 0,0 0-3 0,0 0 2 16,0 0-1-16,0 0-4 0,0 0 11 16,0 0-8-16,0 0 0 0,0 0 4 0,0 0-10 15,0 0 8-15,0 0-17 0,0 0-24 0,0 0-36 16,0 0-64-16,0 0-60 15,0 0-61-15,0 0-54 16,0 0-50-16,0 0-126 0,0 0-138 0,0 0 87 0,0 0 106 0</inkml:trace>
  <inkml:trace contextRef="#ctx0" brushRef="#br0" timeOffset="-1372.05">322 179 1209 0,'-3'-1'4'0,"3"-3"11"0,0 1 6 0,-6 2 4 15,3-2 3-15,3 1-4 0,-3 2 3 0,0-2 4 16,1 0 8-16,1-1-3 0,-2 2 2 0,1 1-6 15,-1-1-2-15,0-2 7 0,0 2-6 0,0 1 0 16,2-2 4-16,-1 2-8 0,-2 0 1 0,1-3 8 16,0 3-11-16,-1 0-4 0,1-2 8 0,0 2-15 15,-1 0 3-15,-2 0 6 0,3 0-10 0,-2 0 2 16,-1 0-5-16,3 0 1 0,-3 0 1 0,1 0-1 16,2 0 2-16,0 0-3 0,-3 8-10 15,3-8 12-15,-1 8-5 0,1-8-6 0,-3 4 12 16,3 2-9-16,0-6 8 0,-1 5 4 0,0-1-5 15,1 1-3-15,-3-1 1 0,4-1 3 0,-1 1 1 16,-3-2 1-16,3 2-3 0,0-2-5 0,-1 1 0 16,2 0-3-16,-1-3-4 0,1 3-1 0,-1-1 7 15,0 0-2-15,3 2 3 0,-3 1 1 0,0-1-7 16,2 0 5-16,-2 1 0 0,1 3 2 0,-2-1 1 16,4 1 4-16,-3 1-12 0,3 0 4 0,-3 2 1 15,3-3-2-15,0 2 12 0,-3-1-3 16,3 0 3-16,0 2 1 0,0-3-5 0,0 2 0 15,0-1-5-15,0 0 0 0,0 0-1 0,0-1 13 16,0 2-4-16,0-2 0 0,0 1-1 0,0 0-14 16,0-1 4-16,0 1 3 0,0-3-4 0,6 0 3 15,-6 4 1-15,7-2-6 0,-2 1 4 0,-1-1 1 16,-1 1 2-16,5 0 1 0,-3-1-1 0,2 1-4 16,-1-1 1-16,2 2-2 0,1-4 0 0,-1 2 2 15,1-1-4-15,0-1 0 0,-2-1 0 0,2-1 0 16,-1 2 1-16,3-1 2 0,-2 1-1 0,-3-1 4 15,4-2-2-15,-3 2-4 0,2-1-1 0,-2-1-3 16,1-1 2-16,-2 0-1 0,0 0 7 0,0-2-3 16,0 0-3-16,-1 0 3 0,1 0 1 15,-2 0-4-15,1 0 6 0,-1 0-6 0,6-10 3 16,-6 10 1-16,2-14-7 0,3 1 12 0,-1 1-7 16,3-4 1-16,-2 3 6 0,1-6-6 0,-4 2 3 15,3-5 1-15,2 1 5 0,-2-1 15 0,-3-2 5 16,2 1 25-16,-5-1 3 0,3-3 5 0,-6 4 8 15,2-1 7-15,-2 2 6 0,0 1-16 0,0 1-14 16,0 1-33-16,-11 3-23 0,11 1 1 0,-17 3-4 16,7 1-4-16,-6 0-9 0,6 3-38 15,-4 1-35-15,-1 3-41 0,1-1-33 0,-3 5-18 0,1 0-24 16,-1 0-36-16,3 0-146 0,-4 0-147 16,1 16 60-16</inkml:trace>
  <inkml:trace contextRef="#ctx0" brushRef="#br0" timeOffset="18958.34">509 139 1396 0,'0'-5'21'0,"0"1"13"0,0 2 23 15,0 0 18-15,0 0 0 0,0-2-5 0,-11 3-10 16,11-2-4-16,-9-2-8 0,2 1-3 0,-1 1-5 16,2-1-4-16,0 0-6 0,-2-3 7 15,-1 1 0-15,3 2-4 0,-1-1 2 0,-3-1-3 16,1-1 8-16,-1 1 1 0,1 2-2 0,-5-4 2 16,3 0-2-16,-1 2-1 0,1 1-10 0,-2-1-7 15,1 4-13-15,-2-3 3 0,5 4 9 0,-5 0 2 16,4-2-6-16,0 3-4 0,0 0 0 0,-1 0-6 15,2 0 4-15,-2 0-3 0,-1 0-5 0,2 0 1 16,-2 12 1-16,1-1 3 0,-3 0 0 0,-1 0-9 16,-2 3 1-16,4 0-4 0,-4 3 2 15,0 0 6-15,4 1-4 0,-3 3 8 0,3-2-9 0,-1 2 5 16,0 0 1-16,-1 2-2 0,5-1 3 16,-1 0 0-16,-1 2-1 0,1 1-4 0,2 0 0 15,-2 0 0-15,2-1-1 0,2 0-1 0,1-1-1 16,3-1-1-16,-3-2 5 0,6 0 1 0,0-2 2 15,0 0-3-15,0-1-2 0,0-3 1 0,0 1 0 16,12-1-1-16,-2-1 2 0,-1-2-5 0,2-3 3 16,1 3 12-16,-1-2 11 0,2 1 7 0,4-1-3 15,0-2-2-15,3 0-11 0,-1 1-7 0,4-4 5 16,0-1-2-16,3 2-1 0,1-4 1 0,-1-1-1 16,4 0 3-16,1 0-5 0,1 0 5 15,-2 0-2-15,2-13-5 0,-2 0 3 0,-2 2-3 0,-3 1-4 16,4 1 2-16,-4 0 0 0,-3 0 3 15,1 1-1-15,-3-1-2 0,-3 0 5 0,-2 3 6 16,1-2 42-16,-5 1 34 0,1-1 11 0,-1-1 5 16,-2-2-31-16,2-4-15 0,-4-1 9 0,2-1 1 15,2-7 32-15,-5 3 5 0,5-7 17 0,-5 0 25 16,1-1-11-16,-4 1 15 0,-3-2-7 0,0 0-52 16,0-2-30-16,0 1-38 0,-16-1-37 0,-3-2-4 15,0 0 3-15,-3 1-2 0,0 1 3 0,-3 3 23 16,-1 3-17-16,4 3-1 0,-3 7-38 0,0 1-42 15,-1 6-29-15,-2 9-67 0,1 0-72 0,-5 0-110 16,3 11-104-16,-4 6-120 0,0 5-256 16,-1-1 146-16</inkml:trace>
  <inkml:trace contextRef="#ctx0" brushRef="#br0" timeOffset="13993.54">2811-674 1552 0,'-9'0'42'16,"9"0"13"-16,0 7 11 0,-7-7 21 0,2 0-36 15,0 7 3-15,1-7 3 0,-2 5-1 0,1-5 13 16,1 5 2-16,-1-5-2 0,1 4-3 0,-1-2-9 15,1-1-1-15,0 1 5 0,0-1 6 0,1 0 1 16,0 1 7-16,-2-2-2 0,2 0-8 0,2 0 4 16,-1 0 1-16,1 0-2 0,-1 2-7 0,2-1-4 15,0-1-22-15,0 0-13 0,0 0-8 0,0 0-12 16,0 0-3-16,0 0-1 0,0 0-4 0,0 0-1 16,0 0 5-16,0 0-3 0,9 0 2 0,-1 0 10 15,-1 0-12-15,3 0 12 0,0 0 3 16,2 0-8-16,4 0 7 0,0 0-3 0,4 0-8 15,1 0 7-15,2 0-5 0,1-9 2 0,2 9 1 16,2 0-2-16,0-7 3 0,1 1-6 0,-1 6 5 16,2-7-10-16,-3 3 7 0,-2 1 0 0,-1 1 0 15,-1-1 12-15,-1 1-14 0,0-2-2 0,-1 2 3 16,0-1-3-16,-3-2-1 0,-1 4 5 0,-2-2-7 16,-1 1-1-16,0-1 3 0,-5 1 0 0,0 2 3 15,-3-2-2-15,-1 2 10 0,-2 0-9 0,0 0 5 16,-2 0-2-16,1 0 2 0,-2 0 2 0,0 0-3 15,0 0 9-15,0 0-15 0,0 0 3 0,0 0 8 16,0 0-10-16,0 0 8 0,0 0-1 16,0 0-6-16,0 0 1 0,0 0 0 0,-8 0 4 15,8 0-2-15,-9 0 1 0,3 0-2 0,1 0-4 16,-1 7 8-16,-1-7-5 0,1 0 2 0,1 5 0 16,0-5-7-16,-2 3 10 0,2 0 2 0,-1-3 3 15,2 0-4-15,-2 3-4 0,0-3 7 0,-1 0-5 16,3 1 10-16,-1-1-1 0,1 0-2 0,-1 1 10 15,1 2-4-15,-1-3 8 0,4 0-4 0,-2 0-2 16,1 0-3-16,1 0-5 0,-1 0 0 0,0 0 0 16,2 0 0-16,0 0-1 0,-1 1 3 15,1-1-13-15,0 0 4 0,0 0 3 0,0 0-3 16,0 0 0-16,0 0 1 0,0 0-4 0,0 0 3 16,0 0 1-16,0 0 6 0,0 0-4 0,0 0-3 15,0 0 10-15,0 0-5 0,0 0 9 0,0 0 4 16,0 0-11-16,0 0-1 0,0 0-4 0,0 0 1 15,0 0 4-15,0 0-2 0,0 0-5 0,0 0-4 16,0 0 2-16,0 0 0 0,0 0-1 0,0 0 2 16,0 0-4-16,0 0 8 0,0 0 6 0,0 0-7 15,0 0-2-15,0 0-6 0,0 0-2 0,0 0 14 16,0 0 1-16,0 0-4 0,0 0-1 0,0 0-1 16,0 0 5-16,0 0 1 0,0 0 7 0,0 0-5 15,0 0 5-15,0 0 2 0,0 0 4 16,0 0-8-16,0 0-2 0,0 0 2 0,0 0 1 15,0 0-3-15,0 0 1 0,0 0-6 0,0 0-2 16,0 0 4-16,0 0-6 0,0 0 5 0,0 0-7 16,0 0 13-16,0 0-4 0,0 0-1 0,0 0-4 15,0 0-6-15,0 0 5 0,0 0 2 0,0 0 4 16,0 0-1-16,0 0 9 0,0 0-1 0,0 0-12 16,0 0-2-16,0 0-6 0,0 0 2 0,0 0 16 15,0 0-5-15,0 0-2 0,0 0-15 0,0 0 7 16,0 0 3-16,0 0-12 0,0 0 21 0,0 0-10 15,0 0-5-15,0 0 6 0,0 0-5 16,0 0 3-16,0 0-2 0,0 0 6 0,0 0-6 0,0 0-7 16,0 0 9-16,0 0 6 0,0 0-3 15,0 0 2-15,0 0-6 0,0 0-10 0,0 0 9 16,0 0 1-16,0 0 4 0,0 0 4 0,0 0-2 16,0 0-15-16,0 0 4 0,0 0 4 0,0 0 2 15,0 0 15-15,0 0-11 0,0 0-6 0,0 0 1 16,0 0 4-16,0 0-1 0,0 0 14 0,0 0-6 15,0 0 3-15,0 0 3 0,0 0-13 0,0 0 8 16,0 0-12-16,0 0 10 0,0 0-5 16,0 0-3-16,0 0 4 0,0 0-4 0,0 0 6 0,0 0-10 15,0 0 3-15,0 0 0 0,0 0-4 16,0 0 0-16,0 0 2 0,0 0-8 0,0 0 5 16,0 0 1-16,0 0 0 0,0 0 9 0,0 0 1 15,0 0 1-15,0 0-1 0,0 0-15 0,0 0 0 16,0 0 3-16,0 0 6 0,0 0 2 0,0 0 4 15,0 0-1-15,0 0-5 0,0 0 4 0,0 0-12 16,0 0 10-16,0 0-8 0,0 0 6 0,0 0 14 16,0 0-21-16,0 0 7 0,0 0-2 0,0 0-1 15,0 0 1-15,0 0 4 0,0 0-5 0,0 0-1 16,0 0 4-16,0 0-5 0,0 0 5 0,0 0-5 16,0 0 8-16,0 0-7 0,0 0 4 15,0 0 2-15,0 0-4 0,0 0 4 0,0 0-13 16,0 0 14-16,0 0 0 0,0 0 0 0,0 0 6 15,0 0-15-15,0 0-10 0,0 0 12 0,0 0-3 16,0 0 7-16,0 0 7 0,0 0-8 0,0 0 0 16,0 0-11-16,0 0 17 0,0 0 1 0,0 0 0 15,0 0 1-15,0 0-16 0,0 0-5 0,0 0 12 16,0 0 0-16,0 0 0 16,0 0 8-16,0 0-4 0,0 0 6 0,0 0 3 0,0 0-10 15,0 0-5-15,0 0-5 0,0 0 3 0,0 0-3 0,0 0 3 16,0 0 4-16,0 0-5 0,0 0 17 0,0 0-6 15,0 0-5-15,0 0 3 0,0 0-13 0,0 0 13 16,0 0-3-16,0 0 1 0,0 0 10 0,0 0-18 16,0 0 3-16,0 0 4 15,0 0-2 1,0 0 5-16,0 0 6 0,0 0-5 0,0 0-4 0,0 0 2 0,0 0 2 0,0 0-11 0,0 0 2 16,0 0 1-16,0 0-4 0,0 0 11 0,0 0 6 15,0 0-5-15,0 0-2 0,0 0-2 0,0 0-1 16,0 0-7-16,0 0 11 0,0 0-5 0,0 0-3 15,0 0 14-15,0 0-12 0,0 0 5 0,0 0 8 16,0 0-16-16,0 0 14 0,0 0-7 0,0 0-9 16,0 0 11-16,0 0-5 0,0 0 5 15,0 0-9-15,0 0 0 0,0 0-4 0,0 0 6 16,0 0 13-16,0 0-9 0,0 0-1 0,0 0 4 16,0 0-3-16,0 0-1 0,0 0 12 0,0 0-11 15,0 0-8-15,0 0 12 0,0 0-17 0,0 0 8 16,0 0 9-16,0 0-1 0,0 0-2 0,0 0 7 15,0 0-7-15,0 0-9 0,0 0 10 0,0 0-12 16,0 0 12-16,0 0 4 0,0 0 0 0,0 0-2 16,0 0-6-16,0 0 7 0,0 0-10 0,0 0 8 15,0 0-2-15,0 0-13 0,0 0 12 0,0 0-6 16,0 0-2-16,0 0 8 0,0 0 1 0,0 0 1 16,0 0 3-16,0 0-5 0,0 0-7 0,0 0 8 15,0 0-4-15,0 0 8 0,0 0-1 16,0 0-4-16,0 0 2 0,0 0-5 0,0 0 2 15,0 0 8-15,0 0-7 0,0 0 1 0,0 0 8 16,0 0-19-16,0 0 2 0,0 0 9 0,0 0-11 16,0 0 7-16,0 0 12 0,0 0-13 0,0 0 3 15,0 0 6-15,0 0-4 0,0 0 0 0,0 0 7 16,0 0-8-16,0 0 0 0,0 0 2 0,0 0-4 16,0 0 5-16,0 0-11 0,0 0 5 0,0 0 9 15,0 0-18-15,0 0 16 0,0 0-7 0,0 0-4 16,0 0 14-16,0 0-3 0,0 0 3 0,0 0-4 15,0 0-8-15,0 0 11 0,0 0-11 0,0 0 3 16,0 0 1-16,0 0-2 0,0 0-2 16,0 0 10-16,0 0 0 0,0 0-10 0,0 0 13 15,0 0-17-15,0 0 15 0,0 0-7 0,0 0-5 16,0 0 11-16,0 0-15 0,0 0 12 0,0 0 0 16,0 0 0-16,0 0-2 0,0 0 0 0,0 0-2 15,0 0 3-15,0 0 4 0,0 0-5 0,0 0 3 16,0 0-6-16,0 0 2 0,0 0 1 0,0 0 6 15,0 0 1-15,0 0-10 0,0 0 3 16,0 0-2-16,0 0-6 0,0 0 4 16,0 0 8-16,0 0-11 0,0 0 11 0,0 0 6 0,0 0-4 0,0 0-4 15,0 0-11-15,0 0 9 0,0 0-1 16,0 0-3-16,0 0 16 0,0 0-15 0,0 0 3 16,0 0 7-16,0 0-13 0,0 0-1 0,0 0-2 15,0 0 11-15,0 0 5 0,0 0 1 0,0 0-7 16,0 0-9-16,0 0-2 0,0 0 8 0,0 0 8 15,0 0 5-15,0 0-3 0,0 0-6 0,0 0-5 16,0 0-4-16,0 0 7 0,0 0 4 0,0 0-1 16,0 0 2-16,0 0-8 0,0 0-8 0,0 0 5 15,0 0 7-15,0 0 3 0,0 0 3 0,0 0-4 16,0 0-9-16,0 0 2 0,0 0 4 0,0 0 2 16,0 0-8-16,0 0 2 0,0 0-2 0,0 0 2 15,0 0 12-15,0 0-3 0,0 0 2 16,0 0-6-16,0 0 1 0,0 0-1 0,0 0-6 15,0 0 9-15,0 0-3 0,0 0-5 0,0 0 10 16,0 0-12-16,0 0 1 0,0 0 0 0,0 0-3 16,0 0 11-16,0 0 2 0,0 0 0 0,0 0-1 15,0 0-7-15,0 0-6 0,0 0 9 0,0 0-2 16,0 0-1-16,0 0 9 0,0 0-7 0,0 0 7 16,0 0-1-16,0 0-1 15,0 0 0-15,0 0-16 0,0 0 12 0,0 0 1 0,0 0-5 0,0 0 11 16,0 0-8-16,0 0-5 0,0 0 2 0,0 0 11 15,0 0-6-15,0 0-5 0,0 0 12 0,0 0-19 16,0 0 7-16,0 0 8 0,0 0-6 16,0 0 12-16,0 0-3 0,0 0-4 0,0 0 3 15,0 0-9-15,0 0-2 0,0 0-1 0,0 0-10 16,0 0 9-16,0 0 10 0,0 0 2 0,0 0 8 16,0 0-4-16,0 0-12 0,0 0-3 0,0 0 3 15,0 0-6-15,0 0 16 0,0 0-1 0,0 0 1 16,0 0-6-16,0 0-2 0,0 0 1 0,0 0 0 15,0 0 6-15,0 0-5 0,0 0 3 0,0 0-11 16,0 0 0-16,0 0 2 0,0 0 1 0,0 0 3 16,0 0 8-16,0 0-5 0,0 0-5 15,0 0 2-15,0 0-7 0,0 0 14 0,0 0-5 16,0 0 6-16,0 0 1 0,0 0-19 0,0 0 5 16,0 0 4-16,0 0-2 0,0 0 13 0,0 0 6 15,0 0-20-15,0 0 5 0,0 0 0 0,0 0-16 16,0 0 17-16,0 0 0 0,0 0-7 0,0 0 13 15,0 0 0-15,0 0-11 0,0 0 4 0,0 0 1 16,0 0-3-16,0 0-2 0,0 0 6 0,0 0-6 16,0 0 8-16,0 0 7 0,0 0-12 0,0 0 5 15,0 0 0-15,0 0-6 0,0 0 5 0,0 0-10 16,0 0-2-16,0 0 8 0,0 0 4 0,0 0 7 16,0 0-13-16,0 0 3 0,0 0-5 15,0 0 0 1,0 0 5-16,0 0 11 0,0 0-11 0,0 0-2 0,0 0 5 0,0 0-14 0,0 0 9 0,0 0 5 15,0 0 3-15,0 0-2 0,0 0 0 16,0 0 0-16,0 0-10 0,0 0-1 0,0 0 1 16,0 0 2-16,0 0 4 0,0 0 0 0,0 0 9 15,0 0-6-15,0 0 1 0,0 0 5 0,0 0-18 16,0 0 6-16,0 0-3 0,0 0 0 0,0 0 10 16,0 0-2-16,0 0 6 0,0 0-4 0,0 0-8 15,0 0 4-15,0 0-1 0,0 0-6 0,0 0 7 16,0 0-1-16,0 0-4 0,0 0 18 0,0 0-9 15,0 0-2-15,0 0-2 0,0 0-8 16,0 0 11-16,0 0-14 0,0 0 13 0,0 0-2 16,0 0-1-16,0 0 10 0,0 0-3 0,0 0-5 0,0 0 6 15,0 0-7-15,0 0-5 0,0 0 5 16,0 0-12-16,0 0 6 0,0 0-5 0,0 0 10 16,0 0 7-16,0 0 1 0,0 0 4 0,0 0-15 15,0 0 0-15,0 0 1 0,0 0 3 0,0 0 1 16,0 0-2-16,0 0 4 0,0 0-10 0,0 0 10 15,0 0-3-15,0 0-6 0,0 0 10 16,0 0-8-16,0 0 8 16,0 0 1-16,0 0-2 0,0 0-1 0,0 0-8 0,0 0 0 0,0 0-4 0,0 0 9 15,0 0 7-15,0 0 8 0,0 0-5 0,0 0-11 16,0 0-1-16,0 0-12 0,0 0 16 16,0 0 3-16,0 0-12 0,0 0 13 0,0 0-8 15,0 0 2-15,0 0 15 0,0 0-21 0,0 0 4 16,0 0 6-16,0 0-13 0,0 0 22 0,0 0-5 15,0 0-10-15,0 0 15 0,0 0-12 0,0 0-3 16,0 0 2-16,0 0-9 0,0 0 9 0,0 0 5 16,0 0 1-16,0 0 1 0,0 0-5 0,0 0-1 15,0 0 1-15,0 0-6 0,0 0 10 0,0 0-11 16,0 0 6-16,0 0 5 0,0 0-6 0,0 0 11 16,0 0-14-16,0 0 6 0,0 0 2 0,0 0-2 15,0 0-1-15,0 0 1 0,0 0-10 16,0 0 0-16,0 0 11 0,0 0-9 0,0 0 15 15,0 0-9-15,0 0 5 0,0 0-7 0,0 0-8 16,0 0 14-16,0 0-15 0,0 0 13 0,0 0-4 16,0 0 7-16,0 0 4 0,0 0-9 0,0 0 3 15,0 0-13-15,0 0 5 0,0 0 9 0,0 0-1 16,0 0 1-16,0 0 2 0,0 0-10 0,0 0 9 16,0 0-4-16,0 0 0 0,0 0 7 0,0 0-14 15,0 0 10-15,0 0 0 0,0 0 4 0,0 0-3 16,0 0-3-16,0 0 5 0,0 0-12 0,0 0 14 15,0 0-5-15,0 0-12 0,0 0 8 0,0 0-1 16,0 0 0-16,0 0 4 0,0 0 5 16,0 0-9-16,0 0 4 0,0 0-3 0,0 0 0 15,0 0 3-15,0 0-4 0,0 0-1 0,0 0 3 16,0 0-4-16,0 0 4 0,0 0 11 0,0 0-13 16,0 0 3-16,0 0-6 0,0 0-2 0,0 0 0 15,0 0 3-15,0 0 6 0,0 0-3 0,0 0 6 16,0 0-5-16,0 0 1 0,0 0 3 0,0 0-12 15,0 0 9-15,0 0 0 0,0 0-9 0,0 0 17 16,0 0-8-16,0 0-3 0,0 0 8 0,0 0-11 16,0 0 1-16,0 0 8 0,0 0-5 15,0 0 1-15,0 0 3 0,0 0-8 0,0 0-5 0,0 0 2 16,0 0 12-16,0 0-5 0,0 0-1 16,0 0 2-16,0 0-7 0,0 0 3 0,0 0 9 15,0 0-6-15,0 0-1 0,0 0 9 0,0 0-7 16,0 0 4-16,0 0-2 0,0 0-7 0,0 0 3 15,0 0-8-15,0 0 11 0,0 0 0 0,0 0-4 16,0 0 11-16,0 0-17 0,0 0 10 0,0 0 2 16,0 0-1-16,0 0 6 0,0 0-11 0,0 0-4 15,0 0 0-15,0 0-6 0,0 0 7 0,0 0 12 16,0 0-6-16,0 0 2 0,0 0-5 0,0 0 2 16,0 0 2-16,0 0 1 0,0 0 4 0,0 0-4 15,0 0-8-15,0 0 6 0,0 0-10 0,0 0-1 16,0 0 8-16,0 0 9 0,0 0 1 15,0 0 0-15,0 0-2 0,0 0-7 0,0 0-1 16,0 0-3-16,0 0 2 0,0 0-3 0,0 0 8 16,0 0 4-16,0 0 3 0,0 0-6 0,0 0-13 15,0 0 8-15,0 0-3 0,0 0 7 0,0 0 4 16,0 0-9-16,0 0-1 0,0 0-5 0,0 0 3 16,0 0 12-16,0 0-7 0,0 0 2 0,0 0 2 15,0 0-7-15,0 0 8 0,0 0 4 0,0 0-8 16,0 0-2-16,0 0 2 0,0 0-4 0,0 0 5 15,0 0-7-15,0 0 2 0,0 0 5 16,0 0-3-16,0 0-1 0,0 0 7 0,0 0-2 16,0 0-3-16,0 0 18 0,0 0-17 0,0 0 3 15,0 0-2-15,0 0-4 0,0 0 7 16,0 0-12-16,0 0 8 16,0 0-8-16,0 0-4 0,0 0 23 0,0 0-6 0,0 0 4 0,0 0 6 0,0 0-23 15,0 0 7-15,0 0 1 0,0 0-9 0,0 0 9 16,0 0 4-16,0 0-13 0,0 0 13 0,0 0-7 15,0 0 0-15,0 0 10 0,0 0-17 0,0 0 7 16,0 0 1-16,0 0-3 0,0 0 13 0,0 0-3 16,0 0-4-16,0 0-3 0,0 0 0 15,0 0 0-15,0 0 2 0,0 0 6 0,0 0-7 0,0 0 7 16,0 0-13-16,0 0 4 0,0 0 2 16,0 0-5-16,0 0 7 0,0 0-4 0,0 0 8 15,0 0-9-15,0 0 10 0,0 0 3 0,0 0-8 16,0 0 2-16,0 0-8 15,0 0 5-15,0 0-7 0,0 0 4 0,0 0 5 16,0 0-4-16,0 0 2 0,0 0 5 0,0 0-3 0,0 0 2 0,0 0 6 16,0 0-20-16,0 0 11 0,0 0-5 0,0 0 4 15,0 0 12-15,0 0-16 0,0 0-1 0,0 0 2 16,0 0 2-16,0 0 2 0,0 0 4 0,0 0-9 16,0 0 7-16,0 0-4 0,0 0 3 15,0 0 2-15,0 0-13 0,0 0 9 0,0 0-7 16,0 0 3-16,0 0 11 0,0 0-7 0,0 0 2 15,0 0 1-15,0 0 2 0,0 0-5 0,0 0 2 16,0 0 2-16,0 0-10 0,0 0 8 0,0 0-4 16,0 0-3-16,0 0 8 0,0 0-6 0,0 0 8 15,0 0-5-15,0 0-2 0,0 0 6 0,0 0-13 16,0 0 6-16,0 0 0 16,0 0 4-16,0 0 3 0,0 0 1 0,0 0-2 15,0 0-10-15,0 0 6 0,0 0-6 0,0 0 10 0,0 0 2 0,0 0-6 16,0 0 3-16,0 0-4 0,0 0-2 0,0 0 6 15,0 0 5-15,0 0-7 0,0 0 6 0,0 0 5 16,0 0-18-16,0 0 4 0,0 0 0 0,0 0-10 16,0 0 9-16,0 0 6 0,0 0 5 15,0 0-2-15,0 0-2 0,0 0-1 0,0 0-7 16,0 0 6-16,0 0-1 0,0 0-1 0,0 0-6 16,0 0 10-16,0 0 2 0,0 0-2 0,0 0 9 15,0 0-25-15,0 0 5 0,0 0 1 0,0 0 0 16,0 0 14-16,0 0-2 0,0 0 1 0,0 0-2 15,0 0 1-15,0 0-10 0,0 0 7 0,0 0-13 16,0 0 3-16,0 0 8 0,0 0 2 0,0 0 5 16,0 0-2-16,0 0-5 0,0 0-4 15,0 0 2-15,0 0 4 0,0 0 6 0,0 0-7 16,0 0 2-16,0 0-12 0,0 0 7 0,0 0 4 16,0 0-2-16,0 0 3 0,0 0-3 0,0 0-6 15,0 0 11-15,0 0 2 0,0 0-16 0,0 0 5 16,0 0 11-16,0 0-10 0,0 0 13 0,0 0-6 15,0 0-15-15,0 0 14 0,0 0-9 0,0 0 1 16,0 0 14-16,0 0-22 0,0 0 23 0,0 0-4 16,0 0-15-16,0 0 18 0,0 0-18 0,0 0 10 15,0 0 1-15,0 0 2 0,0 0 2 0,0 0 0 16,0 0-8-16,0 0-5 0,0 0 11 16,0 0-13-16,0 0 11 0,0 0-4 0,0 0-8 15,0 0 13-15,0 0-4 0,0 0-1 0,0 0 8 16,0 0-6-16,0 0-3 0,0 0 11 0,0 0-5 0,0 0 0 15,0 0 1-15,0 0-5 0,0 0-6 16,0 0 7-16,0 0 3 0,0 0-6 0,0 0 3 16,0 0 5-16,0 0-17 0,0 0 10 0,0 0 2 15,0 0-11-15,0 0 24 0,0 0-7 0,0 0-9 16,0 0 11-16,0 0-14 0,0 0 3 0,0 0 10 16,0 0-13-16,0 0 8 0,0 0 7 0,0 0-10 15,0 0 1-15,0 0 5 0,0 0-11 0,0 0 3 16,0 0 10-16,0 0-15 0,0 0 12 0,0 0 3 15,0 0-17-15,0 0 10 0,0 0-6 0,0 0-3 16,0 0 15-16,0 0-7 0,0 0 3 16,0 0 4-16,0 0-5 0,0 0-2 0,0 0 0 15,0 0 7-15,0 0-8 0,0 0 7 0,0 0-9 16,0 0 2-16,0 0-1 0,0 0 3 0,0 0 7 16,0 0-7-16,0 0 4 0,0 0 3 0,0 0-3 15,0 0-4-15,0 0-1 0,0 0-9 0,0 0 6 16,0 0 1-16,0 0 4 0,0 0-1 0,0 0-1 15,0 0 0-15,0 0 3 0,0 0 1 0,0 0-12 16,0 0 12-16,0 0-3 0,0 0-6 0,0 0 19 16,0 0-13-16,0 0-2 0,0 0 2 15,0 0 1-15,0 0-7 0,0 0 9 0,0 0 3 16,0 0-14-16,0 0 5 0,0 0-3 0,0 0-2 16,0 0 16-16,0 0-1 0,0 0-7 0,0 0 6 15,0 0-11-15,0 0 4 0,0 0 0 0,0 0 0 16,0 0-5-16,0 0 0 0,0 0 12 0,0 0-3 15,0 0 5-15,0 0-9 0,0 0-5 0,0 0 10 16,0 0-3-16,0 0 3 0,0 0-4 0,0 0-4 16,0 0 4-16,0 0 4 0,0 0 2 0,0 0-2 15,0 0-5-15,0 0 4 0,0 0-13 0,0 0 6 16,0 0-4-16,0 0 16 0,0 0-5 0,0 0-4 16,0 0 4-16,0 0-17 0,0 0 17 15,0 0-2-15,0 0 2 0,0 0-2 0,0 0-5 16,0 0-1-16,0 0 10 0,0 0 1 0,0 0-11 15,0 0 4-15,0 0-1 0,0 0 2 0,0 0 14 16,0 0-10-16,0 0-12 0,0 0 12 0,0 0-7 16,0 0 3-16,0 0-2 0,0 0-9 0,0 0 11 15,0 0 3-15,0 0 7 16,0 0-10-16,0 0-6 0,0 0 1 0,0 0 1 0,0 0 11 0,0 0-8 16,0 0 4-16,0 0 2 0,0 0-14 0,0 0 7 15,0 0 6-15,0 0-11 0,0 0 12 0,0 0 3 16,0 0-15-16,0 0 17 0,0 0-12 0,0 0-5 15,0 0 11-15,0 0-16 0,0 0 11 0,0 0 6 16,0 0-2-16,0 0-5 0,0 0 2 16,0 0 1-16,0 0-2 0,0 0-3 0,0 0-1 15,0 0 2-15,0 0 5 0,0 0 4 0,-12 0-3 16,12 0-7-16,0 0-2 0,0 0 2 0,0 0 15 16,0 0-9-16,0 0 0 0,0 0-2 0,0 0-10 15,0 0 15-15,0 0 0 0,0 0-1 0,0 0-7 16,0 0-6-16,0 0 4 0,0 0 6 0,0 0 4 15,0 0-3-15,0 0-7 0,0 0 1 0,0 0 3 16,0 0 7-16,0 0 7 0,0 0-6 0,0 0-5 16,0 0-5-16,0 0-1 0,0 0 3 15,0 0 3-15,0 0-4 0,0 0 2 0,0 0-3 0,0 0 5 16,0 0-10-16,0 0 8 0,0 0-2 16,0 0 0-16,0 0 13 0,0 0-14 0,0 0 2 15,0 0-3-15,0 0-2 0,0 0 8 0,0 0 0 16,0 0 3-16,0 0 3 0,0 0-7 15,0 0-2-15,0 0-2 0,0 0 1 0,0 0 2 0,0 0 2 16,0 0 0-16,0 0-9 0,0 0 3 0,0 0 2 16,0 0-5-16,0 0 16 0,0 0-4 0,0 0-8 15,0 0 7-15,0 0-1 0,0 0-3 0,0 0 3 16,0 0 0-16,0 0-11 0,0 0 4 0,0 0 11 16,0 0-13-16,0 0 4 0,0 0-2 0,0 0 1 15,0 0 6-15,0 0 1 0,0 0 0 16,0 0-4-16,0 0 8 0,0 0-11 0,0 0 11 15,0 0-7-15,0 0-6 0,0 0 13 0,0 0-5 16,0 0-6-16,0 0 0 0,0 0-1 0,0 0-3 16,0 0 3-16,0 0 7 0,0 0-2 0,0 0-10 15,0 0 10-15,0 0 0 16,0 0 2-16,0 0 3 0,0 0-6 0,0 0 1 0,0 0-1 0,0 0 3 16,0 0 0-16,0 0-1 0,0 0-5 0,0 0 1 15,0 0-1-15,0 0-4 0,0 0 10 0,0 0-1 16,0 0 1-16,0 0 1 0,0 0-8 0,0 0-3 15,0 0 4-15,0 0 9 0,0 0-9 0,0 0 7 16,0 0-5-16,0 0-5 0,0 0 12 0,0 0-4 16,0 0-4-16,0 0 8 0,0 0-5 15,0 0 1-15,0 0 7 0,0 0-13 0,0 0-1 16,0 0 8-16,0 0-8 0,0 0 10 0,0 0 1 16,0 0-4-16,0 0 9 0,0 0-5 0,0 0-1 15,0 0 0-15,0 0 10 0,0 0-14 0,0 0 12 16,0 0 3-16,0 0-15 0,0 0 21 0,0 0-18 15,0 0 5-15,0 0 4 0,0 0-10 0,0 0 9 16,0 0-13-16,0 0 2 0,0 0 0 0,0 0-1 16,0 0 3-16,0 0-2 0,0 0 3 15,0 0-4-15,0 0-3 0,0 0 7 0,0 0-11 16,0 0 8-16,0 0 3 0,0 0-6 0,0 0 10 16,0 0 0-16,0 0 2 0,0 0-1 0,0 0-14 15,0 0 17-15,0 0-10 0,0 0-8 0,0 0 17 16,0 0-26-16,0 0 23 0,0 0 6 0,0 0-4 15,0 0 6-15,0 0-20 0,0 0 9 0,0 0-14 16,0 0 4-16,0 0-2 0,0 0 4 0,0 0 9 16,0 0-13-16,0 0 18 0,0 0-18 0,0 0 0 15,0 0 7-15,0 0-10 0,0 0 10 0,0 0 6 16,0 0 1-16,0 0 1 0,0 0-12 0,0 0-5 16,0 0-3-16,0 0 12 0,0 0 8 15,0 0-8-15,0 0 3 0,0 0-5 0,0 0 1 0,0 0 0 16,0 0-1-16,0 0-3 0,0 0 1 15,0 0 14-15,0 0-10 0,0 0 7 0,0 0-1 16,0 0-8-16,0 0 1 0,0 0-10 0,0 0 8 16,0 0-1-16,0 0 16 0,0 0-9 0,0 0-7 15,0 0 3-15,0 0-3 0,0 0 4 0,0 0 3 16,0 0-6-16,0 0-3 0,0 0 12 0,0 0-1 16,0 0-1-16,0 0 9 0,0 0-16 0,0 0 0 15,0 0 9-15,0 0-19 0,0 0 8 0,0 0 6 16,0 0-1-16,0 0 10 0,0 0-12 0,0 0-5 15,0 0 3-15,0 0 3 0,0 0 10 0,0 0-10 16,0 0 5-16,0 0-15 0,0 0-3 16,0 0 21-16,0 0-20 0,0 0 13 0,0 0 13 0,0 0-13 15,0 0 12-15,0 0-11 0,0 0-4 16,0 0-5-16,0 0 0 0,0 0 16 0,0 0-5 16,0 0 3-16,0 0 5 0,0 0-5 0,0 0-12 15,0 0-4-15,0 0 7 0,0 0-7 0,0 0 13 16,0 0 9-16,0 0-13 0,0 0 1 0,0 0 6 15,0 0-15-15,0 0 16 0,0 0-3 0,0 0-13 16,0 0 14-16,0 0-13 0,0 0 11 0,0 0-9 16,0 0 0-16,0 0 7 0,0 0-7 0,0 0 19 15,0 0-3-15,0 0-21 0,0 0 2 0,0 0-3 16,0 0 6-16,0 0 13 0,0 0 2 16,0 0-7-16,0 0 0 0,0 0-5 0,0 0 2 15,0 0 2-15,0 0-8 0,0 0 4 0,0 0 2 16,0 0 4-16,0 0 8 0,0 0-4 0,0 0-4 15,0 0 3-15,0 0-17 0,0 0 11 0,0 0-5 16,0 0 0-16,0 0 22 0,0 0-11 0,0 0-11 16,0 0 1-16,0 0-17 0,0 0 19 0,0 0 10 15,0 0-8-15,0 0 13 0,0 0-22 0,0 0 14 16,0 0 2-16,0 0-17 0,0 0 11 0,0 0-10 16,0 0 2-16,0 0 12 0,0 0-10 0,0 0-2 15,0 0 14-15,0 0 0 0,0 0 7 16,0 0 0-16,0 0-16 0,0 0-5 0,0 0 4 15,0 0 2-15,0 0 4 0,0 0 3 0,0 0-10 16,0 0 6-16,0 0 0 0,0 0 1 0,0 0-2 16,0 0-9-16,0 0 0 0,0 0 4 0,0 0 5 15,0 0 10-15,0 0-6 0,0 0-7 0,0 0 1 16,0 0-6-16,0 0 5 16,0 0 11-16,0 0-5 15,0 0-8-15,0 0 8 0,0 0-14 0,0 0-1 0,0 0 16 0,0 0-5 0,0 0-3 0,0 0 11 16,0 0-3-16,0 0-9 0,0 0 7 0,0 0 5 15,0 0-8-15,0 0 7 0,0 0-4 0,0 0-3 16,0 0-7-16,0 0-3 0,0 0 6 0,0 0 2 16,0 0 5-16,0 0 10 0,0 0-6 15,0 0-1-15,0 0-9 0,0 0 0 0,0 0 0 16,0 0-4-16,0 0 4 0,0 0 3 0,0 0-6 16,0 0 6-16,0 0 0 0,0 0 0 0,0 0 6 15,0 0-2-15,0 0 2 0,0 0-8 0,0 0 2 16,0 0-2-16,0 0 2 0,0 0-11 0,0 0 11 15,0 0-6-15,0 0 9 0,0 0 6 0,0 0-7 16,0 0 8-16,0 0-13 0,0 0 4 0,0 0 1 16,0 0-12-16,0 0 10 0,0 0 4 0,0 0-6 15,0 0 5-15,0 0 1 0,0 0-2 16,0 0-5-16,0 0 18 0,0 0-19 0,0 0 1 16,0 0 5-16,0 0-20 0,0 0 18 0,0 0 2 15,0 0 1-15,0 0 4 0,0 0-4 0,0 0-6 16,0 0 6-16,0 0-6 0,0 0 6 15,0 0 0-15,0 0-9 16,0 0 4-16,0 0-6 0,0 0 8 0,0 0 0 0,0 0 2 0,0 0 3 0,0 0-8 16,0 0 10-16,0 0-9 0,0 0 4 0,0 0-8 15,0 0-5-15,0 0 14 0,0 0-13 0,0 0 23 16,0 0-6-16,0 0-11 0,0 0 6 16,0 0-12-16,0 0 7 0,0 0 13 0,0 0 0 0,0 0-7 15,0 0-3-15,0 0-7 0,0 0 7 16,0 0 0-16,0 0-3 0,0 0-1 0,0 0-4 0,0 0 16 15,0 0-4-15,0 0-4 0,0 0 4 16,0 0-15-16,0 0 13 0,0 0 2 0,0 0-5 16,0 0 9-16,0 0-11 0,0 0 0 0,0 0-1 15,0 0-3-15,0 0 10 0,0 0 0 0,0 0-2 16,0 0 6-16,0 0-7 0,0 0 3 0,0 0 0 16,0 0-3-16,0 0-7 15,0 0 0-15,0 0 3 0,0 0-3 0,0 0 14 0,0 0-6 16,0 0-1-16,0 0 8 0,0 0-8 0,0 0 10 0,0 0-7 15,0 0-6-15,0 0 3 0,0 0 0 16,0 0-3-16,0 0 9 0,0 0-12 0,0 0-1 0,0 0 4 16,0 0 3-16,0 0 3 0,0 0 1 15,0 0 3-15,0 0-13 0,0 0 8 0,0 0-3 16,0 0-11-16,0 0 15 0,0 0-2 0,0 0-3 16,0 0 16-16,0 0-20 0,0 0 9 0,0 0-8 15,0 0-6-15,0 0 18 0,0 0-13 0,0 0 9 16,0 0 1-16,0 0-6 0,0 0 8 0,0 0-2 15,0 0-6-15,0 0 8 0,0 0-17 16,0 0 7-16,0 0 3 16,0 0-6-16,0 0 7 0,0 0 3 15,0 0 1-15,0 0 6 0,0 0-5 0,0 0-5 0,0 0 4 0,0 0-8 0,0 0 6 0,0 0-5 16,0 0-3-16,0 0 0 0,0 0-4 16,0 0 13-16,0 0 7 0,0 0-12 0,0 0 12 15,0 0-18-15,0 0 6 0,0 0 2 0,0 0 1 16,0 0 6-16,0 0-11 0,0 0-1 0,0 0 2 15,0 0-1-15,0 0 8 0,0 0 7 0,0 0-8 16,0 0 4-16,0 0-4 0,0 0-3 0,0 0 0 16,0 0-7-16,0 0-3 0,0 0 6 0,0 0 12 15,0 0-11-15,0 0 3 0,0 0 0 0,0 0-15 16,0 0 21-16,0 0-6 0,0 0 1 16,0 0 10-16,0 0-10 15,0 0 6-15,0 0-22 0,0 0 5 0,0 0 3 0,0 0 7 0,0 0 18 0,0 0-14 16,0 0-5-16,0 0 1 0,0 0-10 15,0 0 6-15,0 0 14 0,0 0-10 0,0 0 0 16,0 0-1-16,0 0-5 0,0 0-2 0,0 0 18 16,0 0-10-16,0 0-5 0,0 0 5 0,0 0-10 15,0 0 5-15,0 0 9 0,0 0 0 0,0 0 8 16,0 0-3-16,0 0-13 0,0 0 4 0,0 0-11 16,0 0 7-16,0 0 8 0,0 0-8 0,0 0 8 15,0 0-1-15,0 0 1 0,0 0 4 0,0 0-11 16,0 0 0-16,0 0 3 0,0 0-1 0,0 0 4 15,0 0-7-15,0 0 3 0,0 0-2 0,0 0-5 16,0 0 9-16,0 0-35 0,0 0-24 16,0 0-16-16,0 0-44 0,0 0-33 0,0 0-37 15,0 0-68-15,0 0-60 0,0 0-44 0,0 0-133 16,0 0-267-16,0 0 102 0</inkml:trace>
  <inkml:trace contextRef="#ctx0" brushRef="#br0" timeOffset="62652.05">3548-1279 1558 0,'0'-8'5'0,"0"-1"52"0,0 1 45 16,0-1 39-16,0 1 17 0,0 1-30 0,0-1-18 15,0 0-7-15,0 2 13 0,-8 1 6 16,8-3 3-16,-9 4-10 0,9-2 5 0,0 0-7 15,-7 0-16-15,7 0 0 0,-6 0-33 0,2 1-20 16,4 1-18-16,0 2-27 0,0 1-12 0,0 1-9 16,0 0-4-16,-4 0 3 0,4 0 0 0,0 0 4 15,0 9 4-15,0-9-2 0,0 11 5 0,0 2-1 16,0-4-3-16,14 2 7 0,-4 0-4 0,-1-1 11 16,-1 3 18-16,1 2-8 0,0 1 5 0,0 3-6 15,0-3-16-15,5 1 10 0,-2-3 2 0,2 4 6 16,1-3 23-16,2-7 35 0,2-1 29 15,4-3-2-15,5-4-12 0,2 0-46 0,5-15-26 16,3 0 30-16,3-7 21 0,0 3 29 0,-5-3-8 16,-2-3-34-16,-2-1-29 0,-4-1-14 0,-3-1-1 15,-4 0 1-15,0-1 0 0,-2 0-7 0,-3-2 11 16,1 3-5-16,-3 1 4 0,-4 0-4 0,-4 5-18 16,-1 2-12-16,-5 3-31 0,0 3-42 0,0 1-52 15,0 4-47-15,0 1-34 0,0 4 5 0,0 4 34 16,-11 0 27-16,1 0 36 0,1 0 15 0,-1 11 3 15,0-1 21-15,1 1 6 0,-2 3 18 0,2-4 19 16,1-1 22-16,1 2 14 0,2-3 6 16,1 1 8-16,1-5-9 0,0 1 1 0,1 0 8 0,-1 0-5 15,0-1 6-15,0 1 17 0,0-1 10 16,-2 0 28-16,1 5 19 0,-1 0 2 0,-2-1-7 16,1 1-9-16,-1 3-12 0,3 1-3 0,-1 1 1 15,1 3-15-15,-2-2-9 0,3 2-18 0,0 3 0 16,1 1-3-16,2 1-4 0,0 4 4 0,0-4-5 15,0 2 25-15,14 1 37 0,-1-3 27 0,0 0 11 16,2-1-8-16,2-4-5 0,1-2-1 0,3-2-1 16,0-6-6-16,5-7-31 0,0 0-19 15,3 0-12-15,4-13-11 0,5-5 1 0,3 0 1 16,5-6-15-16,-1-2-35 0,2 2-40 0,-3-2-53 16,-1 5-50-16,-2-2-27 0,-8 2-45 0,-1 2-67 0,-9 4-232 15,-2 2-34-15,-9 2 85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6:27.59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167 98 1701 0,'-14'-11'38'0,"0"1"47"0,4 0 23 16,-3 3 30-16,3-1-6 0,-4 0-10 0,2 0 22 16,1 2 9-16,-1 2-8 0,2-3-6 0,0 1-27 15,1 0-30-15,2 4-28 0,1-2-36 16,0 4-23-16,1-1-14 0,2 1-1 0,3 0-2 0,-1 0 4 16,1 0-1-16,0 15 6 0,0-2 8 0,0 3-6 15,0 0 10-15,0 4-7 0,0 1 5 16,12 4-2-16,-3-2 0 0,-9 5 6 0,10-2-5 15,-4 2 8-15,2 2-3 0,-3-3-3 0,-1-2 5 16,-1 0 2-16,3-2-1 0,-3 1 3 0,0-3-1 16,2-2-4-16,-1-3 4 0,0 0 0 0,-1-2 3 15,0 2 1-15,0-8-3 0,-2 5-6 0,2-5-35 16,0 1-50-16,-1-1-57 0,-1 1-54 0,1 0-33 16,1 2-38-16,-3 0-77 0,0 2-199 0,0-2 32 15,0-3 88-15</inkml:trace>
  <inkml:trace contextRef="#ctx0" brushRef="#br0" timeOffset="176.96">287 310 2462 0,'7'-15'25'0,"-5"2"35"0,-2-1 41 16,0 3 42-16,0 1 15 0,0 1-8 0,0-1-23 15,-11 2-39-15,11 1-43 0,-8 0-23 0,8 0-23 16,0 1-11-16,0-1-50 0,0 4-76 0,0 0-95 15,0 0-51-15,0 3-6 0,0 0-12 0,0-2-98 16,0 1-151-16,10 0 59 0</inkml:trace>
  <inkml:trace contextRef="#ctx0" brushRef="#br0" timeOffset="718.3">804-71 1763 0,'11'-15'23'0,"-2"1"28"0,-4 0 19 15,1 0 33-15,-3 6 8 0,-3-3 9 0,0 4 13 16,0-1-7-16,0 2-12 0,0 1-23 0,0 1-22 15,-12 0-27-15,3 3-22 0,-1-1-17 0,1 2-12 16,-1 0-3-16,-2 0 2 0,-2 0-2 0,-1 0 4 16,-2 15 4-16,0-6-2 0,1 4 4 0,-3-2-1 15,1 4-5-15,0 0 3 0,3 2 3 0,0-2-3 16,1 1 2-16,2-1-4 0,1-2-2 0,0-2-1 16,4-1 2-16,2-1 3 0,2-2-3 0,2-3 6 15,1 3-2-15,0-6 2 0,0 6 5 0,0-3-8 16,10 1 3-16,0 1-1 0,0 0 2 15,1 1 5-15,-1-1-3 0,4 0-1 0,0 1-1 16,1 0-2-16,2 2 6 0,-2-3-1 0,3 0-2 16,0 2-3-16,2 0 0 0,-3 0 1 0,1 1-4 15,-4-2 2-15,1 1-3 0,-3 2 4 0,-3-3 1 16,0 2 7-16,-3 1 6 0,-1 0-2 0,-2 1 7 16,-3 1-6-16,0 1 2 0,0 4 0 0,0 1-4 15,-17 0 6-15,3 1-6 0,1-1-1 0,-2-1-4 16,1-1 0-16,0-3 4 0,1-2 3 0,0-3 5 15,4 0 4-15,0-4-3 0,3-2 4 0,2 0-2 16,4-2-4-16,0 0-2 0,0 0-26 0,0 0-43 16,0 0-53-16,0-10-38 0,0-1-33 15,10 0-23-15,1-1-36 0,3-3-100 0,1-1-180 16,3 1 55-16,-1-1 85 0</inkml:trace>
  <inkml:trace contextRef="#ctx0" brushRef="#br0" timeOffset="1739.16">2117-296 2171 0,'0'-10'34'0,"0"3"33"16,-11-2 44-16,0 2 44 0,1 2-14 0,-1 1-12 15,-1 2-40-15,1 2-40 0,1 0-23 16,-1 0-28-16,-1 0 0 0,1 11-8 0,1 3 1 16,-4 0 2-16,2 3-5 0,1 3 3 0,1 2 0 15,0-1 4-15,6 7 5 0,-2-3-2 0,3 3 6 32,3 0 2-32,0-2-3 15,0 3 3-15,13-4-6 0,0-2 4 0,-1-1-2 0,3-5 0 0,0 0 7 0,0-4-2 0,2-6 4 0,-3-1 41 0,2 1 37 16,1-7 16-16,0 0 12 0,1 0-33 0,2-17-34 15,-1 2-3-15,0-3 8 0,2-1 2 0,-3-5 15 16,0 2-6-16,-2-6-22 0,-6 4-1 0,-1-3-28 16,-6-2-10-16,-3-1 0 0,0 2-2 0,0 0-2 15,0 0-3-15,-18 2-14 0,4 2-54 16,-1 2-65-16,2 1-94 0,-1 5-105 0,-1 2-92 16,1 3-166-16,0 0-144 0,2 4 120 0</inkml:trace>
  <inkml:trace contextRef="#ctx0" brushRef="#br0" timeOffset="1903.16">2507-274 3293 0,'3'5'36'0,"-3"-5"31"0,0 0 18 16,0 0 11-16,0 0-29 0,0 0-30 0,-12 0-18 15,12 0-7-15,0 0-16 0,-8 0-64 0,8 0-94 16,0 0-127-16,0 0-138 0,0-10-169 0,0 10-170 15,0-7 124-15</inkml:trace>
  <inkml:trace contextRef="#ctx0" brushRef="#br0" timeOffset="975.66">1268 173 2249 0,'-9'0'30'0,"9"0"23"15,-11 0 24-15,11 0 22 0,-8 0-6 0,8 0-6 16,-4 0-26-16,4 0-22 0,0 0-24 0,0 0-16 15,13 0 4-15,3-15-6 0,0 2 2 0,7-2 1 16,4-2 0-16,1 4 7 0,2-3 1 0,2 3 6 16,0-2-9-16,0 3-26 0,-2 1-54 15,-1-3-60-15,-3 6-48 0,-3-1-44 0,-1 5-15 16,-2-3-99-16,-6 5-154 0,-4 0 38 0,0 2 67 0</inkml:trace>
  <inkml:trace contextRef="#ctx0" brushRef="#br0" timeOffset="1203.32">1336-63 2338 0,'-3'-8'44'0,"-2"-2"39"16,2 4 23-16,0 0 18 0,-1 0-47 0,1 5-46 16,1 1-33-16,-1 0-22 0,2 0-2 0,1 0 3 15,0 0 7-15,0 14 8 0,0 1 1 0,0 2 9 16,10 2 2-16,-1-1-7 0,4 6 7 0,-1 2 0 15,1 2 2-15,3 2 7 0,-4-1-2 0,1 3 3 16,-1-1-5-16,1 4-44 0,-3 0-65 16,-1-3-71-16,-1 3-76 0,0-6-69 0,-2 0-206 15,-2-1-1-15,-1-8 76 0</inkml:trace>
  <inkml:trace contextRef="#ctx0" brushRef="#br0" timeOffset="2252.71">2709-480 2774 0,'0'-7'43'15,"-9"-2"36"-15,9 2 36 0,0 0 23 0,0 2-27 16,0-1-32-16,0 0-31 0,0 0-14 0,0-2-15 16,0-1-1-16,18-1-3 0,3 0-8 0,4-8 4 15,5 3-1-15,0-4-9 0,7 1-2 0,1 1 0 16,0 0-2-16,-2 1 0 0,1 4 1 0,-9 0 0 16,-2 6-6-16,-6 0 6 0,-3 6 5 0,-7 0-12 15,-4 0 8-15,-3 0 10 0,-1 10 8 0,-1 2 15 16,-1 1 7-16,0 4 20 0,0 3-8 0,0 5-13 15,0 3-9-15,0 0-27 0,0 2-4 0,-9 4 3 16,9-3-5-16,-9 0 2 0,9-1-1 0,0-4 1 16,0-1 9-16,0 1-3 0,0-3 7 0,0-2-1 15,0 0-7-15,0-3-1 0,0-2-19 16,9 3-25-16,-9-7-46 0,6 1-60 0,-6-3-60 16,8 0-60-16,-8-2-49 0,9-3-74 0,-7 2-236 15,2-6-7-15,-4 1 97 0</inkml:trace>
  <inkml:trace contextRef="#ctx0" brushRef="#br0" timeOffset="2663.7">3814-875 3040 0,'14'-32'58'0,"-8"5"57"0,0 4 73 0,-6-1 51 15,0 6-1-15,0 1-22 0,0 4-49 0,-15 4-30 16,4 1-55-16,11 5-31 0,-10-2-32 0,-1 2-24 15,2 3-3-15,2 0-15 0,-3 0 3 0,-2 13 10 16,-3 0 1-16,0 5 11 0,-5 3 11 0,-3 3-14 16,1 0-2-16,-3 3-3 0,6 0-5 0,-1-1-4 15,0-5-2-15,5 2 7 0,4-5-8 0,4-3 3 16,4 0 6-16,3 1-6 0,0-3 7 0,0-2 2 16,0 1-3-16,13 0 11 0,1-2-2 15,4 1 7-15,2 2 4 0,4-1-11 0,-1 0-3 0,3 0 5 16,1 0-8-16,-1-2 10 0,0 3 1 15,-2-2-11-15,2 0 8 0,-8 0-5 0,3 2 4 0,-4-2-1 16,-3 3-2-16,-4 0 2 0,-4 1 3 16,-6 0 27-16,0 2 6 0,0 1-6 0,-16 2 1 15,-1 4-11-15,-6-1-12 0,0 1 2 0,-4-2-9 16,1 1-2-16,-3-4 7 0,5-1 2 0,4-7 12 16,1-1-22-16,5-3-26 0,3-2-37 0,2 0-36 15,3-5-18-15,6 0-19 0,0 0-26 0,0 0-60 16,0 0-75-16,0 0-57 0,0 0-34 0,11-11-40 15,-11 11-165-15,12-10-22 0,-1 10 96 0</inkml:trace>
  <inkml:trace contextRef="#ctx0" brushRef="#br0" timeOffset="3158.7">1119 1658 2493 0,'-3'0'26'16,"0"0"17"-16,0 0 22 0,1 0 30 0,1 0 13 16,-1 0 25-16,2 0-6 0,-3 0-19 0,3 0-37 15,0 0-39-15,0 0-8 0,0 0-7 0,0 0 7 16,14 0 2-16,2-11-7 0,1-2-8 0,4-1-8 16,4-2 1-16,2-2-2 0,3-6 2 0,2 3 4 15,2-1-30-15,-1 0-52 0,2 3-67 0,-2-2-92 16,-2 4-60-16,-2-1-49 0,-3 3-82 0,-4 2-170 15,-3 0 48-15,-6 5 101 0</inkml:trace>
  <inkml:trace contextRef="#ctx0" brushRef="#br0" timeOffset="3523.59">1289 1891 2608 0,'-8'11'0'0,"5"-2"-4"0,0-5-8 15,2-1 12-15,1-3 40 0,0 0 30 0,0 0 21 16,16 0-4-16,3-14-42 0,3 1-21 0,3-2-12 16,5-1 2-16,3-2 13 0,4-2 2 15,-1 3 7-15,2-1 1 0,-1 2 7 0,-1 0 7 16,-2 3 11-16,-4 0 13 0,-3 3 5 0,-4 0 4 16,-3 3 2-16,-5 1 4 0,-3 0-3 0,-3 5 4 15,-4-3 1-15,-5 4-18 0,0 0 1 0,0 0-8 16,0 0 0-16,0 0 7 0,0 0-3 0,0 0-1 15,0 0-17-15,0 0-15 0,0 0-6 0,0 0-17 16,0 0 5-16,0 0-6 0,0 0-13 16,0 0-4-16,0 0-2 15,0 0 21-15,0 0-3 0,0 0 6 0,0 0-13 0,0 0-15 0,0 0 5 0,0 0 5 16,0 0 6-16,0 0 0 0,0 0-7 0,0 0 3 16,0 0 0-16,0 0-39 0,0 0-24 0,0 0-73 15,0 0-56-15,0 0-66 0,0 0-136 0,0 0-110 16,0 0-191-16,0-8-183 0,0 2 160 15</inkml:trace>
  <inkml:trace contextRef="#ctx0" brushRef="#br0" timeOffset="5090.58">3644 767 2901 0,'2'-10'60'0,"-2"1"60"0,0 2 44 0,0-3 40 0,0 3-29 16,0 0-37-16,-11 3-37 0,2 1-38 16,9 0-29-16,-10 3-30 0,-1 0-11 0,2 0-1 0,-2 0 0 15,2 0 6-15,-5 0 6 0,2 0 2 16,-1 10-2-16,0-10-6 0,3 9 7 0,-1-9-4 0,5 0 0 16,-2 0 14-16,5 0-9 0,3 0-2 15,0 0 3-15,0 0-2 0,11 0-6 0,6-16 1 16,-1 0-3-16,7-2-4 0,0 1 7 15,6-2 3-15,1 2-6 0,1-1 3 0,-4 5-3 0,0 0 0 16,1 4 5-16,-9 5-12 0,1 4 2 0,0 0 1 16,-6 0-2-16,-1 15 7 0,-1 5-3 0,-1 2-3 15,-5 4 5-15,-6 6 4 0,0 3 0 0,0 3 3 16,0 7-4-16,-20 3 1 0,1 5 2 0,-4 1-9 16,-1 3 12-16,-2 0-7 0,0-4-7 0,3 0 8 15,0-7-13-15,4-5 3 0,5-6 6 0,3-6 3 16,5-5 2-16,6-12 5 0,0 0 5 15,0-6 40-15,0-6 25 0,17 0 2 0,3 0-6 16,5-13-46-16,3-6-18 0,4-3-7 0,6-1-7 16,3-4-25-16,6-1-57 0,-5-2-67 0,-1-1-114 15,0 1-121-15,-4 1-113 0,-1 2-263 0,-8-4-18 16,0 3 151-16</inkml:trace>
  <inkml:trace contextRef="#ctx0" brushRef="#br0" timeOffset="4546.38">2463 1130 1390 0,'0'0'16'0,"10"11"36"16,-10-11 32-16,0 8 29 0,7-8 6 15,-7 0-11-15,0 0-12 0,0 7-8 0,0-7-2 0,0 0-14 16,0 0-9-16,0 6-15 0,0-6-14 16,0 0 1-16,0 4-4 0,0-3 7 0,0 3 6 15,0-4-1-15,0 0-3 0,0 3-4 0,0-3-5 16,0 0-5-16,0 0 1 0,0 0-5 0,0 0-4 15,0 0-5-15,0 0 0 0,0 0 2 0,0 0 2 16,0 0 4-16,0 0-2 0,0 0 0 0,0 0-2 16,0 0-3-16,0 0-5 0,0 0-9 0,0 0 3 15,0 0-7-15,0 0-3 0,0 0 6 0,0 0-8 16,0 0-1-16,0 0 6 0,0 0-1 0,0 0-4 16,0 0 4-16,0 0-2 0,0 0 0 0,0 0 7 15,0 0 2-15,0 0-2 0,0 0 2 0,0 0-4 16,0 0 2-16,0 6 2 0,0-6-2 0,0 5 0 15,0-4 1-15,0 4 4 0,0-5 0 16,0 0 6-16,0 0 1 0,0 0-3 0,0 0 3 16,0 0 15-16,0 0 28 0,0 0 19 0,0 0 20 15,0 0 7-15,0 0-18 0,0 0-9 0,0-8-18 16,0 8-20-16,0 0-15 0,7-7-11 0,-7 7-9 16,0-5-7-16,6 1-1 0,-1 4-5 0,-1 0 5 15,-4-4-3-15,5 4-4 0,-1 0 3 0,-2 0-3 16,1 0 3-16,0 0 2 0,-1 0-1 0,1 0-2 15,0 0 3-15,0 11 3 0,0-3 5 0,-2 1 3 16,-1 2-1-16,0 0 7 0,0-1-5 16,0 5 7-16,-13 0-4 0,2 0-4 0,-1 2 7 0,-2-1-5 15,0-3 8-15,1 0-5 0,-1-2-2 16,3 0 7-16,-1-5 2 0,3 0 8 0,0-6 16 16,3 0 0-16,1 0 8 0,-1 0-9 0,3 0-5 15,0-12-12-15,2-1-13 0,-1 1-3 0,2-2-7 16,0 0-6-16,0-3 0 0,12-2 2 0,2 1-3 15,3-3 8-15,0 2 7 0,2-1-5 0,3 1-3 16,-1 1-3-16,2 3 1 0,-4-2-6 0,3 7 3 16,-1 0 6-16,-4 3-14 0,1 1 5 0,-5 6 3 15,3 0-6-15,-3 0 5 0,-1 0 8 16,-1 13-5-16,1 3 2 0,-1-4 0 0,-4 6-1 0,3-1 3 16,-6 5-1-16,4 3 5 0,-7 4-2 15,-1 6 5-15,0-1 7 0,0 1-12 0,-13 6 9 16,0 2-7-16,1-1-2 0,0-2 4 0,-2-1-4 15,2-7 1-15,2 1-7 0,2-5 7 0,2-7-3 16,6-2-1-16,-5-8 13 0,5 0-6 0,0-5-2 16,0-1 5-16,0-5-8 0,0 0 3 0,0 0 8 15,0 0 3-15,13 0 5 0,2 0-33 0,1-17-111 16,7-2-131-16,3 2-143 0,6-7-171 0,1-2-222 16,4-5 127-16</inkml:trace>
  <inkml:trace contextRef="#ctx0" brushRef="#br0" timeOffset="4651.22">3306 1165 3435 0,'0'0'52'0,"0"0"46"16,-15-10 43-16,4 10 42 0,11 0-31 0,-14 0-37 16,2 0-46-16,4 0-42 0,8 0-20 0,-7-14-23 15,7 14-50-15,-5 0-57 0,5-8-102 0,0 8-155 16,0 0-140-16,0-9-307 0,0 9-18 0,0-9 171 15</inkml:trace>
  <inkml:trace contextRef="#ctx0" brushRef="#br0" timeOffset="5543.03">4423 603 2952 0,'14'-26'29'0,"-3"0"43"0,-1 4 65 0,3 1 54 16,-7 1 24-16,1 3 0 0,-4 2-22 0,0 0-14 16,0 3-21-16,0 2-26 0,-3-1-19 0,0 5-38 15,0 1-14-15,0 0-22 0,-12 2-28 0,-1 0-9 16,-4 3-21-16,2 0 11 0,-5 0-5 0,0 0 10 15,-4 14-1-15,-3 1-9 0,-2 2 11 0,1 1-1 16,3 0-2-16,-4 4 5 0,4 0-1 0,3-1-5 16,3-3-2-16,4 1-4 0,3-2-4 15,4-6-5-15,4 0 9 0,4-2 3 0,0-3 8 16,0-1 7-16,15 0 7 0,5 1-10 0,0 0-4 16,1 0 5-16,5 1-13 0,2 0 5 0,1 1-3 0,2-1-9 15,-1 1 5-15,-3 5 1 0,5 1-3 16,-6-2 8-16,5 2-5 0,-6 3-3 0,3 2 9 15,-3 1-1-15,0 1-4 0,-5 3 15 0,-2 0-10 16,-2 1 4-16,-5 0 7 0,-2-2 0 0,-4 3 18 16,-5 1 2-16,0-2 27 0,0 1 25 0,-11-2-9 15,-6 1-9-15,4-3-25 0,-7 2-17 0,0-3 1 16,1-4-5-16,-1-1-6 0,0-6-42 0,3 0-41 16,2-8-22-16,5-2-55 0,-3 0-28 0,3 0 27 15,2-16 0-15,2-1 36 0,3-2 8 0,3-3-40 16,0 2-25-16,0-6-67 0,0 3-44 15,14-1-54-15,-2 5-72 0,-2-2-204 0,1 6-22 0,1-1 103 16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6:33.52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8 1056 3140 0,'-15'6'-4'0,"7"-6"1"0,8 0-12 15,0 0 9-15,0-14 49 0,17-3 39 0,8-2 42 16,9-5 14-16,8-4-27 0,15-7-26 0,12-3-22 15,15-3-20-15,13-6-13 0,14-3-6 0,14-4-8 16,13-1-5-16,9-3-1 0,10 0 1 0,5-1-4 16,5 1 10-16,-1 2 8 0,-2 4-14 0,-5 4 2 15,-7 7-3-15,-11 0-10 0,-9 5 10 0,-13 7 2 16,-16 4 0-16,-15 4-5 0,-15 3 10 16,-17 3 34-16,-13 6 70 0,-10 0 73 0,-10 2 28 15,-9 6-15-15,-14 1-66 0,0 0-72 0,0 0-43 16,0 0-37-16,0 0 3 0,-17 0-18 0,0 0-80 15,-1 0-54-15,0 0-72 0,-5 11-56 0,-3-1-53 16,-1 1-111-16,1 2-133 0,-6-2-314 0,-1 3 76 16,2 0 181-16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6:45.20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990 1193 1905 0,'0'0'0'0,"0"0"-4"0,0 0 2 0,0 0-4 0,0 0 0 0,0 0 4 0,0 0 0 0,0 0-1 15,0 0 1-15,0 0 1 0,0 0 12 0,0 0 16 16,0 0 13-16,0 9-3 0,0-3-1 0,0 0-8 16,12-1-6-16,0 0 13 0,2 1 4 15,0-2 7-15,-1 3 2 0,5-3-17 0,1-1-10 16,0 0-12-16,4-1-5 0,3-2 14 0,-2 0 1 16,7 0 0-16,-2 0 9 0,2-12-3 0,3 2-2 15,2-4-6-15,1-1-9 0,1 0-5 0,3-4-8 16,-3-1 13-16,1-2-3 0,2 0 5 0,-1-3 2 15,-1 1 2-15,1 1-3 0,-2-3 2 0,-2 2 11 16,-1 1-5-16,0 0 11 0,-3 1-5 0,-3 2 15 16,-4 1 10-16,-3-2 19 0,-1 4 19 0,-3-2-8 15,-3 1 7-15,-1-1-9 0,0-1-2 16,-4 1-11-16,-1-4-13 0,-1 1-11 0,1-2 6 16,-4-2 1-16,1 3 6 0,-3-1-2 0,0-3-26 15,-2 3 7-15,-1-1-16 0,0-1 4 0,0 2 17 16,0 1-8-16,0-2-4 0,0 5-1 0,-12 0-9 15,3 0-1-15,-1 1-2 0,0 2 4 0,0 0-17 16,-4 1-4-16,2-2 5 0,-2 1-17 0,-1-1 11 16,-5 0-1-16,1-2 2 0,-4 3 6 0,-1 0 1 15,-1-1-4-15,-2 2 3 0,0-2-9 0,-4 1 4 16,1 3-7-16,-1 0-1 0,0 1 11 0,-1 1-9 16,-2 0 11-16,-2 4 9 0,-2 0-12 0,-2 2 0 15,-1 3-3-15,-1 0-12 0,-1 2 11 0,-1 1 6 16,0 0-1-16,2 0-4 0,1 0-4 15,0 10 7-15,3-10-5 0,0 12 11 0,3-1-3 16,3-4-8-16,2 1 4 0,1-1 3 0,1-1 6 16,1 0-4-16,3 1 5 0,-1 0-10 0,1-1 5 15,0 1-5-15,0 2 0 0,-1 3 6 0,-1-1-7 16,-1 3 4-16,-2-1-3 0,0 2 4 0,-1-1-6 16,3 3 7-16,-4 1-1 0,2-1-12 0,2 1 13 15,0 0-3-15,2 2-9 0,-2 0 10 0,0-1-5 16,-1 3-6-16,3-2 18 0,-3 2-9 0,1 1-2 15,1-3 8-15,-1 1-10 0,2 3 9 0,1-6-4 16,0 6-7-16,4-3 4 0,0-2-1 0,-1 1 6 16,3 1-1-16,3 0 9 0,0 2-11 0,2 3-13 15,1 1 16-15,2 2-23 0,1 4 11 16,2 1 21-16,3 4-14 0,1 3 17 0,3 0-15 16,0 2 1-16,0 2 4 0,0 1-6 0,15-2 13 15,0 3-5-15,3-4-9 0,1 0 8 0,2-1-11 16,5-3-4-16,4-3 15 0,4-2-1 0,3-2 14 15,5-3-12-15,5 1-1 0,4-6 2 0,5 0-8 16,5-5 7-16,4 0-3 0,1-4-4 0,4-2 0 16,-1-2 11-16,3-4-3 0,1-3-3 0,-2-4 7 15,-1 0-7-15,3 0-4 0,0-19-47 0,1-1-84 16,2-3-102-16,3-3-97 0,3-3-72 16,3-4-164-16,2-3-156 0,-2 1 101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6:46.805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0 59 1676 0,'0'0'33'0,"0"-10"6"0,0 10 10 16,0-10 12-16,0 2-15 0,0 8 16 0,0-7 16 0,0 1 16 15,0 1-2-15,0-2 2 0,0 3-13 16,0 1-14-16,0 0 0 0,0 0-11 0,0 3 5 16,0-2 4-16,0 2 6 0,0 0 6 0,0 0 0 15,0 0 0-15,0 0-13 0,0 0-15 0,0 0-6 16,0 0-20-16,0 0-9 0,0 0-3 0,0 10-8 16,0-10 7-16,0 0 4 0,0 5-3 0,0-5 5 15,0 6-7-15,0-6-1 0,0 0-6 0,0 2-13 16,0-2-7-16,0 4 0 0,0 1 5 0,0 0 8 15,0-2 6-15,0 5-4 0,11 0 0 0,-11 4 2 16,14 1 16-16,-5 3 8 0,1 2 5 0,1 2-4 16,0 2-3-16,-1 1-3 0,1 2 7 15,0-2-7-15,-2 1 1 0,0 0 1 0,1-3-14 16,0-1 12-16,-3-1-16 0,2-1-3 0,0 1 11 16,-1-2-5-16,0 0 23 0,-1-3 1 0,-1 0 12 15,2 2 16-15,-2-1-8 0,0 0-5 0,0-2-17 16,-1-4-18-16,-1 4-12 0,-1-4-5 0,2-3 3 15,-4 0 11-15,2 0 4 0,0-3 14 16,-3 0 1-16,2 2-13 0,-1-4-7 0,1 1-2 0,-1-2-2 16,-1 0 3-16,0 2 13 0,0-2 6 15,0 2-18-15,0-2 17 0,0 0-20 0,0 1-11 0,0-1 23 16,0 0-20-16,0 0 9 0,0 0 11 16,0 0-18-16,0 0 5 0,0 0-3 0,0 0-1 15,0 0 4-15,0 0 4 0,0 0 8 0,0 0-13 16,0 0 4-16,0 0-14 0,0 0 3 0,0 0-5 15,0 0 13-15,0 0 12 0,0 0-17 0,0 0 9 16,0 0-19-16,0 0-4 0,0 0-28 0,0 0-27 16,0 0-47-16,0 0-55 0,0 0-90 0,0 0-103 15,0 0-72-15,0-13-226 0,-10 13-3 0,1-12 135 16</inkml:trace>
  <inkml:trace contextRef="#ctx0" brushRef="#br0" timeOffset="1035.54">-101 150 2492 0,'0'7'13'0,"0"-3"17"0,0 3 50 0,0-4 48 0,0 4 53 16,0-4 32-16,0 2-20 0,0-2-24 0,0 0-51 16,0 1-35-16,0-2-25 0,0 3-12 0,-9-5-9 15,9 0 2-15,0 0-3 0,0 0 0 16,0 0-10-16,0 0-24 0,0 0 9 0,0-14-10 0,0 1-7 16,9 1 23-16,0-3-13 0,0-1-1 15,-3-1 11-15,3-3-4 0,-3 3 14 0,2 4 1 16,-2-2 8-16,-2 3-6 0,1 4-11 15,-2 1-9-15,0 4-8 0,-1 3-9 0,-1 0 2 0,-1 0 1 16,3 0-11-16,-3 0 23 0,3 0-20 0,0 0 11 16,5 0 9-16,-1 9-39 0,5-9-4 0,2 8-28 15,1-8-39-15,4 4-13 0,0-4-31 0,3 0-29 16,-1 0-32-16,2 0-27 0,-2 0-7 0,0-11-15 16,-1-1-12-16,-2-1-57 0,-1 3-196 15,-4-1 4-15,-3 0 76 0</inkml:trace>
  <inkml:trace contextRef="#ctx0" brushRef="#br0" timeOffset="1585.29">256 858 1926 0,'-2'4'45'0,"-3"-3"40"15,2 3 35-15,2-3 47 0,-1 1 16 0,1 1 15 16,-1-3 25-16,2 0-1 0,0 0-27 16,-1 0-28-16,-1 0-38 0,1 0-28 0,-1 0-26 15,1 0-24-15,1 0-9 0,-2 0-28 0,1 0-11 16,1 0-3-16,0 0-9 0,0 0 4 0,0 0 2 15,0 0 6-15,0 10 11 0,0-10 13 0,10 11 14 16,1-1-5-16,3 1 1 0,1 2-8 0,0 0-17 16,3 2 2-16,-1 2-11 0,3-2-9 0,-2 3 15 15,-1-4-6-15,-1-2-9 0,0 1 4 0,0-4-2 16,-2-1 15-16,0-1 12 0,1-5 19 0,-2-2-4 16,3 0-9-16,0 0-5 0,0-13-13 0,-1-3 2 15,1 0-15-15,4-5 12 0,-2-4-15 0,2 0-43 16,-2 1-12-16,-2-3-58 0,-3-1-62 15,-2 7-86-15,-4-4-116 0,-2 7-81 0,-5-1-140 16,0 3-170-16,0 4 137 0</inkml:trace>
  <inkml:trace contextRef="#ctx0" brushRef="#br0" timeOffset="2733.36">-1939 364 1269 0,'0'0'86'0,"0"0"30"0,0 0 18 0,0-8 13 16,-9 4-66-16,9 4-4 0,0 0 4 0,-8 0 2 15,8-5 0-15,-6 2-8 0,3-1-6 0,3 4-4 16,-4 0-9-16,-1 0-26 0,1 0-14 0,-1 0-21 16,-1 0 3-16,0 0 5 0,-2 0 2 0,2 0 17 15,-3 0-8-15,0 0 17 0,0 0-1 0,1 0-5 16,-1 12-7-16,2-12-11 0,-1 6 2 16,0-6 0-16,1 8 3 0,-1-2 3 0,1 2 5 15,-1-1-11-15,0-1 0 0,1 6 0 0,-2-2-8 16,1 2 10-16,-1 5 3 0,1-2-2 0,2 1 2 15,-1 1-5-15,-2 0 0 0,3 1 0 0,-2-1-1 16,2-2 4-16,-2 1-3 0,4 0 2 0,-2-1 15 16,0 0 2-16,1 1-5 0,2 1 0 0,-2 3-12 15,1-8-2-15,2 7 6 0,-1-3-12 0,3-1 0 16,-1-2-3-16,-1 0-4 0,2-2 11 0,0 0-13 16,0-2 0-16,0 0 5 0,0-3-5 0,0 1 5 15,0 3 1-15,0-4-3 0,9 2 9 0,0 0 13 16,1 0 18-16,-1-1 13 0,3-1 1 0,2-1-8 15,1 1-16-15,1-1-8 0,1-2-1 16,1 1-8-16,2 0-1 0,0-4 0 0,0 0-7 16,1 0 8-16,-3 0-1 0,2 0 0 0,0 0 23 15,-2 0 10-15,0-15 4 0,2 1-3 0,-1-3-2 16,3-1-16-16,-1-1 19 0,2-2 3 0,-2-4 6 16,0 6 5-16,1-7-8 0,-6 4-11 0,-1-2-21 15,-4 0 22-15,-2-1-6 0,-4 3 11 0,-5-4 4 16,0 2-37-16,0 4 6 0,-12-1-6 0,-2 2-16 15,0 4 17-15,-1 2-25 0,0 0-27 0,-2 6-39 16,4 1-86-16,-3 6-85 0,6 0-90 0,-4 0-62 16,2 0-127-16,0 22-221 0,0-5 115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6:54.460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565 1253 1552 0,'0'0'25'16,"0"0"-5"-16,0 0 1 0,0 0 4 0,0 0-13 15,0 0 23-15,0 0 10 0,0 0 15 0,0 0-13 16,0 0-3-16,0 0-6 0,0 0-16 0,0 0 1 16,0 0-5-16,0 0-3 0,0 0 7 0,0 0 0 15,0 0 2-15,0 0 9 0,0 0-2 0,0 0 13 16,0 0-2-16,0 0 2 0,0 0 9 0,0 0-3 15,0 0 4-15,0 0-2 0,0 0 1 16,0 0-9-16,0 0-4 0,-9 0 0 0,9 0-17 16,0 0-2-16,0 0-9 0,0 0-10 0,0 0 1 15,0 0-5-15,0 0-2 0,0 0 0 0,0 0-2 16,0 0 4-16,0 7-1 0,0-7 1 0,0 0-3 16,0 0-5-16,0 0 6 0,0 5 2 0,0-5 11 15,0 5 7-15,0-5 9 0,0 0 7 0,0 4-9 16,0-4 3-16,0 3-7 0,0-3-7 0,0 0 0 15,0 2-10-15,0-2 0 0,0 1 1 0,0-1-5 16,0 3 4-16,0-3 0 0,7 3-4 16,1-2 4-16,-2-1-4 0,1 3-3 0,1-2 5 0,0 0 0 15,-1-1 5-15,2 2 2 0,-1 1-5 16,4-2 13-16,-3 0 10 0,2 0 17 0,3-1 10 16,-2 4-4-16,1-4-1 0,4 1-15 0,-5-1 3 15,5 2 3-15,0-2-5 0,-1 0 8 0,4 0-15 16,0 0-12-16,1 0-5 0,0 0-6 0,4 0 9 15,0-11-10-15,0 11 5 0,4-13-15 0,-4 7 2 16,3-1 6-16,1 0-3 0,-2 3 5 0,2-4 0 16,-2 3-2-16,5-1 0 0,-5-1 7 15,2 0-16-15,2-2 10 0,-1-1-5 0,-1 1 1 0,0 0 10 16,-2-3-3-16,0 1 6 0,2-2-6 16,-3 3-4-16,-3-1 2 0,1 0-10 0,-1-2 7 0,-3 2-2 15,2 1 3-15,-5-2 9 0,0 2-10 16,0-1 8-16,-2 0 12 0,-2 2 8 0,4 0 8 15,-3 0 3-15,-1-1-26 0,3 1 3 0,-3-1-1 16,-4 0-5-16,5 1 17 0,-3-2-10 0,1-5 14 16,-2 3-10-16,-2-2 4 0,-2 1 1 0,0-2-8 15,0-3 4-15,-4 1-2 0,1-1 2 0,0-1 1 16,0 1 1-16,-3-3-5 0,3 3-11 0,0 1-9 16,-3-3 11-16,3 2-11 0,-3 1 10 0,2 1 6 15,-1 0-10-15,-1-2 0 0,0 0-8 0,0-2 4 16,0 2 0-16,0-3 2 0,-9 1 14 0,-3-3-19 15,4 3 8-15,-4-6 0 0,1 1-13 16,-2 5 15-16,-4-4-13 0,0 2 6 0,-2-1-3 16,0 1-10-16,1 1 12 0,-2 1-5 0,1 1 1 15,-4 3 3-15,3-3-8 0,-6 3 7 0,-1 2 3 16,-2 0 4-16,2 1-6 0,-5-1 3 0,-1 4-3 16,-1-1 0-16,-1 1 4 0,-1 0-3 0,-4 0-6 15,1 0 5-15,-2 0-1 0,-2 1-1 0,-1 0 9 16,0 1-7-16,0 2 2 0,-1 3-5 0,0-1-1 15,0 5 6-15,-1 0-6 0,2 0 10 0,2 0-5 16,-2 0-5-16,3 11 12 0,3 0-15 0,-2 1 0 16,5-1 8-16,-1 1-5 0,3-1 11 0,-1 2 2 15,1-1-6-15,2 4 1 0,1-3-4 16,1 0 1-16,3 1-6 0,3 2 2 0,1-3-1 16,2 1 3-16,0-1 4 0,7 1 1 0,-1-1-4 15,0-2 2-15,5 2-9 0,0 0 6 0,0 0 3 16,1 1-1-16,1 2 4 0,-1-3-1 0,2 4 2 15,0-1-11-15,0 1 11 0,-2 2-1 16,2 1-1-16,0 0-2 0,0 1 1 0,0 1-3 0,0 1-2 16,-2-1 10-16,4 1-4 0,-2-1-6 15,0-1-1-15,0 0 6 0,1 0-11 0,2 0 10 16,0-3-4-16,-2-1-4 0,2 0 10 0,2-2-6 16,1 2 13-16,0-2-6 0,0-2 0 0,0 5 2 15,0-3-7-15,0 4-1 0,13-1-4 0,-3-1 12 16,-1 2 4-16,0 1-4 0,0 0 6 0,-3-1-7 15,3-4-16-15,-1-1 14 0,-2 2-5 0,3-3-4 16,-5 0 17-16,4-4-12 0,0 3-7 0,-1-3 8 16,2 2-5-16,-1 2 6 0,1-2 13 0,0-2-16 15,2 2 7-15,-1-1-9 0,3 0 6 0,-3-1 0 16,4 0 7-16,-2 0 7 0,2 0-9 0,-1-1-5 16,1 1-3-16,1-2 1 0,2 3-10 0,-5-3 20 15,2-1-18-15,-1 2 0 0,0-1 11 0,-3-1-8 16,-1-1 12-16,-1 0-2 0,-1-1-6 15,0-2-1-15,-1 3 4 0,0-2 0 0,-2 0 5 16,2-2 2-16,-3 0-10 0,2 1 2 0,-4 0 3 16,2-2-8-16,1 0 11 0,-3 1 0 0,2 0 0 15,-3 1 0-15,3 1-6 0,-3-3 7 0,0 0-8 16,0 0 3-16,0 0 5 0,0 0-12 0,0 0 9 16,0 0-10-16,0 0 1 0,0 0 8 0,0 0-6 15,0 0 8-15,0 0-5 0,0 0 1 0,0 0 0 16,0 0 0-16,0 0 1 0,0 0-7 0,0 0 12 15,0 0-2-15,0 0-2 0,0 0 6 0,0 0-17 16,0 0 14-16,0 0-11 0,0 0-1 0,0 0 9 16,0 0-11-16,0 0 16 0,0 0-5 0,0 0 13 15,0 0 5-15,0 0 4 0,0 0 4 16,0 0-12-16,0 0 7 0,0 0-5 0,0 0-1 16,0 0-1-16,0 0-8 0,0 0-9 0,0 0 1 15,0 0 2-15,0 0-5 0,0 0 8 0,0 0-3 16,0 0-5-16,0 0 8 0,0 0-6 0,0 0 4 15,0 0 1-15,0 0-8 0,0 0 8 0,0 0 0 16,0 0-5-16,0 0 1 0,0 0 1 0,0 0 3 16,0 0 4-16,0 0-1 0,0 0-9 0,0 0 1 15,0 0-11-15,0 0 11 0,0 0 4 0,0 0-9 16,0 0 13-16,0 0-20 0,0 0 2 16,0 0 7-16,0 0-9 0,0 0 25 0,0 0-11 0,-11 0-3 15,11 0 10-15,0 0-20 0,0 0 11 16,0 0 4-16,0 0-5 0,0 0 12 0,0 0-7 15,0 0-9-15,0 0-1 0,0 0-7 0,0 0 12 16,0 0-1-16,0 0 5 0,0 0-4 0,0 0-4 16,0 0 10-16,0 0 0 0,0 0-1 0,0 0-1 15,0 0-17-15,0 0 8 0,0 0 8 0,0 0-3 16,0 0 4-16,0 0-4 0,0 0 2 0,0 0 2 16,0 0 0-16,0 0 4 0,0 0-7 0,0 0 6 15,0 0-3-15,0 0-5 0,0 0 4 0,0 0-9 16,0 0 13-16,0 0 1 0,0 0-10 0,0 0 10 15,0 0-10-15,0 0-3 0,0 0 21 0,0 0-17 16,0 0 13-16,0 0-2 0,0 0-24 16,0 0-13-16,0 0-30 0,0 0-15 0,0 0-19 15,0 0-2-15,0 0-20 0,0 0-22 16,0 0-20-16,0 0-23 16,0 0-19-16,0 0-42 0,0 0-38 0,0-11-54 0,0 11-182 0,0-13-56 0,0 2 86 15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02.66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1312 2891 1618 0,'-16'6'24'0,"5"-2"16"0,0-4 24 16,-1 0 27-16,2 0-4 0,-3 0 11 0,3 0-3 15,-2 0-17-15,1 0 9 0,-3-10-11 0,2 10 6 16,2 0-3-16,0 0-21 0,3 0-23 0,1 0-25 16,3 0-13-16,0 0-20 0,0 0 5 15,3 0-1-15,0 0 2 0,0 0 13 0,0 0 5 0,0 11-8 16,9 0 6-16,4 2 2 0,4 2-6 0,1 2 9 15,4 2 2-15,6 1-5 0,6 3 12 16,5-3 20-16,7 0 1 0,4-1 4 0,6-2-4 16,7-4-20-16,2-3-1 0,2-2-3 0,1-2-3 15,-1-4-2-15,3-2-5 0,-2 0 5 0,-1 0 0 16,4 0 1-16,-4 0 6 0,6-14-2 0,0 2 0 16,3-1 1-16,6-2-9 0,1-2-2 0,2 1 3 15,3-5-7-15,-1 5 4 0,0-3 3 0,-5 0-6 16,1 1 6-16,-5 1-1 0,-1-2-2 0,-4 0 0 15,0-2 5-15,3-3-2 0,-2-3-4 0,4-1 4 16,1-1-9-16,4-3 11 0,4 1 3 16,-1 1 0-16,2-1-2 0,-4 5-3 0,-1 0-3 15,-2 4 0-15,-5 0 11 0,-3 4-8 0,-6 1 6 16,-4-1-4-16,-3-2-2 0,-4-1-3 0,-3-3-3 16,-1-2-2-16,-4-4-1 0,-1-2 9 0,-1-3-3 15,-2-6 0-15,0 1-3 0,0-5 1 0,3-1-1 16,-3 0 1-16,0-2 4 0,0-2-11 0,0 1 6 15,-1-1 26-15,-4 0 1 0,-5 0 17 0,-1-3 4 16,-6 0-2-16,-4 1 2 0,-3-1 16 0,-5-1-5 16,-6 0-4-16,-1-1 9 0,-5 1-15 0,-3 1 22 15,0 1-15-15,0-1-12 0,-14 2-6 16,0 2-18-16,1 2 4 0,-7 0 12 0,-1 2 3 16,-4 0-10-16,-2 1-8 0,-5 3-7 0,-1 0-13 15,-7 0 3-15,1-1 0 0,-5 2-8 0,-3 1 0 16,0-2 7-16,-2 4-7 0,-1-1 4 0,1 1 9 15,-2 2-7-15,1 1 2 0,-2 1 1 0,-1 4-7 16,1-2-4-16,-1 3 12 0,-3 1-17 0,-3 2 9 16,-2-1 5-16,-3 4-5 0,-3 2 6 0,-4 1 1 15,-4 4-5-15,-2-1 1 0,-2 5 3 0,-3-1-12 16,1 3 12-16,-4 3 0 0,2-2-7 0,2 2 9 16,-1 3-8-16,-1-4 1 0,2 6 2 0,2-1 0 15,0-2 0-15,0 3 6 0,0-3 2 0,7 3-4 16,-3-3-9-16,5 1-8 0,0 0 9 0,8-2 6 15,1-1 4-15,5 2 2 0,3-1-6 16,1-1-13-16,8 1 3 0,2 2 14 0,-1 0-8 16,1 2 16-16,2 0-11 0,4 0-3 0,-4 1 4 15,4 0-11-15,-4 0 7 0,1 0-5 0,3 0 1 16,-7 0 12-16,4 0-8 0,-2 0 4 0,-2 0-2 16,-3 0-9-16,1 14 5 0,-5 1-4 0,3-1-10 15,-6 6 11-15,1 0-1 0,-4 4 0 0,0 1 21 16,-1-1-4-16,1 7-4 0,0-1-1 0,0 2-12 15,3 1-1-15,-2-1 11 0,5 1 2 0,0-3 1 16,4-2-5-16,4 0-3 0,1-2-4 16,3-2 3-16,4-1 1 0,1 0 6 0,2-3 3 0,0 0-4 15,3-1-1-15,2-2-4 0,-1 1 0 16,1 0 1-16,0-1 2 0,4 0-5 0,-3 0 3 16,3 2-2-16,-1-1 1 0,0 4 7 0,0-3-6 15,2 5 0-15,-2-2 5 0,0 3-5 0,4-1 3 16,-4 2 0-16,0 2-2 0,-1 0-2 0,1 3 7 15,-3 2 4-15,0 2-5 0,2 1 7 0,-2 0-12 16,3 1 5-16,-1-2-3 0,1 1-8 0,7-4 3 16,-4 1-2-16,5-5 0 0,4 2 1 0,1-4 5 15,0-2-4-15,1-1-5 0,5 1 10 16,1 0-8-16,0 2 11 0,3 0 11 0,0 1-5 0,0 0-4 16,0 3-3-16,0 0-7 0,0-2-13 15,0 0 13-15,9-1-4 0,-9 0-1 0,10-2 18 16,0 0-1-16,-6-2-4 0,5 1 2 0,-3-1-4 15,-1 1-1-15,1 2 2 0,0-4 1 0,-3 3 0 16,-1-4 1-16,1 3-8 0,0-2 0 0,0-1 1 16,3-1 1-16,-3-1 7 0,4-3 2 0,-1 1-6 15,5 0-10-15,-2 0-4 0,-1-2-1 0,1 0 9 16,1 1 10-16,0-3 3 0,-3 1-6 0,2 3-4 16,2-1-3-16,-2 1 0 0,5-2 8 0,-2 3 2 15,-2 1-6-15,4 0 8 0,3 1-5 16,-2 0-8-16,2 1 10 0,-1 1-2 0,1 2 7 0,3-3-6 15,0 6 2-15,-1 1 3 0,1 0-7 16,3 2 8-16,1-2-4 0,-1 2-7 0,0 1 0 16,3-2 2-16,-2 1-2 0,-1-1 4 0,3-1 4 15,-4 0-4-15,3-2 8 0,0-3-14 0,1 0 0 16,-1-2 16-16,3 0-4 0,0-2 7 0,4 1-11 16,-2-3 0-16,2 1-6 0,1-3-5 0,1 2 22 15,2-2-11-15,-2-1-6 0,2 0 14 0,0 0-18 16,-4-1 10-16,5 0-4 0,-1-2-2 0,4 1 20 15,-4-1 17-15,4 0 18 0,-1-2-3 0,1 1 5 16,5-3-12-16,-1-1-6 0,5-3 10 0,-2 1-30 16,6-4-13-16,3 0 8 0,0 0-12 15,1 0 5-15,2-13-2 0,0 0-11 0,0 2 8 0,4-2 4 16,2 1 0-16,-1-4 7 0,4 2-14 16,-1-3 11-16,4 0-10 0,4-2-3 0,4 1 9 15,0-3-12-15,4 2 12 0,-2-1 13 0,-1-1-4 16,-1 1-13-16,0 2 3 0,-6 1-12 0,-6 2 6 15,-2 2 13-15,-3 1-12 0,-4 1 0 0,-3 0-38 16,-5 5-48-16,0-1-73 0,-6 1-95 0,-1 0-101 16,-6 1-60-16,-3 5-167 0,-5 0-156 0,-3 0 131 15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6:55.97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97-894 1740 0,'0'-9'8'0,"0"1"12"16,0 1 15-16,0 2 17 0,0 1 3 0,0 2-4 15,0 1-17-15,-11 1-10 0,11 0-6 0,-9 0-5 16,9 0 6-16,-8 0-7 0,8 12-2 0,-7-2-1 15,7-2-3-15,0 2 11 0,-5-2 1 0,5 0-2 16,0 1-5-16,0 1-3 0,0 0 15 16,0 1 18-16,0 0 6 15,0 2 2-15,0 0-17 0,0 2-5 0,0 3-2 0,0 1 3 0,9 2 7 0,-9 4-12 16,8 4 6-16,-8 2-14 0,0 5 2 0,0 1-8 16,0 6 0-16,0 2-5 0,0 1-5 15,0 6 11-15,0 0-5 0,0 1 8 0,-11 1 0 16,11 0-8-16,0-1-1 0,0-1-3 0,0-3-2 15,0-1-5-15,0-4 9 0,0-4 6 0,0-1-6 16,13-5 11-16,-3 0-8 0,-1-4-1 0,-1-1-6 16,-1-1-8-16,0-4 1 0,-1-1 3 0,1 0 8 15,1-2 7-15,-4 0-4 0,1-3 1 0,-1 1-7 16,-2-1-1-16,-1-2 10 0,-1 1-5 0,0-5 15 16,0-1 5-16,0 1-5 0,0-4 0 0,0 0 1 15,0-1-13-15,0-2 5 0,0 1-9 0,0-2-8 16,0-3 10-16,0 0-8 0,0 0 11 0,0 0 2 15,0-1-7-15,0 0 2 0,0 0 2 16,0 0-2-16,0 0 11 0,0 0-1 0,0 0 4 16,0 0 5-16,0 0 1 0,0 0 0 0,0 0 1 15,0 0-12-15,0 0-6 0,0 0 3 16,0 0 0-16,0 0 9 0,0 0 1 0,0 0-11 16,0 0-16-16,0 0-58 0,0 0-73 0,0 0-66 0,-7-8-56 15,7 8-35-15,-9-9-86 0,1 2-187 0,1 1 62 16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26.09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2150 395 1452 0,'0'-11'16'15,"0"-1"15"-15,0 2 13 0,0 1 24 0,-11 0-22 16,-2-1-4-16,-1 1 1 0,2 2-17 0,-2 0 8 16,1 1 1-16,0-2-11 0,1 4 5 0,-1-5-5 15,-1 2-10-15,0 1 12 0,1-2-2 0,-4 1-5 16,0-3 5-16,-1-2-21 0,-5-1 2 0,2 0 6 15,0-3-3-15,-4-2 13 0,1-1 5 0,1 1 0 16,-1-1 10-16,-3-1-12 0,1 1-8 16,-2 2-5-16,0 3-10 0,-1 0 2 0,-3 3-3 0,-5 2-2 15,-1 3-1-15,-1 1 2 0,-2 5-4 16,-3 0 8-16,0 0 1 0,-2 0-4 0,2 0 0 16,-1 11-4-16,1-11 4 0,4 9-2 0,-1-9 1 15,5 0-1-15,1 8 1 0,1-8 6 0,1 0 0 16,1 0-1-16,0 0-6 0,5 6-5 0,0-6 4 15,2 5-1-15,-1-2 0 0,2 2 4 0,-2 0 0 16,2 1-1-16,0 1 2 0,-2 2-4 0,-1 4 0 16,-4-1 1-16,1 1-1 0,-1 3 0 0,1 1 2 15,0 1-3-15,-1 2 1 0,1 0 7 0,-2 2-4 16,3-1 0-16,0 3-3 0,0 0-1 16,1 3 4-16,0 0-4 0,1-3 4 0,1 0-3 0,3 0-4 15,1-1 10-15,0-1 1 0,3-4 0 16,0-1-1-16,4-1 6 0,1 0-9 0,1-4 3 15,4 2 3-15,0-1-11 0,1 0 7 0,2-4-2 16,1 1-6-16,1 0 5 0,1 0 3 0,0 2-2 16,1-3 5-16,2 5-1 0,-1-2 1 0,1 3 1 15,0-2 4-15,0 4 1 0,0 1 9 0,0 0 4 16,0 3 0-16,0 0 6 0,0 3-10 0,0 2-8 16,0 1-4-16,0 1 0 0,0 4-4 0,0-2 4 15,0 0 0-15,0 0-8 0,0 4 10 0,0-3-1 16,0 3 6-16,0-1-1 0,0-1-6 15,0 1-6-15,9-3-3 0,0-1-1 0,0-2-3 0,0-3 9 16,2 0-6-16,-2-2 4 0,3 1 6 16,0-2-3-16,0 0 28 0,2 1 38 0,1 1-3 15,2-1 4-15,0 1-12 0,2 0-40 0,0-3 1 16,0 4-1-16,1-2-5 0,0 0 1 0,0-3-3 16,1 0-9-16,-1-2-8 0,-1-1-1 0,1 1 3 15,1-2 0-15,-2 2 2 0,0-4 2 0,1 2-4 16,3-2 11-16,0 1 5 0,2 0 12 0,6-1 5 15,2-2-8-15,1-1-9 0,1 0-11 0,-1-3-1 16,3-1 5-16,-1 0 8 0,1-1 14 0,-1 0 7 16,-2 1-8-16,1 0 1 0,1 0-15 0,-1-1-11 15,1 0 3-15,-1 1-6 0,-1 2-4 16,-2-4-3-16,-4 1 4 0,0 1 0 0,-2-1 3 16,-2-1 7-16,-1 1-6 0,-2-3 2 0,3-1-2 15,1 1 2-15,0-2-3 0,3 0 3 0,2 0 6 16,0 0-1-16,4 0 10 0,2 0-6 0,2-16 0 15,3 0 1-15,2 1-1 0,2 0-1 0,1-2-10 16,1 0 1-16,2-3-5 0,-2-1 7 0,0 0 18 16,0-4-8-16,1-3 0 0,3-3 2 0,5-4-14 15,-2-3 3-15,6-6 8 0,-1-3 7 0,2-2 16 16,-5-5 13-16,-1-2 12 0,-4-3-22 16,-4-4 2-16,-3-2-12 0,-4-1-4 0,-5-2 6 15,-6 2-13-15,-5-1-1 0,-7 2-16 0,-8 4 5 16,-9 1-1-16,0 3 0 0,-23 3-7 0,-6 5 6 15,-12 4 0-15,-11 4-4 0,-10 4 0 0,-11 4-12 16,-9 4 1-16,-6 6 6 0,-6 4 11 0,0 7-1 16,-2 5 4-16,4 7-3 0,3 0-7 0,6 0 3 15,7 0-26-15,6 17-36 0,6 0-35 0,7 3-38 16,5-1-44-16,5 3-14 0,7 3-24 0,7 2-31 16,6 2-18-16,7 0-57 0,6 4-248 15,14 1 22-15,0 1 82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32.75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-3236 2871 1240 0,'-11'-20'36'16,"1"1"17"-16,-3-1 19 0,0 0 29 0,-1 2-25 0,-4 0-5 16,-2 1-11-16,-1 4-8 0,-2 2-1 15,-4 2 4-15,-2 1 21 0,-2 8-6 0,1 0 16 16,0 0 6-16,-2 0-3 0,-2 14 7 0,-1 0-7 15,5-1-11-15,-2 2-2 0,5 2-8 0,0 3-4 16,-1 0-3-16,5 1-11 0,4 4-19 0,0 3-17 16,3 1 5-16,2 4 23 0,2 4 20 0,1 5 16 15,7-1-3-15,-1 5-31 0,5-4-24 0,0 2-6 16,0 3-15-16,14-5 4 0,1-5-5 0,2-1 1 16,4-6 8-16,2-2-9 0,1 0 11 0,3-6-4 15,4-2-1-15,-1-3 3 0,2-6 1 0,1-3-6 16,2-6 2-16,0-2 0 0,2 0-2 0,-1-12 6 15,-1-4-5-15,3-3-4 0,-1-7 4 16,1-3 3-16,-2-1-2 0,3-5 22 0,-1-7 4 16,-1-2 2-16,1-3 40 0,-5 1-13 0,1-4 4 15,-4-4-8-15,-4-2-30 0,-2 2-7 0,-6 1-14 16,-5-1 0-16,-6 2-1 0,-7-2-4 0,0 3 1 16,0 5 1-16,-23 2-7 0,-1 3-1 0,-3 8-11 15,-5 6-25-15,-2 5-22 0,-1 9-32 0,1 5-31 16,-3 8-39-16,2 0-53 0,2 15-46 0,1 4-41 15,3 3-89-15,2 4-249 0,4-1 84 0,5 3 86 16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33.795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-708 2003 1782 0,'0'0'19'0,"0"0"18"0,0 0 19 16,0 0 28-16,0 0 6 0,-12 0-2 0,2 0-5 15,-1 0-10-15,0 0-5 0,-2 0-6 16,-1 0-4-16,-1 0-3 0,-2 0-15 0,-3 0 1 16,-1 0 7-16,-3 0-8 0,0 0 5 0,-5 0-13 15,-2 12-1-15,-1-12 0 0,-1 10 15 0,-2-3 3 16,-1-1-10-16,1 3-11 0,-2-3-19 0,1 5 1 16,-1 0 15-16,4 0 13 0,0 2 7 0,1-1-5 15,1 0-11-15,1 1-6 0,1 2 10 0,5 0 4 16,1 2-5-16,2 0 1 0,1 3-11 0,2 1-10 15,3 2 0-15,1 0-8 0,0 1-4 0,4-1 13 16,2 3-4-16,-1-1 2 0,1 2 3 0,2-3-9 16,3 2 1-16,-1-2 9 0,2 0-11 0,-1 1 5 15,2-1 1-15,-1-3-6 0,0 3 8 16,2-4-7-16,0 1 2 0,0-1-4 0,0-1-1 0,0-1 4 16,0 1-7-16,0-6 6 0,0 2-8 15,0-1-1-15,0-4 8 0,0 2-3 0,10-3 1 16,-6 0 1-16,-4 0 2 0,9 1-10 0,-4 0 26 15,2-2-4-15,-1 3 7 0,4 0 5 0,-3-2-13 16,2 1-9-16,0-1-6 0,2-1 8 0,3-1 1 16,-1 2 10-16,1-3 7 0,1-1-5 0,2 0 5 15,6 0 3-15,0-2-7 0,1-3-7 0,2 0-9 16,2 0 1-16,4 0-6 0,2 0 9 0,2 0-4 16,1-12-8-16,1 1 8 0,1 0-13 0,-2-1 9 15,1-3-2-15,-2 3-2 0,0-2 16 16,-1 2-23-16,-1-2 8 0,-1 0-5 0,-2 0 6 0,-1 1 5 15,-3 0 0-15,1-1-1 0,-1 2-3 16,-3 0 6-16,1 0 5 0,-1-2 5 0,0 0 3 16,-3 1 8-16,1-2-3 0,-1 1 5 0,0-4 0 15,0-4 14-15,-1 0 2 0,3-4-8 0,-2 2 2 16,1-5 3-16,2-4-1 0,0 0 20 0,-3-4-15 16,-1 0-18-16,-2-3 25 0,-2 1 0 0,-4-3 18 15,-3 2-25-15,-6-1-13 0,-3 2-32 0,0 3-8 16,-14 0 12-16,-3 2-18 0,-4 3 0 0,-8 4-52 15,-3 5-37-15,-4 1-29 0,-7 5-17 0,-4 6 1 16,-4 10 8-16,-4 0-33 0,-3 0-106 0,-2 15-55 16,-4 2-66-16,0 7-42 0,-1 2-84 0,-1 2-134 15,1 4 98-15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35.26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-3300 3108 1791 0,'0'0'11'15,"0"0"17"-15,0 11 15 0,0-11 19 0,0 0 0 0,0 0 1 16,0 0-6-16,0 0-9 0,0 0 0 16,-8 0-12-16,8 0-11 0,0 0-10 0,0 0-10 15,-6 0 0-15,6 0 4 0,0 0 8 0,0 0 5 16,0 0 16-16,0 0 10 0,0 0 14 0,0 0 7 15,0 0 2-15,0 0 6 0,0 0-8 0,0 0-1 16,0 0-3-16,0 0 0 0,0 0 3 0,0 0 4 16,0 0 5-16,0 0-10 0,0 0-8 0,0 0-6 15,0 0-8-15,0 0-14 0,0 0 9 0,0 0-7 16,0 0-15-16,0 0 8 0,0 0-10 0,0 0-5 16,0 0 17-16,-9 0 2 0,9 0-4 0,0 0-1 15,0 0-16-15,0 0 0 0,0 0 2 0,0 0-8 16,0 0 4-16,0 0-1 0,0 0-12 0,0 0 7 15,0 0 7-15,0 0-6 0,0 0 6 16,0 0-11-16,0 0 1 0,0 0-10 0,0 0 12 16,0 0 2-16,0 0-5 0,0 0 3 0,0 0-4 15,0 0 10-15,0 0 1 0,0 0 11 0,0 0 4 16,0 0-4-16,0 0 0 0,0 0 4 0,0 0-17 16,0 0 8-16,0 0-4 0,0 0-11 0,0 0 4 15,0 0 1-15,0 0-5 0,0 0-1 0,0 0 6 16,0 0-9-16,0 0 11 0,0 0-1 0,0 0-3 15,0 0 4-15,0 0-1 0,0 0 13 0,0 0-7 16,0 0 13-16,0 0-11 0,0 0 3 0,-9 0 0 16,9 0-7-16,0 0-2 0,0 0-3 0,-9 0 2 15,9 0-4-15,-8 0-4 0,2 0 1 0,0 0 3 16,2 0 0-16,-4 0 2 0,2 0-2 16,-2 0 2-16,-1 8-10 0,2-8 14 0,-5 0-5 15,1 7-8-15,-1-7 6 0,-2 7-2 0,3-1 6 16,-1-2 7-16,2 3-4 0,1-6 1 0,1 2-3 15,0-1-10-15,4 1 12 0,1-3-13 16,-2 0 3-16,4 0 4 0,-1 0-8 16,1 0 15-16,1 0 3 0,0 0-5 0,0 0-2 0,0 0-2 0,0 0-13 15,0 0-4-15,0 0 16 0,0 0-3 16,0 0 6-16,0 0 9 0,0 0-17 0,0 0 1 16,0 0-1-16,0 0-5 0,0 0 17 0,0 0-3 15,0 0-4-15,0 0 5 0,0 0-12 0,0 0 11 16,0 0-7-16,0 0 2 0,0 0 8 0,0 0-9 15,0 0 5-15,0 0-7 0,0 0 3 0,0 0 5 16,0 0 7-16,0 0 6 0,0 0-15 0,0 0 0 16,0 0 4-16,0 0 1 0,0 0 4 0,0 0-10 15,0 0-1-15,0 0 1 0,0 0 2 0,0 0 1 16,0 0-7-16,0 0 6 0,0 0-2 0,0 0-2 16,0 0 5-16,0 0-5 0,0 0-1 0,0-7 4 15,0 7-12-15,0 0 14 0,0 0-9 0,0 0 1 16,0 0 13-16,0 0-23 0,0 0 14 0,0 0-1 15,0 0-8-15,0 0 6 0,0 0 2 16,0 0-3-16,0 0 6 0,0 0 0 0,0 0 4 16,0 0 1-16,0 0-10 0,0 0 7 0,0 0-11 15,0 0-8-15,0 0 13 0,0 0-4 0,0 0 4 16,0 0 15-16,0 0-7 0,0 0-7 0,0 0-4 16,0 0 1-16,0 0 3 0,0 0-2 0,0 0 4 15,0 0-28-15,0 0-19 0,0 0-12 0,0 0-27 16,0 0-31-16,0-9-51 0,10 2-66 15,-1-3-67-15,1 1-39 0,2-2-22 0,0 1-58 0,0-4-196 16,0 3 56-16,0-1 93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31.29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-2296 1427 1460 0,'6'-9'10'16,"0"0"12"-16,2-1 15 0,-1 1 12 0,1 3 10 16,-2-3 11-16,-2 1 1 0,1-1 4 0,-2 2 2 15,0-1 0-15,-3 3-1 0,0-1-7 16,0 0-9-16,0 1 0 0,0 0 1 0,0 0 4 16,0 0-9-16,-9 1-11 0,0-3-12 0,0 1-7 15,0 0-3-15,-4-2-10 0,1 0 5 0,-3-1 4 16,-2 1 3-16,-1-2 5 0,-3-2 6 0,-2 1-4 15,-1-2 22-15,0 2 17 0,-2 1-9 0,-2-1 5 16,0-2-18-16,-1 4-13 0,1-2 0 0,-1 3-1 16,1 2 3-16,-1-1-13 0,1 3-1 0,4-1-9 15,1 4-3-15,-1-3 6 0,3 3-13 0,1 1 3 16,-1 0-6-16,1 0-2 0,0 0 4 16,1 13-6-16,-1-2-6 0,2 3 5 0,-1 0 4 15,1 3 0-15,1 0 6 0,1 3 1 0,2 1 9 16,0 4 4-16,1-2 2 0,-1 4-2 0,0 0-11 15,4-1 15-15,-2 4-10 0,2-2 1 0,1 5 1 16,-1-5-10-16,1 3 5 0,0 0 12 0,-2-1 0 16,3 3 4-16,-2-1 2 0,1-1-13 0,-2 2 3 15,2 0-5-15,1-1-7 0,-1 0 10 0,2-1-2 16,0 0-1-16,3 1-15 0,1-3 4 0,3-1-11 16,0-2 6-16,0-3 8 0,0 1-12 0,0-5 8 15,14 1 0-15,-1-3 16 0,1-2-3 0,3 0-5 16,2-2-7-16,3-4-2 0,3 0-9 0,3-3 18 15,5-6-1-15,2 0-10 0,5 0 16 16,2-13 8-16,2-5 1 0,2 1-1 0,4-6-7 16,0-1-9-16,2-4-9 0,-2-3 14 0,1-1-3 15,-2-2-1-15,-2-3 14 0,-1 0-4 0,-5 1 11 16,-3-1 1-16,-4 0-7 0,-5 0 4 0,-1 5-2 16,-9-3 0-16,-2 3 9 0,-6-1-2 0,-5 1-4 15,-6 0-15-15,0 2-6 0,-12-3-10 0,-5 1 1 16,-4-1 11-16,-4 1-15 0,-7 1 17 0,-1 2-19 15,-3 0-9-15,-5 5-13 0,0 3-29 0,-2 3-22 16,2 6-29-16,-1 3-32 0,4 5-54 0,1 4-68 16,4 0-61-16,2 15-48 0,4 2-64 0,3 3-226 15,5 3 42-15,1 2 98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46.96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82 28 1410 0,'-6'-2'16'15,"3"-1"14"-15,-2 2 15 0,-1-2 21 0,0-1-4 0,-2 2 1 16,-1-2-1-16,5 1-22 0,-5 2-9 16,3-1-17-16,1 1-12 0,-1-1-2 0,3 2-4 15,0 0-1-15,0 0-4 0,3 0 3 0,0 0 0 16,0 0 5-16,0 0 2 0,0 13 6 0,0-6 32 16,9 3 13-16,2 1 19 0,1 2-3 0,1 2-33 15,1 3-13-15,3 1 2 0,3 0 14 0,2 3 3 16,1 1 1-16,4 2-14 0,-1 1-14 0,0 1 3 15,1 0-1-15,-1 1-4 0,3 2 0 0,-2 0 17 16,-1 2 15-16,5-1 8 0,-1 0-4 0,2 3-12 16,1-3-17-16,7 3-9 0,-1 0 1 0,4-2-5 15,1 3 5-15,4-1-5 0,-2 1 6 0,4 0 12 16,0 0-8-16,-1 0 5 0,1 1-8 16,0 1 2-16,-1 2 2 0,1-1-5 0,1 0 6 15,0 2-17-15,-4-1-2 0,-2-1 8 0,4 3-10 16,-5-1 2-16,3 1 0 0,-2 0 1 0,1 1 17 15,-2 2 34-15,2 0 12 0,2-1 10 0,-1 0 4 16,8 0-27-16,-2 1 4 0,5-2-21 0,0 0-9 16,2-4-11-16,3 2-9 0,0-2 6 0,3-1-1 15,2 0 9-15,-1 0 23 0,1 1-4 0,-1 0 1 16,1-2-7-16,-4-2-24 0,1 1 4 0,-2-1-2 16,-4 1 2-16,2 2 0 0,-4 1 11 15,1 2 4-15,-2 1 1 0,2 4-2 0,0-4-19 16,-2 4-1-16,0 0-7 0,0-1 3 0,-1-3 2 15,1 4-5-15,-4-3 5 0,-1 1 1 0,-2 0 0 16,-3 0-1-16,-1-2-7 0,-2 3 1 0,-4-1-3 16,-1-1 16-16,0 0-4 0,-3-2 1 0,-2-2 10 15,-1 0-16-15,0-3 23 0,-3-1 8 0,1-3-4 16,-2-1 4-16,1-2-14 0,-5-2-6 0,3-2 4 16,1 2-5-16,-3-2 4 0,1 2-9 0,0 2-6 15,1 0 7-15,-2-2-9 0,-3 1 7 16,3 2-1-16,-2-1-1 0,-4-3 0 0,1-2-8 0,-5-4 8 15,2-3 0-15,-3-1 2 0,-2-2 2 16,-2-5 0-16,-1 3-5 0,-1-6 5 0,-2-1-4 16,-3 1-3-16,2-4 1 0,-2-1-1 0,-3 0 10 15,1 0-12-15,1 0 7 0,-2 0-14 0,0 0-27 16,0 0-41-16,0 0-86 0,0 0-67 0,0-9-65 16,0-2-36-16,-12 11-10 0,0-13-30 0,-1 2-153 15,1 1-33-15,-3-1 89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11.743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1428-1074 1354 0,'1'0'47'16,"1"0"33"-16,-1 0 9 0,2 0 1 0,-3 0-49 15,3 0-32-15,-3 0-12 0,0 0 0 0,2 0 2 16,0-9 3-16,1 9-1 0,-3-8 4 0,3 1 0 15,-2 7 6-15,2-10 17 0,-3 5 18 16,0-1 18-16,3 0 11 0,-3 3 1 0,0-1-4 16,0 0-2-16,0 3-9 0,0-3-9 0,0 2-3 15,0 1-14-15,0-4-5 0,0 4 2 0,0-1-9 16,0-1 5-16,0 0-2 0,0 0-9 0,0 2-7 16,-10-4-7-16,0-1 2 0,3 1 5 0,-2 1 4 15,3-1 7-15,0 2-1 0,-2-5-9 0,2 4 1 16,-2-3-9-16,-1 2-1 0,3 0 11 0,-5-2-1 15,2 3 4-15,-1-2-2 0,-1 1-6 0,-3 1-2 16,2-2-8-16,2 2-2 0,-4-1 2 0,3 1-2 16,-2-1 6-16,-1-1 2 0,0 2-1 0,2-1-1 15,-1-1 0-15,-1 0-1 0,2 5-2 16,-2-3-5-16,0 3 4 0,2 0-1 0,0-2 6 16,0 3 8-16,0 0-6 0,1 0-3 0,-3 0-4 15,5 0-4-15,-1 0 1 0,-2 0-3 0,1 0 1 16,-3 0-1-16,4 0 2 0,-2 0 3 0,-1 0 6 15,1 10-2-15,-3 2 0 0,4-2 6 0,-2 0-11 16,-2 2 2-16,1-1-4 0,2 3 0 0,-3-4 6 16,-1 3 1-16,3-4 3 0,1 0 0 0,-2 1 4 15,3 1-7-15,-1-4 7 0,1 1-6 0,4-1 0 16,1-1 4-16,0-1-1 0,0-3-3 16,3 3-8-16,1-2 1 0,-4 2-5 0,6-2 2 0,-3 3 0 15,0 0 3-15,0 0-2 0,0 5 4 16,-2-2 6-16,2 2-4 0,0 4 0 0,3 0-2 15,-3 0-1-15,2 2 5 0,-1-2-2 0,2 3-2 16,0-1 2-16,0 0-3 0,0-4 1 0,0 5-2 16,0-1 4-16,9-3 0 0,3 2 3 0,-4 2 8 15,6-1-5-15,-1-3 0 0,1 4 2 0,1-4 3 16,5 1 15-16,0-1 31 0,-1 0 8 0,6-1 1 16,-2-3-7-16,-1 0-7 0,-2-1 11 0,3 0 12 15,1-5 7-15,-3 0-1 0,1-2-2 0,0-2-2 16,-2 0-6-16,3 0-2 0,1 0-9 15,1 0-9-15,-1-14-5 0,5 0-3 0,-2-1-1 0,2 1 1 16,0-4 10-16,-2 1 0 0,0-1 15 16,-4-2-4-16,0 1-2 0,-3-2-11 0,-1-3-14 15,-2 3-7-15,-2-5-15 0,-4 0-11 0,-3-2-4 16,-2 2 6-16,-6-5-7 0,0 6 11 0,0-4-9 16,0 4-21-16,0 1-15 0,-14 2-37 0,0 0-36 15,2 4-44-15,2 4-95 0,-3 3-110 0,6 3-76 16,-5 4-43-16,1 4-51 0,-1 0-112 0,-2 12 114 15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12.640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448 152 1524 0,'5'-7'21'0,"-4"-2"11"0,4 1 18 0,-2 1 25 15,0-2-3-15,-3 1 13 0,3-3 8 0,-3 5-8 16,0-5 2-16,0 2-11 0,0 0-18 0,0 1-16 16,0 1-15-16,-11 1-13 0,11-1-3 0,-9 3 5 15,-1 0-4-15,1-3 9 0,-1 5-9 16,0-3-4-16,-1 3 6 0,-4 1-5 0,1-2 7 16,1 3 5-16,-4 0-10 0,2 0-6 0,-2 0 0 15,0 12-2-15,-2 0 3 0,2 1-7 0,-3 0 4 16,0 2-2-16,4 3 1 0,-1 1 6 0,-3 0-8 15,4 3-2-15,-4 3-1 0,6 0 5 0,-3 0-2 16,2 3 1-16,-1-1-3 0,2 2 4 0,0 1 2 16,5-3-7-16,0 3 9 0,1-2-10 0,2 2-3 15,3-1 13-15,3-1-8 0,0-1 6 16,0 0 5-16,0-1-11 0,15-1 3 0,-4-1-5 16,0 0 3-16,1-2 18 0,5 0 25 0,-1-4 13 0,4 2 3 15,0-1-1-15,6-1-24 0,-2-3 2 16,5-2-8-16,1 0 2 0,2-4 25 0,1-1 10 15,4-3 4-15,-4-3 11 0,2-2-5 0,-1 0 17 16,-1 0 20-16,-3-11 0 0,4-2-5 0,-5-4-17 16,1-3-13-16,-1-2-18 0,1-4-6 0,-4-4-2 15,3-1-17-15,-5-3-1 0,-1-3-19 0,-3-3-10 16,-4-2 4-16,-2-3-8 0,-5 3 19 0,-4-4-14 16,-5 3 4-16,0-2-3 0,0 1-11 0,-17 3 7 15,0 0-14-15,-2 6-8 0,-1 2-26 0,-3 1-36 16,-1 9-37-16,-4 3-60 0,1 4-70 0,0 7-77 15,-2 4-39-15,-1 5-57 0,4 0-200 16,-2 13 11-16,6 0 89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13.66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448 36 1280 0,'-9'-6'21'0,"-2"1"16"0,-1 1 19 15,3 2 20-15,-3-3-4 0,0 5-7 0,-2-4-12 0,0 2 1 16,-1 0 11-16,0 1 2 0,1 0 2 16,1 1-13-16,-1 0-21 0,2 0 1 0,0 0-1 15,-2 0 1-15,0 0-3 0,2 0-11 0,0 0-14 16,0 0-7-16,1 10-5 0,1-1 1 0,-3 0 1 15,3 1 1-15,-1-1 0 0,-1 2-3 0,1 2 7 16,1 4-1-16,-1-2 3 0,-1 2 2 0,1 3-2 16,-2 2-4-16,2 1-2 0,0-1-1 0,4 4 0 15,-4 0 2-15,5 2 3 0,0 3 0 16,2-3 2-16,0 4 0 0,3-4-3 0,1 4 3 0,0-5-4 16,0 3 1-16,0-2-1 0,0 0-2 15,11-2-1-15,-11-2-3 0,9 1 10 0,-2 2-2 16,1-2 3-16,-8-3-2 0,11-3-7 0,-4 3 1 15,1-4 4-15,-2 1 48 0,3-4 35 0,3 0 22 16,2-4-5-16,1 0-23 0,3-3-18 0,3 0-3 16,2-3 12-16,3-2-6 0,1-3-8 0,4 0 9 15,-1 0-2-15,2-14 16 0,0 1 9 0,3-1 10 16,-2-4 14-16,-1-2-3 0,0-2 3 0,0-5-15 16,-3 1-1-16,-3-3-18 0,-4-3-22 0,0 0-22 15,-4-2-16-15,-5-3-7 0,0-1-1 0,-6 0-2 16,-4-1-6-16,-3-3 6 0,0 0 2 0,0 1-13 15,-13 2-3-15,-1 0-9 0,-1 2-22 16,-2 3-23-16,-1 4-48 0,0 4-79 0,-1 1-88 16,0 8-85-16,-1 2-77 0,2 4-86 0,-5 4-197 15,2 1 124-15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28.880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84 320 1228 0,'-2'9'14'0,"1"1"23"0,1-2 24 0,0 1 15 15,0 0-3-15,0-2-5 0,0 0-10 0,0-1 6 16,0 2-3-16,0-1-4 0,0 0-4 0,0-1 3 15,0 1 13-15,0-1 4 0,0 0 14 16,0-1 6-16,0-1 10 0,-10 1 10 0,10-2 17 16,-7 0-2-16,7-1-2 0,-6-1 2 0,6-1-14 15,-8 0-9-15,4 0-11 0,-1 0-6 0,1 0-7 16,-1 0-15-16,-1-12-16 0,0 2-18 0,1-1-28 16,-1 1 3-16,2-6-3 0,1 1-6 0,0-4 5 15,3-2-10-15,0-4 2 0,0-1 3 0,0-2 4 16,0-2 1-16,10-2 1 0,-10 3-4 0,12-1 4 15,-1 2 19-15,-3 4 4 0,1 1 10 0,-5 5-8 16,-4 3-11-16,6 4-17 0,-1 1-4 0,-5 4-4 16,4 1-4-16,-1 5 9 0,-1 0-3 0,3 0 4 15,-1 0-5-15,2 0 2 0,3 11 9 16,2-1-8-16,0 1 5 0,2 1 1 0,2 2-12 16,4-2 13-16,-1 6-3 0,3 0 1 0,0 1 4 15,5 2-36-15,0 1-45 0,3-1-90 0,1 1-61 16,4 2-48-16,2-2-25 0,2-1-2 0,3 1-69 15,0-3-217-15,2 3 34 0,-2-3 92 0</inkml:trace>
  <inkml:trace contextRef="#ctx0" brushRef="#br0" timeOffset="-693.47">125 200 1595 0,'-2'-5'15'0,"2"3"8"0,0-1 11 0,0 2 17 15,-3-1 5-15,3-1 12 0,0 1 8 0,-1-2-4 16,1-1-1-16,-2 4-3 0,2-2-6 0,0-1 0 16,0-1-10-16,-1 4-1 0,1-3 4 0,-2 2 2 15,2-1 7-15,0 2-5 0,-1 0-1 0,1 1-8 16,0 0-8-16,-2 0-5 0,2 0-17 0,-2 0-6 15,2 0-7-15,-1 0-3 0,1 0 10 16,0 0 12-16,0 0 2 0,0 8 11 0,0-8 0 16,0 7-9-16,0-7 7 15,0 6 2-15,0-2-2 0,0-1 16 16,11 2 3-16,-4 0 2 0,-7-2 4 0,8 2 5 0,-1 1-14 0,-2 2 1 0,-1-1-2 16,1 1-8-16,1 1-1 0,-3 0-15 15,2-1-6-15,1 3-8 0,-3 0 3 16,1 0 5-16,1-1 8 0,-1 1-7 0,0 2-10 0,-1 0 8 0,1 0-9 15,2 2-1-15,-1 3 3 0,1-4-13 0,0 4 1 16,-2 1 2-16,4 1 4 0,0 1-3 16,-1-1 0-16,2 4 1 0,2-1 2 0,-2 1 10 0,3 2-2 15,-1 0-8-15,4 3 7 0,0-1-16 0,0 1 15 16,4 3 5-16,-1 1-23 0,0 2 9 16,2 2-6-16,1-1-4 0,-1 3 12 0,0 3-5 15,-1-3-6-15,1 1 7 0,0-3-6 0,-2 0 11 16,3-1-8-16,-2-1-2 0,-1-5 8 0,0 0-8 15,0-2 7-15,-3-4 1 0,2 0-15 0,-2-4 6 16,-1-3-4-16,-3-3-5 0,1 0 14 0,-3-5-12 16,-3 2 15-16,2-2-5 0,-1 1-5 0,-1-3 15 15,0 1-19-15,-1-2 13 0,-2-1-4 0,1-2 0 16,-2 0 4-16,-1 0-4 0,1-3 9 0,-2 0-3 16,0 0 0-16,0 0 11 0,0 0-8 15,0 0 3-15,0 0 6 0,0 0-8 0,0 0 9 16,0 0-8-16,0 0 6 0,0 0-8 0,0 0-2 15,0 0 5-15,0 0-3 0,0 0 8 0,0 0 1 16,0 0-3-16,0 0-6 0,0 0-3 0,0 0 7 16,0 0-15-16,0 0 16 0,0 0-5 0,0 0-18 15,0 0 13-15,0 0-4 0,0 0 4 0,0 0 9 16,0 0 5-16,0 0-18 0,0 0 0 0,0 0 5 16,0 0-4-16,0 0-7 0,0 0 8 0,0 0-9 15,0 0-1-15,0 0 21 0,0 0-10 0,0 0-10 16,0 0 11-16,0 0-8 0,0 0 5 0,0 0 11 15,0 0-14-15,0 0 17 0,0 0-12 16,0 0 2-16,0-11 3 0,0 11-39 0,0 0-21 16,0-9-36-16,0 9-62 0,0-11-71 0,0 3-90 15,-11-3-73-15,11 0-50 0,-10-2-76 0,-1-6-197 16,-1 1 93-16,1-6 116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49.200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84 99 1498 0,'0'0'11'0,"0"0"31"15,0 0 33-15,0 0 33 0,0-11 27 16,0 11 7-16,0-7 2 0,0 7 4 0,0-10-4 0,0 4 1 16,-11 6 3-16,11-6 4 0,-9-1 0 15,0 4 0-15,9 0-6 0,-11-1-14 0,5 2-16 16,-2 0-16-16,2-1-13 0,2 3-12 0,-1-2-17 16,1 2-8-16,1-1-16 0,1-2-17 0,-1 3-1 15,2 0-12-15,-1 0-3 0,2 0-2 0,0 0 3 16,0 0-6-16,0 0 2 0,0 0 4 0,0 11-8 15,0-2 2-15,11 2 7 0,-1 0-8 0,4 4 8 16,3 2 4-16,1 5-7 0,3-1 1 0,2 1 4 16,3 1-10-16,0 1 1 0,1-3 9 0,-1 1-9 15,1 0 4-15,0-4 2 0,-2-1-5 0,2-5 1 16,-1-1 9-16,0-1 0 0,0-4 4 16,-2-5 14-16,-1-1 13 0,-1 0 24 0,-3 0 12 15,-1 0-4-15,-3-13-19 0,-1-2-26 0,-5-2-8 16,0 0-11-16,-1-4 5 0,-4-1 10 0,-2-2 2 15,-1 0-2-15,-1 0-5 0,0 0-5 0,0 4-5 16,0-1-5-16,0 1-1 0,0 3-1 0,0 2-8 16,-10 2-11-16,10 0-45 0,0 5-45 0,0 1-48 15,0-2-58-15,0 5-52 0,0 2-81 0,0 0-65 16,0 0-29-16,0 1-15 0,0 1-102 0,0 0 7 16,0 0 103-16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58.60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5271 1528 2103 0,'6'-11'5'0,"0"-1"4"0,-3-2-6 0,1-1 4 16,-1-3 4-16,-1-3-4 0,1 1 9 0,1-3-5 16,3 1-7-16,2-1-6 0,3-1-1 15,0-2-3-15,2 3 1 0,1-4 3 0,0 1 3 0,0-1-6 16,2-2-8-16,-2-1 5 0,-1-1-11 16,1-1 7-16,-1-2 7 0,-1-2-8 0,-1 0 2 0,2-2 2 15,-3 1 1-15,-2 0-4 0,-5 0 7 16,-1 1-3-16,-3-3-2 0,0 4 5 0,0-2-4 15,-13 1 8-15,-1-4 3 0,-4-1 16 0,-2 2 14 16,-6-2 23-16,-3 0 27 0,-4 0 8 0,-5 2 14 16,-1 0-18-16,-7 1-24 0,-3 3 2 0,-4 1-16 15,-1 2 6-15,-3 3 23 0,-2 1-15 0,-5 1-11 16,1 4-15-16,-4 4-9 0,-5 4 9 0,-2 2 6 16,-2 4-2-16,-3 5-14 0,-3-1-22 0,-1 5-4 15,-3 0-6-15,-2 0-21 0,0 0-2 0,0 13-20 16,0-13 1-16,-3 11 10 0,-2 0 10 15,4-2 20-15,-4-2 8 0,0 1 11 0,2-2-5 16,2 3 3-16,-2 1-1 0,1 0-5 0,0 2 12 16,5-1 0-16,3 2-2 0,-1 0 1 0,4 0-10 15,1 2-9-15,1 2 12 0,3-2-4 0,-1-1-2 16,2 3 2-16,-3-2-5 0,0 4 5 0,3 1 6 16,4 0 8-16,-3 2-9 0,5 0 9 0,2 2-1 15,3 2-13-15,3 4 7 0,4-1-12 0,3 2-5 16,7 0 5-16,1 2-3 0,1-1 1 0,7 2 1 15,2 2 0-15,4-2-7 0,1 1 11 0,3-1-10 16,2-1-2-16,-2 0 3 0,3 1-29 0,1-3 12 16,-1 0-13-16,2 0-8 0,-2-1 20 0,0 0 0 15,-3-1 21-15,2 1 10 0,-2-1 0 0,0-3 2 16,-1 1-10-16,1-1-5 0,0 0 8 16,-1-3 2-16,1 1 3 0,2-1 0 0,-5 2-9 15,3-2-1-15,-1-1 4 0,1-1 4 0,-1 1-1 16,-2 0 4-16,-2-1-13 0,6-4 2 0,-6-1 5 15,5-1-6-15,1 1 13 0,0 1-4 0,-1-1-6 16,4-1 4-16,-1 0-4 0,3 4 1 0,0-1 5 16,-1 2-8-16,1-1 6 0,-2 3-1 0,2-3-2 15,-3 3 0-15,3-1-2 0,1 2 1 0,-1 3 9 16,-3 1 2-16,3 0-8 0,1 3 1 16,2-1 4-16,-3 6 7 0,0 2 1 0,4 0 5 15,-1 3-8-15,0 2-3 0,4-1 6 0,0 0-2 16,3 0-11-16,1 1 0 0,1 0 3 0,5 0-3 15,0-1 3-15,3 0 1 0,0 4-7 0,0 0 7 16,0-1-3-16,9 3 2 0,2 3 6 0,-2 0-10 16,2 3 3-16,-1 0-6 0,5 4-3 0,-1-1 4 15,0 3 2-15,5 1 1 0,1 0 0 0,3-1 2 16,0-2-4-16,1 1 2 0,2-3-1 0,0-4-1 16,4-4 2-16,-1-2-3 0,1-3 4 0,-1-4-1 15,5-3 0-15,-1-2 1 0,0-1 4 0,7-3-2 16,-4 0 6-16,7-3-6 0,2 1-14 0,6-2 9 15,-1-3 2-15,1 4 0 0,-1-6 9 16,4 1-6-16,0-1-8 0,-1-3 5 0,1-1 0 16,2 0-3-16,0-3 3 0,0-2 3 0,3-1-6 15,1-1 6-15,2-2 6 0,-1 0 0 0,4-1 9 16,0-4 7-16,-1 0-4 0,4 2 5 0,-1 0-5 16,1 3-11-16,-1 2 2 0,0 0-11 0,-2 3 0 15,5 4 0-15,-4-1-9 0,-1 2 2 0,2-1 2 16,-2 0-7-16,-1 2 15 0,3-6-6 0,-2 4 5 15,0-3-1-15,1-1-8 0,-3-1 9 0,6 1-6 16,-6 0 8-16,6 1-3 0,-2-1 4 0,1-1-7 16,-1-1 7-16,0-2-1 0,-2 1-10 0,-1-4 11 15,-1-2-7-15,1-3-4 0,-3 0 8 16,-2 0 1-16,0-13-6 0,1 1 0 0,-3-1 0 16,3-3-4-16,0-1 2 0,0 2 8 0,-1-6-2 15,2 1-3-15,-2-3 1 0,0 1-2 0,2 0 4 16,-3-2-2-16,-1 3-3 0,2-1 12 0,-1 0-10 15,-2-1 3-15,-2 3 0 0,-1-1-3 0,-5 1 4 16,1 1 0-16,-2 0 3 0,-1-3-5 0,1 2-2 16,-3-1 1-16,1 1 14 0,-1-3 8 0,2 1 17 15,2-3 10-15,1 2 9 0,-2 1 14 0,0 0-2 16,2 0-7-16,-2 1-6 0,0-1-23 16,0 4-12-16,-3-1-6 0,-1 3-8 0,-2 1 5 15,-3 0-6-15,-2 1-5 0,-1 0-2 0,-5 0-6 16,-1 1 4-16,-2-1 8 0,-2 1-5 0,-2-2 8 15,-2 2 5-15,-3-2 5 0,0-2 13 0,0 1-2 16,-2-3 7-16,2 1 2 0,-1-3-18 0,-1 1 5 16,1-3-7-16,1 1-1 0,-1 1 0 0,1-3-12 15,-1 1-4-15,1-2-9 0,-3 4 7 0,2-5 0 16,-2 0-1-16,-1 2 2 0,0-1-4 0,-1 0 1 16,-1 4-2-16,-1-3 11 0,0 4-3 0,-2 3 6 15,-2 0-2-15,1 4-4 0,-2 0 1 0,0 2-2 16,-1 0 6-16,1 4-6 0,-3-4-7 0,1 1 14 15,-1 0-2-15,0-3 4 0,0-2 9 16,0-4-6-16,0-6-10 0,0-4 2 0,2-7-10 16,-2-2 0-16,2-4 8 0,-1-8-5 0,1-1 10 15,1 0-9-15,-2-2 3 0,1 1-6 0,-1 2 8 16,1 3 6-16,1 0-7 0,-3 3 9 0,2 3-11 16,-2 1-10-16,0 1 2 0,-3 1 0 0,0-3-1 15,0 0 14-15,0-4-4 0,0-3-9 0,0-1 11 16,0-3-6-16,-11-2-4 0,1-7 9 0,-1 1-14 15,0-3-5-15,-2-2-2 0,-6-5-1 0,0-1 0 16,-4-6 4-16,-4 0 10 0,-5-3-11 0,-2-1 16 16,-2-1-15-16,-4 3 13 0,-1 0 9 0,-1 6-2 15,-1 2 11-15,1 3 5 0,-2 8-9 0,0 3-4 16,-2 6-8-16,-3 1-17 0,1 9 8 16,-1 0-15-16,-5 9-18 0,-3-1-34 0,-2 5-71 15,-6 7-115-15,-8 2-97 0,-4 7-104 0,-9 6-243 16,-9 6-24-16,-8 0 125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39.31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-1125 362 1221 0,'0'0'41'0,"0"0"11"15,0 0-3-15,0 0 7 0,0 0-44 0,0 0 5 16,0 0 19-16,0 0 2 0,0 0 7 0,-9 0-12 16,9 0 1-16,-11 0-1 0,11 0 4 0,-9 0 8 15,4-10-15-15,-4 10 2 0,5 0 16 0,-2 0 8 16,0 0 15-16,1-6 5 0,-1 6-8 16,3 0 2-16,-3 0-4 0,1 0-2 0,4 0 2 0,-2 0-7 15,1 0 12-15,-1-7 3 0,3 7 0 16,-3 0-1-16,3 0-1 0,-3 0-7 0,0 0 11 15,2 0 1-15,1 0-12 0,-2 0 3 0,2 0-10 16,0 0-1-16,0 0-8 0,0 0-6 0,0 0-19 16,0 0-10-16,0 0-8 0,0 0-5 0,0 0-4 15,0 0-2-15,0 0 0 0,0 0-3 0,0 0 14 16,0 0-2-16,0 0 8 0,0 0 8 0,0 0-2 16,0 0 5-16,0 0-2 0,0 0-2 0,0 0-5 15,0 0 2-15,12 0-6 0,-12 0 2 0,5 0 4 16,-5 0 2-16,7 0-1 0,-7 0-7 0,0 0 1 15,8 0-4-15,-8 0-2 0,3 0 3 16,-3 0-6-16,3 0 3 0,2 0 2 0,-4 0-8 16,4 0 4-16,-2 0-1 0,3 0-1 0,-2 0 14 15,5 0-5-15,-4 0 6 0,4 8-1 0,2-8 2 16,-2 0 8-16,0 9-10 0,2-9 11 0,-4 0-8 16,5 4-4-16,-3-4 2 0,2 0-13 0,-3 5 1 15,1-5-5-15,0 0 2 0,2 0 8 0,-4 0 0 16,2 0 5-16,-1 0-12 0,-1 0-3 0,1 0-1 15,0 0-5-15,1 0 8 0,-2 0 3 0,1 0-2 16,1 0 4-16,-1 0-6 0,2 0-5 0,-1 0 6 16,2 0-7-16,-2 0 7 0,2 0 3 0,-2 0-4 15,3 0-1-15,0 0-2 0,-3 0 3 16,5 0-3-16,0 0 8 0,-2 0 4 0,1 8-2 16,1-8-9-16,3 0-1 0,-5 0-6 0,3 0 7 15,0 0 9-15,2 0-2 0,0 0 4 0,2 0-13 16,1 0 9-16,3 0-4 0,-3 0-2 0,3 0 10 15,1 0-11-15,-1 0 5 0,2-9-7 0,0 9-7 16,1 0 7-16,-4-8 5 0,1 8 3 0,1 0-1 16,-2 0-5-16,2 0-2 0,-1-4 4 0,-7 4-1 15,4-5 5-15,3 1-4 0,-3 2 5 0,-1 0-5 16,1-3 3-16,0 0 4 0,0-1-11 16,-1-2 10-16,4 2-6 0,2-3-5 0,-3 1 9 0,-2-2 1 15,4-2 2-15,1 1 2 0,-1-2-8 16,2 0 0-16,-3 1-1 0,1 0-10 0,2-3 8 15,-1 3-5-15,3 1 2 0,-5-3 14 0,2 1-4 16,0-1-1-16,-3 1 1 0,-2-2-5 0,0 2 3 16,-3-1 1-16,-4 1 0 0,-1-2 4 0,-1 2 1 15,1-3 2-15,-4 4 1 0,1-7-1 0,-1 2-3 16,-2-1 15-16,0 1 14 0,1-3-10 0,-4 4 6 16,0-3-22-16,-3 2-18 0,3-3 4 0,-3 3-1 15,0-2 0-15,0 2 12 0,0-3-9 0,-13-1 3 16,4 2 8-16,-5-1-10 0,5-2 1 0,-5 1-2 15,1-1-2-15,-3 0-2 0,3-2 5 0,-7 2 3 16,0-3-1-16,0 4 11 0,-4-3-8 16,1 2-5-16,1 1-4 0,-7 1-9 0,4 0 11 15,0-1-4-15,-3 2 11 0,2-3-1 0,1 4 1 16,-1 1 1-16,-2 0-8 0,0 2 2 0,0 0 1 16,-5 2-8-16,-2 0 1 0,-1-1 9 0,-2 1-7 15,0 1 5-15,0 1 6 0,-2 0-9 0,2 3 0 16,-3-1 3-16,2 5-5 0,-4-4 0 0,-2 5 1 15,-3 0 3-15,1 2 1 0,-1 1-4 0,-1 0-4 16,-1 0-2-16,2 0 6 0,0 0-3 0,-2 12 12 16,5-3-2-16,-5 2-5 0,1-2 7 0,2 2-11 15,-2 1-5-15,4-1 8 0,1 0 8 16,1 0-4-16,5-2 9 0,0 3-6 0,5-1-17 16,-2 2 11-16,6 0-2 0,0 2-5 0,3-2 16 15,2 4 1-15,1 0-10 0,1-1 5 0,2 1-6 16,0 1-12-16,5-1 17 0,-2 2-12 0,2-1 5 15,0 3 8-15,1-1-11 0,2 1 6 0,4-1 2 16,-2 2-10-16,1 1 1 0,3 1 4 0,1 0-9 16,-1 0 23-16,3 4 0 0,3-3-4 0,-3 2 2 15,1 0-7-15,2 1 0 0,0-1-12 0,0 0 11 16,0 1-7-16,0-2 6 0,11-2 8 16,0 3-5-16,-2-4-1 0,1 2-1 0,-1 1 13 0,2-3-16 15,0 0 1-15,1-3 2 0,-3-2-7 16,0-1 9-16,2 0 0 0,-2-3-7 0,1 0 3 15,1-2 0-15,0 0 4 0,1 1 9 0,3-1 0 16,2 1 12-16,1 0-4 0,2 2-5 0,1-2 0 16,3 0-1-16,1-1 9 0,3 0-6 0,3-2 16 15,-2 0-18-15,4-2 0 0,4 2 1 0,2-3-11 16,2 0 11-16,3-3-7 0,0 1 3 0,3-3-4 16,-1 0-9-16,-1 2 5 0,-4-4-9 0,-3 1 7 15,-1-1 0-15,-7 0-1 0,-1 0 13 0,-3 0-18 16,-2 0 6-16,-4 0 11 0,3 0-6 15,-7 0 14-15,1 0 3 0,-3-9-6 0,-1 9 8 16,0-9-4-16,-4 9 14 0,1-8-9 0,-4 8 7 16,0-6 9-16,2 6-12 0,-8-5 11 0,3 5-7 15,0-5 0-15,-3 4-17 0,2 1 9 0,-2-1-4 16,0 1 0-16,1-2 21 0,-1 2-3 0,0-2 16 16,0 0-4-16,0 2 3 0,0-1 1 0,0 1-19 15,0 0 9-15,0 0-26 0,0 0-15 0,0 0 9 16,0 0-13-16,0 0-1 0,0 0 14 0,0 0-19 15,0 0-9-15,0 0 19 0,0 0-15 0,0 0 15 16,0 0 10-16,0 0-10 0,0 0-25 0,0 0-60 16,0 0-78-16,0 0-68 0,0 0-43 0,0 0-8 15,0 0-29-15,0 0-62 0,-12 0-63 16,0 11-61-16,1 1-102 0,-2 0-139 0,-4 3 129 16</inkml:trace>
  <inkml:trace contextRef="#ctx0" brushRef="#br0" timeOffset="417.31">82-3 1598 0,'0'0'28'0,"0"0"41"0,8 0 36 16,-8 0 48-16,0 0 16 0,0 0 17 0,0 0 21 16,0 0 11-16,0 0 17 0,0 0-5 0,0 0-7 15,0 0-23-15,0 0-32 0,0 0-29 0,0 0-32 16,0 0-15-16,0 0-8 0,0 0 1 0,-11 6 7 15,5-6-5-15,-3 0-9 0,1 0-1 16,2 0-14-16,-1 0-11 0,1 0-2 0,0 0-10 16,1 0-16-16,-1 0 0 0,0 0-12 0,3 0-8 15,0 0-4-15,1 0-4 0,-1 0-4 0,3 0 5 16,-3 0 3-16,3 0-8 0,0 0-35 0,0 0-70 16,0 0-60-16,0 0-57 0,0 0-54 0,0 0-64 15,0 0-46-15,0 0-47 0,0 0-36 0,0 0-252 16,0 0 76-16,0 0 111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8:01.255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58 209 1821 0,'-3'-5'11'0,"0"0"9"16,-2-2 12-16,-1 2 11 0,3-1-3 0,-3 2-6 0,2-1 1 15,-2-1-6-15,3 4 8 0,-2-2 6 0,2 1-5 16,0 0 4-16,0 2-8 0,0-3-11 16,1 2-5-16,2 0-9 0,-3 1-6 0,3-3 1 15,0 4-1-15,0-1-5 0,0-1 4 0,0 2-1 16,0-1 5-16,0-1-4 0,0-1 4 0,0-1 2 15,11 0-4-15,0 0 17 0,-2-4-3 0,1-1 2 16,4-1 3-16,-2-2-10 0,8 3-3 0,0-5-10 16,2 3 1-16,1-1 11 0,5 4 6 0,2 1 15 15,2 0 2-15,1 3-4 0,4 2-2 0,-1 2-5 16,4 0-10-16,2 0-9 0,2 14-2 0,0 3-1 16,-3 0 14-16,5 4 7 0,-4 6 2 15,1 2 23-15,-2 6-7 0,-2 4 3 0,1 6 11 16,-4 6-7-16,1 4-8 0,-1 5-1 0,-1 1-4 15,-1 3-13-15,-1 1 25 0,-3-1-7 0,1 1-5 16,-1-2-10-16,0-3-24 0,-2-2 7 0,-1-2-9 16,-1-4 5-16,-3-1 11 0,-1-1-14 0,1-2 5 15,-1-7 2-15,-3 3-3 0,1-4 15 0,0-4 3 16,-1-1 1-16,-2-2-2 0,1-2-1 0,-2-6-12 16,-1-4 4-16,-2-1-3 0,0-3-5 0,-3-1 3 15,-2-5-4-15,1-3 3 0,-6-1 9 0,5-4 10 16,-5 0 12-16,1 0-3 0,-2-2-4 0,-1-1 0 15,1 0-14-15,-2 0 4 0,0 0-11 16,0 0-3-16,0 0 3 0,0 0-10 0,0 0 12 16,0 0-6-16,0 0-2 0,0 0-4 0,4 0-2 15,-4 0-8-15,2 0 8 0,-2 0 8 0,0 0-6 16,0 0 17-16,0 0-16 0,1 0-6 0,-1 0-3 16,0 0-4-16,0 0-14 0,0 0-9 0,0 0-19 15,0-12-40-15,0 12-25 0,0 0-38 0,0-9-53 16,0 9-72-16,0-9-60 0,0-2-62 0,0 0-90 15,0-1-54-15,0-4 103 0,0 1 116 0</inkml:trace>
  <inkml:trace contextRef="#ctx0" brushRef="#br0" timeOffset="296.7">1423 1246 2275 0,'-6'-5'19'0,"2"2"13"16,-2-2 18-16,0 3 27 0,-2 0 6 0,3-2 17 16,-1 1 8-16,-1 2-2 0,1-2 4 0,1 3-6 15,-1 0-13-15,3-4-5 0,0 4-14 0,-2 0-7 16,2-1-13-16,-3 0-11 0,3-1-12 16,0 2-17-16,0-2 5 0,2-1-16 0,-2 3-3 15,0-1 8-15,0 1-10 0,1 0 23 0,-1 0 1 16,2 0-11-16,-1 0 9 0,1 0-16 0,-1-3-6 0,2 3 2 15,-3 0 2-15,3 0-20 0,0 0-32 16,0 0-45-16,0 0-70 0,0 0-41 0,0 0-33 16,0 0-16-16,0 0-10 0,0 0-15 0,0 0-47 15,0 0-130-15,0 0-10 0,0 0 79 0</inkml:trace>
  <inkml:trace contextRef="#ctx0" brushRef="#br0" timeOffset="839.45">1262 1272 1770 0,'-4'1'31'0,"-2"-1"30"16,0 0 16-16,1 0 24 0,-1 0 1 0,-3 0-6 15,4 0 11-15,1 0 8 0,-2-11-7 0,1 11 3 16,2-7-5-16,0 7-7 0,2 0 3 0,-2-9-3 15,1 9 1-15,2-6 3 0,0 6-4 0,0-4-6 16,0 4-6-16,0 0 0 0,0-3-12 0,0 1-12 16,0 2-12-16,0 0-24 0,0 0-7 0,0 0 1 15,0 0-15-15,0 0-4 0,0 0 4 0,0 0-13 16,0 0 16-16,0 0 4 0,0 0-6 16,0 9 7-16,0-9-2 0,0 11-3 0,12-1 0 15,-1 1 4-15,-2 0-2 0,5 1 3 0,-2 0-1 16,1 3-2-16,3 1 1 0,-3-2-3 0,3 0-8 15,-4 0 8-15,4-1 6 0,-2 0 1 0,0-2 3 16,-2 2-8-16,3-4-3 0,-1 0 5 0,-1-1 7 16,1 0 4-16,0-1 11 0,-2-3-20 15,0 0 8-15,-1-2 14 0,-1-1 7 0,-2-1 47 0,-1 0 42 16,-2 0 55-16,3 0 36 0,-2 0 30 16,-3-15-19-16,6 1-51 0,-5-1-34 0,1-2-62 15,1-2-25-15,2-3-25 0,-4-3-26 0,2-3-7 16,-1-1 4-16,-1 0 29 0,1 1 24 0,-2 1 12 15,2 6-8-15,-4 1-31 0,1 3-26 0,-1 1-3 16,1 4-9-16,-2 3 2 0,0-1-2 0,0 3-12 16,0 0-8-16,0 1-21 0,0 3-34 0,0 1-56 15,0 0-77-15,0 2-73 0,0 0-52 0,0 0 6 16,0 0 36-16,0 0 51 0,0 0 39 0,0 0-30 16,0 0-88-16,0 0-108 0,0 0-98 0,0 0-218 15,-11 0 16-15,11 0 152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48.07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278 340 1473 0,'0'0'16'0,"-11"9"6"0,2-1 9 16,0-1 14-16,1-7-11 0,2 10 7 0,0-4 0 15,-2 0-11-15,2-2-4 0,0 2-14 0,-1 1-6 16,4-2-8-16,-3 1 3 0,1 0 3 0,2-3-5 16,0 2 6-16,0-1-7 0,0 1 1 0,3 0 21 15,-3-3 13-15,3 2 29 0,0-2 28 0,0 0 10 16,0-2 21-16,0 3 12 0,0-3 6 0,0 0 6 15,0 0-14-15,-3 0-20 0,3 0-23 0,0 0-22 16,0-13 2-16,-2 2 16 0,2 0-2 16,-3-5-12-16,0-1-29 0,0 0-28 0,0-3-16 15,-1 0 11-15,-3-2 6 0,-2-5 2 0,-1 0 33 16,-2-1 3-16,-2-1-1 0,0-1 0 0,-2 0-36 16,-1 2-8-16,2 2 1 0,1 4-7 0,6 5-4 15,-1 1-1-15,3 6-4 0,5 2-5 0,1 1 3 16,0 4 9-16,0 3-2 0,0 0-1 0,16 0 12 15,-2 0-10-15,6 0 6 0,3 0-3 0,4 0-1 16,5 0 5-16,4 10-7 0,1-10 2 0,5 9-19 16,-1-1-44-16,5-2-52 0,-4 5-25 0,5 0-35 15,2 2-13-15,-2 4-7 0,3 2-37 0,-1 5-27 16,1 4-38-16,5 4-173 0,-2 3-58 16,-6 4 76-16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8:12.673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246 269 1295 0,'-11'-15'-1'0,"11"2"11"0,-9-2 5 16,0-1 7-16,-2-1 1 0,1-2-7 0,-4 0-10 15,-4 1 7-15,1-1-1 0,1 1 3 16,-4-1 12-16,3 1-16 0,0 2 8 0,1 2-12 16,2 2-7-16,-1 4-23 0,6 0-85 0,-2 8-177 0,3-7-87 15,4 7 25-15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8:14.35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36 586 2033 0,'3'-24'32'0,"-2"3"33"16,-1-1 25-16,0 1 17 0,0 1-6 0,-10 1-12 16,-1 3-3-16,11 4-5 0,-12 3-34 0,12 0-27 15,-8 5-28-15,8 1-21 0,0 3 8 0,0 0 0 16,0 0 9-16,0 18 9 0,0 0 2 16,0 3 0-16,14 4 3 0,3 4 2 0,-1 1-1 0,1 4 3 15,3 2 1-15,0 0-6 0,-4-2-4 16,4-3 6-16,0-3 53 0,0-2 50 0,-1-5 64 15,1-4 55-15,3-8-40 0,3-9-17 0,7 0-57 16,3-13-60-16,10-8-11 0,4-9-26 0,9-11-8 16,8-7 2-16,5-8-10 0,4-7-7 0,4-5 13 15,-1-2-7-15,3 1 5 0,-9 2 7 0,-3 5-27 16,-11 7-27-16,-4 5-64 0,-11 10-85 0,-11 10-67 16,-4 7-20-16,-9 9 12 0,-1 14 18 0,-5 0 34 15,0 0-10-15,1 19-18 0,-4 5-140 0,-1 10-77 16,-1 9 63-16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09.41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-129 308 2172 0,'-1'1'14'0,"-2"-1"31"0,3 0 39 15,0 0 29-15,0 0 11 0,0 0-20 0,0-11-39 16,0 0-21-16,0 3-17 0,0-5-12 0,0 1 10 16,12-3 17-16,-2-3 6 0,1-2 12 0,0-1 2 15,-1-2 4-15,3 1-3 0,-1 0 8 0,0 0 19 16,-2 0 6-16,0 1 19 0,0 1 7 0,-2 5-13 15,1 0-15-15,-5 2-22 0,3 2-16 0,-4 0-16 16,0 5-15-16,-2 0-7 0,2 0-7 0,-3 1 0 16,2 2-10-16,-1 0-4 0,1 3-2 0,-1-3-3 15,-1 3 6-15,0 0 0 0,0 0-4 0,0 0 3 16,0 0-11-16,2 0 3 0,-2 0-4 16,1 0-2-16,1 0 17 0,1 9-9 0,1-1 11 15,1 3-4-15,4 0 0 0,0 4 5 0,5 0-2 16,1 5 2-16,3 1 2 0,0-1 1 0,2 1-18 15,0 3-39-15,0-3-10 0,-1-1-46 0,1 1-36 16,1 0-26-16,-1 1-94 0,0-1-50 16,-2 0-45-16,-1-1-65 0,-2 0-234 0,0 5 70 0,-4-4 93 15</inkml:trace>
  <inkml:trace contextRef="#ctx0" brushRef="#br0" timeOffset="-401.96">-86 184 1415 0,'-3'5'45'0,"0"3"27"15,3-4 36-15,-2 1 33 0,2-3-9 0,0 1 8 16,0-2-1-16,-1 2 2 0,1-2-5 0,0 0-4 16,-2 0-7-16,1 2-12 0,1-3-13 15,0 1 0-15,-2 2-12 0,2-3-1 0,-1 0-7 16,1 0-12-16,-2 0-1 0,2 0-3 0,0 0 6 15,0 0-14-15,0 0-6 0,0 0-17 0,0 0-8 16,0-13-3-16,0 2-2 0,0 2-2 0,0 1-8 16,0-3-5-16,0-1 1 0,0-2-6 0,0 1 1 15,0 0 14-15,0-1-6 0,0 5 10 0,0-3-6 16,0 4-2-16,0-1-9 0,0 4-10 0,0 0 5 16,0 0-9-16,0 3 9 0,0 2 1 0,0-2-2 15,0 2 1-15,0 0 7 0,5 0-9 0,-1 0 8 16,-1 0-4-16,2 0-7 0,-1 0 8 0,2 0-8 15,0 0 12-15,1 0-6 0,-3-9 6 0,2 9 8 16,-3 0-1-16,0-8 6 0,-1 8-5 16,1 0-3-16,-3 0-7 0,0-6-3 0,0 6 6 15,0 0-2-15,0 0-10 0,0 0 4 0,0 0-9 16,1 0 1-16,-1 0 13 0,0 0 0 0,0 0-3 16,2 0 5-16,-1 0-3 0,-1 0-3 0,0 0 13 15,0 0-10-15,0 0 0 0,0 0 0 16,0 0 5-16,0 0 2 0,0 0 3 0,9-10 7 0,-1 10-6 15,-8-8 12-15,9 1-4 0,-3 1-9 0,-1-1 1 16,1 3-12-16,-6-1 1 0,4 1 0 0,-1 0 2 16,1 2-2-16,-3 0-2 0,1 0 8 15,-2-1-15-15,0 3 8 0,0 0 0 0,0 0-5 16,0 0 13-16,0 0-6 0,0 0 9 0,0 0 3 16,0 0 6-16,0 0-1 0,0 0-3 0,0 0-1 15,0 0-12-15,0 0 7 0,0 0-7 0,0 0 0 16,0 0 4-16,0 0-5 0,0 0-8 0,0 0 4 15,0 0 0-15,0 0-10 0,0 0 9 0,0 0-5 16,0 0-7-16,0 0 5 0,0 0 0 0,0 0-3 16,0 0 5-16,0 0 9 0,0 9-7 0,10-1 13 15,-2 0-9-15,-8 2-3 0,12-1 9 16,-3 1-8-16,-1 0 11 0,-1 0-9 0,1-2 0 16,-2 1-7-16,0 1-31 0,-1-3-23 0,-1 2-48 15,1-3-53-15,-2 0-28 0,-2 0-33 0,-1-2-11 16,0 0 4-16,0-3-2 0,3 2 17 0,-3 2 8 15,0-3-18-15,0-1-58 0,0 0-220 0,0-1 49 16</inkml:trace>
  <inkml:trace contextRef="#ctx0" brushRef="#br0" timeOffset="-1454.84">58 28 1135 0,'0'0'63'0,"0"0"39"0,0 0 18 15,0 0-9-15,-8 0-37 0,8 0-27 0,0 0-9 16,-6 0 24-16,2-7-16 0,-1 7 8 0,2-5 6 15,-1 5 0-15,-1-6 3 0,2 6 3 0,0-3 1 16,0 1 4-16,1 2 1 0,-1-3-3 0,0 3-2 16,2 0-10-16,1-2-8 0,-2 2-17 0,2 0-18 15,-1 0-10-15,1 0-10 0,0 0-6 0,-2 0 5 16,2 0-2-16,0 0-4 0,0 0 7 0,0 0-9 16,0 9 7-16,0-9 5 0,0 7-3 15,0-2 6-15,0 0-4 0,0 2 4 0,0-1 0 16,0 0-1-16,0 1 3 0,0 0-5 0,0 1 3 15,0-1 2-15,6 1-5 0,-6 2 4 0,0-3-3 16,6 2 0-16,1 4 4 0,-4-2-5 0,1 3 6 16,1 0-3-16,-1 0-1 0,2 4 4 0,2 1-8 15,0-1 3-15,-1 2 1 0,2 2 2 0,-1-2 3 16,1 4-3-16,-1 0 5 0,1-2-3 0,1 2-1 16,1 2 0-16,-2 0-1 0,2 2 0 0,1-3 5 15,0 1-3-15,0 1 2 0,2 1-2 16,-4 0 0-16,3 0 7 0,-3-2 1 0,2-1 0 0,-1 0-2 15,-2 1 9-15,3-1 46 0,-1 0 19 16,-2 2 1-16,2-3-8 0,-4 1-46 0,2 1-18 16,0 0-3-16,-1 1 5 0,0-3 19 0,-2-1 11 15,0 2 3-15,-2-3-5 0,1-2-22 0,-4-1-11 16,2-2-4-16,-1-1-1 0,1 0-2 0,-3-4-1 16,1 1 3-16,1-1-4 0,-2-5 2 0,2 3 2 15,-1 0-8-15,-1-4 3 0,2 0-4 0,-1-1 0 16,1 1 8-16,-2-1-3 0,3 1 3 0,-2-1 2 15,1 1 2-15,1-2 5 0,-2 7-3 0,1-4 2 16,-1 2-10-16,2-1 1 0,-1-1 1 0,1 1-7 16,-2-1 3-16,1-3 5 0,-1 0-2 15,1 1 10-15,-2-5 16 0,0 2 20 0,0 0 27 16,0-2 8-16,0 0 1 0,0 0-15 0,0 0-12 16,0 0-17-16,0 0-10 0,0 0-4 0,0 0-14 15,0 0 3-15,0 0-3 0,0 0-10 0,0 0 3 16,0 0-3-16,0 0 11 0,0 0-1 0,0 0 11 15,0 0 14-15,0 0 1 0,0 0 17 0,0 0-7 16,0 0 2-16,0 0-10 0,0 0-12 0,0 0-2 16,0 0-13-16,0 0 0 0,0 0 1 0,0 0 4 15,0 0-11-15,0-9-42 0,0 3-73 0,0-3-84 16,0-2-81-16,0 0-68 0,-9-1-57 0,9-5-67 16,-12 0-212-16,1-2-10 0,-3-2 127 15</inkml:trace>
  <inkml:trace contextRef="#ctx0" brushRef="#br0" timeOffset="748.33">213 1260 2225 0,'-2'-11'38'0,"-2"2"34"0,-1-2 24 0,5 7 59 0,-1-4 18 15,-1 2 31-15,1 1 12 0,-2 0-38 16,1-1-46-16,1 3-60 0,-1-1-20 0,1 2-8 0,-1 0 2 16,2 0-10-16,0 2-12 0,0 0-14 15,-1 0-16-15,-1 0-1 0,2 0-7 0,0 0-6 16,0 0-2-16,0 0 13 0,0 0-1 0,0 11 8 15,0-3 2-15,0 2-6 0,14 0 4 0,-2-2 3 16,0 8-5-16,5-3 7 0,-4 2-6 0,3-2 3 16,-1 0 4-16,2-1-6 0,-4 0 7 0,1-1-3 15,0-1 8-15,-4-3 22 0,-1 0 42 0,0-1 44 16,-1-4 37-16,0 0 20 0,-1-2-15 0,5 0-41 16,2 0-47-16,1-20-43 0,3 3-19 0,4-4-3 15,2-1-2-15,0-4 1 0,2 0-7 16,-3-2-1-16,-2 0 4 0,-3 1-10 0,-1 0-22 0,-5 3-42 15,-1 4-39-15,-2-1-39 0,-3 5-39 16,-3 4-36-16,-1 2-79 0,1 3-76 0,-3 0-83 16,0 6-102-16,0 1-139 0,0 0 81 0,0 0 143 15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43.755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1898 506 1829 0,'-8'11'13'0,"1"-3"24"0,-2 1 18 0,1-1 37 16,-1 1 16-16,1-2 11 0,-2-3 15 0,1 3 1 16,-2-1 9-16,0 1 5 0,-1-2 6 0,3 3 2 15,-3-4-5-15,3 0-5 0,1 0-27 0,1-2-31 16,2 3-31-16,1-5-38 0,4 0-7 0,0 0-12 16,0-13 6-16,13-2 4 0,7-9-2 0,4-6-7 15,10-7 3-15,7-10-6 0,6-7-11 0,9-8 14 16,3-4-8-16,2-4-3 0,3 0 21 15,1 0-4-15,0 1-7 0,-2 0 10 0,-6 4-16 16,-1 5 4-16,-2 4 4 0,-4 1-9 0,-3 5 3 16,-5 4-3-16,-5 6 5 0,-5 6-2 0,-5 3 9 15,-4 8 22-15,-6 5 9 0,-7 6 12 0,-4 3-14 16,-6 4-19-16,0 2-24 0,0 3-6 0,0 0 11 16,-13 0-22-16,0 0-5 0,0 0-13 0,-4 14-65 15,-1 1-31 1,-2 1-45-16,-1-1-49 0,-4 2-12 0,3 5-15 15,-4 2-10-15,0 1-13 0,-1 3-62 0,-2 3-167 0,0 2 27 0,0 2 77 0</inkml:trace>
  <inkml:trace contextRef="#ctx0" brushRef="#br0" timeOffset="575.92">2755-748 2878 0,'-14'12'5'0,"5"-12"-3"0,-2 12 1 0,0-12-11 0,11 9-4 0,-10-9 9 0,10 0 31 15,0 7 45-15,0-7 30 0,0 0 13 0,0 0 4 16,15 0-23-16,2 0-25 0,7 0-21 0,5 0-34 15,4-16-3-15,5 1-19 0,3 1 10 0,2 1-6 16,1-1-1-16,-2 3 14 0,-2 2-15 0,-4 1 3 16,-5 8-9-16,-4 0 3 0,-4 0 3 0,-5 0 6 15,-3 0 4-15,-4 0 6 0,-4 15 5 0,-7 3-38 16,0 1-100-16,0 2-151 0,-16 6-164 16,-3 0-420-16,-6 6 82 0,-6 2 142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6:47.38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63-58 2120 0,'0'-1'0'0,"0"1"-10"16,0 0 18-16,7 0 45 0,-7 0 25 0,0 0 29 15,6 12-2-15,-6 0-27 0,5-3-6 16,-1 3 6-16,1 3 9 0,0 2 2 0,2 3 11 16,-1 1-5-16,3 8 1 0,0 1-21 0,4 2-23 15,-3 3-15-15,4 2-12 0,0-1 56 0,-1 3 4 16,1-3-12-16,1 3 4 0,2-1-40 0,-2 0 24 15,-1 1 12-15,1 1-3 0,-1-3-19 0,-2-1-34 16,0 1-11-16,-3-3-12 0,2-4 10 0,-4 2 10 16,2-5-2-16,-1-1 0 0,-1-4-4 0,0 0-8 15,2-3 12-15,-2 0 5 0,-1-1-11 0,2-4 4 16,-2-2-8-16,2-1-10 0,-2-2 3 16,1 0 3-16,-2-2 8 0,-1-3 1 0,1 3 7 15,-2-6-18-15,0 2-11 0,-1 0 12 0,-1-1 5 16,1-2 9-16,-2 0 5 0,0 0-9 0,0 0-7 15,0 0-15-15,0 0-4 0,0 0 13 0,0 0 6 16,0 0 12-16,0 0 11 0,0 0-16 0,0 0-11 16,0 0 0-16,0 0 1 0,0 0-5 0,0 0 7 15,0 0-3-15,0 0 1 0,0 0 9 0,0 0-6 16,0 0-2-16,0 0-3 0,0 0 3 0,0 0-2 16,9 0 10-16,-9 0 4 0,0 0-11 0,9 0 6 15,-9 0-4-15,0 0-7 0,0 0 6 0,0 0-23 16,0 0-32-16,0 0-86 0,0 0-129 15,0-13-106-15,0 2-106 0,0-2-103 0,0-1-164 16,-14 1 129-16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6:50.24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-349 1307 2088 0,'-14'-7'23'0,"1"3"29"15,-2-2 38-15,2 3 48 0,0-4 10 0,-2 5 9 16,-2-2-9-16,3 2-24 0,-1-2-15 0,0 2-17 15,-2 2-16-15,3 0-9 0,-2 0 3 0,-1 0-10 16,3 0 1-16,1 12-15 0,-1-3-18 16,0 0-9-16,2 2-10 0,2-1-7 0,-1 1-2 15,2 2 0-15,1 0 1 0,2 3 5 0,-1 1-12 16,1 2 6-16,2 0-7 0,4 3 7 0,0-1 14 16,0 1-11-16,0 0-6 0,0 0-1 0,0-1-6 15,13-4 6-15,-3-1 13 0,-1-3-2 0,4-5 8 16,0 1-3-16,2-6 14 0,2-3 10 0,3 0 10 15,3 0 5-15,1 0-15 0,2 0-1 0,1-16 9 16,-1 0 12-16,1-1 2 0,-2-2-14 0,-1-3-5 16,-1 3-11-16,-5-1 7 0,-1 1 39 0,-2 0 5 15,-3 2 22-15,-3 0-12 0,-3 3-26 0,-6-2-18 16,0 2-33-16,0 1-1 0,0 2-24 16,-17 0-2-16,2-2-22 0,-3 4-31 0,-3-2-33 0,-2 5-40 15,-4 2-11-15,-1 2-51 0,-1 2-81 16,-3 0-120-16,1 0-135 0,-1 0-309 0,3 0 85 15,0 11 157-15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6:51.25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-2829 1649 1781 0,'-4'0'8'0,"-4"0"17"0,2-7 15 16,-2 7 16-16,2 0 23 0,-3 0 7 16,-2-6 1-16,1 6 5 0,-1 0-27 0,1 0-9 15,-1 0-13-15,0 0-10 0,1 0 0 0,-1 0-3 16,0 0 9-16,-1 0 9 0,0 11 3 0,-2-1 0 16,-1 2 5-16,-1 2 14 0,0-2 20 0,0 4 2 15,0 1 1-15,-2 2-25 0,0 1-12 0,-3 1 4 16,1 3 2-16,0 3 2 0,-1-2-23 0,-2 1 2 15,2 0-18-15,1 0 0 0,2 1 19 0,4-2 2 16,1 4-2-16,2-2 6 0,2-1-11 0,3 4-12 16,6-2-2-16,0 1-14 0,0-3 3 0,0 0-9 15,10-1 21-15,1-3-4 0,3-3-3 16,1-2-1-16,2 1-16 0,4-6 3 0,2 1 4 16,1-3-1-16,3-4-3 0,2 1-7 0,3-3-8 15,5-2 3-15,-1-2 4 0,2 0 6 0,3 0 5 16,3 0-2-16,-5-13 2 0,2 13-12 0,-3-13 2 15,-3-3 2-15,-3 6 0 0,-1-5 17 0,-4 0-7 16,-1-2 9-16,-5-1 10 0,0-3 10 0,-2-1 13 16,-3-1 8-16,-2-3 7 0,0-3-10 0,-7-1 3 15,-1-2 9-15,-1 1-16 0,-5-3 11 0,0 1-11 16,0 2-29-16,-14-4-1 0,0 2-22 16,-2 1 6-16,-1-1-11 0,-3 5-9 0,-1 0 9 15,0 2-34-15,-2 2-23 0,2 5-11 0,-2 1-47 16,2 6-21-16,-1 5-31 0,1 0-90 0,0 7-109 15,1 0-94-15,-1 0-90 0,1 0-268 0,2 0 153 16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8:15.148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55 839 2484 0,'0'-19'27'0,"0"3"25"0,0 5 17 0,-12 3 15 15,0 8-15-15,-1 0-24 0,3 0-8 0,1 0-25 16,9 0-12-16,0 0 3 0,0 0 5 0,0 13 23 15,0 0 8-15,0 4 2 0,0 3-10 0,0 5-14 16,13 4-7-16,4 4-8 0,1 5-1 0,5-1-7 16,3 1 0-16,1-1 0 0,5-2 4 0,1-3 9 15,4-6 53-15,1-6 32 0,1-10 39 0,2-10 12 16,2 0-52-16,-1-18-14 0,1-11-30 16,1-11-18-16,-1-7-6 0,1-8-10 0,-2-9-19 15,2-5 0-15,-1-4 6 0,-1-2-6 0,1-2-1 16,-1 3 20-16,2-2-64 0,-1 5-53 0,2 4-32 15,1 4-71-15,-2 6-2 0,3 4-26 0,5 6-41 16,1 5-41-16,5 3-147 0,1 3-130 0,5 0 75 16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30.57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-1622 938 1386 0,'0'-5'14'0,"0"-1"18"15,0 0 5-15,11 0 21 0,-11-5-4 0,9 3-1 16,-9-2 0-16,0 0-7 0,0 1 0 0,0-4 3 16,0 2-2-16,0 1 3 0,0-1 2 0,0 2-1 15,0 0 3-15,0 1-3 0,0 1-2 0,0 0-1 16,0 2 8-16,0 0 0 0,0 1 0 0,-11-3-12 15,2-2-9-15,-1 3-11 0,-1-5-1 0,-3 5-3 16,1-1-4-16,-4 1 6 0,-3 1-1 0,-1 0 5 16,-2 2 15-16,0 3 2 0,-1 0-1 0,1 0 3 15,-1 0-2-15,-2 0-6 0,2 13-5 16,1-1-4-16,0 0 0 0,0 2 0 0,1 0 2 16,2-1 5-16,-1 0-13 0,4 1-3 0,2 0-10 15,3 1-8-15,1 4 1 0,2 1-2 0,1 3 17 16,2 1-2-16,3 4-5 0,0 1 4 0,2 0-8 15,1 1 13-15,0 1 18 0,0-3-5 0,13-1 0 16,-2 1-14-16,3-3-17 0,1 1 6 0,1-2-4 16,3-2 4-16,0-3-1 0,3-2-5 0,-3-1-1 15,3-2-1-15,-1-2 4 0,0-2-1 0,-1-3 8 16,-2-1-6-16,0-2 3 0,1-4 1 0,-4 0 3 16,3 0-1-16,-1-12-2 0,1-1 14 15,2-5 5-15,1-3 16 0,-1-3 16 0,1-5 3 16,-1-5-10-16,-1 2-1 0,-2-5-9 0,0-4-17 15,-5 1 3-15,-3-5-16 0,-1 4-4 0,-8 0-5 16,0 1-5-16,0 1 13 0,-17 0-4 0,-1 6-9 16,-2 5-4-16,-3 4-27 0,-4 6-25 0,-2 5-13 15,-4 4-46-15,-2 9-38 0,-2 0-40 0,-4 19-33 16,-1 1-12-16,-1 5-25 0,-1 4-29 0,2 5-83 16,-1 5-218-16,2-2 80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29.382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680 1508 3204 0,'-10'-10'48'0,"1"10"46"0,0-7 34 0,0 7 30 16,1 0-28-16,2 0-34 0,1 0-33 0,1 0-32 15,1 0-21-15,3 0-19 0,0 0 0 0,0 0-10 16,0 0-3-16,0 0 11 0,0 10 5 0,12 0 11 15,0 1-2-15,3-2-5 0,0 3 3 0,5 1 3 16,1 0-2-16,4 2 6 0,1-2 2 0,-1-2 3 16,3 2 4-16,-1-4-8 0,-4-5-1 0,0 0 7 15,-4-4 10-15,1 0 17 0,0 0-1 16,-4 0-7-16,1-17-10 0,3-2-13 0,0-1-7 16,-1-6-4-16,1-2 2 0,0-4 1 0,0-1-7 15,-2-1 11-15,-3-3-13 0,-1 1-12 0,-4 1-33 16,-2 2-52-16,0 5-62 0,-7 0-100 0,1 8-100 15,-2 3-87-15,0 5-133 0,0 3-171 0,-14 9 133 16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5:02:27.287"/>
    </inkml:context>
    <inkml:brush xml:id="br0">
      <inkml:brushProperty name="width" value="0.05833" units="cm"/>
      <inkml:brushProperty name="height" value="0.05833" units="cm"/>
      <inkml:brushProperty name="color" value="#177D36"/>
      <inkml:brushProperty name="fitToCurve" value="1"/>
    </inkml:brush>
  </inkml:definitions>
  <inkml:trace contextRef="#ctx0" brushRef="#br0">0 177 1754 0,'13'-14'18'0,"-2"-2"10"0,-5 4-3 16,0-4 2-16,-3 5-12 0,-1 1-5 0,4 0 14 16,0 0 7-16,1 3 15 0,7-1-1 0,1-1-14 15,8 1-1-15,4-1-16 0,8 1 0 0,3-1 6 16,8 1-12-16,4 2-2 0,6 2-3 0,2 4-5 16,2 0 2-16,0 0-1 0,-4 21-5 0,-3-1 1 15,-3 7 16-15,-6 1 29 0,-7 9 17 0,-7 3 12 16,-9 6 14-16,-5 8-16 0,-16 6 3 15,0 7 1-15,0 9-23 0,-23 9-5 0,-6 3-5 0,-3 5 6 16,-9 6 21-16,-2 2-8 0,-4 1 18 16,0 0 4-16,-1-5-5 0,-1-3 5 0,0-2-22 15,4-6-20-15,-1-4 1 0,4-4 12 0,2-2-11 16,4-4 7-16,2-3-9 0,7 1-16 0,1-5 21 16,7 3-8-16,3-7-8 0,4-1-7 0,6-4-18 15,6-2 2-15,0-4 1 0,0-4 12 0,14-3-12 16,0-3 6-16,2-3-6 0,2-2-1 0,2-5 3 15,0 2 3-15,-2-4-1 0,5-2 1 16,0-2 3-16,0-5-14 0,-1 1 4 0,-2-3 5 0,1-1 1 16,-1-4-4-16,-2 1 3 0,-3-3-6 15,-2-2-8-15,-1-2 9 0,-2 2-5 0,-4-2 1 16,2 0 9-16,-5 0-4 0,3-4-3 0,-4 3-1 16,-1-1 9-16,1-2 2 0,-2 0 6 0,0 0-1 15,0 0-12-15,0 3 6 0,0-3-2 0,0 2-9 16,-14-1 5-16,6-1-5 0,-1-1 0 0,9 2 14 15,-9-3-7-15,-1 3-19 0,10-3-27 0,-6 0-71 16,2 0-79-16,4 0-84 0,-3 0-99 0,-1-14-73 16,4 2-244-16,0 3 20 0,0-7 126 0</inkml:trace>
  <inkml:trace contextRef="#ctx0" brushRef="#br0" timeOffset="346.03">323 2625 2634 0,'-26'0'35'0,"0"10"43"0,1-10 44 16,-6 9 53-16,1-3 17 0,-2-2-12 0,2 3-18 15,-2 0-28-15,4-2-40 0,1 4-16 0,1-2-20 16,6 1-26-16,1 1-15 0,7-3-11 0,1 1-3 16,6 1 0-16,5 1-5 0,0 2 4 0,11 2 7 15,6-1-2-15,-1 1 0 0,10 2 0 0,0 1-4 16,4-3 1-16,1 2 2 0,4-2-2 15,-2 0-4-15,1-2 2 0,-1-2 1 0,-1 2-1 0,-2-4-3 16,-1-2 13-16,-5-2 13 0,2 1 13 16,-5-4 24-16,-1 0 26 0,-3 0 1 0,-5 0 6 15,3 0-24-15,-7-15-23 0,2 4-6 0,0-2-25 16,-3-4-1-16,-1-2-9 0,3 0-3 0,-4-4-3 16,1 3-2-16,-3-3-10 0,2-2-28 0,-2 2-32 15,0 0-32-15,0-1-31 0,0 3-9 0,-3 1-10 16,6 3-44-16,-2 1-88 0,1 4-82 0,-1 1-43 15,3 5-21-15,-1 3-46 0,-2 3-147 0,-1 0 94 16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44.04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4505 1717 2082 0,'-11'22'28'15,"0"-2"34"-15,2-7 50 0,3 0 60 0,-1-3 34 16,4-4 21-16,-1 0-7 0,1-6-54 0,3 0-51 15,0 0-33-15,0 0-34 0,13-20 8 0,2-4 6 16,6-4-17-16,5-9-26 0,4-3 0 0,7-6-17 16,4-7-7-16,4-4 37 0,2 0-14 15,3-3-6-15,1 0 3 0,-1-1-13 0,0 0 7 0,0 1-6 16,0-1 2-16,0 4-13 0,-1 2 2 16,-2 1 7-16,-5 2-8 0,-1 7 9 0,-3 2-3 15,-3 8 0-15,-7 3 5 0,-6 6-1 0,-5 4-11 16,-3 9 12-16,-5 0 3 0,-2 6-7 0,-5 3 9 15,-2 4-15-15,0 0 2 0,0 0 4 0,0 0-27 16,0 0-26-16,0 0-43 0,0 0-52 0,-11 13-38 16,4-2-56-16,-4-1-58 0,0 3-74 0,-1 2-256 15,-3 1-23-15,-3-1 96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04.51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424 838 1186 0,'0'0'0'0,"0"9"14"15,0-9 17-15,0 6 21 0,0-6 9 0,0 0-3 16,0 0-3-16,0 0-8 0,0 0-1 0,0 0-8 16,0 0-16-16,0 0-9 0,0 0 4 0,0 0 5 15,0 0-2-15,0 0 6 0,0 0-15 0,0 0 6 16,0 0 3-16,0 0 11 0,0 0 10 0,0 0-5 15,0 0 8-15,0 0-10 0,0 0 5 0,0 0 4 16,0 0 6-16,0 0 1 0,0 0-6 0,0 0-5 16,0 0-13-16,0 0-10 0,0 0 7 0,0 0-1 15,0 0 0-15,0 0 1 0,0 0-10 0,0 0-8 16,0 0-2-16,0 0-4 0,0 0 1 16,0 11 2-16,0-11-2 0,0 0 3 0,0 0-3 15,0 0 5-15,0 0 8 0,0 0 6 0,0 0 18 16,0 0-1-16,0 0 0 0,0 0-4 0,0 0-6 15,0 0-1-15,0 0-3 0,0 0 7 0,0 0-11 16,0 0 2-16,0 0-2 0,0 0-5 0,0 0-9 16,0 0-9-16,0 0 11 0,0 0-9 0,0 0 11 15,0 0 11-15,0 0-16 0,0 0 10 16,0 0 3-16,0 0 3 0,0 0 8 0,0 0-5 0,0 0 1 16,0 0-4-16,0 0 2 0,0 0 9 15,0 0-19-15,0 0 8 0,0 0-7 0,0 0-6 16,0 0 9-16,0 0-12 0,0 0 6 0,0 0-3 15,0 0 0-15,0 0-4 0,0 0-2 0,0 0-2 16,0 0 12-16,0 0-3 0,0 0 8 0,0 0-4 16,0 0-4-16,0 0 11 0,0 0-4 0,0 0 9 15,0 0-5-15,0 0-9 0,0 0 1 0,0 0-6 16,0 0 8-16,0 0 7 0,0 0-7 0,0 0-6 16,0 0-6-16,0 0-1 0,0 0-1 0,0 0 9 15,0 0-8-15,0 0 2 0,0 0 1 0,0 0-8 16,0 0 11-16,0 0-8 0,0 0 9 0,0 0 1 15,0 0 3-15,0 0 9 0,0 0-1 16,0 0 3-16,0 0-5 0,-9 0-6 0,9 0-6 16,0 0 4-16,0 0 1 0,0 0 1 0,0 0-6 15,0 0 0-15,0 0-3 0,0 0 2 0,0 0 9 16,0 0-7-16,0 0 1 0,0 0-4 0,0 0-2 16,0 0 4-16,0 0-2 0,0 0-2 0,0 12 1 15,0-12-8-15,0 0 11 0,0 0 1 0,0 0-7 16,0 0 3-16,0 0-42 0,0 0-67 0,0 0-89 15,0 0-64-15,0 0-45 0,0 0-62 0,0 0-257 16,0 0 38-16,10 0 81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7:41.062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392 971 1974 0,'0'0'25'15,"0"0"19"-15,0 0 34 0,0 0 19 0,0 0 3 16,0 0 13-16,0 0-14 0,0 0-3 0,0 0-15 16,0 0-24-16,0 0-18 0,0 0-22 0,-8 0-4 15,8 0-7-15,-6 0 3 0,6 0 4 0,-6 6-7 16,3-6-3-16,2 6 9 0,-3-1 5 0,1-1 9 15,3-4 13-15,-1 5 8 0,-1-1 6 16,1-2 5-16,1 2 2 0,0 0-1 0,-5-1-9 16,5 2 16-16,0 0-11 0,-3 0-6 0,2-3 12 15,-2 3-26-15,1-1 9 0,-1-2-12 0,2 3-9 16,-2-4-5-16,0 2-13 0,0-3 4 0,3 2-7 16,0 1 19-16,0-3-3 0,0 0 7 0,0 0 7 15,0 0-17-15,0 0 17 0,0 0-10 0,0 0 3 16,0 0-2-16,0 0-17 0,0 0 8 0,0 0-4 15,0 0 15-15,0 0-7 0,0 0-3 0,0 0 0 16,0 0 3-16,0 0 5 0,0 0-4 0,0 0-14 16,0 0-7-16,0 0 2 0,0 0 7 0,0 0 9 15,0 0-14-15,0 0 2 0,0 0-24 0,0 0 2 16,0 0 18-16,0 0 0 0,0 0 14 0,0 0 0 16,0 0-19-16,0 0 11 0,0 0-13 15,0 0 12-15,0 0-8 0,0 0-7 0,0 0 21 16,0 0-16-16,0 0 9 0,0 0-14 0,0 0 7 15,0 0 1-15,0 0-3 0,0 0 20 0,0 0-25 16,0 0 13-16,0 0 1 0,0-14-28 0,0 14-26 16,0-12-61-16,0 2-59 0,10 2-63 0,2-3-59 15,2 2-35-15,-2 0-17 0,-1-1-13 0,1 2-74 16,-4-3-156-16,2 2 86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8:09.142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515 186 1605 0,'-3'-6'18'0,"0"-3"16"0,-2 1 15 0,2 0 11 16,-1-2-10-16,2-1 2 0,-2-2-11 0,-3 4-6 15,4-1 4-15,0 1-14 0,0 1 0 0,0 1 0 16,-1-1-10-16,1 3 7 0,0 1-7 0,0-1-3 16,-2 1 0-16,2 0-13 0,0 0 8 0,0 2-1 15,0-1 0-15,1 1-1 0,-1 2-5 0,2 0 3 16,1 0-6-16,-2 0 5 0,1 0 1 0,-1 0-5 15,-1 0 5-15,0 0-1 0,0 0-5 0,-1 0-2 16,-2 0-2-16,-1 11 6 0,0-2 1 0,-2-1 2 16,1 1-4-16,-4-1 4 0,3 2-5 0,-3-1 2 15,3-1 11-15,0 0-18 0,1 1 11 16,2-2 0-16,-2 1-8 0,2 0 1 0,0-1 4 0,3 2-3 16,-4 0-1-16,0-1 8 0,-2-1-8 15,3 2 1-15,-4-2 2 0,2 3 1 0,-1 0-3 16,-2 1 1-16,-1-3-1 0,6 4 2 0,-5-2 4 15,5 3 0-15,-4-2 0 0,4 0-5 0,0 1 2 16,-2 0-3-16,2 1 6 0,-2 4-3 0,2-3-3 16,-3 2 6-16,-2 2 1 0,4-1 4 0,-2-2 3 15,-2 1 0-15,2 0-5 0,0 2 5 0,-2-6 2 16,5 4-1-16,-4-3 1 0,4-2-3 16,2 1-6-16,-3-2 4 0,4 0-2 0,0-1-1 15,-2-1 2-15,2 2-3 0,2-2 10 0,-1 1 2 16,-1 1 9-16,3-2-5 0,-3-1-7 0,3 2 5 15,-3 1-11-15,3-1 4 0,-1 2-7 0,-1 0-2 16,2-3-1-16,-1 1-1 0,-1 3 3 0,2-1 1 16,0 0 10-16,0 3-4 0,0 3 3 0,0-3-5 15,0 4-6-15,0-1 0 0,0 2 4 0,0 1-4 16,9-2-2-16,-9-1 4 0,9 0-1 0,-1-1-5 16,-2 0 3-16,3-4 0 0,-1-1-5 0,-1 1 4 15,-1-6-1-15,3 3 1 0,0 0 3 0,-4 0 1 16,6-3 3-16,-5 1 27 0,4 0-2 0,-1 1 9 15,-1-2-4-15,1 3-26 0,0-5-2 16,-1 4-10-16,1-1 3 0,0 0 1 0,-1-1-5 16,2 3-1-16,-1-4 4 0,1 2-7 0,0 0 10 15,-1 0 4-15,-1-1-11 0,4-2 7 0,-4 1-3 16,1-1-4-16,-2 3 9 0,1-4-3 0,-2 0-9 16,0-1 3-16,0 3-4 0,-1-1 4 0,-1-1 6 15,1-2 0-15,-2 3 1 0,1 0-9 0,3-2 2 16,-4 2 9-16,3-3-13 0,1 2 7 0,-1-2 11 15,2 4-13-15,-4-4 7 0,3-1 0 0,0 2-7 16,-1-2 1-16,-1 1 1 0,1 2 9 16,-2-3-8-16,2 0 6 0,1 0 2 15,-1 0-3 1,0 0 0-16,-2 0 2 0,4 0-17 0,-1 0-6 0,1 0 12 0,3-12-3 0,-5 12 17 0,4-9 4 16,-1 9-15-16,2-11 2 0,-2 11-2 0,0-7-6 15,-1 7 5-15,1-9 1 0,-3 2 5 0,-1 1 6 16,2-1 27-16,1 3 4 0,-4-4 3 0,6-3 4 15,-4 0-19-15,1-1 9 0,2 0-18 0,-1-3-7 16,3 2-3-16,-2-2-20 0,3-3 16 0,0 2-2 16,0 0-2-16,-1 2-1 0,1-5-3 15,-2 3-7-15,1-1 0 0,0 4 4 0,-1-6 2 0,-2 5 7 16,1-3 17-16,-1 2 17 0,-2-2-2 16,1-3 8-16,1 1-6 0,-4 0-14 0,3-2 11 15,-3 0-11-15,1 1 1 0,-4 1-3 0,2 1-12 16,2 0 8-16,-5 0-11 0,1 1 1 0,-1-1-6 15,0 1 7-15,0-2 20 0,0-3 19 0,0-2 10 16,0 1-16-16,-13-6-21 0,0-3-14 0,4-1-10 16,-1-1 12-16,-2-2 10 0,-1-1 11 0,1 2 3 15,-1 1-13-15,0 1-5 0,0 2-16 0,-1 4 9 16,0 1-6-16,2 4 0 0,0 3 6 0,2 4-11 16,-4 1 9-16,2 2-3 0,-2 5-3 0,-3 1-7 15,1 6-3-15,-6 0 1 0,0 0-6 0,-3 13 14 16,-2-1-7-16,0 8-38 0,-2 5-36 15,-3 3-99-15,0 1-87 0,0 4-59 0,-1 2-120 0,5-1-286 16,1-1 81-16,0-1 99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6:56.372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30 273 1900 0,'0'-6'24'0,"0"-1"31"0,0 1 33 15,0 1 36-15,0 0 4 0,0 0 4 0,0 2 4 16,-8-2-7-16,8 1-3 0,-9 3-15 0,9-2-18 16,-9 2-21-16,9-1-32 0,-4 2-12 0,4 0-31 15,0 0-9-15,0 0 7 0,0 0-8 0,0 0 7 16,0 11 10-16,0-11-4 0,0 13 4 16,0-1 4-16,10 0-16 0,-1 2 3 0,2 0 0 15,1 3 3-15,-4-3 10 0,4 1-1 0,-2 0-7 16,1 0 1-16,1-3 1 0,-1 0 6 0,0-2 28 15,1-2 5-15,-2 0 10 0,2-2 14 0,2-2-11 16,-3-1 3-16,-1 1 11 0,3-4-1 0,-3 0 3 16,2 0-2-16,-1 0-19 0,3 0-16 0,2-15-13 15,0-2-9-15,0-1-13 0,7-4-3 0,-3-4 8 16,4-2 0-16,2-4 0 0,-3-1 0 0,4-3-9 16,-3 3 3-16,-2-1 10 0,-3 2-6 0,-2 4-18 15,-5 4-27-15,-1 4-50 0,-4 5-51 0,-2 3-73 16,-5 3-104-16,0 4-90 0,0 5-166 15,0 0-150-15,0 0 128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5:02:32.393"/>
    </inkml:context>
    <inkml:brush xml:id="br0">
      <inkml:brushProperty name="width" value="0.05833" units="cm"/>
      <inkml:brushProperty name="height" value="0.05833" units="cm"/>
      <inkml:brushProperty name="color" value="#177D36"/>
      <inkml:brushProperty name="fitToCurve" value="1"/>
    </inkml:brush>
    <inkml:brush xml:id="br1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102 1 2516 0,'6'11'-6'15,"0"-3"-5"-15,-5-5 5 0,2 2-5 0,0-2 6 16,0-2 23-16,0 1 24 0,-1 2 53 0,1-2 50 16,0 2 37-16,0 0 18 0,-3-3-47 0,0 1-16 15,0 3-20-15,0-5-29 16,0 0 4-16,0 3-27 0,0-2-38 0,0-1-12 0,0 0-13 0,0 0 7 16,0 0-3-16,0 0-11 0,0 0 7 0,0 0-3 15,0 0-2-15,0 0 2 0,0 0 4 0,0 0-4 16,0 0 5-16,0 0 2 0,-11 0-9 15,11 0-4-15,0 0 6 0,0 0 1 0,0 0 4 16,0 0-6-16,0 0 2 0,0 0-4 0,0 0-3 16,0 0 11-16,0 0-2 0,0 0-3 0,0 0 10 15,0 0 1-15,0 0-3 0,0 0 3 0,0 0 2 16,0 0-3-16,0 0 1 0,0 0 20 0,0 0-6 16,0 0 1-16,0 0 1 0,0 0-3 0,0 0 0 15,0 0-2-15,0 0-4 0,0 0 0 16,0 0-13-16,0 0-4 0,0 0 7 0,-12 0-11 0,12 0 5 15,0-6 7-15,0 6-7 0,-7-6 3 16,7 0 0-16,-8 2-14 0,8-1 3 0,-9 1 9 16,4 2 6-16,1-3 1 0,-1 3-11 0,1 1-5 15,-1-4 1-15,1 1 1 0,-1 3 6 0,0-3 3 16,2 4-12-16,2-2 11 0,-2 0 0 0,0 1-14 16,1 1 8-16,1 0 5 0,1 0-2 0,0 0-4 15,0 0 5-15,0 0 0 0,0 0 1 0,0 0-1 16,0 0-1-16,0 0-6 0,0 0 4 0,0 0 8 15,0 0 1-15,0 0-5 0,0 0 0 0,0 0-5 16,0 0-7-16,0 0 8 0,0 0-6 0,0 0 17 16,0 0 2-16,0 0-14 0,0 0 5 0,0 0-4 15,0 0-2-15,0 0 4 0,0 0 4 16,0 0 0-16,0 0-2 0,0 0-3 0,0 0 2 16,0 0-4-16,0 0 4 0,0 0 4 0,0 0 0 15,0 0-7-15,0 0 6 0,0 0-12 0,0 0-2 16,0 0 12-16,0 0-7 0,0 0 16 0,0 0-17 15,0 0 1-15,0 0 6 0,0 0-10 0,0 0 12 16,0 0-4-16,0 0-5 0,0 0 10 0,0 0-7 16,0 0 6-16,0 0 2 0,0 0-6 0,0 0 6 15,0 0-12-15,0 0 3 0,0 0-1 0,0 0-2 16,0 0 7-16,0 0-6 0,0 0 0 0,0 0 16 16,0 0-10-16,0 0 8 0,0 0 3 0,0 0-18 15,0 0 10-15,0 0-1 0,0 0-4 16,0 0 3-16,0 0-7 0,0 0 3 0,0 0 3 15,0 0 0-15,0 0 5 0,0 0-9 0,0 0 2 16,0 0 4-16,0 0 6 0,0 0-1 0,0 0-2 16,0 0-13-16,0 0 6 0,0 0 4 0,0 0-1 15,0 0 4-15,0 0-9 0,0 0 0 0,0 0 8 16,0 0-3-16,0 0 2 0,0 0-5 0,0 0-9 16,0 0 15-16,0 0-4 0,0 0 3 0,0 0-6 15,0 0-6-15,0 0 9 0,0 0-4 0,0 0 11 16,0 0-1-16,0 0-4 0,0 0 7 15,0 0-7-15,0 0 8 0,0 0-5 0,0 0-9 16,0 0-1-16,0 0 4 0,0 0-11 0,0 0 12 16,0 0 6-16,0 0-15 15,0 0 12-15,0 0 3 0,0 0-9 0,0 0 0 0,0 0 8 0,0 0-16 16,0 0 14-16,0 0-4 0,0 0-10 0,0 0 15 16,0 0-12-16,0 0 17 0,0 0 3 0,0 0-11 15,0 0-1-15,0 0-4 0,0 0 8 0,0 0-13 16,0 0 6-16,0 0-2 0,0 0-5 0,0 0 8 15,0 0 11-15,0 0 1 0,0 0-12 0,0 0 7 16,0 0-10-16,0 0 0 0,0 0 6 0,0 0 4 16,0 0 2-16,0 0-3 0,0 0 2 0,0 0-11 15,0 0 7-15,0 0-13 0,0 0 4 16,0 0 9-16,0 0-10 0,0 0 18 0,0 0-14 16,0 0 8-16,0 0 1 0,0 0-10 0,0 0 15 15,0 0-6-15,0 0-1 0,0 0-6 0,0 0-12 16,0 0 15-16,0 0 2 0,0 0 10 0,0 0 0 15,0 0-11-15,0 0-15 0,0 0 13 0,0 0-1 16,0 0 3-16,0 0 7 0,0 0-7 0,0 0 0 16,0 0-5-16,0 0 7 0,0 0-4 0,0 0 0 15,0 0-1-15,0 0 4 0,0 0-6 0,0 0 5 16,0 0-4-16,0 0 3 0,0 0-1 0,0 0 0 16,0 0 2-16,0 0-2 0,0 0-9 0,0 0-15 15,0 0-4-15,0 0-35 0,0 0 3 16,0 0-31-16,0 0-18 0,0 0-30 0,0 0-41 15,0 0-27-15,0 0-88 0,0 0-37 0,-12 0-59 16,12 0-222-16,-16 0 20 0,3 0 96 0</inkml:trace>
  <inkml:trace contextRef="#ctx0" brushRef="#br1" timeOffset="-67715.44">-433-12 1868 0,'0'0'13'0,"0"0"11"0,0 0 17 0,0 0 26 15,0 0 7-15,0 0 5 0,0 0 3 0,0 0-17 16,0 0-2-16,0 0-3 0,0 0 2 0,0 0 5 16,0 0-2-16,-9 0 4 0,9 8-6 0,-5-8 3 15,5 0 5-15,-6 0-2 0,6 0-3 16,0 3-7-16,-3-3-11 0,2 0-7 0,1 5 5 16,0-5-5-16,0 3 1 0,-3-3-2 0,3 0-12 15,0 0 0-15,0 0-4 0,0 0 1 0,0 0 12 16,0 0-10-16,0 0 6 0,-2 0-2 0,1 0-10 15,-1 0 10-15,1 0-10 0,1 0-4 16,-4 0-4-16,4 0-5 0,-1 0 12 0,-1 0-11 16,1 0 10-16,1 0-4 0,-2 0-10 0,1 0 8 0,-1 0-6 15,1 0-10-15,1 0 14 0,-3 0 1 16,3 0-20-16,-2 0 22 0,2 0-21 0,0 0-3 16,0 0 15-16,0 0-3 0,0 0-1 0,0 0 3 15,0 0-9-15,0 0-3 0,0 0 4 0,0 0 0 16,0 0 4-16,0 0 1 0,0 0 8 0,-1 0 0 15,-1 0 4-15,2 0-4 0,0 0 13 0,0 0-2 16,-1 0 13-16,1 0 1 0,0 0-12 0,0 0-14 16,0 0 4-16,-2 0-3 0,2 0-7 0,0 0 8 15,-1 0-14-15,1 0 5 0,-2 0 8 0,2 0 2 16,0 0-15-16,0 0 2 0,0 0-7 0,0 0 8 16,0 0 10-16,0 0-6 0,0 0 1 15,0 0-1-15,0 0 8 16,0 0-11-16,0 0 3 0,0 0 1 0,0 0-7 0,0 0 11 0,0 0-2 15,0 0-8-15,0 0 2 0,0 0 0 0,0 0 3 0,0 0-5 16,0 0-4-16,0 0 5 0,0 0 5 16,0 0 7-16,0 0-11 0,0 0 0 0,0 0 1 15,0 0-5-15,0 0 5 0,0 0-6 0,0 0-3 16,-10 0 9-16,10 0 8 0,-8 0-2 0,8 0-9 16,0 0 2-16,-8 0-4 0,8 0 5 0,-6 0-2 15,2 0 0-15,4 0 9 0,0 0-8 0,-3 0 9 16,1 0-5-16,-1 0-17 0,3 0 15 0,-1 0-7 15,-1 0 6-15,2 0 3 0,0 0 1 0,-3 0-1 16,3 0-2-16,-1 0 5 0,-1 0-8 16,1 0 3-16,-1 0 1 0,-1 0-2 0,1 0 5 0,2 0-1 15,-3 0-5-15,3 0 1 0,0 0-4 16,-1 0 5-16,1 0-6 0,0 0 8 0,0 0-11 16,0 0 6-16,0 0 6 0,0 0-3 0,0 0-2 15,0 0 5-15,0 0 7 0,0 0-10 0,0 0 8 16,0 0-11-16,0 0-11 0,0 0 4 0,0 0 9 15,0 0 3-15,0 0-7 0,0 0 0 16,0 0-2-16,0 0-10 16,0 0 23-16,0 0-5 0,0 0-36 0,0 0-30 0,0 0-54 0,0 0-84 0,0 0-69 15,0 0-84-15,0 0-82 0,0 0-185 16,0 0-99-16,0 0 119 0</inkml:trace>
  <inkml:trace contextRef="#ctx0" brushRef="#br0" timeOffset="-1428.28">-1748-5 1728 0,'0'0'3'0,"0"-11"12"0,0 11 2 0,0 0 7 15,0-9 13-15,0 9-3 0,0 0 10 0,0 0 3 16,0-6-6-16,0 6 4 0,0 0-5 16,0-5-6-16,0 5 0 0,0-2-4 0,0-2-2 15,0 2 0-15,-8 0 1 0,8 2-6 0,0 0 1 16,0-4 2-16,0 4-2 0,0 0 0 0,0 0 5 16,0 0-4-16,0 0-8 0,0 0 0 0,0 0-3 15,0 0 4-15,0 0-4 0,0 0-4 0,0 0-5 16,0 0-1-16,0 0-3 0,-9 0-2 0,9 0 1 15,0 0-5-15,0 0 6 0,0 0 1 0,0 0-7 16,0 0-1-16,0 0 2 0,0 0 0 0,0 0 1 16,0 0 1-16,0 0 0 0,0 0 1 15,0 0 1-15,0 0-3 0,0 0 5 0,0 0-6 0,0 0 6 16,0 0 1-16,0 0-5 0,0 0 5 16,0 0-5-16,0 0 6 0,0 0-3 0,0 0-1 15,0 0 1-15,0 0-5 0,3 0-1 0,-3 0 5 16,6 0 2-16,-1 0-5 0,-1 0 8 0,-2 0-3 15,1 0-3-15,0 4 4 0,-2-2-5 0,1-1 0 16,-1-1-3-16,1 1 7 0,-2 1-4 0,1-2 5 16,-1 0-2-16,0 0-3 0,0 0 6 0,0 0-5 15,0 0 7-15,0 0-3 0,0 0-8 0,0 0 12 16,0 0 7-16,0 0 13 0,0 0 12 16,0 0-3-16,0 0-3 0,0 0-1 0,0 0 0 15,0 0 1-15,0 0-5 0,0 0-7 0,0 0 1 16,0 0-12-16,0 0-3 0,0 0 5 0,0 0-7 15,-7 0 16-15,7 0 1 0,0 0-1 0,0 0-3 16,0 0-3-16,0 0-1 0,-6 0-6 0,6 0 0 16,0 0-8-16,0 0 0 0,0 0 2 0,0 0-7 15,0 0 3-15,0 0-1 0,0 0-7 0,0 0 7 16,0 0-23-16,0 0-45 0,0 0-49 0,13 0-61 16,3 0-49-16,0 0-55 0,6 0-200 0,0 0-74 15,4-13 69-15</inkml:trace>
  <inkml:trace contextRef="#ctx0" brushRef="#br1" timeOffset="-30312.85">-492-166 1521 0,'0'-6'28'0,"0"1"19"0,0-1 6 16,0 0 8-16,0 0-10 0,0 2-8 0,0-2 13 15,0 1 21-15,0 0 7 0,-11 3 10 0,11 2 13 16,0-5 0-16,0 3-1 0,0 2 8 0,-6 0-4 15,6 0-14-15,0 0-4 0,0 0-10 0,-8 0-16 16,8 0-3-16,0 0-12 0,0 0-9 0,0 0-13 16,-3 0-18-16,3 0-7 0,0 0-6 0,0 0-7 15,0 0-1-15,0 0-1 0,0 0 5 0,0 0 4 16,0 0 6-16,0 0-1 0,0 0-10 0,0 0 6 16,0 0 10-16,9 0-3 0,-1 0 14 15,0 0 2-15,-1 0-2 0,5 0 3 0,-1 0-2 16,3-11-5-16,2 1-9 0,3-7 7 0,0-3-9 15,4-4 5-15,0-1 0 0,0-3-10 0,1-2 5 16,-1-1-9-16,0-2 7 0,-4 4 1 0,0 0-1 16,-3 3 4-16,-2 0-3 0,-3 7 7 0,-4 4-12 15,-1 1-27-15,-1 6-50 0,-2 4-55 0,-3-1-53 16,0 5-38-16,0 0-9 0,0 0-10 0,0 0-16 16,0 13-85-16,-14-2-145 0,0 2 17 0,4 3 78 15</inkml:trace>
  <inkml:trace contextRef="#ctx0" brushRef="#br1" timeOffset="-30040.64">-394-312 1848 0,'-4'3'32'0,"1"0"27"0,-2 2 20 0,4-1 30 16,-2-2-8-16,1 1 15 0,1-3 19 0,-1 2-4 15,1-2-5-15,1 0-36 0,0 0-34 0,0 0-21 16,0 0-16-16,0-13-5 0,15-2-6 0,2-2-7 15,1-3-4-15,3-8 9 0,5-1-6 0,3-7 0 16,3-1-4-16,3-4-7 0,1-3 7 0,-1-1 11 16,1 0-9-16,-1 0 9 0,-1 1-6 0,-2 6 0 15,-5 2 5-15,-3 2 1 0,-4 8-10 16,-3 4 0-16,-5 3-6 0,-3 7-30 0,-3 3-20 16,-4 1-42-16,-2 8-35 0,0 0-20 0,0 0-12 15,0 0-12-15,-11 12-12 0,-3 3-93 0,2-2-181 16,-2 4 5-16,1 2 58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8:49.612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97 725 1910 0,'0'-8'16'0,"0"1"4"16,0-1 15-16,0 2 21 0,-15 1-1 0,3 3 17 16,1 0 2-16,2-2-5 0,0 4 1 0,1-4-7 15,8 4 2-15,-10 0-4 0,4-2-8 0,-1 1-12 16,7-2-9-16,-4 3-5 0,1-1-11 0,3 0-3 15,-3 1-13-15,3 0-5 0,0 0 2 16,0 0 1-16,0 0 5 0,0-1-3 0,0 1 0 0,0 0-8 16,0 0 3-16,0 0-9 0,0 0 1 15,0 0 5-15,0 0-6 0,0 0 5 0,0 0-3 16,0 0 5-16,0 0 4 0,0 0 3 0,0 9-3 16,10-9-5-16,3 10 5 0,0 1 0 15,1 0 3-15,1 0 2 0,3-1-5 0,1 1 4 0,-1 1-1 16,0-2 0-16,0 1-1 0,-1-3-3 0,0 0 6 15,-4-2 2-15,1-1 19 0,1-1 56 0,-1-4 28 16,0 0 18-16,2 0-6 0,2-17-55 0,2-6-37 16,3-3-11-16,4-8-12 0,2-7-15 0,3-7 21 15,3-6-7-15,1-5 0 0,-1-3 12 16,2-3-17-16,-1 2-2 0,-1 3-4 0,-4 3-9 16,-3 4-14-16,-3 11-21 0,-2 6-40 0,-8 10-43 15,0 4-24-15,-4 9-36 0,-2 5-10 0,-2 8-28 16,1 0-140-16,-2 0-181 0,1 0 55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8:50.775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66 855 1792 0,'-4'0'22'0,"2"-4"2"0,-1 0 28 0,-1 1 19 16,2-2 2-16,-2 1 19 0,1 0-7 0,-3 0 9 15,2-2-15-15,0-1-9 0,1 3 6 0,0-2-19 16,1 3 2-16,1 0 0 0,-1-1-17 0,1 0 11 16,-2 1 3-16,1 1 0 0,-1-1-9 0,2 2-16 15,-1 0-8-15,-1-2-27 0,0 3-6 0,2 0-9 16,-1 0-7-16,1 0 4 0,1 0 3 16,0 0-6-16,0 0 1 0,0 0 9 0,0 10 3 15,13-1 4-15,1-1 14 0,3 4-9 0,-1 1 0 16,6 0 11-16,2 3-11 0,3 0 3 0,2 2 3 15,-2-1-6-15,4-2 3 0,-4-1 9 0,-1-2 68 16,0-6 50-16,0-1 25 0,-1-5 10 0,3 0-61 16,1-22-38-16,2-6-32 0,4-9-11 0,2-12-4 15,2-10-11-15,2-8 13 0,3-6-3 0,-3-3 0 16,0-2-11-16,-1 3-15 0,-5 3 14 16,-2 6-9-16,-6 7 6 0,-1 9 2 0,-6 9-18 15,-5 5 0-15,-3 10-16 0,-4 6-43 0,-3 5-48 16,-2 9-75-16,-3 0-63 0,1 6 5 0,-1 0 32 15,2 0 30-15,-1 0-19 0,1 19-201 0,1 0-137 16,0 2 48-16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49:50.78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11504-4229 1669 0,'5'0'19'0,"-2"0"17"16,1 0 16-16,1 0 18 0,-2 0 3 0,-2 0 0 15,-1 0 4-15,0 0-1 0,0 0-14 0,0 0-5 16,0 0-7-16,0 0-13 0,0 0 1 16,0 0-6-16,0 0-6 0,0 0 5 0,0 0-7 15,0 0-6-15,0 0 1 0,0 0-5 0,0 0 7 16,0 0-7-16,0 0-4 0,0 0 4 0,0 0-14 15,0 0 3-15,-9 0-1 0,9 0-9 0,0 0 10 16,0 7 1-16,0-7 0 0,0 1-4 0,0-1 2 16,0 0 1-16,0 3-3 0,0-3 5 0,0 4-6 15,0-4 3-15,0 0-3 0,0 0-1 0,0 4 10 16,0-4-2-16,0 0 4 0,0 0 10 16,0 3-4-16,0-3 6 0,0 0 9 0,0 0-6 15,0 0 2-15,-7 0-1 0,7 0 1 0,0 0-3 16,0 0 2-1,0 0-6-15,0 0 1 0,0 0-4 0,0 0-8 0,-5 0 10 0,5 0-14 0,0 0 0 16,0 0 0-16,-5 0-14 0,5 0 16 0,0 0-7 16,0 0 0-16,0 0 4 0,0 0-14 0,0 0 12 15,0 0-2-15,0 0-2 0,0 0 5 0,0 0-3 16,0 0 5-16,0 0 0 0,0 0-7 0,0 0 4 16,0 0-7-16,0 0 3 15,0 0 5-15,0 0-1 16,0 0 2-16,0 0 4 0,0 0-1 0,0 0-2 0,0 0 12 0,0 0-1 0,0 0-1 0,0 0 3 15,0 0-10-15,0 0 0 0,0 0 5 16,0 0-4-16,0 0-1 0,0 0-6 0,0 0 4 16,0 0-7-16,0 0 4 0,0 0-3 0,0 0-2 15,0 0 4-15,0 0 1 0,0 0 7 0,0 0-8 16,0 0-2-16,0 0-4 0,0 0-3 0,0 0 14 16,0 0-7-16,0 0 4 0,0 0-1 0,0 0-11 15,0 0 9-15,0 0 2 0,0 0-7 0,0 0 1 16,0 0 0-16,0 0-3 0,0 0 4 0,0 0 0 15,0 0-1-15,0 0-5 0,0 0-57 0,0 0-66 16,0 0-45-16,0 0-43 0,0 0-9 0,0 0-48 16,0 0-255-16,13 0-29 0,-3 0 70 0</inkml:trace>
  <inkml:trace contextRef="#ctx0" brushRef="#br0" timeOffset="1835.36">11346-2179 2068 0,'-1'7'35'0,"-1"-7"29"0,1 0 32 15,1 8 33-15,0-8 13 0,0 0 13 0,-2 0 6 16,2 5 0-16,0-5-16 0,-1 0-21 0,-1 3-10 15,0-3-24-15,1 0-19 0,1 0-15 16,-2 3-30-16,2-2-4 16,-1-1-5-16,-1 1-7 0,1 0 12 0,1-1 1 0,0 4-9 0,0-4 18 0,0 0-9 15,-2 1-7-15,2 0 11 0,-1-1-12 0,-1 2-6 16,2-2 3-16,0 1-3 0,0 0-8 0,0-1 0 16,0 3-4-16,0-3-4 0,0 0 10 0,0 1 8 15,0-1-2-15,0 1-7 0,0-1 0 16,0 2 0-16,0-2 10 0,0 0-3 0,0 0 8 15,0 0-2-15,0 0-7 0,0 0 7 0,-7 0-3 16,7 2 1-16,0-2 4 0,0 0 3 0,0 0-13 16,0 0-3-16,0 0-6 0,0 0 1 0,0 0 3 15,0 0 1-15,0 0 9 0,0 0-11 0,0 0-5 16,0 0 16-16,0 0-18 0,0 0-1 0,0 0 19 16,0 0-26-16,0 0 18 0,0 0 0 0,0 0-7 15,0 0 0-15,0 0-8 0,0 0 10 0,0 0-2 16,0 0 10-16,0 0-6 0,0 0 6 0,0 0-12 15,0 0 13-15,0 0-3 0,0 0-3 16,0 0 0-16,0 0-12 0,0 0 5 0,0 0-4 16,0 0 4-16,0 0 5 0,0 0 9 15,0 0-12-15,0 0 8 0,0 0-7 16,0 0-10-16,0 0 21 0,0 0 1 0,0 0-15 0,0 0 10 0,0 0-18 16,0 0 9-16,0 0 12 0,0 0-9 0,0 0 10 15,0 0-12-15,0 0 3 0,0 0-2 0,0 0-1 16,0 0 1-16,0 0 0 0,0 0 9 0,0 0-3 15,0 0-9-15,0 0 5 0,0 0-1 16,0 0-2-16,0 0 5 0,0 0-4 0,0 0 6 0,0 0-2 16,0 0 0-16,0 0 4 0,0 0-6 0,0 0-2 15,0 0 4-15,0 0 0 0,0 0-8 16,0 0 4-16,0 0 3 0,0 0-4 0,0 0 10 0,0 0-7 16,0 0-3-16,0 0 3 0,0 0-5 15,0 0 14-15,0 0-1 0,0 0-3 0,0 0 1 16,0 0-11-16,0 0 0 0,0 0-5 15,0 0 4-15,0 0 14 16,0 0-2-16,0 0 1 0,0 0-5 0,0 0 3 0,0 0-17 0,-11 0 15 0,11 0-2 16,0 0-6-16,0 0 16 0,0 0-20 0,0 0 9 15,0 0-1-15,0 0 3 0,0 0 6 0,0 0-7 16,0 0-3-16,0 0 8 0,0 0 2 0,0 0 2 16,0 0-5-16,0 0-7 0,0 0 8 15,0 0 1-15,0 0-5 0,0 0-3 0,0 0-5 0,0 0 0 16,0 0 6-16,0 0-4 0,0 0 14 15,0 0-5-15,0 0 0 0,0 0 4 0,0 0-15 16,0 0 4-16,0 0 8 0,0 0-11 0,0 0 5 16,0 0-7-16,0 0 4 0,0 0 9 0,0 0-12 15,0 0 6-15,0 0-9 0,0 0 9 0,0 0 7 16,0 0 2-16,0 0-9 16,0 0-7-16,0 0 3 15,0 0-2-15,0 0 8 0,0 0 2 0,0 0-8 0,0 0 7 0,0 0-4 0,0 0 6 0,0 0 1 16,0 0-6-16,0 0 7 0,0 0-12 0,0 0 9 15,0 0-13-15,0 0 2 0,0 0 7 0,0 0-14 16,0 0 17-16,0 0-3 0,0 0-7 16,0 0 13-16,0 0-1 0,0 0-5 0,0 0 6 15,0 0 3-15,0 0-9 0,0 0-2 0,0 0 2 16,0 0-10-16,0 0 5 0,0 0 14 0,0 0-6 16,0 0 1-16,0 0 1 0,0 0-15 0,0 0 5 15,0 0-6-15,0 0 13 0,0 0 9 0,0 0-10 16,0 0 16-16,0 0-17 0,0 0 2 0,0 0-1 15,0 0-9-15,0 0 6 0,-11 0 6 0,11 0 2 16,0 0 6-16,0 0-8 0,0 0-4 0,0 0-7 16,0 0 10-16,0 0 7 0,0 0-16 0,-9 0 24 15,9 0-17-15,0 0-9 0,0 0 16 0,0 0-20 16,0 0 6-16,-4 0 9 0,4 0-2 16,-6 0 3-16,6 0-6 0,-3 0 4 0,0 0-17 15,1 0 13-15,-1 0 3 0,2 0-4 0,-2 0 11 16,1 0-7-16,-1-6 1 0,1 6-5 0,-1-5 4 15,2 5-1-15,-2-4-1 0,1 0 4 0,-1 3-8 16,2-1 5-16,-2 1-5 0,3-1 8 0,-2 1-4 16,1 0 0-16,-1 0 1 0,1-1 2 15,1 2 2-15,0 0-1 16,0-2 5-16,-2 2-13 0,2 0 12 0,0 0-3 0,0 0-8 0,-1 0 9 0,1-1-12 16,-2 1 1-16,2 0 5 0,0 0-3 0,0 0 9 15,-1-1-18-15,1 1 10 0,0 0 2 16,0 0-2-16,-2 0 13 0,2 0-4 0,0 0-10 15,0 0 4-15,0 0 6 0,0 0-6 0,0 0-3 16,0 0 6-16,0 0-11 0,0 0-1 0,0 0 19 16,0 0-15-16,0 0 5 0,0 0 12 0,0 0-16 15,0 0 7-15,0 0 2 0,0 0-16 0,0 0 8 16,0 0-7-16,0 0 7 0,0 0 5 0,0 0 0 16,0 0-2-16,0 0-20 0,0 0-32 0,0 0-60 15,0 0-91-15,0 0-74 0,0 0-51 0,0 0-26 16,0 0 16-16,0 0-26 0,0 0-256 0,12 0 51 15,-1 0 79-15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50:20.16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91 177 1473 0,'0'0'0'0,"0"0"5"16,0 0 0-16,0 0 5 0,8 0 1 0,-8-11-2 15,0 11 1-15,0-10-9 0,8 3 0 0,-8 7 4 16,4-9-5-16,-4 9 6 0,0-5-3 16,0 5 3-16,0 0 5 0,0 0-12 0,0 0-1 15,0-5 1-15,0 5 3 0,0 0 5 0,0-5-4 16,0 3-5-16,0 2 16 0,0-2 3 0,0-3 17 15,0 4 8-15,0-1-15 0,0 1 1 0,0-3 7 16,0 0-6-16,0 3 14 0,0-3 7 0,0 2 1 16,0 2 10-16,0-4-5 0,0 2 14 0,-6-1 5 15,6 1 3-15,0 0 14 0,0-1-1 0,0 0 1 16,0-1 8-16,0 1-13 0,0 1 2 16,0 0-5-16,0-1-4 0,0 1 12 0,0-2-7 15,0-1-10-15,0 3-7 0,0-2-23 0,0-1-1 16,0 0-12-16,0-1-13 0,0 3 4 0,0-2-19 15,0 2 2-15,-7-1 10 0,7 3-20 0,0-3 3 16,-10 3 0-16,10-1-11 0,0 0 17 0,0 1-5 16,0 1 5-16,0 0-8 0,0 0-5 0,0 0 10 15,-4 0-12-15,4 0 9 0,-5 0 1 0,5 0-1 16,0 0 9-16,0 0-11 0,0 0 6 0,0 0 4 16,0 0-5-16,0 0 10 0,0 0-12 0,0 0-5 15,0 0 0-15,0 0 6 0,0 0 5 0,0 0-1 16,0 0 7-16,0 0-13 0,0 0 0 0,0 0 1 15,0 0-2-15,0 0 8 0,0 0-5 0,0 0-4 16,0 0 3-16,0 0-7 0,0 0 9 0,0 0 2 16,0 0-6-16,0 0 6 0,0 0-9 15,0 0 2-15,0 0 0 0,0 0 3 0,0 0 3 16,0 0-1-16,0 0-4 0,0 0-6 0,0 0 4 16,0 0 3-16,0 0 5 0,0 0 2 0,0 0 1 15,0 0 1-15,0 0 4 0,0 0 4 0,0 0 1 16,0 0 1-16,0 0-6 15,0 0 13-15,0 0-18 0,0 0 3 0,0 0-1 0,0 0-14 0,0 0 7 16,0 0-2-16,0 0 3 0,0 0-3 0,0 0 13 16,0 0-5-16,0 0-2 0,0 0 3 0,0 0-10 15,0 0 7-15,0 0 1 0,0 0-8 16,0 0 1-16,0 0-5 0,0 0-1 0,0 0 17 16,0 0-7-16,0 0 0 0,0 0-13 0,0 0 0 15,0 0 11-15,0 0-14 0,0 0 11 0,0 0-5 16,0 0 6-16,-10 0 0 0,10 0 13 0,0 0-4 15,0 0-16-15,0 0 16 0,0 0-12 0,0 0-1 16,0 0 10-16,0 0-8 0,0 0 0 0,0 0 4 16,0 0-12-16,0 0 8 0,0 0 11 0,0 0-8 15,0 0 6-15,0 0-3 0,0 0-6 0,-6 0 0 16,6 0 2-16,0 0 3 0,0 0-5 0,0 0-3 16,0 0 5-16,0 0 3 0,0 0 3 15,0 0 7-15,0 0-11 0,0 0-10 0,0 0-1 16,0 0-2-16,-6 0 17 0,6 0-8 0,0 0 2 15,0 0 4-15,0 0-6 0,0 0 2 0,0 0 0 16,0 0-2-16,0 0-8 0,0 0 8 0,0 0-2 16,0 0 4-16,0 0 0 0,0 0 0 0,0 0 2 15,0 0-6-15,0 0 4 0,0 0 5 0,0 0-6 16,0 0-5-16,0 0 5 0,0 0-3 0,0 0 7 16,0 0-3-16,0 0 4 0,0 0-4 0,0 0-2 15,0 0 13-15,0 0-8 0,0 0 0 0,0 0 3 16,0 0-8-16,0 0-1 0,0 0-4 0,0 0 5 15,0 0 11-15,0 0-4 0,0 0 6 0,0 0-12 16,0 0-9-16,0 0 16 0,0 0-14 16,0 0 6-16,0 0 4 0,0 0 2 0,0 0 4 15,0 0 5-15,0 0-8 0,0 0-10 0,0 0 7 16,0 0-8-16,0 0 11 0,0 0-2 0,0 0 3 16,0 0-4-16,0 0-5 0,0 0 7 0,0 0-10 15,0 0 4-15,0 0-1 0,0 0-7 0,0 0 6 16,0 0 4-16,0 0-1 0,0 0-8 0,0 0 9 15,0 0 3-15,0 0-3 0,0 11 3 0,0-11-5 16,0 0 1-16,0 0 3 0,0 0 2 0,0 0-3 16,0 0-3-16,0 0 1 0,0 0-1 0,0 9 7 15,0-9 1-15,0 0-8 0,0 0 7 0,0 0-9 16,0 0-2-16,0 0 8 0,0 0-2 16,0 0 0-16,0 0 11 0,0 0-15 15,0 0 6-15,0 0 0 16,0 0-6-16,0 0 6 0,0 0 0 0,0 0-8 0,0 0-5 0,0 0 11 0,0 0-6 15,0 0 12-15,0 0-3 0,0 0 1 0,0 0 1 16,0 0-8-16,0 0 12 0,0 0-2 0,0 0-19 16,0 0 15-16,0 0-2 0,0 0-5 0,0 0 18 15,0 0-7-15,0 0-1 0,0 0 10 0,0 0 12 16,0 0-3-16,0 0-4 0,0 0-8 16,0 0-8-16,0 0-1 0,0 0 0 0,0 0-1 0,0 0-4 15,0 0 8-15,0 0 4 0,0 0-7 16,0 0 3-16,0 0-7 0,0 0-4 0,0 0 8 15,0 0-3-15,0 0 0 0,0 0 4 0,0 0 9 16,0 0-1-16,0 0 5 0,0 0-2 0,0 0-11 16,0 0 4-16,0 0-1 0,0 0-5 0,0 0 8 15,0 0-9-15,0 0-11 0,0 0 2 0,0 0-5 16,0 0 16-16,0 0 8 0,0 0 3 0,0 0-3 16,0 0-8-16,0 0-12 0,0 0 8 0,-11 0 3 15,11-10-3-15,0 10 3 0,0 0-6 0,0 0-6 16,0 0 4-16,0 0 9 0,0-5-4 0,0 5 1 15,0 0-27-15,0 0-31 0,0 0-36 0,0 0-76 16,0-6-82-16,0 6-98 0,0-4-68 16,0 4 33-16,-17 0-52 0,5 0-159 0,-5 13 109 15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53:35.203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 contextRef="#ctx0" brushRef="#br0">0 0 1166 0,'0'0'24'0,"0"0"8"0,0 0-5 16,0 0-1-16,0 0-50 0,0 0-56 0,0 0-135 16,0 0-103-16,0 0 26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55:09.650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0 0 2071 0,'0'1'24'16,"0"-1"15"-16,0 0 2 0,0 0 2 0,0 0-26 15,0 0-16-15,0 0-7 0,0 0-17 0,0 0-37 16,0 0-82-16,0 0-180 0,0 0-215 0,0 0 38 16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55:00.546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30 0 2144 0,'0'0'19'0,"0"0"8"0,0 0 13 16,0 0 14-16,0 0 2 0,0 0 27 0,0 0 24 15,0 0 12-15,0 0 1 0,0 0-13 0,0 0-30 16,-12 10-6-16,12-10-17 0,0 0-6 0,0 6 16 16,-7-6-7-16,7 5 5 0,0-5 5 0,0 3 6 15,0-3-1-15,0 0 10 0,0 3-3 0,0 1-15 16,0-4-7-16,0 0-21 0,0 1-8 0,0 0-13 16,-11 0-5-16,11-1 4 0,0 0-12 0,0 0 6 15,0 0 0-15,0 0-7 0,0 0-5 0,0 3-6 16,0-3 9-16,0 0-2 0,0 0 6 0,0 0 2 15,0 0-9-15,0 0 4 0,0 0-1 0,0 0 6 16,0 0-5-16,0 0-31 0,0 0-64 16,0 0-117-16,0 0-138 0,0 0-143 0,0 0-293 15,0 0 13-15,0 0 147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55:11.689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-657 455 1732 0,'-12'7'-2'0,"12"-1"-1"15,-13 0-7-15,6 0 3 0,7 1 4 0,-8-1 9 16,8 1 1-16,-6 0-5 0,6 0-1 0,0-1-10 16,0 2 8-16,0-1 1 0,0-1-5 0,0-2-11 15,0-4-33-15,0 5-53 0,0-5-80 0,0 6-169 16,8-6-29-16,-8 5 54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54:24.12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-467 815 1890 0,'0'0'17'0,"0"-11"20"15,0 11 23-15,0-10 19 0,0 10 5 0,0-9 6 16,0 9-13-16,0-8-12 0,0 8-17 0,-8 0-16 16,8 0-3-16,-6-4-9 0,6 4-5 0,-6 0-11 15,6 0-7-15,-3 0-16 0,3 0-42 0,0-5-63 16,0 1-93-16,0 4-158 0,0 0-202 0,0 0 66 15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55:44.652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4947 1365 1939 0,'5'0'9'0,"1"-13"5"0,2 4 15 15,-4 9 27-15,1-10 22 0,-1 4 29 0,-1-1 14 16,0 7 0-16,2-10-18 0,-2 4-23 16,2 2-17-16,-1-1-12 0,-2 2 2 0,1 3-3 15,-2 0 4-15,-1 0-2 0,0 0 7 0,0 0 4 16,0 0-2-16,0 0-3 0,0 0-17 0,0 0-13 16,0 0-14-16,0 0-5 0,0 0-6 0,0 0 7 15,0 0-10-15,0 0-5 0,0 0 8 0,0 0-5 16,0 0 10-16,0 0-2 0,0 0-4 0,0 0-7 15,0 0-31-15,0 0-75 0,0 0-90 0,0 0-65 16,0 0-67-16,0 0-129 0,-9 4-172 0,3-4 69 16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56:55.08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12-2 1365 0,'0'0'48'16,"0"0"34"-16,0 0 16 0,0 0 8 0,0 0-40 16,0 0-25-16,0 0-8 0,0 0 2 0,0 0-1 15,0 0 7-15,0 0-2 0,0 0 0 0,-9 0 3 16,9 0-10-16,0 0 4 0,0 0 2 16,0 0-3-16,-8 0 3 0,8 0 2 0,0 0-4 0,0 0 2 15,0 0 3-15,0 0-4 0,0 0-3 16,0 0-3-16,0 0-8 0,0 0-3 0,0 0-6 15,0 0-1-15,0 0 0 0,0 0-7 0,0 0-2 16,0 0-3-16,0 0-3 0,0 0 2 0,0 0 1 16,0 0-3-16,0 0 7 0,0 0-7 0,0 0 8 15,0 0-3-15,0 0-7 0,0 0-12 0,0 0-38 16,0 0-45-16,0 0-58 0,0 0-34 0,0 0-48 16,0 0-76-16,9 0-178 0,0 0 51 15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57:02.934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86 75 1894 0,'0'-16'30'16,"0"0"46"-16,0 2 32 0,0 1 36 0,0 3 17 16,0 4 3-16,0 6 7 0,-12 0 21 0,12 0 1 15,-9 0-16-15,9 0 3 0,-9 0-42 0,3 0-33 16,6 10-15-16,-8-10-31 0,2 0-8 0,3 10-13 15,0-10-8-15,0 4-3 0,0-4 5 0,2 8-21 16,-4-5-1-16,2 0-14 0,1-3-23 0,2 0-7 16,-3 0-70-16,3 0-109 0,-3 0-152 0,3 0-167 15,-1 0-326-15,-1 0 58 0,-2 0 161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57:10.373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17 48 1729 0,'6'-7'-1'0,"-1"1"-6"0,-2-1-8 15,-3 1-30-15,0 0-23 0,0 5-34 0,0-4-34 16,0 1-51-16,0 2-73 0,-11 1-21 15,-1 1 1-15,4-3 79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57:16.301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64 50 1508 0,'0'-6'4'0,"0"6"9"0,0-7 14 0,0 3 13 16,-9-1 14-16,9 0 11 0,0 2 1 0,-10-1 1 15,2 0-5-15,8 0 0 0,-6 2-2 0,6-1 3 16,-5 1-4-16,5 2-7 0,-4-1-5 16,1 1-8-16,3 0-5 0,-2 0-13 0,2 0-2 15,-3 0-10-15,3 0-6 0,0 0 5 0,-1 0-7 0,-1 0 6 16,1 0-6-16,-1 0 3 0,1 0 0 16,1 0 0-16,-2 0 5 0,2 0-1 0,0 0 0 15,-2 0-2-15,1 0-2 0,1 0-1 0,0 0-1 16,-2 0 2-16,2 0-1 0,0 0-2 0,-1 0 2 15,1 0-2-15,0 0-1 0,0 0 5 0,0 0-7 16,0 0 4-16,0 0 6 0,0 0 0 0,0 0 5 16,0 0 4-16,0 0 0 0,0 0-4 0,0 0-1 15,0 0-3-15,0 0 6 0,0 0 0 0,0 0-2 16,0 0 1-16,0 8-4 0,0-8 1 0,0 0 1 16,0 0-5-16,0 0-2 0,0 0-12 0,0 0 8 15,0 0 1-15,0 0-3 0,0 0 11 16,0 0-13-16,0 0-1 0,0 0 4 0,0 0-3 15,0 0 4-15,0 0 3 0,0 0-4 0,0 0 2 16,0 0-4-16,0 0 5 0,0 0-3 0,0 0-10 16,0 0-45-16,0 0-68 0,15 0-62 0,0 0-80 15,4 12-148-15,2-12-133 0,-1 9 66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57:28.097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53 63 3283 0,'0'0'12'0,"0"0"0"0,0-16-8 16,0 2 5-16,0 0 28 0,0 6 63 0,0 8 67 16,0 0 46-16,0 0 21 0,0 0-4 15,0 0-11-15,0 0-20 0,0 0-43 0,0 0-63 16,0 0-63-16,0 0-23 0,0 0-14 0,0 0 0 15,0 0 18-15,0 0-8 0,0 0-6 0,0 0 10 16,0 0-11-16,0 0 8 0,0 0-11 0,0 0 3 16,0 0 8-16,0 0-18 0,0 0 14 0,0 0-7 15,0 0-3-15,0 0 10 0,0 0-4 0,0 0 1 16,0 0 10-16,0 0-3 0,0 0-1 0,0 0 4 16,0 0-7-16,0 0 3 0,0 0 4 0,0 0 4 15,8 0-8-15,-8 0 4 0,0 0 0 16,0 0-10-16,0 0 21 0,6 0-11 0,-6 0 12 15,0 0 4-15,5 0 5 0,-5 0 8 0,0 0 3 16,3 0-12-16,-3 0-15 0,0 0 3 0,3 0-12 16,0 0 8-16,-3 0 0 0,0 0-7 0,0 0-15 15,0 0 11-15,0 0-19 0,0 0 16 0,0 0 7 16,0 0-16-16,0 0 28 0,0 0-16 0,0 0-19 16,0 0 26-16,0 0-14 0,0 0-5 0,0 0 16 15,0 0-19-15,0 0 7 0,0 0 5 0,0 0 18 16,0 0-4-16,0 0-4 0,0 0 9 0,0 0-21 15,0 0 10-15,0 0-9 0,0 0 0 0,0 0 0 16,0 0 8-16,0 0 11 0,0 0-4 0,0 0 4 16,0 0-7-16,0 0-15 0,0 0 7 0,0 0 1 15,0 0-16-15,0 0-24 0,0 0-58 0,0 0-55 16,0 0-47-16,0 0-47 0,-9 0-52 16,1 0-84-16,0 0-99 0,-1 0-85 0,-1 0-295 15,-6 0 75-15,-5-12 157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57:22.390"/>
    </inkml:context>
    <inkml:brush xml:id="br0">
      <inkml:brushProperty name="width" value="0.05833" units="cm"/>
      <inkml:brushProperty name="height" value="0.05833" units="cm"/>
      <inkml:brushProperty name="color" value="#3165BB"/>
      <inkml:brushProperty name="fitToCurve" value="1"/>
    </inkml:brush>
  </inkml:definitions>
  <inkml:trace contextRef="#ctx0" brushRef="#br0">9285 425 1107 0,'3'-5'12'0,"0"2"1"0,0 0 6 0,2 0-12 16,-3-1-7-16,1 3 4 0,-2-3-6 0,2 2 11 16,-1 1 0-16,-1-4 1 0,1 3 7 15,-2 1 1-15,1-2-6 0,-1 3-4 0,0 0-10 0,0-3-2 16,2 1-8-16,-2 2-18 0,0 0-24 15,0 0-19-15,0 0-63 0,0 0-61 0,0 0-40 16,0 0 2-16,0 0 72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06T14:58:07.794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 contextRef="#ctx0" brushRef="#br0">5623-1790 2165 0,'0'7'0'16,"0"-1"-3"-16,0-6 2 0,0 0-2 0,0 0-4 15,0 0 6-15,0 0 2 0,0 0 29 0,0 0 40 16,0 0 30-16,0 0 13 0,0 0-6 0,0 0-19 16,0 0-24-16,0 0-11 0,-6 0-29 0,6 0-12 15,0 0-15-15,0 0-4 0,0 0 5 0,0 0-1 16,0 0 2-16,0 0 5 0,0 0-4 0,0 0 1 16,0 0-2-16,0 0-8 0,0 0 4 0,0 0 1 15,0 0 1-15,0 0-1 0,0 0 9 0,0 0-3 16,0 0 5-16,0 0 2 0,0 0 12 0,0 0 21 15,0 0 28-15,0 0 29 0,0 0-1 16,0 0-1-16,0 0-22 0,-9 0-11 0,9 0-12 16,-9 0-1-16,9 0-5 0,-8 0-8 0,1 0 3 15,1 0-9-15,0 0 3 0,0 0-18 0,1 0-4 16,0 0-5-16,1 0-1 0,1 0 10 0,1 0-9 16,-1 0 0-16,2 0 5 0,-1 0 3 0,1 0 6 15,-1 0 5-15,2 0-5 0,-3 0 14 0,3 0-9 16,-1 0-3-16,-2 0 13 0,3 0-24 0,-2 0 10 15,-1 0-2-15,2 0-11 0,-2 0 1 0,1 0 3 16,0 0-7-16,1 0-4 0,-2 0 0 0,0 0 1 16,0-7-9-16,1 7 3 0,-1 0 0 0,0 0 3 15,0 0-1-15,0-4 1 16,0 4 6 0,0 0-9-16,-1 0 15 0,2 0-8 0,-1 0-8 0,0 0 5 0,1 0 0 0,-1 0 5 0,2 0-1 15,-2 0-7-15,0 0-6 0,0 0 8 0,3 0-2 16,-3 0 10-16,1 0-2 0,2 0-8 0,-1 0 3 15,-1 0-1-15,1 0 2 0,1 0 1 0,0 0-1 16,0 0-6-16,0 0 8 0,-2 0-6 0,2 0 7 16,0 0 4-16,0 0-16 0,0 0 13 0,0 0-5 15,0 0-7-15,0 0 13 0,0 0-8 0,0 0-2 16,0 0 5-16,0 0-11 0,0 0 2 16,0 0 4-16,0 0 6 0,0 0-1 0,0 0-3 15,0 0 12-15,0 0-17 0,0 0 18 0,0 0-4 0,0 0-22 16,0 0 8-16,0 0-8 0,0 0-2 15,0 0-5-15,0 0-17 0,0 0-35 0,0 0-31 16,0 0-60-16,0 0-67 0,0 0-60 0,0 0-47 16,0 0-15-16,0 0-35 0,0 0-203 0,0 0 4 15,0 0 92-15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1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3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3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body" idx="1"/>
          </p:nvPr>
        </p:nvSpPr>
        <p:spPr>
          <a:xfrm rot="5400000">
            <a:off x="3727452" y="-1922463"/>
            <a:ext cx="5237162" cy="11320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5"/>
          <p:cNvSpPr txBox="1"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25" descr="http://www.northsouth.edu/newassets/images/nsu-photo/logo-4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" y="0"/>
            <a:ext cx="495300" cy="396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25"/>
          <p:cNvCxnSpPr/>
          <p:nvPr/>
        </p:nvCxnSpPr>
        <p:spPr>
          <a:xfrm rot="10800000" flipH="1">
            <a:off x="792958" y="54768"/>
            <a:ext cx="11001375" cy="4603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3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45.emf"/><Relationship Id="rId36" Type="http://schemas.openxmlformats.org/officeDocument/2006/relationships/image" Target="../media/image47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18" Type="http://schemas.openxmlformats.org/officeDocument/2006/relationships/image" Target="../media/image71.emf"/><Relationship Id="rId3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15" Type="http://schemas.openxmlformats.org/officeDocument/2006/relationships/customXml" Target="../ink/ink5.xml"/><Relationship Id="rId9" Type="http://schemas.openxmlformats.org/officeDocument/2006/relationships/customXml" Target="../ink/ink4.xml"/><Relationship Id="rId14" Type="http://schemas.openxmlformats.org/officeDocument/2006/relationships/image" Target="../media/image69.emf"/></Relationships>
</file>

<file path=ppt/slides/_rels/slide7.xml.rels><?xml version="1.0" encoding="UTF-8" standalone="yes"?>
<Relationships xmlns="http://schemas.openxmlformats.org/package/2006/relationships"><Relationship Id="rId18" Type="http://schemas.openxmlformats.org/officeDocument/2006/relationships/customXml" Target="../ink/ink7.xml"/><Relationship Id="rId3" Type="http://schemas.openxmlformats.org/officeDocument/2006/relationships/image" Target="../media/image6.png"/><Relationship Id="rId17" Type="http://schemas.openxmlformats.org/officeDocument/2006/relationships/image" Target="../media/image99.emf"/><Relationship Id="rId33" Type="http://schemas.openxmlformats.org/officeDocument/2006/relationships/image" Target="../media/image107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98" Type="http://schemas.openxmlformats.org/officeDocument/2006/relationships/image" Target="../media/image184.emf"/><Relationship Id="rId3" Type="http://schemas.openxmlformats.org/officeDocument/2006/relationships/customXml" Target="../ink/ink8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38" Type="http://schemas.openxmlformats.org/officeDocument/2006/relationships/image" Target="../media/image209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.xml"/><Relationship Id="rId72" Type="http://schemas.openxmlformats.org/officeDocument/2006/relationships/image" Target="../media/image250.emf"/><Relationship Id="rId3" Type="http://schemas.openxmlformats.org/officeDocument/2006/relationships/customXml" Target="../ink/ink10.xml"/><Relationship Id="rId68" Type="http://schemas.openxmlformats.org/officeDocument/2006/relationships/image" Target="../media/image248.emf"/><Relationship Id="rId12" Type="http://schemas.openxmlformats.org/officeDocument/2006/relationships/image" Target="../media/image220.emf"/><Relationship Id="rId25" Type="http://schemas.openxmlformats.org/officeDocument/2006/relationships/customXml" Target="../ink/ink1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226.emf"/><Relationship Id="rId69" Type="http://schemas.openxmlformats.org/officeDocument/2006/relationships/customXml" Target="../ink/ink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3.png"/><Relationship Id="rId54" Type="http://schemas.openxmlformats.org/officeDocument/2006/relationships/image" Target="../media/image28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4.png"/><Relationship Id="rId54" Type="http://schemas.openxmlformats.org/officeDocument/2006/relationships/image" Target="../media/image325.emf"/><Relationship Id="rId1" Type="http://schemas.openxmlformats.org/officeDocument/2006/relationships/slideLayout" Target="../slideLayouts/slideLayout2.xml"/><Relationship Id="rId53" Type="http://schemas.openxmlformats.org/officeDocument/2006/relationships/customXml" Target="../ink/ink17.xml"/><Relationship Id="rId31" Type="http://schemas.openxmlformats.org/officeDocument/2006/relationships/customXml" Target="../ink/ink16.xml"/><Relationship Id="rId52" Type="http://schemas.openxmlformats.org/officeDocument/2006/relationships/image" Target="../media/image324.emf"/><Relationship Id="rId30" Type="http://schemas.openxmlformats.org/officeDocument/2006/relationships/image" Target="../media/image313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2.xml"/><Relationship Id="rId18" Type="http://schemas.openxmlformats.org/officeDocument/2006/relationships/image" Target="../media/image352.emf"/><Relationship Id="rId26" Type="http://schemas.openxmlformats.org/officeDocument/2006/relationships/image" Target="../media/image356.emf"/><Relationship Id="rId39" Type="http://schemas.openxmlformats.org/officeDocument/2006/relationships/customXml" Target="../ink/ink35.xml"/><Relationship Id="rId21" Type="http://schemas.openxmlformats.org/officeDocument/2006/relationships/customXml" Target="../ink/ink26.xml"/><Relationship Id="rId34" Type="http://schemas.openxmlformats.org/officeDocument/2006/relationships/image" Target="../media/image360.emf"/><Relationship Id="rId42" Type="http://schemas.openxmlformats.org/officeDocument/2006/relationships/image" Target="../media/image364.emf"/><Relationship Id="rId47" Type="http://schemas.openxmlformats.org/officeDocument/2006/relationships/customXml" Target="../ink/ink39.xml"/><Relationship Id="rId50" Type="http://schemas.openxmlformats.org/officeDocument/2006/relationships/image" Target="../media/image368.emf"/><Relationship Id="rId55" Type="http://schemas.openxmlformats.org/officeDocument/2006/relationships/customXml" Target="../ink/ink43.xml"/><Relationship Id="rId7" Type="http://schemas.openxmlformats.org/officeDocument/2006/relationships/customXml" Target="../ink/ink19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51.emf"/><Relationship Id="rId29" Type="http://schemas.openxmlformats.org/officeDocument/2006/relationships/customXml" Target="../ink/ink30.xml"/><Relationship Id="rId11" Type="http://schemas.openxmlformats.org/officeDocument/2006/relationships/customXml" Target="../ink/ink21.xml"/><Relationship Id="rId24" Type="http://schemas.openxmlformats.org/officeDocument/2006/relationships/image" Target="../media/image355.emf"/><Relationship Id="rId32" Type="http://schemas.openxmlformats.org/officeDocument/2006/relationships/image" Target="../media/image359.emf"/><Relationship Id="rId37" Type="http://schemas.openxmlformats.org/officeDocument/2006/relationships/customXml" Target="../ink/ink34.xml"/><Relationship Id="rId40" Type="http://schemas.openxmlformats.org/officeDocument/2006/relationships/image" Target="../media/image363.emf"/><Relationship Id="rId45" Type="http://schemas.openxmlformats.org/officeDocument/2006/relationships/customXml" Target="../ink/ink38.xml"/><Relationship Id="rId53" Type="http://schemas.openxmlformats.org/officeDocument/2006/relationships/customXml" Target="../ink/ink42.xml"/><Relationship Id="rId58" Type="http://schemas.openxmlformats.org/officeDocument/2006/relationships/image" Target="../media/image372.emf"/><Relationship Id="rId5" Type="http://schemas.openxmlformats.org/officeDocument/2006/relationships/customXml" Target="../ink/ink18.xml"/><Relationship Id="rId61" Type="http://schemas.openxmlformats.org/officeDocument/2006/relationships/customXml" Target="../ink/ink46.xml"/><Relationship Id="rId19" Type="http://schemas.openxmlformats.org/officeDocument/2006/relationships/customXml" Target="../ink/ink25.xml"/><Relationship Id="rId14" Type="http://schemas.openxmlformats.org/officeDocument/2006/relationships/image" Target="../media/image350.emf"/><Relationship Id="rId22" Type="http://schemas.openxmlformats.org/officeDocument/2006/relationships/image" Target="../media/image354.emf"/><Relationship Id="rId27" Type="http://schemas.openxmlformats.org/officeDocument/2006/relationships/customXml" Target="../ink/ink29.xml"/><Relationship Id="rId30" Type="http://schemas.openxmlformats.org/officeDocument/2006/relationships/image" Target="../media/image358.emf"/><Relationship Id="rId35" Type="http://schemas.openxmlformats.org/officeDocument/2006/relationships/customXml" Target="../ink/ink33.xml"/><Relationship Id="rId43" Type="http://schemas.openxmlformats.org/officeDocument/2006/relationships/customXml" Target="../ink/ink37.xml"/><Relationship Id="rId48" Type="http://schemas.openxmlformats.org/officeDocument/2006/relationships/image" Target="../media/image367.emf"/><Relationship Id="rId56" Type="http://schemas.openxmlformats.org/officeDocument/2006/relationships/image" Target="../media/image371.emf"/><Relationship Id="rId8" Type="http://schemas.openxmlformats.org/officeDocument/2006/relationships/image" Target="../media/image347.emf"/><Relationship Id="rId51" Type="http://schemas.openxmlformats.org/officeDocument/2006/relationships/customXml" Target="../ink/ink41.xml"/><Relationship Id="rId3" Type="http://schemas.openxmlformats.org/officeDocument/2006/relationships/image" Target="../media/image17.png"/><Relationship Id="rId12" Type="http://schemas.openxmlformats.org/officeDocument/2006/relationships/image" Target="../media/image349.emf"/><Relationship Id="rId17" Type="http://schemas.openxmlformats.org/officeDocument/2006/relationships/customXml" Target="../ink/ink24.xml"/><Relationship Id="rId25" Type="http://schemas.openxmlformats.org/officeDocument/2006/relationships/customXml" Target="../ink/ink28.xml"/><Relationship Id="rId33" Type="http://schemas.openxmlformats.org/officeDocument/2006/relationships/customXml" Target="../ink/ink32.xml"/><Relationship Id="rId38" Type="http://schemas.openxmlformats.org/officeDocument/2006/relationships/image" Target="../media/image362.emf"/><Relationship Id="rId46" Type="http://schemas.openxmlformats.org/officeDocument/2006/relationships/image" Target="../media/image366.emf"/><Relationship Id="rId59" Type="http://schemas.openxmlformats.org/officeDocument/2006/relationships/customXml" Target="../ink/ink45.xml"/><Relationship Id="rId20" Type="http://schemas.openxmlformats.org/officeDocument/2006/relationships/image" Target="../media/image353.emf"/><Relationship Id="rId41" Type="http://schemas.openxmlformats.org/officeDocument/2006/relationships/customXml" Target="../ink/ink36.xml"/><Relationship Id="rId54" Type="http://schemas.openxmlformats.org/officeDocument/2006/relationships/image" Target="../media/image370.emf"/><Relationship Id="rId62" Type="http://schemas.openxmlformats.org/officeDocument/2006/relationships/image" Target="../media/image37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6.emf"/><Relationship Id="rId15" Type="http://schemas.openxmlformats.org/officeDocument/2006/relationships/customXml" Target="../ink/ink23.xml"/><Relationship Id="rId23" Type="http://schemas.openxmlformats.org/officeDocument/2006/relationships/customXml" Target="../ink/ink27.xml"/><Relationship Id="rId28" Type="http://schemas.openxmlformats.org/officeDocument/2006/relationships/image" Target="../media/image357.emf"/><Relationship Id="rId36" Type="http://schemas.openxmlformats.org/officeDocument/2006/relationships/image" Target="../media/image361.emf"/><Relationship Id="rId49" Type="http://schemas.openxmlformats.org/officeDocument/2006/relationships/customXml" Target="../ink/ink40.xml"/><Relationship Id="rId57" Type="http://schemas.openxmlformats.org/officeDocument/2006/relationships/customXml" Target="../ink/ink44.xml"/><Relationship Id="rId10" Type="http://schemas.openxmlformats.org/officeDocument/2006/relationships/image" Target="../media/image348.emf"/><Relationship Id="rId31" Type="http://schemas.openxmlformats.org/officeDocument/2006/relationships/customXml" Target="../ink/ink31.xml"/><Relationship Id="rId44" Type="http://schemas.openxmlformats.org/officeDocument/2006/relationships/image" Target="../media/image365.emf"/><Relationship Id="rId52" Type="http://schemas.openxmlformats.org/officeDocument/2006/relationships/image" Target="../media/image369.emf"/><Relationship Id="rId60" Type="http://schemas.openxmlformats.org/officeDocument/2006/relationships/image" Target="../media/image373.emf"/><Relationship Id="rId4" Type="http://schemas.openxmlformats.org/officeDocument/2006/relationships/image" Target="../media/image18.png"/><Relationship Id="rId9" Type="http://schemas.openxmlformats.org/officeDocument/2006/relationships/customXml" Target="../ink/ink2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9.xml"/><Relationship Id="rId13" Type="http://schemas.openxmlformats.org/officeDocument/2006/relationships/image" Target="../media/image380.emf"/><Relationship Id="rId3" Type="http://schemas.openxmlformats.org/officeDocument/2006/relationships/image" Target="../media/image19.png"/><Relationship Id="rId7" Type="http://schemas.openxmlformats.org/officeDocument/2006/relationships/image" Target="../media/image377.emf"/><Relationship Id="rId12" Type="http://schemas.openxmlformats.org/officeDocument/2006/relationships/customXml" Target="../ink/ink51.xml"/><Relationship Id="rId17" Type="http://schemas.openxmlformats.org/officeDocument/2006/relationships/image" Target="../media/image382.emf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8.xml"/><Relationship Id="rId11" Type="http://schemas.openxmlformats.org/officeDocument/2006/relationships/image" Target="../media/image379.emf"/><Relationship Id="rId5" Type="http://schemas.openxmlformats.org/officeDocument/2006/relationships/image" Target="../media/image376.emf"/><Relationship Id="rId15" Type="http://schemas.openxmlformats.org/officeDocument/2006/relationships/image" Target="../media/image381.emf"/><Relationship Id="rId10" Type="http://schemas.openxmlformats.org/officeDocument/2006/relationships/customXml" Target="../ink/ink50.xml"/><Relationship Id="rId4" Type="http://schemas.openxmlformats.org/officeDocument/2006/relationships/customXml" Target="../ink/ink47.xml"/><Relationship Id="rId9" Type="http://schemas.openxmlformats.org/officeDocument/2006/relationships/image" Target="../media/image378.emf"/><Relationship Id="rId14" Type="http://schemas.openxmlformats.org/officeDocument/2006/relationships/customXml" Target="../ink/ink52.xml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95.emf"/><Relationship Id="rId21" Type="http://schemas.openxmlformats.org/officeDocument/2006/relationships/customXml" Target="../ink/ink62.xml"/><Relationship Id="rId42" Type="http://schemas.openxmlformats.org/officeDocument/2006/relationships/image" Target="../media/image403.emf"/><Relationship Id="rId47" Type="http://schemas.openxmlformats.org/officeDocument/2006/relationships/customXml" Target="../ink/ink75.xml"/><Relationship Id="rId63" Type="http://schemas.openxmlformats.org/officeDocument/2006/relationships/customXml" Target="../ink/ink83.xml"/><Relationship Id="rId68" Type="http://schemas.openxmlformats.org/officeDocument/2006/relationships/image" Target="../media/image416.emf"/><Relationship Id="rId84" Type="http://schemas.openxmlformats.org/officeDocument/2006/relationships/image" Target="../media/image424.emf"/><Relationship Id="rId89" Type="http://schemas.openxmlformats.org/officeDocument/2006/relationships/customXml" Target="../ink/ink96.xml"/><Relationship Id="rId16" Type="http://schemas.openxmlformats.org/officeDocument/2006/relationships/image" Target="../media/image390.emf"/><Relationship Id="rId107" Type="http://schemas.openxmlformats.org/officeDocument/2006/relationships/customXml" Target="../ink/ink105.xml"/><Relationship Id="rId11" Type="http://schemas.openxmlformats.org/officeDocument/2006/relationships/customXml" Target="../ink/ink57.xml"/><Relationship Id="rId32" Type="http://schemas.openxmlformats.org/officeDocument/2006/relationships/image" Target="../media/image398.emf"/><Relationship Id="rId37" Type="http://schemas.openxmlformats.org/officeDocument/2006/relationships/customXml" Target="../ink/ink70.xml"/><Relationship Id="rId53" Type="http://schemas.openxmlformats.org/officeDocument/2006/relationships/customXml" Target="../ink/ink78.xml"/><Relationship Id="rId58" Type="http://schemas.openxmlformats.org/officeDocument/2006/relationships/image" Target="../media/image411.emf"/><Relationship Id="rId74" Type="http://schemas.openxmlformats.org/officeDocument/2006/relationships/image" Target="../media/image419.emf"/><Relationship Id="rId79" Type="http://schemas.openxmlformats.org/officeDocument/2006/relationships/customXml" Target="../ink/ink91.xml"/><Relationship Id="rId102" Type="http://schemas.openxmlformats.org/officeDocument/2006/relationships/image" Target="../media/image433.emf"/><Relationship Id="rId5" Type="http://schemas.openxmlformats.org/officeDocument/2006/relationships/customXml" Target="../ink/ink54.xml"/><Relationship Id="rId90" Type="http://schemas.openxmlformats.org/officeDocument/2006/relationships/image" Target="../media/image427.emf"/><Relationship Id="rId95" Type="http://schemas.openxmlformats.org/officeDocument/2006/relationships/customXml" Target="../ink/ink99.xml"/><Relationship Id="rId22" Type="http://schemas.openxmlformats.org/officeDocument/2006/relationships/image" Target="../media/image393.emf"/><Relationship Id="rId27" Type="http://schemas.openxmlformats.org/officeDocument/2006/relationships/customXml" Target="../ink/ink65.xml"/><Relationship Id="rId43" Type="http://schemas.openxmlformats.org/officeDocument/2006/relationships/customXml" Target="../ink/ink73.xml"/><Relationship Id="rId48" Type="http://schemas.openxmlformats.org/officeDocument/2006/relationships/image" Target="../media/image406.emf"/><Relationship Id="rId64" Type="http://schemas.openxmlformats.org/officeDocument/2006/relationships/image" Target="../media/image414.emf"/><Relationship Id="rId69" Type="http://schemas.openxmlformats.org/officeDocument/2006/relationships/customXml" Target="../ink/ink86.xml"/><Relationship Id="rId80" Type="http://schemas.openxmlformats.org/officeDocument/2006/relationships/image" Target="../media/image422.emf"/><Relationship Id="rId85" Type="http://schemas.openxmlformats.org/officeDocument/2006/relationships/customXml" Target="../ink/ink94.xml"/><Relationship Id="rId12" Type="http://schemas.openxmlformats.org/officeDocument/2006/relationships/image" Target="../media/image388.emf"/><Relationship Id="rId17" Type="http://schemas.openxmlformats.org/officeDocument/2006/relationships/customXml" Target="../ink/ink60.xml"/><Relationship Id="rId33" Type="http://schemas.openxmlformats.org/officeDocument/2006/relationships/customXml" Target="../ink/ink68.xml"/><Relationship Id="rId38" Type="http://schemas.openxmlformats.org/officeDocument/2006/relationships/image" Target="../media/image401.emf"/><Relationship Id="rId59" Type="http://schemas.openxmlformats.org/officeDocument/2006/relationships/customXml" Target="../ink/ink81.xml"/><Relationship Id="rId103" Type="http://schemas.openxmlformats.org/officeDocument/2006/relationships/customXml" Target="../ink/ink103.xml"/><Relationship Id="rId108" Type="http://schemas.openxmlformats.org/officeDocument/2006/relationships/image" Target="../media/image436.emf"/><Relationship Id="rId54" Type="http://schemas.openxmlformats.org/officeDocument/2006/relationships/image" Target="../media/image409.emf"/><Relationship Id="rId70" Type="http://schemas.openxmlformats.org/officeDocument/2006/relationships/image" Target="../media/image417.emf"/><Relationship Id="rId75" Type="http://schemas.openxmlformats.org/officeDocument/2006/relationships/customXml" Target="../ink/ink89.xml"/><Relationship Id="rId91" Type="http://schemas.openxmlformats.org/officeDocument/2006/relationships/customXml" Target="../ink/ink97.xml"/><Relationship Id="rId96" Type="http://schemas.openxmlformats.org/officeDocument/2006/relationships/image" Target="../media/image43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5.emf"/><Relationship Id="rId15" Type="http://schemas.openxmlformats.org/officeDocument/2006/relationships/customXml" Target="../ink/ink59.xml"/><Relationship Id="rId23" Type="http://schemas.openxmlformats.org/officeDocument/2006/relationships/customXml" Target="../ink/ink63.xml"/><Relationship Id="rId28" Type="http://schemas.openxmlformats.org/officeDocument/2006/relationships/image" Target="../media/image396.emf"/><Relationship Id="rId36" Type="http://schemas.openxmlformats.org/officeDocument/2006/relationships/image" Target="../media/image400.emf"/><Relationship Id="rId49" Type="http://schemas.openxmlformats.org/officeDocument/2006/relationships/customXml" Target="../ink/ink76.xml"/><Relationship Id="rId57" Type="http://schemas.openxmlformats.org/officeDocument/2006/relationships/customXml" Target="../ink/ink80.xml"/><Relationship Id="rId106" Type="http://schemas.openxmlformats.org/officeDocument/2006/relationships/image" Target="../media/image435.emf"/><Relationship Id="rId10" Type="http://schemas.openxmlformats.org/officeDocument/2006/relationships/image" Target="../media/image387.emf"/><Relationship Id="rId31" Type="http://schemas.openxmlformats.org/officeDocument/2006/relationships/customXml" Target="../ink/ink67.xml"/><Relationship Id="rId44" Type="http://schemas.openxmlformats.org/officeDocument/2006/relationships/image" Target="../media/image404.emf"/><Relationship Id="rId52" Type="http://schemas.openxmlformats.org/officeDocument/2006/relationships/image" Target="../media/image408.emf"/><Relationship Id="rId60" Type="http://schemas.openxmlformats.org/officeDocument/2006/relationships/image" Target="../media/image412.emf"/><Relationship Id="rId65" Type="http://schemas.openxmlformats.org/officeDocument/2006/relationships/customXml" Target="../ink/ink84.xml"/><Relationship Id="rId73" Type="http://schemas.openxmlformats.org/officeDocument/2006/relationships/customXml" Target="../ink/ink88.xml"/><Relationship Id="rId78" Type="http://schemas.openxmlformats.org/officeDocument/2006/relationships/image" Target="../media/image421.emf"/><Relationship Id="rId81" Type="http://schemas.openxmlformats.org/officeDocument/2006/relationships/customXml" Target="../ink/ink92.xml"/><Relationship Id="rId86" Type="http://schemas.openxmlformats.org/officeDocument/2006/relationships/image" Target="../media/image425.emf"/><Relationship Id="rId94" Type="http://schemas.openxmlformats.org/officeDocument/2006/relationships/image" Target="../media/image429.emf"/><Relationship Id="rId99" Type="http://schemas.openxmlformats.org/officeDocument/2006/relationships/customXml" Target="../ink/ink101.xml"/><Relationship Id="rId101" Type="http://schemas.openxmlformats.org/officeDocument/2006/relationships/customXml" Target="../ink/ink102.xml"/><Relationship Id="rId4" Type="http://schemas.openxmlformats.org/officeDocument/2006/relationships/image" Target="../media/image21.png"/><Relationship Id="rId9" Type="http://schemas.openxmlformats.org/officeDocument/2006/relationships/customXml" Target="../ink/ink56.xml"/><Relationship Id="rId13" Type="http://schemas.openxmlformats.org/officeDocument/2006/relationships/customXml" Target="../ink/ink58.xml"/><Relationship Id="rId18" Type="http://schemas.openxmlformats.org/officeDocument/2006/relationships/image" Target="../media/image391.emf"/><Relationship Id="rId39" Type="http://schemas.openxmlformats.org/officeDocument/2006/relationships/customXml" Target="../ink/ink71.xml"/><Relationship Id="rId109" Type="http://schemas.openxmlformats.org/officeDocument/2006/relationships/customXml" Target="../ink/ink106.xml"/><Relationship Id="rId34" Type="http://schemas.openxmlformats.org/officeDocument/2006/relationships/image" Target="../media/image399.emf"/><Relationship Id="rId50" Type="http://schemas.openxmlformats.org/officeDocument/2006/relationships/image" Target="../media/image407.emf"/><Relationship Id="rId55" Type="http://schemas.openxmlformats.org/officeDocument/2006/relationships/customXml" Target="../ink/ink79.xml"/><Relationship Id="rId76" Type="http://schemas.openxmlformats.org/officeDocument/2006/relationships/image" Target="../media/image420.emf"/><Relationship Id="rId97" Type="http://schemas.openxmlformats.org/officeDocument/2006/relationships/customXml" Target="../ink/ink100.xml"/><Relationship Id="rId104" Type="http://schemas.openxmlformats.org/officeDocument/2006/relationships/image" Target="../media/image434.emf"/><Relationship Id="rId7" Type="http://schemas.openxmlformats.org/officeDocument/2006/relationships/customXml" Target="../ink/ink55.xml"/><Relationship Id="rId71" Type="http://schemas.openxmlformats.org/officeDocument/2006/relationships/customXml" Target="../ink/ink87.xml"/><Relationship Id="rId92" Type="http://schemas.openxmlformats.org/officeDocument/2006/relationships/image" Target="../media/image428.emf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66.xml"/><Relationship Id="rId24" Type="http://schemas.openxmlformats.org/officeDocument/2006/relationships/image" Target="../media/image394.emf"/><Relationship Id="rId40" Type="http://schemas.openxmlformats.org/officeDocument/2006/relationships/image" Target="../media/image402.emf"/><Relationship Id="rId45" Type="http://schemas.openxmlformats.org/officeDocument/2006/relationships/customXml" Target="../ink/ink74.xml"/><Relationship Id="rId66" Type="http://schemas.openxmlformats.org/officeDocument/2006/relationships/image" Target="../media/image415.emf"/><Relationship Id="rId87" Type="http://schemas.openxmlformats.org/officeDocument/2006/relationships/customXml" Target="../ink/ink95.xml"/><Relationship Id="rId110" Type="http://schemas.openxmlformats.org/officeDocument/2006/relationships/image" Target="../media/image437.emf"/><Relationship Id="rId61" Type="http://schemas.openxmlformats.org/officeDocument/2006/relationships/customXml" Target="../ink/ink82.xml"/><Relationship Id="rId82" Type="http://schemas.openxmlformats.org/officeDocument/2006/relationships/image" Target="../media/image423.emf"/><Relationship Id="rId19" Type="http://schemas.openxmlformats.org/officeDocument/2006/relationships/customXml" Target="../ink/ink61.xml"/><Relationship Id="rId14" Type="http://schemas.openxmlformats.org/officeDocument/2006/relationships/image" Target="../media/image389.emf"/><Relationship Id="rId30" Type="http://schemas.openxmlformats.org/officeDocument/2006/relationships/image" Target="../media/image397.emf"/><Relationship Id="rId35" Type="http://schemas.openxmlformats.org/officeDocument/2006/relationships/customXml" Target="../ink/ink69.xml"/><Relationship Id="rId56" Type="http://schemas.openxmlformats.org/officeDocument/2006/relationships/image" Target="../media/image410.emf"/><Relationship Id="rId77" Type="http://schemas.openxmlformats.org/officeDocument/2006/relationships/customXml" Target="../ink/ink90.xml"/><Relationship Id="rId100" Type="http://schemas.openxmlformats.org/officeDocument/2006/relationships/image" Target="../media/image432.emf"/><Relationship Id="rId105" Type="http://schemas.openxmlformats.org/officeDocument/2006/relationships/customXml" Target="../ink/ink104.xml"/><Relationship Id="rId8" Type="http://schemas.openxmlformats.org/officeDocument/2006/relationships/image" Target="../media/image386.emf"/><Relationship Id="rId51" Type="http://schemas.openxmlformats.org/officeDocument/2006/relationships/customXml" Target="../ink/ink77.xml"/><Relationship Id="rId72" Type="http://schemas.openxmlformats.org/officeDocument/2006/relationships/image" Target="../media/image418.emf"/><Relationship Id="rId93" Type="http://schemas.openxmlformats.org/officeDocument/2006/relationships/customXml" Target="../ink/ink98.xml"/><Relationship Id="rId98" Type="http://schemas.openxmlformats.org/officeDocument/2006/relationships/image" Target="../media/image431.emf"/><Relationship Id="rId3" Type="http://schemas.openxmlformats.org/officeDocument/2006/relationships/image" Target="../media/image20.png"/><Relationship Id="rId25" Type="http://schemas.openxmlformats.org/officeDocument/2006/relationships/customXml" Target="../ink/ink64.xml"/><Relationship Id="rId46" Type="http://schemas.openxmlformats.org/officeDocument/2006/relationships/image" Target="../media/image405.emf"/><Relationship Id="rId67" Type="http://schemas.openxmlformats.org/officeDocument/2006/relationships/customXml" Target="../ink/ink85.xml"/><Relationship Id="rId20" Type="http://schemas.openxmlformats.org/officeDocument/2006/relationships/image" Target="../media/image392.emf"/><Relationship Id="rId41" Type="http://schemas.openxmlformats.org/officeDocument/2006/relationships/customXml" Target="../ink/ink72.xml"/><Relationship Id="rId62" Type="http://schemas.openxmlformats.org/officeDocument/2006/relationships/image" Target="../media/image413.emf"/><Relationship Id="rId83" Type="http://schemas.openxmlformats.org/officeDocument/2006/relationships/customXml" Target="../ink/ink93.xml"/><Relationship Id="rId88" Type="http://schemas.openxmlformats.org/officeDocument/2006/relationships/image" Target="../media/image426.emf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6.xml"/><Relationship Id="rId21" Type="http://schemas.openxmlformats.org/officeDocument/2006/relationships/image" Target="../media/image449.emf"/><Relationship Id="rId42" Type="http://schemas.openxmlformats.org/officeDocument/2006/relationships/customXml" Target="../ink/ink124.xml"/><Relationship Id="rId47" Type="http://schemas.openxmlformats.org/officeDocument/2006/relationships/image" Target="../media/image462.emf"/><Relationship Id="rId63" Type="http://schemas.openxmlformats.org/officeDocument/2006/relationships/image" Target="../media/image470.emf"/><Relationship Id="rId68" Type="http://schemas.openxmlformats.org/officeDocument/2006/relationships/customXml" Target="../ink/ink137.xml"/><Relationship Id="rId16" Type="http://schemas.openxmlformats.org/officeDocument/2006/relationships/customXml" Target="../ink/ink111.xml"/><Relationship Id="rId11" Type="http://schemas.openxmlformats.org/officeDocument/2006/relationships/image" Target="../media/image444.emf"/><Relationship Id="rId32" Type="http://schemas.openxmlformats.org/officeDocument/2006/relationships/customXml" Target="../ink/ink119.xml"/><Relationship Id="rId37" Type="http://schemas.openxmlformats.org/officeDocument/2006/relationships/image" Target="../media/image457.emf"/><Relationship Id="rId53" Type="http://schemas.openxmlformats.org/officeDocument/2006/relationships/image" Target="../media/image465.emf"/><Relationship Id="rId58" Type="http://schemas.openxmlformats.org/officeDocument/2006/relationships/customXml" Target="../ink/ink132.xml"/><Relationship Id="rId74" Type="http://schemas.openxmlformats.org/officeDocument/2006/relationships/customXml" Target="../ink/ink140.xml"/><Relationship Id="rId79" Type="http://schemas.openxmlformats.org/officeDocument/2006/relationships/image" Target="../media/image478.emf"/><Relationship Id="rId5" Type="http://schemas.openxmlformats.org/officeDocument/2006/relationships/image" Target="../media/image24.png"/><Relationship Id="rId61" Type="http://schemas.openxmlformats.org/officeDocument/2006/relationships/image" Target="../media/image469.emf"/><Relationship Id="rId19" Type="http://schemas.openxmlformats.org/officeDocument/2006/relationships/image" Target="../media/image448.emf"/><Relationship Id="rId14" Type="http://schemas.openxmlformats.org/officeDocument/2006/relationships/customXml" Target="../ink/ink110.xml"/><Relationship Id="rId22" Type="http://schemas.openxmlformats.org/officeDocument/2006/relationships/customXml" Target="../ink/ink114.xml"/><Relationship Id="rId27" Type="http://schemas.openxmlformats.org/officeDocument/2006/relationships/image" Target="../media/image452.emf"/><Relationship Id="rId30" Type="http://schemas.openxmlformats.org/officeDocument/2006/relationships/customXml" Target="../ink/ink118.xml"/><Relationship Id="rId35" Type="http://schemas.openxmlformats.org/officeDocument/2006/relationships/image" Target="../media/image456.emf"/><Relationship Id="rId43" Type="http://schemas.openxmlformats.org/officeDocument/2006/relationships/image" Target="../media/image460.emf"/><Relationship Id="rId48" Type="http://schemas.openxmlformats.org/officeDocument/2006/relationships/customXml" Target="../ink/ink127.xml"/><Relationship Id="rId56" Type="http://schemas.openxmlformats.org/officeDocument/2006/relationships/customXml" Target="../ink/ink131.xml"/><Relationship Id="rId64" Type="http://schemas.openxmlformats.org/officeDocument/2006/relationships/customXml" Target="../ink/ink135.xml"/><Relationship Id="rId69" Type="http://schemas.openxmlformats.org/officeDocument/2006/relationships/image" Target="../media/image473.emf"/><Relationship Id="rId77" Type="http://schemas.openxmlformats.org/officeDocument/2006/relationships/image" Target="../media/image477.emf"/><Relationship Id="rId8" Type="http://schemas.openxmlformats.org/officeDocument/2006/relationships/customXml" Target="../ink/ink107.xml"/><Relationship Id="rId51" Type="http://schemas.openxmlformats.org/officeDocument/2006/relationships/image" Target="../media/image464.emf"/><Relationship Id="rId72" Type="http://schemas.openxmlformats.org/officeDocument/2006/relationships/customXml" Target="../ink/ink139.xml"/><Relationship Id="rId80" Type="http://schemas.openxmlformats.org/officeDocument/2006/relationships/customXml" Target="../ink/ink143.xml"/><Relationship Id="rId3" Type="http://schemas.openxmlformats.org/officeDocument/2006/relationships/image" Target="../media/image22.png"/><Relationship Id="rId12" Type="http://schemas.openxmlformats.org/officeDocument/2006/relationships/customXml" Target="../ink/ink109.xml"/><Relationship Id="rId17" Type="http://schemas.openxmlformats.org/officeDocument/2006/relationships/image" Target="../media/image447.emf"/><Relationship Id="rId25" Type="http://schemas.openxmlformats.org/officeDocument/2006/relationships/image" Target="../media/image451.emf"/><Relationship Id="rId33" Type="http://schemas.openxmlformats.org/officeDocument/2006/relationships/image" Target="../media/image455.emf"/><Relationship Id="rId38" Type="http://schemas.openxmlformats.org/officeDocument/2006/relationships/customXml" Target="../ink/ink122.xml"/><Relationship Id="rId46" Type="http://schemas.openxmlformats.org/officeDocument/2006/relationships/customXml" Target="../ink/ink126.xml"/><Relationship Id="rId59" Type="http://schemas.openxmlformats.org/officeDocument/2006/relationships/image" Target="../media/image468.emf"/><Relationship Id="rId67" Type="http://schemas.openxmlformats.org/officeDocument/2006/relationships/image" Target="../media/image472.emf"/><Relationship Id="rId20" Type="http://schemas.openxmlformats.org/officeDocument/2006/relationships/customXml" Target="../ink/ink113.xml"/><Relationship Id="rId41" Type="http://schemas.openxmlformats.org/officeDocument/2006/relationships/image" Target="../media/image459.emf"/><Relationship Id="rId54" Type="http://schemas.openxmlformats.org/officeDocument/2006/relationships/customXml" Target="../ink/ink130.xml"/><Relationship Id="rId62" Type="http://schemas.openxmlformats.org/officeDocument/2006/relationships/customXml" Target="../ink/ink134.xml"/><Relationship Id="rId70" Type="http://schemas.openxmlformats.org/officeDocument/2006/relationships/customXml" Target="../ink/ink138.xml"/><Relationship Id="rId75" Type="http://schemas.openxmlformats.org/officeDocument/2006/relationships/image" Target="../media/image47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5" Type="http://schemas.openxmlformats.org/officeDocument/2006/relationships/image" Target="../media/image446.emf"/><Relationship Id="rId23" Type="http://schemas.openxmlformats.org/officeDocument/2006/relationships/image" Target="../media/image450.emf"/><Relationship Id="rId28" Type="http://schemas.openxmlformats.org/officeDocument/2006/relationships/customXml" Target="../ink/ink117.xml"/><Relationship Id="rId36" Type="http://schemas.openxmlformats.org/officeDocument/2006/relationships/customXml" Target="../ink/ink121.xml"/><Relationship Id="rId49" Type="http://schemas.openxmlformats.org/officeDocument/2006/relationships/image" Target="../media/image463.emf"/><Relationship Id="rId57" Type="http://schemas.openxmlformats.org/officeDocument/2006/relationships/image" Target="../media/image467.emf"/><Relationship Id="rId10" Type="http://schemas.openxmlformats.org/officeDocument/2006/relationships/customXml" Target="../ink/ink108.xml"/><Relationship Id="rId31" Type="http://schemas.openxmlformats.org/officeDocument/2006/relationships/image" Target="../media/image454.emf"/><Relationship Id="rId44" Type="http://schemas.openxmlformats.org/officeDocument/2006/relationships/customXml" Target="../ink/ink125.xml"/><Relationship Id="rId52" Type="http://schemas.openxmlformats.org/officeDocument/2006/relationships/customXml" Target="../ink/ink129.xml"/><Relationship Id="rId60" Type="http://schemas.openxmlformats.org/officeDocument/2006/relationships/customXml" Target="../ink/ink133.xml"/><Relationship Id="rId65" Type="http://schemas.openxmlformats.org/officeDocument/2006/relationships/image" Target="../media/image471.emf"/><Relationship Id="rId73" Type="http://schemas.openxmlformats.org/officeDocument/2006/relationships/image" Target="../media/image475.emf"/><Relationship Id="rId78" Type="http://schemas.openxmlformats.org/officeDocument/2006/relationships/customXml" Target="../ink/ink142.xml"/><Relationship Id="rId81" Type="http://schemas.openxmlformats.org/officeDocument/2006/relationships/image" Target="../media/image479.emf"/><Relationship Id="rId4" Type="http://schemas.openxmlformats.org/officeDocument/2006/relationships/image" Target="../media/image23.png"/><Relationship Id="rId9" Type="http://schemas.openxmlformats.org/officeDocument/2006/relationships/image" Target="../media/image443.emf"/><Relationship Id="rId13" Type="http://schemas.openxmlformats.org/officeDocument/2006/relationships/image" Target="../media/image445.emf"/><Relationship Id="rId18" Type="http://schemas.openxmlformats.org/officeDocument/2006/relationships/customXml" Target="../ink/ink112.xml"/><Relationship Id="rId39" Type="http://schemas.openxmlformats.org/officeDocument/2006/relationships/image" Target="../media/image458.emf"/><Relationship Id="rId34" Type="http://schemas.openxmlformats.org/officeDocument/2006/relationships/customXml" Target="../ink/ink120.xml"/><Relationship Id="rId50" Type="http://schemas.openxmlformats.org/officeDocument/2006/relationships/customXml" Target="../ink/ink128.xml"/><Relationship Id="rId55" Type="http://schemas.openxmlformats.org/officeDocument/2006/relationships/image" Target="../media/image466.emf"/><Relationship Id="rId76" Type="http://schemas.openxmlformats.org/officeDocument/2006/relationships/customXml" Target="../ink/ink141.xml"/><Relationship Id="rId7" Type="http://schemas.openxmlformats.org/officeDocument/2006/relationships/image" Target="../media/image26.png"/><Relationship Id="rId71" Type="http://schemas.openxmlformats.org/officeDocument/2006/relationships/image" Target="../media/image474.emf"/><Relationship Id="rId2" Type="http://schemas.openxmlformats.org/officeDocument/2006/relationships/notesSlide" Target="../notesSlides/notesSlide5.xml"/><Relationship Id="rId29" Type="http://schemas.openxmlformats.org/officeDocument/2006/relationships/image" Target="../media/image453.emf"/><Relationship Id="rId24" Type="http://schemas.openxmlformats.org/officeDocument/2006/relationships/customXml" Target="../ink/ink115.xml"/><Relationship Id="rId40" Type="http://schemas.openxmlformats.org/officeDocument/2006/relationships/customXml" Target="../ink/ink123.xml"/><Relationship Id="rId45" Type="http://schemas.openxmlformats.org/officeDocument/2006/relationships/image" Target="../media/image461.emf"/><Relationship Id="rId66" Type="http://schemas.openxmlformats.org/officeDocument/2006/relationships/customXml" Target="../ink/ink13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1.emf"/><Relationship Id="rId5" Type="http://schemas.openxmlformats.org/officeDocument/2006/relationships/customXml" Target="../ink/ink145.xml"/><Relationship Id="rId4" Type="http://schemas.openxmlformats.org/officeDocument/2006/relationships/image" Target="../media/image480.emf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7.xml"/><Relationship Id="rId3" Type="http://schemas.openxmlformats.org/officeDocument/2006/relationships/image" Target="../media/image27.png"/><Relationship Id="rId25" Type="http://schemas.openxmlformats.org/officeDocument/2006/relationships/image" Target="../media/image494.emf"/><Relationship Id="rId2" Type="http://schemas.openxmlformats.org/officeDocument/2006/relationships/notesSlide" Target="../notesSlides/notesSlide7.xml"/><Relationship Id="rId29" Type="http://schemas.openxmlformats.org/officeDocument/2006/relationships/image" Target="../media/image496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5" Type="http://schemas.openxmlformats.org/officeDocument/2006/relationships/image" Target="../media/image54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148.xml"/></Relationships>
</file>

<file path=ppt/slides/_rels/slide25.xml.rels><?xml version="1.0" encoding="UTF-8" standalone="yes"?>
<Relationships xmlns="http://schemas.openxmlformats.org/package/2006/relationships"><Relationship Id="rId85" Type="http://schemas.openxmlformats.org/officeDocument/2006/relationships/customXml" Target="../ink/ink152.xml"/><Relationship Id="rId3" Type="http://schemas.openxmlformats.org/officeDocument/2006/relationships/image" Target="../media/image31.png"/><Relationship Id="rId47" Type="http://schemas.openxmlformats.org/officeDocument/2006/relationships/customXml" Target="../ink/ink150.xml"/><Relationship Id="rId84" Type="http://schemas.openxmlformats.org/officeDocument/2006/relationships/image" Target="../media/image594.emf"/><Relationship Id="rId46" Type="http://schemas.openxmlformats.org/officeDocument/2006/relationships/image" Target="../media/image57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87" Type="http://schemas.openxmlformats.org/officeDocument/2006/relationships/customXml" Target="../ink/ink153.xml"/><Relationship Id="rId5" Type="http://schemas.openxmlformats.org/officeDocument/2006/relationships/customXml" Target="../ink/ink149.xml"/><Relationship Id="rId61" Type="http://schemas.openxmlformats.org/officeDocument/2006/relationships/customXml" Target="../ink/ink151.xml"/><Relationship Id="rId90" Type="http://schemas.openxmlformats.org/officeDocument/2006/relationships/image" Target="../media/image597.emf"/><Relationship Id="rId60" Type="http://schemas.openxmlformats.org/officeDocument/2006/relationships/image" Target="../media/image582.emf"/><Relationship Id="rId86" Type="http://schemas.openxmlformats.org/officeDocument/2006/relationships/image" Target="../media/image595.emf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9" Type="http://schemas.openxmlformats.org/officeDocument/2006/relationships/customXml" Target="../ink/ink157.xml"/><Relationship Id="rId3" Type="http://schemas.openxmlformats.org/officeDocument/2006/relationships/image" Target="../media/image33.png"/><Relationship Id="rId55" Type="http://schemas.openxmlformats.org/officeDocument/2006/relationships/customXml" Target="../ink/ink158.xml"/><Relationship Id="rId76" Type="http://schemas.openxmlformats.org/officeDocument/2006/relationships/image" Target="../media/image640.emf"/><Relationship Id="rId33" Type="http://schemas.openxmlformats.org/officeDocument/2006/relationships/customXml" Target="../ink/ink156.xml"/><Relationship Id="rId38" Type="http://schemas.openxmlformats.org/officeDocument/2006/relationships/image" Target="../media/image621.emf"/><Relationship Id="rId2" Type="http://schemas.openxmlformats.org/officeDocument/2006/relationships/notesSlide" Target="../notesSlides/notesSlide10.xml"/><Relationship Id="rId54" Type="http://schemas.openxmlformats.org/officeDocument/2006/relationships/image" Target="../media/image629.emf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618.emf"/><Relationship Id="rId5" Type="http://schemas.openxmlformats.org/officeDocument/2006/relationships/customXml" Target="../ink/ink154.xml"/><Relationship Id="rId23" Type="http://schemas.openxmlformats.org/officeDocument/2006/relationships/customXml" Target="../ink/ink155.xml"/><Relationship Id="rId65" Type="http://schemas.openxmlformats.org/officeDocument/2006/relationships/customXml" Target="../ink/ink159.xml"/><Relationship Id="rId4" Type="http://schemas.openxmlformats.org/officeDocument/2006/relationships/image" Target="../media/image34.png"/><Relationship Id="rId22" Type="http://schemas.openxmlformats.org/officeDocument/2006/relationships/image" Target="../media/image613.emf"/><Relationship Id="rId64" Type="http://schemas.openxmlformats.org/officeDocument/2006/relationships/image" Target="../media/image63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1" Type="http://schemas.openxmlformats.org/officeDocument/2006/relationships/image" Target="../media/image65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1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524000" y="2245809"/>
            <a:ext cx="9144000" cy="156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l">
              <a:buSzPts val="4800"/>
            </a:pPr>
            <a:r>
              <a:rPr lang="en-US" sz="4800"/>
              <a:t>CSE 445</a:t>
            </a:r>
            <a:br>
              <a:rPr lang="en-US" sz="4800" dirty="0"/>
            </a:br>
            <a:r>
              <a:rPr lang="en-US" sz="4800"/>
              <a:t>Lecture 7</a:t>
            </a:r>
            <a:endParaRPr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3947050"/>
            <a:ext cx="9144000" cy="572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None/>
            </a:pPr>
            <a:r>
              <a:rPr lang="en-US" sz="2000" dirty="0"/>
              <a:t>Linear classifier by decision boundaries</a:t>
            </a:r>
            <a:endParaRPr dirty="0"/>
          </a:p>
        </p:txBody>
      </p:sp>
      <p:sp>
        <p:nvSpPr>
          <p:cNvPr id="92" name="Google Shape;92;p1"/>
          <p:cNvSpPr/>
          <p:nvPr/>
        </p:nvSpPr>
        <p:spPr>
          <a:xfrm>
            <a:off x="0" y="1"/>
            <a:ext cx="5920619" cy="2130951"/>
          </a:xfrm>
          <a:custGeom>
            <a:avLst/>
            <a:gdLst/>
            <a:ahLst/>
            <a:cxnLst/>
            <a:rect l="l" t="t" r="r" b="b"/>
            <a:pathLst>
              <a:path w="5920619" h="2130951" extrusionOk="0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5097839" y="0"/>
            <a:ext cx="7094160" cy="2130952"/>
          </a:xfrm>
          <a:custGeom>
            <a:avLst/>
            <a:gdLst/>
            <a:ahLst/>
            <a:cxnLst/>
            <a:rect l="l" t="t" r="r" b="b"/>
            <a:pathLst>
              <a:path w="7094160" h="2130952" extrusionOk="0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 flipH="1">
            <a:off x="6149721" y="4682920"/>
            <a:ext cx="4522796" cy="2175080"/>
          </a:xfrm>
          <a:custGeom>
            <a:avLst/>
            <a:gdLst/>
            <a:ahLst/>
            <a:cxnLst/>
            <a:rect l="l" t="t" r="r" b="b"/>
            <a:pathLst>
              <a:path w="4522796" h="2175080" extrusionOk="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266810" y="4682920"/>
            <a:ext cx="5925190" cy="2175080"/>
          </a:xfrm>
          <a:custGeom>
            <a:avLst/>
            <a:gdLst/>
            <a:ahLst/>
            <a:cxnLst/>
            <a:rect l="l" t="t" r="r" b="b"/>
            <a:pathLst>
              <a:path w="5925190" h="2175080" extrusionOk="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0" y="4682920"/>
            <a:ext cx="7114535" cy="2175080"/>
          </a:xfrm>
          <a:custGeom>
            <a:avLst/>
            <a:gdLst/>
            <a:ahLst/>
            <a:cxnLst/>
            <a:rect l="l" t="t" r="r" b="b"/>
            <a:pathLst>
              <a:path w="7114535" h="2175080" extrusionOk="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Classifier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decision boundary for binary classification</a:t>
            </a:r>
          </a:p>
          <a:p>
            <a:r>
              <a:rPr lang="en-US" dirty="0"/>
              <a:t>A loss function for classification</a:t>
            </a:r>
          </a:p>
          <a:p>
            <a:r>
              <a:rPr lang="en-US" dirty="0"/>
              <a:t>The perceptron algorithm</a:t>
            </a:r>
          </a:p>
        </p:txBody>
      </p:sp>
    </p:spTree>
    <p:extLst>
      <p:ext uri="{BB962C8B-B14F-4D97-AF65-F5344CB8AC3E}">
        <p14:creationId xmlns:p14="http://schemas.microsoft.com/office/powerpoint/2010/main" val="1624339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decision boundary for classification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31" y="998216"/>
            <a:ext cx="6994358" cy="541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776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classifiers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417" y="1636294"/>
            <a:ext cx="10516834" cy="39303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8" name="Ink 177"/>
              <p14:cNvContentPartPr/>
              <p14:nvPr/>
            </p14:nvContentPartPr>
            <p14:xfrm>
              <a:off x="3585152" y="2563310"/>
              <a:ext cx="45360" cy="36000"/>
            </p14:xfrm>
          </p:contentPart>
        </mc:Choice>
        <mc:Fallback xmlns="">
          <p:pic>
            <p:nvPicPr>
              <p:cNvPr id="178" name="Ink 177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577592" y="2555390"/>
                <a:ext cx="5904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93" name="Ink 192"/>
              <p14:cNvContentPartPr/>
              <p14:nvPr/>
            </p14:nvContentPartPr>
            <p14:xfrm>
              <a:off x="6381272" y="3406070"/>
              <a:ext cx="73440" cy="119160"/>
            </p14:xfrm>
          </p:contentPart>
        </mc:Choice>
        <mc:Fallback xmlns="">
          <p:pic>
            <p:nvPicPr>
              <p:cNvPr id="193" name="Ink 192"/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372632" y="3392750"/>
                <a:ext cx="87840" cy="14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6727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loss function for classification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490" y="1347537"/>
            <a:ext cx="8928716" cy="206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336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simple learning algorithm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95" y="1363580"/>
            <a:ext cx="10548946" cy="18934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0" name="Ink 129"/>
              <p14:cNvContentPartPr/>
              <p14:nvPr/>
            </p14:nvContentPartPr>
            <p14:xfrm>
              <a:off x="10530272" y="3753470"/>
              <a:ext cx="10080" cy="3240"/>
            </p14:xfrm>
          </p:contentPart>
        </mc:Choice>
        <mc:Fallback xmlns="">
          <p:pic>
            <p:nvPicPr>
              <p:cNvPr id="130" name="Ink 12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523432" y="3747350"/>
                <a:ext cx="2268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9" name="Ink 148"/>
              <p14:cNvContentPartPr/>
              <p14:nvPr/>
            </p14:nvContentPartPr>
            <p14:xfrm>
              <a:off x="2036432" y="2728910"/>
              <a:ext cx="1658880" cy="59400"/>
            </p14:xfrm>
          </p:contentPart>
        </mc:Choice>
        <mc:Fallback xmlns="">
          <p:pic>
            <p:nvPicPr>
              <p:cNvPr id="149" name="Ink 148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029592" y="2719190"/>
                <a:ext cx="167544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3" name="Ink 152"/>
              <p14:cNvContentPartPr/>
              <p14:nvPr/>
            </p14:nvContentPartPr>
            <p14:xfrm>
              <a:off x="12428192" y="2792630"/>
              <a:ext cx="123840" cy="160920"/>
            </p14:xfrm>
          </p:contentPart>
        </mc:Choice>
        <mc:Fallback xmlns="">
          <p:pic>
            <p:nvPicPr>
              <p:cNvPr id="153" name="Ink 152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424592" y="2786870"/>
                <a:ext cx="134640" cy="17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7668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simple learning algorithm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980295" y="1363580"/>
            <a:ext cx="10548946" cy="4778568"/>
            <a:chOff x="980295" y="1363580"/>
            <a:chExt cx="10548946" cy="477856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0295" y="1363580"/>
              <a:ext cx="10548946" cy="1893401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6128" y="3256981"/>
              <a:ext cx="8389765" cy="2885167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4" name="Ink 83"/>
              <p14:cNvContentPartPr/>
              <p14:nvPr/>
            </p14:nvContentPartPr>
            <p14:xfrm>
              <a:off x="4746872" y="5160710"/>
              <a:ext cx="3600" cy="3240"/>
            </p14:xfrm>
          </p:contentPart>
        </mc:Choice>
        <mc:Fallback xmlns="">
          <p:pic>
            <p:nvPicPr>
              <p:cNvPr id="84" name="Ink 83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742912" y="5154230"/>
                <a:ext cx="1404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0" name="Ink 109"/>
              <p14:cNvContentPartPr/>
              <p14:nvPr/>
            </p14:nvContentPartPr>
            <p14:xfrm>
              <a:off x="5219912" y="5111390"/>
              <a:ext cx="13320" cy="20880"/>
            </p14:xfrm>
          </p:contentPart>
        </mc:Choice>
        <mc:Fallback xmlns="">
          <p:pic>
            <p:nvPicPr>
              <p:cNvPr id="110" name="Ink 109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209832" y="5101310"/>
                <a:ext cx="31320" cy="3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0413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Perceptron algorithm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119188"/>
            <a:ext cx="11320465" cy="853991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85 data points – linearly separable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309" y="1637617"/>
            <a:ext cx="6869744" cy="496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116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Perceptron convergence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253" y="1113225"/>
            <a:ext cx="8837162" cy="472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13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Improving the perceptron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255" y="1187116"/>
            <a:ext cx="8644625" cy="462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60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learning problem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733" y="1507958"/>
            <a:ext cx="9561534" cy="30479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8" name="Ink 227"/>
              <p14:cNvContentPartPr/>
              <p14:nvPr/>
            </p14:nvContentPartPr>
            <p14:xfrm>
              <a:off x="7036832" y="4061990"/>
              <a:ext cx="16560" cy="16200"/>
            </p14:xfrm>
          </p:contentPart>
        </mc:Choice>
        <mc:Fallback xmlns="">
          <p:pic>
            <p:nvPicPr>
              <p:cNvPr id="228" name="Ink 227"/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031072" y="4057310"/>
                <a:ext cx="2844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6809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Maximizing the margin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31" y="987126"/>
            <a:ext cx="8053137" cy="51293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5" name="Ink 44"/>
              <p14:cNvContentPartPr/>
              <p14:nvPr/>
            </p14:nvContentPartPr>
            <p14:xfrm>
              <a:off x="5019752" y="2894510"/>
              <a:ext cx="23400" cy="3600"/>
            </p14:xfrm>
          </p:contentPart>
        </mc:Choice>
        <mc:Fallback xmlns="">
          <p:pic>
            <p:nvPicPr>
              <p:cNvPr id="45" name="Ink 44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015792" y="2886590"/>
                <a:ext cx="3384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9532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Formula for a margin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337" y="1051920"/>
            <a:ext cx="6079957" cy="5265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8" name="Ink 87"/>
              <p14:cNvContentPartPr/>
              <p14:nvPr/>
            </p14:nvContentPartPr>
            <p14:xfrm>
              <a:off x="8077232" y="4166390"/>
              <a:ext cx="101880" cy="87120"/>
            </p14:xfrm>
          </p:contentPart>
        </mc:Choice>
        <mc:Fallback xmlns="">
          <p:pic>
            <p:nvPicPr>
              <p:cNvPr id="88" name="Ink 87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068952" y="4157390"/>
                <a:ext cx="11952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3" name="Ink 182"/>
              <p14:cNvContentPartPr/>
              <p14:nvPr/>
            </p14:nvContentPartPr>
            <p14:xfrm>
              <a:off x="7810626" y="3152270"/>
              <a:ext cx="22680" cy="0"/>
            </p14:xfrm>
          </p:contentPart>
        </mc:Choice>
        <mc:Fallback xmlns="">
          <p:pic>
            <p:nvPicPr>
              <p:cNvPr id="183" name="Ink 182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0" y="0"/>
                <a:ext cx="2268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98" name="Ink 297"/>
              <p14:cNvContentPartPr/>
              <p14:nvPr/>
            </p14:nvContentPartPr>
            <p14:xfrm>
              <a:off x="1744641" y="4912729"/>
              <a:ext cx="53640" cy="28381"/>
            </p14:xfrm>
          </p:contentPart>
        </mc:Choice>
        <mc:Fallback xmlns="">
          <p:pic>
            <p:nvPicPr>
              <p:cNvPr id="298" name="Ink 297"/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734921" y="4906622"/>
                <a:ext cx="69480" cy="459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05" name="Ink 304"/>
              <p14:cNvContentPartPr/>
              <p14:nvPr/>
            </p14:nvContentPartPr>
            <p14:xfrm>
              <a:off x="7717401" y="5737849"/>
              <a:ext cx="34920" cy="25560"/>
            </p14:xfrm>
          </p:contentPart>
        </mc:Choice>
        <mc:Fallback xmlns="">
          <p:pic>
            <p:nvPicPr>
              <p:cNvPr id="305" name="Ink 304"/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707681" y="5728129"/>
                <a:ext cx="52200" cy="4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8095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Maximum margin linear classifier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511" y="1361864"/>
            <a:ext cx="8049900" cy="51693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2" name="Ink 141"/>
              <p14:cNvContentPartPr/>
              <p14:nvPr/>
            </p14:nvContentPartPr>
            <p14:xfrm>
              <a:off x="4893032" y="3034609"/>
              <a:ext cx="86760" cy="33840"/>
            </p14:xfrm>
          </p:contentPart>
        </mc:Choice>
        <mc:Fallback xmlns="">
          <p:pic>
            <p:nvPicPr>
              <p:cNvPr id="142" name="Ink 141"/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886192" y="3028129"/>
                <a:ext cx="99360" cy="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4617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Support vectors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463" y="1103824"/>
            <a:ext cx="9384632" cy="49643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2" name="Ink 131"/>
              <p14:cNvContentPartPr/>
              <p14:nvPr/>
            </p14:nvContentPartPr>
            <p14:xfrm>
              <a:off x="5537792" y="3668929"/>
              <a:ext cx="64080" cy="191520"/>
            </p14:xfrm>
          </p:contentPart>
        </mc:Choice>
        <mc:Fallback xmlns="">
          <p:pic>
            <p:nvPicPr>
              <p:cNvPr id="132" name="Ink 131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529512" y="3661369"/>
                <a:ext cx="7848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64" name="Ink 163"/>
              <p14:cNvContentPartPr/>
              <p14:nvPr/>
            </p14:nvContentPartPr>
            <p14:xfrm>
              <a:off x="4423232" y="4658209"/>
              <a:ext cx="16200" cy="360"/>
            </p14:xfrm>
          </p:contentPart>
        </mc:Choice>
        <mc:Fallback xmlns="">
          <p:pic>
            <p:nvPicPr>
              <p:cNvPr id="164" name="Ink 163"/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416752" y="4651729"/>
                <a:ext cx="2592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65" name="Ink 164"/>
              <p14:cNvContentPartPr/>
              <p14:nvPr/>
            </p14:nvContentPartPr>
            <p14:xfrm>
              <a:off x="5877632" y="3605569"/>
              <a:ext cx="3240" cy="2520"/>
            </p14:xfrm>
          </p:contentPart>
        </mc:Choice>
        <mc:Fallback xmlns="">
          <p:pic>
            <p:nvPicPr>
              <p:cNvPr id="165" name="Ink 164"/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874752" y="3602209"/>
                <a:ext cx="9000" cy="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1325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SVM example: Iris data set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296" y="956340"/>
            <a:ext cx="9288378" cy="500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659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SVM example: Iris data set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674" y="925737"/>
            <a:ext cx="9288379" cy="538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12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/>
              <a:t>Maximum margin classifier</a:t>
            </a:r>
            <a:endParaRPr/>
          </a:p>
        </p:txBody>
      </p:sp>
      <p:pic>
        <p:nvPicPr>
          <p:cNvPr id="156" name="Google Shape;15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742" y="1445383"/>
            <a:ext cx="10764752" cy="2514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1060" y="3942943"/>
            <a:ext cx="8592749" cy="291505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4550312" y="748609"/>
              <a:ext cx="1002960" cy="1141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42752" y="739609"/>
                <a:ext cx="101952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/>
              <p14:cNvContentPartPr/>
              <p14:nvPr/>
            </p14:nvContentPartPr>
            <p14:xfrm>
              <a:off x="4103912" y="1863169"/>
              <a:ext cx="671400" cy="590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95272" y="1856329"/>
                <a:ext cx="68832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/>
              <p14:cNvContentPartPr/>
              <p14:nvPr/>
            </p14:nvContentPartPr>
            <p14:xfrm>
              <a:off x="2441072" y="1833649"/>
              <a:ext cx="572760" cy="18972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32432" y="1824289"/>
                <a:ext cx="58464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Ink 14"/>
              <p14:cNvContentPartPr/>
              <p14:nvPr/>
            </p14:nvContentPartPr>
            <p14:xfrm>
              <a:off x="3029312" y="2511889"/>
              <a:ext cx="402480" cy="116244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19232" y="2504329"/>
                <a:ext cx="416160" cy="11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Ink 19"/>
              <p14:cNvContentPartPr/>
              <p14:nvPr/>
            </p14:nvContentPartPr>
            <p14:xfrm>
              <a:off x="5735432" y="1250449"/>
              <a:ext cx="282600" cy="15624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26072" y="1243249"/>
                <a:ext cx="29556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" name="Ink 20"/>
              <p14:cNvContentPartPr/>
              <p14:nvPr/>
            </p14:nvContentPartPr>
            <p14:xfrm>
              <a:off x="6870872" y="1430809"/>
              <a:ext cx="168840" cy="3996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860792" y="1419649"/>
                <a:ext cx="18972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2" name="Ink 21"/>
              <p14:cNvContentPartPr/>
              <p14:nvPr/>
            </p14:nvContentPartPr>
            <p14:xfrm>
              <a:off x="5518712" y="1447009"/>
              <a:ext cx="260640" cy="36360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509352" y="1439089"/>
                <a:ext cx="28116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/>
              <p14:cNvContentPartPr/>
              <p14:nvPr/>
            </p14:nvContentPartPr>
            <p14:xfrm>
              <a:off x="6340232" y="1496329"/>
              <a:ext cx="266400" cy="6120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330512" y="1492729"/>
                <a:ext cx="2793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4" name="Ink 23"/>
              <p14:cNvContentPartPr/>
              <p14:nvPr/>
            </p14:nvContentPartPr>
            <p14:xfrm>
              <a:off x="3936152" y="3250249"/>
              <a:ext cx="60480" cy="681120"/>
            </p14:xfrm>
          </p:contentPart>
        </mc:Choice>
        <mc:Fallback xmlns="">
          <p:pic>
            <p:nvPicPr>
              <p:cNvPr id="24" name="Ink 23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925712" y="3240889"/>
                <a:ext cx="81720" cy="70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0" name="Ink 29"/>
              <p14:cNvContentPartPr/>
              <p14:nvPr/>
            </p14:nvContentPartPr>
            <p14:xfrm>
              <a:off x="3768752" y="1734289"/>
              <a:ext cx="360" cy="11520"/>
            </p14:xfrm>
          </p:contentPart>
        </mc:Choice>
        <mc:Fallback xmlns="">
          <p:pic>
            <p:nvPicPr>
              <p:cNvPr id="30" name="Ink 29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762632" y="1731049"/>
                <a:ext cx="1260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31" name="Ink 130"/>
              <p14:cNvContentPartPr/>
              <p14:nvPr/>
            </p14:nvContentPartPr>
            <p14:xfrm>
              <a:off x="4583432" y="1765609"/>
              <a:ext cx="33120" cy="32040"/>
            </p14:xfrm>
          </p:contentPart>
        </mc:Choice>
        <mc:Fallback xmlns="">
          <p:pic>
            <p:nvPicPr>
              <p:cNvPr id="131" name="Ink 130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571192" y="1753729"/>
                <a:ext cx="561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32" name="Ink 131"/>
              <p14:cNvContentPartPr/>
              <p14:nvPr/>
            </p14:nvContentPartPr>
            <p14:xfrm>
              <a:off x="10322552" y="955609"/>
              <a:ext cx="223920" cy="924120"/>
            </p14:xfrm>
          </p:contentPart>
        </mc:Choice>
        <mc:Fallback xmlns="">
          <p:pic>
            <p:nvPicPr>
              <p:cNvPr id="132" name="Ink 131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312112" y="945169"/>
                <a:ext cx="242640" cy="9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38" name="Ink 137"/>
              <p14:cNvContentPartPr/>
              <p14:nvPr/>
            </p14:nvContentPartPr>
            <p14:xfrm>
              <a:off x="10427312" y="1385089"/>
              <a:ext cx="1388880" cy="130320"/>
            </p14:xfrm>
          </p:contentPart>
        </mc:Choice>
        <mc:Fallback xmlns="">
          <p:pic>
            <p:nvPicPr>
              <p:cNvPr id="138" name="Ink 137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418672" y="1378609"/>
                <a:ext cx="140112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39" name="Ink 138"/>
              <p14:cNvContentPartPr/>
              <p14:nvPr/>
            </p14:nvContentPartPr>
            <p14:xfrm>
              <a:off x="10534592" y="642409"/>
              <a:ext cx="1818360" cy="1208520"/>
            </p14:xfrm>
          </p:contentPart>
        </mc:Choice>
        <mc:Fallback xmlns="">
          <p:pic>
            <p:nvPicPr>
              <p:cNvPr id="139" name="Ink 138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525232" y="631969"/>
                <a:ext cx="1838160" cy="12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40" name="Ink 139"/>
              <p14:cNvContentPartPr/>
              <p14:nvPr/>
            </p14:nvContentPartPr>
            <p14:xfrm>
              <a:off x="10631432" y="1027249"/>
              <a:ext cx="951120" cy="190800"/>
            </p14:xfrm>
          </p:contentPart>
        </mc:Choice>
        <mc:Fallback xmlns="">
          <p:pic>
            <p:nvPicPr>
              <p:cNvPr id="140" name="Ink 139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623152" y="1021129"/>
                <a:ext cx="9658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41" name="Ink 140"/>
              <p14:cNvContentPartPr/>
              <p14:nvPr/>
            </p14:nvContentPartPr>
            <p14:xfrm>
              <a:off x="10604792" y="1244689"/>
              <a:ext cx="785520" cy="111600"/>
            </p14:xfrm>
          </p:contentPart>
        </mc:Choice>
        <mc:Fallback xmlns="">
          <p:pic>
            <p:nvPicPr>
              <p:cNvPr id="141" name="Ink 140"/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596152" y="1238209"/>
                <a:ext cx="79992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42" name="Ink 141"/>
              <p14:cNvContentPartPr/>
              <p14:nvPr/>
            </p14:nvContentPartPr>
            <p14:xfrm>
              <a:off x="9671312" y="1336489"/>
              <a:ext cx="791640" cy="290880"/>
            </p14:xfrm>
          </p:contentPart>
        </mc:Choice>
        <mc:Fallback xmlns="">
          <p:pic>
            <p:nvPicPr>
              <p:cNvPr id="142" name="Ink 141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668072" y="1329649"/>
                <a:ext cx="80064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47" name="Ink 146"/>
              <p14:cNvContentPartPr/>
              <p14:nvPr/>
            </p14:nvContentPartPr>
            <p14:xfrm>
              <a:off x="4399112" y="3246289"/>
              <a:ext cx="389880" cy="396000"/>
            </p14:xfrm>
          </p:contentPart>
        </mc:Choice>
        <mc:Fallback xmlns="">
          <p:pic>
            <p:nvPicPr>
              <p:cNvPr id="147" name="Ink 146"/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390472" y="3238729"/>
                <a:ext cx="40428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48" name="Ink 147"/>
              <p14:cNvContentPartPr/>
              <p14:nvPr/>
            </p14:nvContentPartPr>
            <p14:xfrm>
              <a:off x="4588832" y="3467689"/>
              <a:ext cx="177120" cy="122400"/>
            </p14:xfrm>
          </p:contentPart>
        </mc:Choice>
        <mc:Fallback xmlns="">
          <p:pic>
            <p:nvPicPr>
              <p:cNvPr id="148" name="Ink 147"/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580192" y="3464089"/>
                <a:ext cx="18936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50" name="Ink 149"/>
              <p14:cNvContentPartPr/>
              <p14:nvPr/>
            </p14:nvContentPartPr>
            <p14:xfrm>
              <a:off x="3971072" y="3146569"/>
              <a:ext cx="2528280" cy="996480"/>
            </p14:xfrm>
          </p:contentPart>
        </mc:Choice>
        <mc:Fallback xmlns="">
          <p:pic>
            <p:nvPicPr>
              <p:cNvPr id="150" name="Ink 149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962432" y="3134329"/>
                <a:ext cx="2549520" cy="10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52" name="Ink 151"/>
              <p14:cNvContentPartPr/>
              <p14:nvPr/>
            </p14:nvContentPartPr>
            <p14:xfrm>
              <a:off x="5347352" y="2454289"/>
              <a:ext cx="1027800" cy="596160"/>
            </p14:xfrm>
          </p:contentPart>
        </mc:Choice>
        <mc:Fallback xmlns="">
          <p:pic>
            <p:nvPicPr>
              <p:cNvPr id="152" name="Ink 151"/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337272" y="2444929"/>
                <a:ext cx="1047600" cy="61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58" name="Ink 157"/>
              <p14:cNvContentPartPr/>
              <p14:nvPr/>
            </p14:nvContentPartPr>
            <p14:xfrm>
              <a:off x="6473432" y="2296969"/>
              <a:ext cx="552240" cy="265320"/>
            </p14:xfrm>
          </p:contentPart>
        </mc:Choice>
        <mc:Fallback xmlns="">
          <p:pic>
            <p:nvPicPr>
              <p:cNvPr id="158" name="Ink 157"/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464432" y="2286169"/>
                <a:ext cx="57204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59" name="Ink 158"/>
              <p14:cNvContentPartPr/>
              <p14:nvPr/>
            </p14:nvContentPartPr>
            <p14:xfrm>
              <a:off x="5578472" y="3399289"/>
              <a:ext cx="203760" cy="135360"/>
            </p14:xfrm>
          </p:contentPart>
        </mc:Choice>
        <mc:Fallback xmlns="">
          <p:pic>
            <p:nvPicPr>
              <p:cNvPr id="159" name="Ink 158"/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570552" y="3395329"/>
                <a:ext cx="21564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64" name="Ink 163"/>
              <p14:cNvContentPartPr/>
              <p14:nvPr/>
            </p14:nvContentPartPr>
            <p14:xfrm>
              <a:off x="8955632" y="4111009"/>
              <a:ext cx="875160" cy="345240"/>
            </p14:xfrm>
          </p:contentPart>
        </mc:Choice>
        <mc:Fallback xmlns="">
          <p:pic>
            <p:nvPicPr>
              <p:cNvPr id="164" name="Ink 163"/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946632" y="4101649"/>
                <a:ext cx="89388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69" name="Ink 168"/>
              <p14:cNvContentPartPr/>
              <p14:nvPr/>
            </p14:nvContentPartPr>
            <p14:xfrm>
              <a:off x="3007712" y="4984729"/>
              <a:ext cx="623880" cy="703440"/>
            </p14:xfrm>
          </p:contentPart>
        </mc:Choice>
        <mc:Fallback xmlns="">
          <p:pic>
            <p:nvPicPr>
              <p:cNvPr id="169" name="Ink 168"/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999792" y="4975369"/>
                <a:ext cx="641160" cy="72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70" name="Ink 169"/>
              <p14:cNvContentPartPr/>
              <p14:nvPr/>
            </p14:nvContentPartPr>
            <p14:xfrm>
              <a:off x="6267872" y="4402249"/>
              <a:ext cx="2652120" cy="615600"/>
            </p14:xfrm>
          </p:contentPart>
        </mc:Choice>
        <mc:Fallback xmlns="">
          <p:pic>
            <p:nvPicPr>
              <p:cNvPr id="170" name="Ink 169"/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258512" y="4392169"/>
                <a:ext cx="2670840" cy="63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71" name="Ink 170"/>
              <p14:cNvContentPartPr/>
              <p14:nvPr/>
            </p14:nvContentPartPr>
            <p14:xfrm>
              <a:off x="5681792" y="5621569"/>
              <a:ext cx="16200" cy="7920"/>
            </p14:xfrm>
          </p:contentPart>
        </mc:Choice>
        <mc:Fallback xmlns="">
          <p:pic>
            <p:nvPicPr>
              <p:cNvPr id="171" name="Ink 170"/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678912" y="5618689"/>
                <a:ext cx="2196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73" name="Ink 172"/>
              <p14:cNvContentPartPr/>
              <p14:nvPr/>
            </p14:nvContentPartPr>
            <p14:xfrm>
              <a:off x="2427752" y="4607449"/>
              <a:ext cx="629640" cy="404640"/>
            </p14:xfrm>
          </p:contentPart>
        </mc:Choice>
        <mc:Fallback xmlns="">
          <p:pic>
            <p:nvPicPr>
              <p:cNvPr id="173" name="Ink 172"/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420552" y="4598809"/>
                <a:ext cx="64764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74" name="Ink 173"/>
              <p14:cNvContentPartPr/>
              <p14:nvPr/>
            </p14:nvContentPartPr>
            <p14:xfrm>
              <a:off x="5696552" y="5608609"/>
              <a:ext cx="4320" cy="360"/>
            </p14:xfrm>
          </p:contentPart>
        </mc:Choice>
        <mc:Fallback xmlns="">
          <p:pic>
            <p:nvPicPr>
              <p:cNvPr id="174" name="Ink 173"/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693312" y="5604649"/>
                <a:ext cx="11520" cy="8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/>
              <a:t>Soft margin SVM</a:t>
            </a:r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/>
              <a:t>Data that isn’t linearly separable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/>
              <a:t>The idea is to add slack variables for each data point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/>
              <a:t>We need to reformulate the optimization problem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/>
              <a:t>We also set the slack parameters</a:t>
            </a:r>
            <a:endParaRPr/>
          </a:p>
        </p:txBody>
      </p:sp>
      <p:pic>
        <p:nvPicPr>
          <p:cNvPr id="164" name="Google Shape;164;p16" descr="Structure of Measured Dat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24281" y="3980329"/>
            <a:ext cx="5612904" cy="184173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/>
          <p:nvPr/>
        </p:nvSpPr>
        <p:spPr>
          <a:xfrm>
            <a:off x="6536533" y="3737769"/>
            <a:ext cx="2499891" cy="2429949"/>
          </a:xfrm>
          <a:prstGeom prst="ellipse">
            <a:avLst/>
          </a:prstGeom>
          <a:noFill/>
          <a:ln w="349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2364752" y="3190489"/>
              <a:ext cx="2384280" cy="105372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57552" y="3179689"/>
                <a:ext cx="2395440" cy="10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Ink 27"/>
              <p14:cNvContentPartPr/>
              <p14:nvPr/>
            </p14:nvContentPartPr>
            <p14:xfrm>
              <a:off x="5638232" y="5373889"/>
              <a:ext cx="54000" cy="687240"/>
            </p14:xfrm>
          </p:contentPart>
        </mc:Choice>
        <mc:Fallback xmlns="">
          <p:pic>
            <p:nvPicPr>
              <p:cNvPr id="28" name="Ink 27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28512" y="5365969"/>
                <a:ext cx="73080" cy="70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9" name="Ink 28"/>
              <p14:cNvContentPartPr/>
              <p14:nvPr/>
            </p14:nvContentPartPr>
            <p14:xfrm>
              <a:off x="4872872" y="3874070"/>
              <a:ext cx="1746000" cy="2115000"/>
            </p14:xfrm>
          </p:contentPart>
        </mc:Choice>
        <mc:Fallback xmlns="">
          <p:pic>
            <p:nvPicPr>
              <p:cNvPr id="29" name="Ink 2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63872" y="3866150"/>
                <a:ext cx="1765800" cy="21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" name="Ink 29"/>
              <p14:cNvContentPartPr/>
              <p14:nvPr/>
            </p14:nvContentPartPr>
            <p14:xfrm>
              <a:off x="5922632" y="5566849"/>
              <a:ext cx="3960" cy="14760"/>
            </p14:xfrm>
          </p:contentPart>
        </mc:Choice>
        <mc:Fallback xmlns="">
          <p:pic>
            <p:nvPicPr>
              <p:cNvPr id="30" name="Ink 2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16512" y="5561089"/>
                <a:ext cx="1584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0" name="Ink 159"/>
              <p14:cNvContentPartPr/>
              <p14:nvPr/>
            </p14:nvContentPartPr>
            <p14:xfrm>
              <a:off x="6414032" y="3709190"/>
              <a:ext cx="375840" cy="314640"/>
            </p14:xfrm>
          </p:contentPart>
        </mc:Choice>
        <mc:Fallback xmlns="">
          <p:pic>
            <p:nvPicPr>
              <p:cNvPr id="160" name="Ink 159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03952" y="3700190"/>
                <a:ext cx="38988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1" name="Ink 160"/>
              <p14:cNvContentPartPr/>
              <p14:nvPr/>
            </p14:nvContentPartPr>
            <p14:xfrm>
              <a:off x="6137192" y="3250190"/>
              <a:ext cx="1019160" cy="983520"/>
            </p14:xfrm>
          </p:contentPart>
        </mc:Choice>
        <mc:Fallback xmlns="">
          <p:pic>
            <p:nvPicPr>
              <p:cNvPr id="161" name="Ink 160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26752" y="3239750"/>
                <a:ext cx="1040040" cy="10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8" name="Ink 167"/>
              <p14:cNvContentPartPr/>
              <p14:nvPr/>
            </p14:nvContentPartPr>
            <p14:xfrm>
              <a:off x="8424992" y="4162070"/>
              <a:ext cx="767880" cy="288360"/>
            </p14:xfrm>
          </p:contentPart>
        </mc:Choice>
        <mc:Fallback xmlns="">
          <p:pic>
            <p:nvPicPr>
              <p:cNvPr id="168" name="Ink 167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16352" y="4155950"/>
                <a:ext cx="783720" cy="304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/>
              <a:t>Soft margin classifier </a:t>
            </a:r>
            <a:endParaRPr/>
          </a:p>
        </p:txBody>
      </p:sp>
      <p:pic>
        <p:nvPicPr>
          <p:cNvPr id="171" name="Google Shape;17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339" y="948858"/>
            <a:ext cx="10317015" cy="260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60573" y="3874333"/>
            <a:ext cx="4994016" cy="247595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/>
              <p14:cNvContentPartPr/>
              <p14:nvPr/>
            </p14:nvContentPartPr>
            <p14:xfrm>
              <a:off x="2811512" y="599929"/>
              <a:ext cx="1969200" cy="123300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01792" y="589489"/>
                <a:ext cx="1989360" cy="12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/>
              <p14:cNvContentPartPr/>
              <p14:nvPr/>
            </p14:nvContentPartPr>
            <p14:xfrm>
              <a:off x="2216072" y="2386249"/>
              <a:ext cx="455040" cy="48312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07072" y="2378329"/>
                <a:ext cx="478440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Ink 22"/>
              <p14:cNvContentPartPr/>
              <p14:nvPr/>
            </p14:nvContentPartPr>
            <p14:xfrm>
              <a:off x="2987552" y="771649"/>
              <a:ext cx="1420560" cy="11592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78192" y="764449"/>
                <a:ext cx="143676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7" name="Ink 26"/>
              <p14:cNvContentPartPr/>
              <p14:nvPr/>
            </p14:nvContentPartPr>
            <p14:xfrm>
              <a:off x="2776592" y="868849"/>
              <a:ext cx="1555200" cy="226080"/>
            </p14:xfrm>
          </p:contentPart>
        </mc:Choice>
        <mc:Fallback xmlns="">
          <p:pic>
            <p:nvPicPr>
              <p:cNvPr id="27" name="Ink 26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66872" y="860209"/>
                <a:ext cx="157248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8" name="Ink 27"/>
              <p14:cNvContentPartPr/>
              <p14:nvPr/>
            </p14:nvContentPartPr>
            <p14:xfrm>
              <a:off x="3142712" y="975049"/>
              <a:ext cx="1172880" cy="230400"/>
            </p14:xfrm>
          </p:contentPart>
        </mc:Choice>
        <mc:Fallback xmlns="">
          <p:pic>
            <p:nvPicPr>
              <p:cNvPr id="28" name="Ink 27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32992" y="967489"/>
                <a:ext cx="11898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9" name="Ink 28"/>
              <p14:cNvContentPartPr/>
              <p14:nvPr/>
            </p14:nvContentPartPr>
            <p14:xfrm>
              <a:off x="3033992" y="1202929"/>
              <a:ext cx="1186200" cy="273600"/>
            </p14:xfrm>
          </p:contentPart>
        </mc:Choice>
        <mc:Fallback xmlns="">
          <p:pic>
            <p:nvPicPr>
              <p:cNvPr id="29" name="Ink 28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23912" y="1194289"/>
                <a:ext cx="120456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0" name="Ink 29"/>
              <p14:cNvContentPartPr/>
              <p14:nvPr/>
            </p14:nvContentPartPr>
            <p14:xfrm>
              <a:off x="3171152" y="1434049"/>
              <a:ext cx="1273320" cy="168480"/>
            </p14:xfrm>
          </p:contentPart>
        </mc:Choice>
        <mc:Fallback xmlns="">
          <p:pic>
            <p:nvPicPr>
              <p:cNvPr id="30" name="Ink 29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161432" y="1427209"/>
                <a:ext cx="12870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1" name="Ink 30"/>
              <p14:cNvContentPartPr/>
              <p14:nvPr/>
            </p14:nvContentPartPr>
            <p14:xfrm>
              <a:off x="2411912" y="1150369"/>
              <a:ext cx="623880" cy="240480"/>
            </p14:xfrm>
          </p:contentPart>
        </mc:Choice>
        <mc:Fallback xmlns="">
          <p:pic>
            <p:nvPicPr>
              <p:cNvPr id="31" name="Ink 30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401832" y="1142089"/>
                <a:ext cx="64224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4" name="Ink 163"/>
              <p14:cNvContentPartPr/>
              <p14:nvPr/>
            </p14:nvContentPartPr>
            <p14:xfrm>
              <a:off x="7730552" y="3674329"/>
              <a:ext cx="695520" cy="1348560"/>
            </p14:xfrm>
          </p:contentPart>
        </mc:Choice>
        <mc:Fallback xmlns="">
          <p:pic>
            <p:nvPicPr>
              <p:cNvPr id="164" name="Ink 163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22992" y="3664249"/>
                <a:ext cx="713520" cy="13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5" name="Ink 174"/>
              <p14:cNvContentPartPr/>
              <p14:nvPr/>
            </p14:nvContentPartPr>
            <p14:xfrm>
              <a:off x="7307552" y="3745609"/>
              <a:ext cx="454320" cy="660240"/>
            </p14:xfrm>
          </p:contentPart>
        </mc:Choice>
        <mc:Fallback xmlns="">
          <p:pic>
            <p:nvPicPr>
              <p:cNvPr id="175" name="Ink 174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298192" y="3738409"/>
                <a:ext cx="467280" cy="67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76" name="Ink 175"/>
              <p14:cNvContentPartPr/>
              <p14:nvPr/>
            </p14:nvContentPartPr>
            <p14:xfrm>
              <a:off x="8647472" y="3608809"/>
              <a:ext cx="113760" cy="639360"/>
            </p14:xfrm>
          </p:contentPart>
        </mc:Choice>
        <mc:Fallback xmlns="">
          <p:pic>
            <p:nvPicPr>
              <p:cNvPr id="176" name="Ink 175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644232" y="3599089"/>
                <a:ext cx="127440" cy="65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80" name="Ink 179"/>
              <p14:cNvContentPartPr/>
              <p14:nvPr/>
            </p14:nvContentPartPr>
            <p14:xfrm>
              <a:off x="2450432" y="531529"/>
              <a:ext cx="4876920" cy="3723480"/>
            </p14:xfrm>
          </p:contentPart>
        </mc:Choice>
        <mc:Fallback xmlns="">
          <p:pic>
            <p:nvPicPr>
              <p:cNvPr id="180" name="Ink 179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440352" y="521449"/>
                <a:ext cx="4893480" cy="37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99" name="Ink 198"/>
              <p14:cNvContentPartPr/>
              <p14:nvPr/>
            </p14:nvContentPartPr>
            <p14:xfrm>
              <a:off x="7106312" y="4705369"/>
              <a:ext cx="1137960" cy="795240"/>
            </p14:xfrm>
          </p:contentPart>
        </mc:Choice>
        <mc:Fallback xmlns="">
          <p:pic>
            <p:nvPicPr>
              <p:cNvPr id="199" name="Ink 198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096232" y="4697089"/>
                <a:ext cx="1151640" cy="81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03" name="Ink 202"/>
              <p14:cNvContentPartPr/>
              <p14:nvPr/>
            </p14:nvContentPartPr>
            <p14:xfrm>
              <a:off x="7011992" y="3157009"/>
              <a:ext cx="572400" cy="72720"/>
            </p14:xfrm>
          </p:contentPart>
        </mc:Choice>
        <mc:Fallback xmlns="">
          <p:pic>
            <p:nvPicPr>
              <p:cNvPr id="203" name="Ink 202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003352" y="3148369"/>
                <a:ext cx="58968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05" name="Ink 204"/>
              <p14:cNvContentPartPr/>
              <p14:nvPr/>
            </p14:nvContentPartPr>
            <p14:xfrm>
              <a:off x="6582152" y="2690449"/>
              <a:ext cx="1362600" cy="613440"/>
            </p14:xfrm>
          </p:contentPart>
        </mc:Choice>
        <mc:Fallback xmlns="">
          <p:pic>
            <p:nvPicPr>
              <p:cNvPr id="205" name="Ink 204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571352" y="2679649"/>
                <a:ext cx="1384200" cy="63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06" name="Ink 205"/>
              <p14:cNvContentPartPr/>
              <p14:nvPr/>
            </p14:nvContentPartPr>
            <p14:xfrm>
              <a:off x="7464152" y="3775129"/>
              <a:ext cx="415800" cy="352800"/>
            </p14:xfrm>
          </p:contentPart>
        </mc:Choice>
        <mc:Fallback xmlns="">
          <p:pic>
            <p:nvPicPr>
              <p:cNvPr id="206" name="Ink 205"/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456952" y="3766849"/>
                <a:ext cx="43164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07" name="Ink 206"/>
              <p14:cNvContentPartPr/>
              <p14:nvPr/>
            </p14:nvContentPartPr>
            <p14:xfrm>
              <a:off x="8473952" y="4425289"/>
              <a:ext cx="604440" cy="340560"/>
            </p14:xfrm>
          </p:contentPart>
        </mc:Choice>
        <mc:Fallback xmlns="">
          <p:pic>
            <p:nvPicPr>
              <p:cNvPr id="207" name="Ink 206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465312" y="4416289"/>
                <a:ext cx="62244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14" name="Ink 213"/>
              <p14:cNvContentPartPr/>
              <p14:nvPr/>
            </p14:nvContentPartPr>
            <p14:xfrm>
              <a:off x="1687232" y="2718529"/>
              <a:ext cx="1311120" cy="565560"/>
            </p14:xfrm>
          </p:contentPart>
        </mc:Choice>
        <mc:Fallback xmlns="">
          <p:pic>
            <p:nvPicPr>
              <p:cNvPr id="214" name="Ink 213"/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677512" y="2709529"/>
                <a:ext cx="1324080" cy="58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21" name="Ink 220"/>
              <p14:cNvContentPartPr/>
              <p14:nvPr/>
            </p14:nvContentPartPr>
            <p14:xfrm>
              <a:off x="1714952" y="4118569"/>
              <a:ext cx="14400" cy="0"/>
            </p14:xfrm>
          </p:contentPart>
        </mc:Choice>
        <mc:Fallback xmlns="">
          <p:pic>
            <p:nvPicPr>
              <p:cNvPr id="221" name="Ink 220"/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0" y="0"/>
                <a:ext cx="1440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24" name="Ink 223"/>
              <p14:cNvContentPartPr/>
              <p14:nvPr/>
            </p14:nvContentPartPr>
            <p14:xfrm>
              <a:off x="3774872" y="3806809"/>
              <a:ext cx="839160" cy="383040"/>
            </p14:xfrm>
          </p:contentPart>
        </mc:Choice>
        <mc:Fallback xmlns="">
          <p:pic>
            <p:nvPicPr>
              <p:cNvPr id="224" name="Ink 223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765512" y="3797449"/>
                <a:ext cx="85824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50" name="Ink 249"/>
              <p14:cNvContentPartPr/>
              <p14:nvPr/>
            </p14:nvContentPartPr>
            <p14:xfrm>
              <a:off x="2652752" y="2496409"/>
              <a:ext cx="933480" cy="817920"/>
            </p14:xfrm>
          </p:contentPart>
        </mc:Choice>
        <mc:Fallback xmlns="">
          <p:pic>
            <p:nvPicPr>
              <p:cNvPr id="250" name="Ink 249"/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645912" y="2489569"/>
                <a:ext cx="943920" cy="83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55" name="Ink 254"/>
              <p14:cNvContentPartPr/>
              <p14:nvPr/>
            </p14:nvContentPartPr>
            <p14:xfrm>
              <a:off x="6357512" y="3207769"/>
              <a:ext cx="287280" cy="322920"/>
            </p14:xfrm>
          </p:contentPart>
        </mc:Choice>
        <mc:Fallback xmlns="">
          <p:pic>
            <p:nvPicPr>
              <p:cNvPr id="255" name="Ink 254"/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351392" y="3199129"/>
                <a:ext cx="30204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58" name="Ink 257"/>
              <p14:cNvContentPartPr/>
              <p14:nvPr/>
            </p14:nvContentPartPr>
            <p14:xfrm>
              <a:off x="8191352" y="1119049"/>
              <a:ext cx="1116720" cy="1265040"/>
            </p14:xfrm>
          </p:contentPart>
        </mc:Choice>
        <mc:Fallback xmlns="">
          <p:pic>
            <p:nvPicPr>
              <p:cNvPr id="258" name="Ink 257"/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183432" y="1110049"/>
                <a:ext cx="1135800" cy="12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68" name="Ink 267"/>
              <p14:cNvContentPartPr/>
              <p14:nvPr/>
            </p14:nvContentPartPr>
            <p14:xfrm>
              <a:off x="7943672" y="1147489"/>
              <a:ext cx="432360" cy="638280"/>
            </p14:xfrm>
          </p:contentPart>
        </mc:Choice>
        <mc:Fallback xmlns="">
          <p:pic>
            <p:nvPicPr>
              <p:cNvPr id="268" name="Ink 267"/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933952" y="1137769"/>
                <a:ext cx="448920" cy="65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74" name="Ink 273"/>
              <p14:cNvContentPartPr/>
              <p14:nvPr/>
            </p14:nvContentPartPr>
            <p14:xfrm>
              <a:off x="5201912" y="1283209"/>
              <a:ext cx="507960" cy="722160"/>
            </p14:xfrm>
          </p:contentPart>
        </mc:Choice>
        <mc:Fallback xmlns="">
          <p:pic>
            <p:nvPicPr>
              <p:cNvPr id="274" name="Ink 273"/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194352" y="1277449"/>
                <a:ext cx="523800" cy="73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81" name="Ink 280"/>
              <p14:cNvContentPartPr/>
              <p14:nvPr/>
            </p14:nvContentPartPr>
            <p14:xfrm>
              <a:off x="2821232" y="905209"/>
              <a:ext cx="98640" cy="140400"/>
            </p14:xfrm>
          </p:contentPart>
        </mc:Choice>
        <mc:Fallback xmlns="">
          <p:pic>
            <p:nvPicPr>
              <p:cNvPr id="281" name="Ink 280"/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810792" y="895129"/>
                <a:ext cx="1195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82" name="Ink 281"/>
              <p14:cNvContentPartPr/>
              <p14:nvPr/>
            </p14:nvContentPartPr>
            <p14:xfrm>
              <a:off x="3357632" y="2079889"/>
              <a:ext cx="421200" cy="441720"/>
            </p14:xfrm>
          </p:contentPart>
        </mc:Choice>
        <mc:Fallback xmlns="">
          <p:pic>
            <p:nvPicPr>
              <p:cNvPr id="282" name="Ink 281"/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350072" y="2071249"/>
                <a:ext cx="438120" cy="4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85" name="Ink 284"/>
              <p14:cNvContentPartPr/>
              <p14:nvPr/>
            </p14:nvContentPartPr>
            <p14:xfrm>
              <a:off x="3690272" y="2010409"/>
              <a:ext cx="268200" cy="366120"/>
            </p14:xfrm>
          </p:contentPart>
        </mc:Choice>
        <mc:Fallback xmlns="">
          <p:pic>
            <p:nvPicPr>
              <p:cNvPr id="285" name="Ink 284"/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683432" y="2003929"/>
                <a:ext cx="28440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86" name="Ink 285"/>
              <p14:cNvContentPartPr/>
              <p14:nvPr/>
            </p14:nvContentPartPr>
            <p14:xfrm>
              <a:off x="3523232" y="2439889"/>
              <a:ext cx="494280" cy="355320"/>
            </p14:xfrm>
          </p:contentPart>
        </mc:Choice>
        <mc:Fallback xmlns="">
          <p:pic>
            <p:nvPicPr>
              <p:cNvPr id="286" name="Ink 285"/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513512" y="2429449"/>
                <a:ext cx="51444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87" name="Ink 286"/>
              <p14:cNvContentPartPr/>
              <p14:nvPr/>
            </p14:nvContentPartPr>
            <p14:xfrm>
              <a:off x="450632" y="3839929"/>
              <a:ext cx="1277280" cy="829440"/>
            </p14:xfrm>
          </p:contentPart>
        </mc:Choice>
        <mc:Fallback xmlns="">
          <p:pic>
            <p:nvPicPr>
              <p:cNvPr id="287" name="Ink 286"/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43072" y="3832009"/>
                <a:ext cx="1288080" cy="84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292" name="Ink 291"/>
              <p14:cNvContentPartPr/>
              <p14:nvPr/>
            </p14:nvContentPartPr>
            <p14:xfrm>
              <a:off x="9048872" y="4291009"/>
              <a:ext cx="418320" cy="794880"/>
            </p14:xfrm>
          </p:contentPart>
        </mc:Choice>
        <mc:Fallback xmlns="">
          <p:pic>
            <p:nvPicPr>
              <p:cNvPr id="292" name="Ink 291"/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039872" y="4280929"/>
                <a:ext cx="439920" cy="80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293" name="Ink 292"/>
              <p14:cNvContentPartPr/>
              <p14:nvPr/>
            </p14:nvContentPartPr>
            <p14:xfrm>
              <a:off x="9924392" y="4496569"/>
              <a:ext cx="2621160" cy="439920"/>
            </p14:xfrm>
          </p:contentPart>
        </mc:Choice>
        <mc:Fallback xmlns="">
          <p:pic>
            <p:nvPicPr>
              <p:cNvPr id="293" name="Ink 292"/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915392" y="4487209"/>
                <a:ext cx="264240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294" name="Ink 293"/>
              <p14:cNvContentPartPr/>
              <p14:nvPr/>
            </p14:nvContentPartPr>
            <p14:xfrm>
              <a:off x="8022872" y="4564609"/>
              <a:ext cx="188280" cy="189000"/>
            </p14:xfrm>
          </p:contentPart>
        </mc:Choice>
        <mc:Fallback xmlns="">
          <p:pic>
            <p:nvPicPr>
              <p:cNvPr id="294" name="Ink 293"/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014592" y="4555969"/>
                <a:ext cx="20592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02" name="Ink 301"/>
              <p14:cNvContentPartPr/>
              <p14:nvPr/>
            </p14:nvContentPartPr>
            <p14:xfrm>
              <a:off x="8941232" y="766609"/>
              <a:ext cx="486000" cy="553320"/>
            </p14:xfrm>
          </p:contentPart>
        </mc:Choice>
        <mc:Fallback xmlns="">
          <p:pic>
            <p:nvPicPr>
              <p:cNvPr id="302" name="Ink 301"/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931872" y="756529"/>
                <a:ext cx="505440" cy="57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304" name="Ink 303"/>
              <p14:cNvContentPartPr/>
              <p14:nvPr/>
            </p14:nvContentPartPr>
            <p14:xfrm>
              <a:off x="8876792" y="998449"/>
              <a:ext cx="842400" cy="672840"/>
            </p14:xfrm>
          </p:contentPart>
        </mc:Choice>
        <mc:Fallback xmlns="">
          <p:pic>
            <p:nvPicPr>
              <p:cNvPr id="304" name="Ink 303"/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869952" y="990889"/>
                <a:ext cx="856800" cy="68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306" name="Ink 305"/>
              <p14:cNvContentPartPr/>
              <p14:nvPr/>
            </p14:nvContentPartPr>
            <p14:xfrm>
              <a:off x="9864632" y="694249"/>
              <a:ext cx="250560" cy="261720"/>
            </p14:xfrm>
          </p:contentPart>
        </mc:Choice>
        <mc:Fallback xmlns="">
          <p:pic>
            <p:nvPicPr>
              <p:cNvPr id="306" name="Ink 305"/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858512" y="688129"/>
                <a:ext cx="26460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307" name="Ink 306"/>
              <p14:cNvContentPartPr/>
              <p14:nvPr/>
            </p14:nvContentPartPr>
            <p14:xfrm>
              <a:off x="8962832" y="1839769"/>
              <a:ext cx="9000" cy="21240"/>
            </p14:xfrm>
          </p:contentPart>
        </mc:Choice>
        <mc:Fallback xmlns="">
          <p:pic>
            <p:nvPicPr>
              <p:cNvPr id="307" name="Ink 306"/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957072" y="1834009"/>
                <a:ext cx="2052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309" name="Ink 308"/>
              <p14:cNvContentPartPr/>
              <p14:nvPr/>
            </p14:nvContentPartPr>
            <p14:xfrm>
              <a:off x="7310072" y="2101849"/>
              <a:ext cx="484200" cy="88560"/>
            </p14:xfrm>
          </p:contentPart>
        </mc:Choice>
        <mc:Fallback xmlns="">
          <p:pic>
            <p:nvPicPr>
              <p:cNvPr id="309" name="Ink 308"/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300352" y="2091769"/>
                <a:ext cx="50292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310" name="Ink 309"/>
              <p14:cNvContentPartPr/>
              <p14:nvPr/>
            </p14:nvContentPartPr>
            <p14:xfrm>
              <a:off x="7225832" y="1960729"/>
              <a:ext cx="538560" cy="748080"/>
            </p14:xfrm>
          </p:contentPart>
        </mc:Choice>
        <mc:Fallback xmlns="">
          <p:pic>
            <p:nvPicPr>
              <p:cNvPr id="310" name="Ink 309"/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220072" y="1955689"/>
                <a:ext cx="551160" cy="75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318" name="Ink 317"/>
              <p14:cNvContentPartPr/>
              <p14:nvPr/>
            </p14:nvContentPartPr>
            <p14:xfrm>
              <a:off x="12048752" y="4911649"/>
              <a:ext cx="621720" cy="92880"/>
            </p14:xfrm>
          </p:contentPart>
        </mc:Choice>
        <mc:Fallback xmlns="">
          <p:pic>
            <p:nvPicPr>
              <p:cNvPr id="318" name="Ink 317"/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2040472" y="4906969"/>
                <a:ext cx="63828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333" name="Ink 332"/>
              <p14:cNvContentPartPr/>
              <p14:nvPr/>
            </p14:nvContentPartPr>
            <p14:xfrm>
              <a:off x="2772272" y="4438609"/>
              <a:ext cx="655920" cy="623880"/>
            </p14:xfrm>
          </p:contentPart>
        </mc:Choice>
        <mc:Fallback xmlns="">
          <p:pic>
            <p:nvPicPr>
              <p:cNvPr id="333" name="Ink 332"/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769032" y="4432849"/>
                <a:ext cx="672120" cy="63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340" name="Ink 339"/>
              <p14:cNvContentPartPr/>
              <p14:nvPr/>
            </p14:nvContentPartPr>
            <p14:xfrm>
              <a:off x="3930752" y="4806889"/>
              <a:ext cx="395640" cy="442080"/>
            </p14:xfrm>
          </p:contentPart>
        </mc:Choice>
        <mc:Fallback xmlns="">
          <p:pic>
            <p:nvPicPr>
              <p:cNvPr id="340" name="Ink 339"/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922472" y="4800764"/>
                <a:ext cx="412200" cy="4550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369" name="Ink 368"/>
              <p14:cNvContentPartPr/>
              <p14:nvPr/>
            </p14:nvContentPartPr>
            <p14:xfrm>
              <a:off x="8252552" y="4717249"/>
              <a:ext cx="445680" cy="339120"/>
            </p14:xfrm>
          </p:contentPart>
        </mc:Choice>
        <mc:Fallback xmlns="">
          <p:pic>
            <p:nvPicPr>
              <p:cNvPr id="369" name="Ink 368"/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248952" y="4707529"/>
                <a:ext cx="45936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394" name="Ink 393"/>
              <p14:cNvContentPartPr/>
              <p14:nvPr/>
            </p14:nvContentPartPr>
            <p14:xfrm>
              <a:off x="6803552" y="6285409"/>
              <a:ext cx="1336680" cy="646560"/>
            </p14:xfrm>
          </p:contentPart>
        </mc:Choice>
        <mc:Fallback xmlns="">
          <p:pic>
            <p:nvPicPr>
              <p:cNvPr id="394" name="Ink 393"/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793832" y="6276049"/>
                <a:ext cx="1355040" cy="66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396" name="Ink 395"/>
              <p14:cNvContentPartPr/>
              <p14:nvPr/>
            </p14:nvContentPartPr>
            <p14:xfrm>
              <a:off x="10267832" y="6099289"/>
              <a:ext cx="1443240" cy="314640"/>
            </p14:xfrm>
          </p:contentPart>
        </mc:Choice>
        <mc:Fallback xmlns="">
          <p:pic>
            <p:nvPicPr>
              <p:cNvPr id="396" name="Ink 395"/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260992" y="6086675"/>
                <a:ext cx="1463400" cy="338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398" name="Ink 397"/>
              <p14:cNvContentPartPr/>
              <p14:nvPr/>
            </p14:nvContentPartPr>
            <p14:xfrm>
              <a:off x="4110752" y="5275249"/>
              <a:ext cx="8341200" cy="1499760"/>
            </p14:xfrm>
          </p:contentPart>
        </mc:Choice>
        <mc:Fallback xmlns="">
          <p:pic>
            <p:nvPicPr>
              <p:cNvPr id="398" name="Ink 397"/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4104632" y="5267327"/>
                <a:ext cx="8350560" cy="15145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399" name="Ink 398"/>
              <p14:cNvContentPartPr/>
              <p14:nvPr/>
            </p14:nvContentPartPr>
            <p14:xfrm>
              <a:off x="10636472" y="6011089"/>
              <a:ext cx="1498320" cy="709560"/>
            </p14:xfrm>
          </p:contentPart>
        </mc:Choice>
        <mc:Fallback xmlns="">
          <p:pic>
            <p:nvPicPr>
              <p:cNvPr id="399" name="Ink 398"/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0627832" y="6002449"/>
                <a:ext cx="1514520" cy="72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401" name="Ink 400"/>
              <p14:cNvContentPartPr/>
              <p14:nvPr/>
            </p14:nvContentPartPr>
            <p14:xfrm>
              <a:off x="11852912" y="4959529"/>
              <a:ext cx="783360" cy="124200"/>
            </p14:xfrm>
          </p:contentPart>
        </mc:Choice>
        <mc:Fallback xmlns="">
          <p:pic>
            <p:nvPicPr>
              <p:cNvPr id="401" name="Ink 400"/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1844992" y="4951969"/>
                <a:ext cx="7999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402" name="Ink 401"/>
              <p14:cNvContentPartPr/>
              <p14:nvPr/>
            </p14:nvContentPartPr>
            <p14:xfrm>
              <a:off x="11763632" y="4933609"/>
              <a:ext cx="719280" cy="162360"/>
            </p14:xfrm>
          </p:contentPart>
        </mc:Choice>
        <mc:Fallback xmlns="">
          <p:pic>
            <p:nvPicPr>
              <p:cNvPr id="402" name="Ink 401"/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1755712" y="4923889"/>
                <a:ext cx="73692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403" name="Ink 402"/>
              <p14:cNvContentPartPr/>
              <p14:nvPr/>
            </p14:nvContentPartPr>
            <p14:xfrm>
              <a:off x="10421192" y="5207569"/>
              <a:ext cx="1220400" cy="880200"/>
            </p14:xfrm>
          </p:contentPart>
        </mc:Choice>
        <mc:Fallback xmlns="">
          <p:pic>
            <p:nvPicPr>
              <p:cNvPr id="403" name="Ink 402"/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0413272" y="5201089"/>
                <a:ext cx="1238400" cy="89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412" name="Ink 411"/>
              <p14:cNvContentPartPr/>
              <p14:nvPr/>
            </p14:nvContentPartPr>
            <p14:xfrm>
              <a:off x="2467712" y="3758209"/>
              <a:ext cx="2486160" cy="1224000"/>
            </p14:xfrm>
          </p:contentPart>
        </mc:Choice>
        <mc:Fallback xmlns="">
          <p:pic>
            <p:nvPicPr>
              <p:cNvPr id="412" name="Ink 411"/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2459792" y="3749929"/>
                <a:ext cx="2497680" cy="12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424" name="Ink 423"/>
              <p14:cNvContentPartPr/>
              <p14:nvPr/>
            </p14:nvContentPartPr>
            <p14:xfrm>
              <a:off x="732512" y="5548489"/>
              <a:ext cx="1675080" cy="1071360"/>
            </p14:xfrm>
          </p:contentPart>
        </mc:Choice>
        <mc:Fallback xmlns="">
          <p:pic>
            <p:nvPicPr>
              <p:cNvPr id="424" name="Ink 423"/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23872" y="5536969"/>
                <a:ext cx="1695600" cy="10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433" name="Ink 432"/>
              <p14:cNvContentPartPr/>
              <p14:nvPr/>
            </p14:nvContentPartPr>
            <p14:xfrm>
              <a:off x="1613072" y="6468289"/>
              <a:ext cx="1038240" cy="380520"/>
            </p14:xfrm>
          </p:contentPart>
        </mc:Choice>
        <mc:Fallback xmlns="">
          <p:pic>
            <p:nvPicPr>
              <p:cNvPr id="433" name="Ink 432"/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604432" y="6455689"/>
                <a:ext cx="1059120" cy="401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/>
              <a:t>Margin vs Slack</a:t>
            </a:r>
            <a:endParaRPr/>
          </a:p>
        </p:txBody>
      </p:sp>
      <p:pic>
        <p:nvPicPr>
          <p:cNvPr id="178" name="Google Shape;17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423" y="834799"/>
            <a:ext cx="5454047" cy="2041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88386" y="985988"/>
            <a:ext cx="3180860" cy="2044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17699" y="981595"/>
            <a:ext cx="3244028" cy="2048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88386" y="3692241"/>
            <a:ext cx="3458058" cy="2181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17699" y="3881387"/>
            <a:ext cx="3183483" cy="199238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/>
              <p14:cNvContentPartPr/>
              <p14:nvPr/>
            </p14:nvContentPartPr>
            <p14:xfrm>
              <a:off x="5285072" y="806929"/>
              <a:ext cx="752400" cy="5817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75352" y="797209"/>
                <a:ext cx="772200" cy="60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/>
              <p14:cNvContentPartPr/>
              <p14:nvPr/>
            </p14:nvContentPartPr>
            <p14:xfrm>
              <a:off x="7098032" y="1895929"/>
              <a:ext cx="1059120" cy="3963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89752" y="1892689"/>
                <a:ext cx="107532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/>
              <p14:cNvContentPartPr/>
              <p14:nvPr/>
            </p14:nvContentPartPr>
            <p14:xfrm>
              <a:off x="8824592" y="790369"/>
              <a:ext cx="651960" cy="47088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14872" y="780289"/>
                <a:ext cx="671760" cy="48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/>
              <p14:cNvContentPartPr/>
              <p14:nvPr/>
            </p14:nvContentPartPr>
            <p14:xfrm>
              <a:off x="2724032" y="700009"/>
              <a:ext cx="1978200" cy="115488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14672" y="690289"/>
                <a:ext cx="1996920" cy="11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Ink 21"/>
              <p14:cNvContentPartPr/>
              <p14:nvPr/>
            </p14:nvContentPartPr>
            <p14:xfrm>
              <a:off x="3633032" y="860929"/>
              <a:ext cx="36720" cy="54684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25832" y="854089"/>
                <a:ext cx="52560" cy="56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4" name="Ink 163"/>
              <p14:cNvContentPartPr/>
              <p14:nvPr/>
            </p14:nvContentPartPr>
            <p14:xfrm>
              <a:off x="5162672" y="3441049"/>
              <a:ext cx="984600" cy="713880"/>
            </p14:xfrm>
          </p:contentPart>
        </mc:Choice>
        <mc:Fallback xmlns="">
          <p:pic>
            <p:nvPicPr>
              <p:cNvPr id="164" name="Ink 163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55112" y="3434209"/>
                <a:ext cx="1001880" cy="72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4" name="Ink 183"/>
              <p14:cNvContentPartPr/>
              <p14:nvPr/>
            </p14:nvContentPartPr>
            <p14:xfrm>
              <a:off x="6830192" y="5336809"/>
              <a:ext cx="338040" cy="381960"/>
            </p14:xfrm>
          </p:contentPart>
        </mc:Choice>
        <mc:Fallback xmlns="">
          <p:pic>
            <p:nvPicPr>
              <p:cNvPr id="184" name="Ink 183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21192" y="5327449"/>
                <a:ext cx="35676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9" name="Ink 188"/>
              <p14:cNvContentPartPr/>
              <p14:nvPr/>
            </p14:nvContentPartPr>
            <p14:xfrm>
              <a:off x="7645592" y="5130889"/>
              <a:ext cx="480600" cy="377280"/>
            </p14:xfrm>
          </p:contentPart>
        </mc:Choice>
        <mc:Fallback xmlns="">
          <p:pic>
            <p:nvPicPr>
              <p:cNvPr id="189" name="Ink 188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636232" y="5120089"/>
                <a:ext cx="50184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1" name="Ink 190"/>
              <p14:cNvContentPartPr/>
              <p14:nvPr/>
            </p14:nvContentPartPr>
            <p14:xfrm>
              <a:off x="6965552" y="5552089"/>
              <a:ext cx="81360" cy="36360"/>
            </p14:xfrm>
          </p:contentPart>
        </mc:Choice>
        <mc:Fallback xmlns="">
          <p:pic>
            <p:nvPicPr>
              <p:cNvPr id="191" name="Ink 190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954752" y="5548849"/>
                <a:ext cx="9900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2" name="Ink 191"/>
              <p14:cNvContentPartPr/>
              <p14:nvPr/>
            </p14:nvContentPartPr>
            <p14:xfrm>
              <a:off x="7070672" y="4845049"/>
              <a:ext cx="365400" cy="374400"/>
            </p14:xfrm>
          </p:contentPart>
        </mc:Choice>
        <mc:Fallback xmlns="">
          <p:pic>
            <p:nvPicPr>
              <p:cNvPr id="192" name="Ink 191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060952" y="4836049"/>
                <a:ext cx="38592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9" name="Ink 208"/>
              <p14:cNvContentPartPr/>
              <p14:nvPr/>
            </p14:nvContentPartPr>
            <p14:xfrm>
              <a:off x="10039952" y="4402249"/>
              <a:ext cx="1606320" cy="1338840"/>
            </p14:xfrm>
          </p:contentPart>
        </mc:Choice>
        <mc:Fallback xmlns="">
          <p:pic>
            <p:nvPicPr>
              <p:cNvPr id="209" name="Ink 208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033832" y="4396129"/>
                <a:ext cx="1622520" cy="13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2" name="Ink 211"/>
              <p14:cNvContentPartPr/>
              <p14:nvPr/>
            </p14:nvContentPartPr>
            <p14:xfrm>
              <a:off x="10573832" y="2042809"/>
              <a:ext cx="279720" cy="229320"/>
            </p14:xfrm>
          </p:contentPart>
        </mc:Choice>
        <mc:Fallback xmlns="">
          <p:pic>
            <p:nvPicPr>
              <p:cNvPr id="212" name="Ink 211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566272" y="2034889"/>
                <a:ext cx="29808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3" name="Ink 212"/>
              <p14:cNvContentPartPr/>
              <p14:nvPr/>
            </p14:nvContentPartPr>
            <p14:xfrm>
              <a:off x="10314272" y="2513329"/>
              <a:ext cx="294120" cy="304200"/>
            </p14:xfrm>
          </p:contentPart>
        </mc:Choice>
        <mc:Fallback xmlns="">
          <p:pic>
            <p:nvPicPr>
              <p:cNvPr id="213" name="Ink 212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306712" y="2505409"/>
                <a:ext cx="31212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14" name="Ink 213"/>
              <p14:cNvContentPartPr/>
              <p14:nvPr/>
            </p14:nvContentPartPr>
            <p14:xfrm>
              <a:off x="11241632" y="2288689"/>
              <a:ext cx="244440" cy="308880"/>
            </p14:xfrm>
          </p:contentPart>
        </mc:Choice>
        <mc:Fallback xmlns="">
          <p:pic>
            <p:nvPicPr>
              <p:cNvPr id="214" name="Ink 213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234792" y="2281849"/>
                <a:ext cx="26172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7" name="Ink 216"/>
              <p14:cNvContentPartPr/>
              <p14:nvPr/>
            </p14:nvContentPartPr>
            <p14:xfrm>
              <a:off x="8234552" y="4447969"/>
              <a:ext cx="288000" cy="522000"/>
            </p14:xfrm>
          </p:contentPart>
        </mc:Choice>
        <mc:Fallback xmlns="">
          <p:pic>
            <p:nvPicPr>
              <p:cNvPr id="217" name="Ink 216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224832" y="4437889"/>
                <a:ext cx="308520" cy="5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20" name="Ink 219"/>
              <p14:cNvContentPartPr/>
              <p14:nvPr/>
            </p14:nvContentPartPr>
            <p14:xfrm>
              <a:off x="11465192" y="5695729"/>
              <a:ext cx="206640" cy="129240"/>
            </p14:xfrm>
          </p:contentPart>
        </mc:Choice>
        <mc:Fallback xmlns="">
          <p:pic>
            <p:nvPicPr>
              <p:cNvPr id="220" name="Ink 219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454752" y="5688529"/>
                <a:ext cx="22860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23" name="Ink 222"/>
              <p14:cNvContentPartPr/>
              <p14:nvPr/>
            </p14:nvContentPartPr>
            <p14:xfrm>
              <a:off x="9755912" y="4185169"/>
              <a:ext cx="2287440" cy="1544760"/>
            </p14:xfrm>
          </p:contentPart>
        </mc:Choice>
        <mc:Fallback xmlns="">
          <p:pic>
            <p:nvPicPr>
              <p:cNvPr id="223" name="Ink 222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47632" y="4176529"/>
                <a:ext cx="2306160" cy="156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31" name="Ink 230"/>
              <p14:cNvContentPartPr/>
              <p14:nvPr/>
            </p14:nvContentPartPr>
            <p14:xfrm>
              <a:off x="8824592" y="3794929"/>
              <a:ext cx="793440" cy="456840"/>
            </p14:xfrm>
          </p:contentPart>
        </mc:Choice>
        <mc:Fallback xmlns="">
          <p:pic>
            <p:nvPicPr>
              <p:cNvPr id="231" name="Ink 230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814152" y="3784129"/>
                <a:ext cx="81468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2" name="Ink 231"/>
              <p14:cNvContentPartPr/>
              <p14:nvPr/>
            </p14:nvContentPartPr>
            <p14:xfrm>
              <a:off x="10478792" y="3573889"/>
              <a:ext cx="576720" cy="564480"/>
            </p14:xfrm>
          </p:contentPart>
        </mc:Choice>
        <mc:Fallback xmlns="">
          <p:pic>
            <p:nvPicPr>
              <p:cNvPr id="232" name="Ink 231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471592" y="3565969"/>
                <a:ext cx="598680" cy="58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33" name="Ink 232"/>
              <p14:cNvContentPartPr/>
              <p14:nvPr/>
            </p14:nvContentPartPr>
            <p14:xfrm>
              <a:off x="10005032" y="4370929"/>
              <a:ext cx="296640" cy="164160"/>
            </p14:xfrm>
          </p:contentPart>
        </mc:Choice>
        <mc:Fallback xmlns="">
          <p:pic>
            <p:nvPicPr>
              <p:cNvPr id="233" name="Ink 232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995312" y="4361209"/>
                <a:ext cx="3099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39" name="Ink 238"/>
              <p14:cNvContentPartPr/>
              <p14:nvPr/>
            </p14:nvContentPartPr>
            <p14:xfrm>
              <a:off x="3667232" y="3214609"/>
              <a:ext cx="88920" cy="97200"/>
            </p14:xfrm>
          </p:contentPart>
        </mc:Choice>
        <mc:Fallback xmlns="">
          <p:pic>
            <p:nvPicPr>
              <p:cNvPr id="239" name="Ink 238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663992" y="3210649"/>
                <a:ext cx="972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42" name="Ink 241"/>
              <p14:cNvContentPartPr/>
              <p14:nvPr/>
            </p14:nvContentPartPr>
            <p14:xfrm>
              <a:off x="9571592" y="708289"/>
              <a:ext cx="512280" cy="296280"/>
            </p14:xfrm>
          </p:contentPart>
        </mc:Choice>
        <mc:Fallback xmlns="">
          <p:pic>
            <p:nvPicPr>
              <p:cNvPr id="242" name="Ink 241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563672" y="700729"/>
                <a:ext cx="52380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43" name="Ink 242"/>
              <p14:cNvContentPartPr/>
              <p14:nvPr/>
            </p14:nvContentPartPr>
            <p14:xfrm>
              <a:off x="11526392" y="1855969"/>
              <a:ext cx="290160" cy="518040"/>
            </p14:xfrm>
          </p:contentPart>
        </mc:Choice>
        <mc:Fallback xmlns="">
          <p:pic>
            <p:nvPicPr>
              <p:cNvPr id="243" name="Ink 242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518112" y="1845529"/>
                <a:ext cx="307080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44" name="Ink 243"/>
              <p14:cNvContentPartPr/>
              <p14:nvPr/>
            </p14:nvContentPartPr>
            <p14:xfrm>
              <a:off x="4241792" y="904489"/>
              <a:ext cx="537840" cy="512280"/>
            </p14:xfrm>
          </p:contentPart>
        </mc:Choice>
        <mc:Fallback xmlns="">
          <p:pic>
            <p:nvPicPr>
              <p:cNvPr id="244" name="Ink 243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231712" y="894769"/>
                <a:ext cx="557640" cy="53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45" name="Ink 244"/>
              <p14:cNvContentPartPr/>
              <p14:nvPr/>
            </p14:nvContentPartPr>
            <p14:xfrm>
              <a:off x="7929632" y="1884769"/>
              <a:ext cx="148680" cy="369360"/>
            </p14:xfrm>
          </p:contentPart>
        </mc:Choice>
        <mc:Fallback xmlns="">
          <p:pic>
            <p:nvPicPr>
              <p:cNvPr id="245" name="Ink 244"/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922792" y="1877569"/>
                <a:ext cx="16596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46" name="Ink 245"/>
              <p14:cNvContentPartPr/>
              <p14:nvPr/>
            </p14:nvContentPartPr>
            <p14:xfrm>
              <a:off x="7659992" y="2361049"/>
              <a:ext cx="149400" cy="128520"/>
            </p14:xfrm>
          </p:contentPart>
        </mc:Choice>
        <mc:Fallback xmlns="">
          <p:pic>
            <p:nvPicPr>
              <p:cNvPr id="246" name="Ink 245"/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650272" y="2351689"/>
                <a:ext cx="17064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47" name="Ink 246"/>
              <p14:cNvContentPartPr/>
              <p14:nvPr/>
            </p14:nvContentPartPr>
            <p14:xfrm>
              <a:off x="6705632" y="2494609"/>
              <a:ext cx="294120" cy="264240"/>
            </p14:xfrm>
          </p:contentPart>
        </mc:Choice>
        <mc:Fallback xmlns="">
          <p:pic>
            <p:nvPicPr>
              <p:cNvPr id="247" name="Ink 246"/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695552" y="2485609"/>
                <a:ext cx="31572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48" name="Ink 247"/>
              <p14:cNvContentPartPr/>
              <p14:nvPr/>
            </p14:nvContentPartPr>
            <p14:xfrm>
              <a:off x="6349952" y="3511249"/>
              <a:ext cx="509040" cy="434880"/>
            </p14:xfrm>
          </p:contentPart>
        </mc:Choice>
        <mc:Fallback xmlns="">
          <p:pic>
            <p:nvPicPr>
              <p:cNvPr id="248" name="Ink 247"/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341312" y="3507289"/>
                <a:ext cx="52164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49" name="Ink 248"/>
              <p14:cNvContentPartPr/>
              <p14:nvPr/>
            </p14:nvContentPartPr>
            <p14:xfrm>
              <a:off x="7473872" y="4693849"/>
              <a:ext cx="195480" cy="241920"/>
            </p14:xfrm>
          </p:contentPart>
        </mc:Choice>
        <mc:Fallback xmlns="">
          <p:pic>
            <p:nvPicPr>
              <p:cNvPr id="249" name="Ink 248"/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464872" y="4684489"/>
                <a:ext cx="21456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50" name="Ink 249"/>
              <p14:cNvContentPartPr/>
              <p14:nvPr/>
            </p14:nvContentPartPr>
            <p14:xfrm>
              <a:off x="8456672" y="4872049"/>
              <a:ext cx="201240" cy="166320"/>
            </p14:xfrm>
          </p:contentPart>
        </mc:Choice>
        <mc:Fallback xmlns="">
          <p:pic>
            <p:nvPicPr>
              <p:cNvPr id="250" name="Ink 249"/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446592" y="4866649"/>
                <a:ext cx="22032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54" name="Ink 253"/>
              <p14:cNvContentPartPr/>
              <p14:nvPr/>
            </p14:nvContentPartPr>
            <p14:xfrm>
              <a:off x="3387512" y="364430"/>
              <a:ext cx="327600" cy="1051200"/>
            </p14:xfrm>
          </p:contentPart>
        </mc:Choice>
        <mc:Fallback xmlns="">
          <p:pic>
            <p:nvPicPr>
              <p:cNvPr id="254" name="Ink 253"/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377072" y="357590"/>
                <a:ext cx="345600" cy="10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55" name="Ink 254"/>
              <p14:cNvContentPartPr/>
              <p14:nvPr/>
            </p14:nvContentPartPr>
            <p14:xfrm>
              <a:off x="4326392" y="926089"/>
              <a:ext cx="351360" cy="424800"/>
            </p14:xfrm>
          </p:contentPart>
        </mc:Choice>
        <mc:Fallback xmlns="">
          <p:pic>
            <p:nvPicPr>
              <p:cNvPr id="255" name="Ink 254"/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317032" y="916009"/>
                <a:ext cx="37080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57" name="Ink 256"/>
              <p14:cNvContentPartPr/>
              <p14:nvPr/>
            </p14:nvContentPartPr>
            <p14:xfrm>
              <a:off x="3688832" y="1536649"/>
              <a:ext cx="2880" cy="11160"/>
            </p14:xfrm>
          </p:contentPart>
        </mc:Choice>
        <mc:Fallback xmlns="">
          <p:pic>
            <p:nvPicPr>
              <p:cNvPr id="257" name="Ink 256"/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679472" y="1531609"/>
                <a:ext cx="208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58" name="Ink 257"/>
              <p14:cNvContentPartPr/>
              <p14:nvPr/>
            </p14:nvContentPartPr>
            <p14:xfrm>
              <a:off x="3657872" y="1575169"/>
              <a:ext cx="32040" cy="40320"/>
            </p14:xfrm>
          </p:contentPart>
        </mc:Choice>
        <mc:Fallback xmlns="">
          <p:pic>
            <p:nvPicPr>
              <p:cNvPr id="258" name="Ink 257"/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647072" y="1571209"/>
                <a:ext cx="468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60" name="Ink 259"/>
              <p14:cNvContentPartPr/>
              <p14:nvPr/>
            </p14:nvContentPartPr>
            <p14:xfrm>
              <a:off x="3538712" y="1234969"/>
              <a:ext cx="287280" cy="431640"/>
            </p14:xfrm>
          </p:contentPart>
        </mc:Choice>
        <mc:Fallback xmlns="">
          <p:pic>
            <p:nvPicPr>
              <p:cNvPr id="260" name="Ink 259"/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531512" y="1225249"/>
                <a:ext cx="30420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61" name="Ink 260"/>
              <p14:cNvContentPartPr/>
              <p14:nvPr/>
            </p14:nvContentPartPr>
            <p14:xfrm>
              <a:off x="3614312" y="1195369"/>
              <a:ext cx="199080" cy="158341"/>
            </p14:xfrm>
          </p:contentPart>
        </mc:Choice>
        <mc:Fallback xmlns="">
          <p:pic>
            <p:nvPicPr>
              <p:cNvPr id="261" name="Ink 260"/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605312" y="1187812"/>
                <a:ext cx="217080" cy="1759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65" name="Ink 264"/>
              <p14:cNvContentPartPr/>
              <p14:nvPr/>
            </p14:nvContentPartPr>
            <p14:xfrm>
              <a:off x="3773792" y="1151809"/>
              <a:ext cx="685440" cy="364621"/>
            </p14:xfrm>
          </p:contentPart>
        </mc:Choice>
        <mc:Fallback xmlns="">
          <p:pic>
            <p:nvPicPr>
              <p:cNvPr id="265" name="Ink 264"/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766232" y="1143890"/>
                <a:ext cx="703080" cy="38297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/>
              <a:t>Non-linear boundary</a:t>
            </a:r>
            <a:endParaRPr/>
          </a:p>
        </p:txBody>
      </p:sp>
      <p:sp>
        <p:nvSpPr>
          <p:cNvPr id="188" name="Google Shape;188;p19"/>
          <p:cNvSpPr txBox="1"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/>
              <a:t>We can use these linear models to do even more than separating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400"/>
              <a:buChar char="•"/>
            </a:pPr>
            <a:r>
              <a:rPr lang="en-US"/>
              <a:t>Linearly separable classes and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400"/>
              <a:buChar char="•"/>
            </a:pPr>
            <a:r>
              <a:rPr lang="en-US"/>
              <a:t>Inseparable classes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/>
              <a:t>We can find separating boundaries that at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400"/>
              <a:buChar char="•"/>
            </a:pPr>
            <a:r>
              <a:rPr lang="en-US"/>
              <a:t>Quadratic or even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400"/>
              <a:buChar char="•"/>
            </a:pPr>
            <a:r>
              <a:rPr lang="en-US"/>
              <a:t>More degrees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/>
              <a:t>We need to understand the concept of duality for doing this efficiently 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961472" y="2942089"/>
              <a:ext cx="297000" cy="2916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3552" y="2934889"/>
                <a:ext cx="30888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/>
              <p14:cNvContentPartPr/>
              <p14:nvPr/>
            </p14:nvContentPartPr>
            <p14:xfrm>
              <a:off x="952832" y="3291649"/>
              <a:ext cx="341640" cy="3459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4552" y="3283369"/>
                <a:ext cx="354240" cy="36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/>
              <a:t>Duality</a:t>
            </a:r>
            <a:endParaRPr/>
          </a:p>
        </p:txBody>
      </p:sp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58541" y="1121287"/>
            <a:ext cx="8348818" cy="2710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4875" y="3831589"/>
            <a:ext cx="6882220" cy="2382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58541" y="5856664"/>
            <a:ext cx="7154888" cy="71548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5" name="Ink 244"/>
              <p14:cNvContentPartPr/>
              <p14:nvPr/>
            </p14:nvContentPartPr>
            <p14:xfrm>
              <a:off x="4375712" y="2373649"/>
              <a:ext cx="106920" cy="755640"/>
            </p14:xfrm>
          </p:contentPart>
        </mc:Choice>
        <mc:Fallback xmlns="">
          <p:pic>
            <p:nvPicPr>
              <p:cNvPr id="245" name="Ink 244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64912" y="2366089"/>
                <a:ext cx="125280" cy="77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71" name="Ink 270"/>
              <p14:cNvContentPartPr/>
              <p14:nvPr/>
            </p14:nvContentPartPr>
            <p14:xfrm>
              <a:off x="6940352" y="2893849"/>
              <a:ext cx="39600" cy="64080"/>
            </p14:xfrm>
          </p:contentPart>
        </mc:Choice>
        <mc:Fallback xmlns="">
          <p:pic>
            <p:nvPicPr>
              <p:cNvPr id="271" name="Ink 270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36392" y="2885929"/>
                <a:ext cx="50760" cy="77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/>
              <a:t>Dual form of the perceptron algorithm</a:t>
            </a:r>
            <a:endParaRPr/>
          </a:p>
        </p:txBody>
      </p:sp>
      <p:pic>
        <p:nvPicPr>
          <p:cNvPr id="202" name="Google Shape;20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9314" y="878192"/>
            <a:ext cx="9099241" cy="577964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7" name="Ink 206"/>
              <p14:cNvContentPartPr/>
              <p14:nvPr/>
            </p14:nvContentPartPr>
            <p14:xfrm>
              <a:off x="4493432" y="5299009"/>
              <a:ext cx="360" cy="360"/>
            </p14:xfrm>
          </p:contentPart>
        </mc:Choice>
        <mc:Fallback xmlns="">
          <p:pic>
            <p:nvPicPr>
              <p:cNvPr id="207" name="Ink 206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488392" y="5293969"/>
                <a:ext cx="10440" cy="10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/>
              <a:t>Hard margin SVM</a:t>
            </a:r>
            <a:endParaRPr/>
          </a:p>
        </p:txBody>
      </p:sp>
      <p:grpSp>
        <p:nvGrpSpPr>
          <p:cNvPr id="208" name="Google Shape;208;p22"/>
          <p:cNvGrpSpPr/>
          <p:nvPr/>
        </p:nvGrpSpPr>
        <p:grpSpPr>
          <a:xfrm>
            <a:off x="1155477" y="1179871"/>
            <a:ext cx="8346152" cy="4212205"/>
            <a:chOff x="1155477" y="1179871"/>
            <a:chExt cx="8346152" cy="4212205"/>
          </a:xfrm>
        </p:grpSpPr>
        <p:pic>
          <p:nvPicPr>
            <p:cNvPr id="209" name="Google Shape;209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55477" y="1179871"/>
              <a:ext cx="8346152" cy="33695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192718" y="4553758"/>
              <a:ext cx="7010276" cy="838318"/>
            </a:xfrm>
            <a:prstGeom prst="rect">
              <a:avLst/>
            </a:prstGeom>
            <a:noFill/>
            <a:ln>
              <a:noFill/>
            </a:ln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9" name="Ink 248"/>
              <p14:cNvContentPartPr/>
              <p14:nvPr/>
            </p14:nvContentPartPr>
            <p14:xfrm>
              <a:off x="7336712" y="2163049"/>
              <a:ext cx="360" cy="720"/>
            </p14:xfrm>
          </p:contentPart>
        </mc:Choice>
        <mc:Fallback xmlns="">
          <p:pic>
            <p:nvPicPr>
              <p:cNvPr id="249" name="Ink 248"/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329872" y="2156569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69" name="Ink 268"/>
              <p14:cNvContentPartPr/>
              <p14:nvPr/>
            </p14:nvContentPartPr>
            <p14:xfrm>
              <a:off x="7240592" y="2186449"/>
              <a:ext cx="11160" cy="13680"/>
            </p14:xfrm>
          </p:contentPart>
        </mc:Choice>
        <mc:Fallback xmlns="">
          <p:pic>
            <p:nvPicPr>
              <p:cNvPr id="269" name="Ink 268"/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230512" y="2178169"/>
                <a:ext cx="295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97" name="Ink 296"/>
              <p14:cNvContentPartPr/>
              <p14:nvPr/>
            </p14:nvContentPartPr>
            <p14:xfrm>
              <a:off x="5283632" y="4150249"/>
              <a:ext cx="17640" cy="38520"/>
            </p14:xfrm>
          </p:contentPart>
        </mc:Choice>
        <mc:Fallback xmlns="">
          <p:pic>
            <p:nvPicPr>
              <p:cNvPr id="297" name="Ink 296"/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277872" y="4144129"/>
                <a:ext cx="295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298" name="Ink 297"/>
              <p14:cNvContentPartPr/>
              <p14:nvPr/>
            </p14:nvContentPartPr>
            <p14:xfrm>
              <a:off x="5361032" y="4261489"/>
              <a:ext cx="8640" cy="18720"/>
            </p14:xfrm>
          </p:contentPart>
        </mc:Choice>
        <mc:Fallback xmlns="">
          <p:pic>
            <p:nvPicPr>
              <p:cNvPr id="298" name="Ink 297"/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353472" y="4254649"/>
                <a:ext cx="2340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303" name="Ink 302"/>
              <p14:cNvContentPartPr/>
              <p14:nvPr/>
            </p14:nvContentPartPr>
            <p14:xfrm>
              <a:off x="6079232" y="3034609"/>
              <a:ext cx="21240" cy="25920"/>
            </p14:xfrm>
          </p:contentPart>
        </mc:Choice>
        <mc:Fallback xmlns="">
          <p:pic>
            <p:nvPicPr>
              <p:cNvPr id="303" name="Ink 302"/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072752" y="3025609"/>
                <a:ext cx="36720" cy="41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/>
              <a:t>Hard margin dual problem</a:t>
            </a:r>
            <a:endParaRPr/>
          </a:p>
        </p:txBody>
      </p:sp>
      <p:pic>
        <p:nvPicPr>
          <p:cNvPr id="216" name="Google Shape;21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9502" y="958459"/>
            <a:ext cx="5657866" cy="318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7875" y="4715651"/>
            <a:ext cx="7318358" cy="155049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2" name="Ink 201"/>
              <p14:cNvContentPartPr/>
              <p14:nvPr/>
            </p14:nvContentPartPr>
            <p14:xfrm>
              <a:off x="4464992" y="5622289"/>
              <a:ext cx="5040" cy="0"/>
            </p14:xfrm>
          </p:contentPart>
        </mc:Choice>
        <mc:Fallback xmlns="">
          <p:pic>
            <p:nvPicPr>
              <p:cNvPr id="202" name="Ink 201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0" y="0"/>
                <a:ext cx="504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12" name="Ink 211"/>
              <p14:cNvContentPartPr/>
              <p14:nvPr/>
            </p14:nvContentPartPr>
            <p14:xfrm>
              <a:off x="1822592" y="2447809"/>
              <a:ext cx="31320" cy="27360"/>
            </p14:xfrm>
          </p:contentPart>
        </mc:Choice>
        <mc:Fallback xmlns="">
          <p:pic>
            <p:nvPicPr>
              <p:cNvPr id="212" name="Ink 211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816112" y="2438089"/>
                <a:ext cx="457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25" name="Ink 224"/>
              <p14:cNvContentPartPr/>
              <p14:nvPr/>
            </p14:nvContentPartPr>
            <p14:xfrm>
              <a:off x="10111952" y="1762369"/>
              <a:ext cx="11520" cy="17640"/>
            </p14:xfrm>
          </p:contentPart>
        </mc:Choice>
        <mc:Fallback xmlns="">
          <p:pic>
            <p:nvPicPr>
              <p:cNvPr id="225" name="Ink 224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109072" y="1759489"/>
                <a:ext cx="2016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48" name="Ink 247"/>
              <p14:cNvContentPartPr/>
              <p14:nvPr/>
            </p14:nvContentPartPr>
            <p14:xfrm>
              <a:off x="5145392" y="3894649"/>
              <a:ext cx="32400" cy="18360"/>
            </p14:xfrm>
          </p:contentPart>
        </mc:Choice>
        <mc:Fallback xmlns="">
          <p:pic>
            <p:nvPicPr>
              <p:cNvPr id="248" name="Ink 247"/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137472" y="3887089"/>
                <a:ext cx="439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57" name="Ink 256"/>
              <p14:cNvContentPartPr/>
              <p14:nvPr/>
            </p14:nvContentPartPr>
            <p14:xfrm>
              <a:off x="7112072" y="5469649"/>
              <a:ext cx="28440" cy="23040"/>
            </p14:xfrm>
          </p:contentPart>
        </mc:Choice>
        <mc:Fallback xmlns="">
          <p:pic>
            <p:nvPicPr>
              <p:cNvPr id="257" name="Ink 256"/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108472" y="5461009"/>
                <a:ext cx="450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268" name="Ink 267"/>
              <p14:cNvContentPartPr/>
              <p14:nvPr/>
            </p14:nvContentPartPr>
            <p14:xfrm>
              <a:off x="7787792" y="5254729"/>
              <a:ext cx="11520" cy="15480"/>
            </p14:xfrm>
          </p:contentPart>
        </mc:Choice>
        <mc:Fallback xmlns="">
          <p:pic>
            <p:nvPicPr>
              <p:cNvPr id="268" name="Ink 267"/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783112" y="5249689"/>
                <a:ext cx="21240" cy="2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/>
              <a:t>Dual of soft-margin SVM</a:t>
            </a:r>
            <a:endParaRPr/>
          </a:p>
        </p:txBody>
      </p:sp>
      <p:pic>
        <p:nvPicPr>
          <p:cNvPr id="223" name="Google Shape;22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600" y="1036624"/>
            <a:ext cx="8054114" cy="531338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Ink 30"/>
              <p14:cNvContentPartPr/>
              <p14:nvPr/>
            </p14:nvContentPartPr>
            <p14:xfrm>
              <a:off x="7825592" y="3904009"/>
              <a:ext cx="62640" cy="5400"/>
            </p14:xfrm>
          </p:contentPart>
        </mc:Choice>
        <mc:Fallback xmlns="">
          <p:pic>
            <p:nvPicPr>
              <p:cNvPr id="31" name="Ink 30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814792" y="3893929"/>
                <a:ext cx="81360" cy="25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198</Words>
  <Application>Microsoft Office PowerPoint</Application>
  <PresentationFormat>Widescreen</PresentationFormat>
  <Paragraphs>43</Paragraphs>
  <Slides>27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CSE 445 Lecture 7</vt:lpstr>
      <vt:lpstr>Linear Classifier</vt:lpstr>
      <vt:lpstr>Linear decision boundary for classification</vt:lpstr>
      <vt:lpstr>Linear classifiers</vt:lpstr>
      <vt:lpstr>A loss function for classification</vt:lpstr>
      <vt:lpstr>A simple learning algorithm</vt:lpstr>
      <vt:lpstr>A simple learning algorithm</vt:lpstr>
      <vt:lpstr>Perceptron algorithm example</vt:lpstr>
      <vt:lpstr>Perceptron convergence</vt:lpstr>
      <vt:lpstr>Improving the perceptron</vt:lpstr>
      <vt:lpstr>The learning problem</vt:lpstr>
      <vt:lpstr>Maximizing the margin</vt:lpstr>
      <vt:lpstr>Formula for a margin</vt:lpstr>
      <vt:lpstr>Maximum margin linear classifier</vt:lpstr>
      <vt:lpstr>Support vectors</vt:lpstr>
      <vt:lpstr>SVM example: Iris data set</vt:lpstr>
      <vt:lpstr>SVM example: Iris data set</vt:lpstr>
      <vt:lpstr>Maximum margin classifier</vt:lpstr>
      <vt:lpstr>Soft margin SVM</vt:lpstr>
      <vt:lpstr>Soft margin classifier </vt:lpstr>
      <vt:lpstr>Margin vs Slack</vt:lpstr>
      <vt:lpstr>Non-linear boundary</vt:lpstr>
      <vt:lpstr>Duality</vt:lpstr>
      <vt:lpstr>Dual form of the perceptron algorithm</vt:lpstr>
      <vt:lpstr>Hard margin SVM</vt:lpstr>
      <vt:lpstr>Hard margin dual problem</vt:lpstr>
      <vt:lpstr>Dual of soft-margin SVM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445 Lecture 9</dc:title>
  <dc:creator>Mohammad Khan</dc:creator>
  <cp:lastModifiedBy>Mohammad Khan</cp:lastModifiedBy>
  <cp:revision>66</cp:revision>
  <dcterms:created xsi:type="dcterms:W3CDTF">2018-11-03T12:07:21Z</dcterms:created>
  <dcterms:modified xsi:type="dcterms:W3CDTF">2026-07-13T17:39:08Z</dcterms:modified>
</cp:coreProperties>
</file>
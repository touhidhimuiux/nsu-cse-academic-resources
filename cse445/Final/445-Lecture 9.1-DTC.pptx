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61" r:id="rId5"/>
  </p:sldMasterIdLst>
  <p:sldIdLst>
    <p:sldId id="256" r:id="rId6"/>
    <p:sldId id="257" r:id="rId7"/>
    <p:sldId id="258" r:id="rId8"/>
    <p:sldId id="259" r:id="rId9"/>
    <p:sldId id="262" r:id="rId10"/>
    <p:sldId id="264" r:id="rId11"/>
    <p:sldId id="265" r:id="rId12"/>
    <p:sldId id="266" r:id="rId13"/>
    <p:sldId id="267" r:id="rId14"/>
    <p:sldId id="268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337" r:id="rId29"/>
    <p:sldId id="287" r:id="rId30"/>
    <p:sldId id="288" r:id="rId31"/>
    <p:sldId id="289" r:id="rId32"/>
    <p:sldId id="290" r:id="rId33"/>
    <p:sldId id="291" r:id="rId34"/>
    <p:sldId id="296" r:id="rId35"/>
    <p:sldId id="297" r:id="rId36"/>
    <p:sldId id="298" r:id="rId37"/>
    <p:sldId id="299" r:id="rId38"/>
    <p:sldId id="300" r:id="rId39"/>
    <p:sldId id="301" r:id="rId40"/>
    <p:sldId id="302" r:id="rId41"/>
    <p:sldId id="303" r:id="rId42"/>
    <p:sldId id="304" r:id="rId43"/>
    <p:sldId id="305" r:id="rId44"/>
    <p:sldId id="306" r:id="rId45"/>
    <p:sldId id="307" r:id="rId46"/>
    <p:sldId id="308" r:id="rId47"/>
    <p:sldId id="314" r:id="rId48"/>
    <p:sldId id="315" r:id="rId49"/>
    <p:sldId id="316" r:id="rId50"/>
    <p:sldId id="317" r:id="rId51"/>
    <p:sldId id="318" r:id="rId52"/>
    <p:sldId id="319" r:id="rId53"/>
    <p:sldId id="320" r:id="rId54"/>
    <p:sldId id="321" r:id="rId55"/>
    <p:sldId id="322" r:id="rId56"/>
    <p:sldId id="323" r:id="rId57"/>
    <p:sldId id="324" r:id="rId58"/>
    <p:sldId id="325" r:id="rId59"/>
    <p:sldId id="326" r:id="rId60"/>
    <p:sldId id="327" r:id="rId61"/>
    <p:sldId id="328" r:id="rId62"/>
    <p:sldId id="329" r:id="rId63"/>
    <p:sldId id="330" r:id="rId64"/>
    <p:sldId id="331" r:id="rId65"/>
    <p:sldId id="332" r:id="rId66"/>
    <p:sldId id="333" r:id="rId67"/>
    <p:sldId id="334" r:id="rId68"/>
    <p:sldId id="335" r:id="rId69"/>
    <p:sldId id="336" r:id="rId70"/>
  </p:sldIdLst>
  <p:sldSz cx="12192000" cy="68580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EDBD90-D1EA-6A4F-C916-0588DE1AFE12}" v="27" dt="2026-08-05T18:29:43.3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66" Type="http://schemas.openxmlformats.org/officeDocument/2006/relationships/slide" Target="slides/slide61.xml"/><Relationship Id="rId7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61" Type="http://schemas.openxmlformats.org/officeDocument/2006/relationships/slide" Target="slides/slide56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slide" Target="slides/slide65.xml"/><Relationship Id="rId75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microsoft.com/office/2015/10/relationships/revisionInfo" Target="revisionInfo.xml"/><Relationship Id="rId7" Type="http://schemas.openxmlformats.org/officeDocument/2006/relationships/slide" Target="slides/slide2.xml"/><Relationship Id="rId7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ad Khan" userId="S::mohammad.khan02@northsouth.edu::66e9fb8e-4ed6-4e1e-bddc-ac99ec076f45" providerId="AD" clId="Web-{68EDBD90-D1EA-6A4F-C916-0588DE1AFE12}"/>
    <pc:docChg chg="addSld delSld modSld sldOrd">
      <pc:chgData name="Mohammad Khan" userId="S::mohammad.khan02@northsouth.edu::66e9fb8e-4ed6-4e1e-bddc-ac99ec076f45" providerId="AD" clId="Web-{68EDBD90-D1EA-6A4F-C916-0588DE1AFE12}" dt="2026-08-05T18:29:43.345" v="26" actId="20577"/>
      <pc:docMkLst>
        <pc:docMk/>
      </pc:docMkLst>
      <pc:sldChg chg="modSp">
        <pc:chgData name="Mohammad Khan" userId="S::mohammad.khan02@northsouth.edu::66e9fb8e-4ed6-4e1e-bddc-ac99ec076f45" providerId="AD" clId="Web-{68EDBD90-D1EA-6A4F-C916-0588DE1AFE12}" dt="2026-08-05T18:29:43.345" v="26" actId="20577"/>
        <pc:sldMkLst>
          <pc:docMk/>
          <pc:sldMk cId="0" sldId="256"/>
        </pc:sldMkLst>
        <pc:spChg chg="mod">
          <ac:chgData name="Mohammad Khan" userId="S::mohammad.khan02@northsouth.edu::66e9fb8e-4ed6-4e1e-bddc-ac99ec076f45" providerId="AD" clId="Web-{68EDBD90-D1EA-6A4F-C916-0588DE1AFE12}" dt="2026-08-05T18:29:39.892" v="24" actId="20577"/>
          <ac:spMkLst>
            <pc:docMk/>
            <pc:sldMk cId="0" sldId="256"/>
            <ac:spMk id="80" creationId="{00000000-0000-0000-0000-000000000000}"/>
          </ac:spMkLst>
        </pc:spChg>
        <pc:spChg chg="mod">
          <ac:chgData name="Mohammad Khan" userId="S::mohammad.khan02@northsouth.edu::66e9fb8e-4ed6-4e1e-bddc-ac99ec076f45" providerId="AD" clId="Web-{68EDBD90-D1EA-6A4F-C916-0588DE1AFE12}" dt="2026-08-05T18:29:43.345" v="26" actId="20577"/>
          <ac:spMkLst>
            <pc:docMk/>
            <pc:sldMk cId="0" sldId="256"/>
            <ac:spMk id="81" creationId="{00000000-0000-0000-0000-000000000000}"/>
          </ac:spMkLst>
        </pc:spChg>
      </pc:sldChg>
      <pc:sldChg chg="add del">
        <pc:chgData name="Mohammad Khan" userId="S::mohammad.khan02@northsouth.edu::66e9fb8e-4ed6-4e1e-bddc-ac99ec076f45" providerId="AD" clId="Web-{68EDBD90-D1EA-6A4F-C916-0588DE1AFE12}" dt="2026-08-05T17:39:28.587" v="13"/>
        <pc:sldMkLst>
          <pc:docMk/>
          <pc:sldMk cId="0" sldId="292"/>
        </pc:sldMkLst>
      </pc:sldChg>
      <pc:sldChg chg="add del">
        <pc:chgData name="Mohammad Khan" userId="S::mohammad.khan02@northsouth.edu::66e9fb8e-4ed6-4e1e-bddc-ac99ec076f45" providerId="AD" clId="Web-{68EDBD90-D1EA-6A4F-C916-0588DE1AFE12}" dt="2026-08-05T17:39:28.587" v="12"/>
        <pc:sldMkLst>
          <pc:docMk/>
          <pc:sldMk cId="0" sldId="293"/>
        </pc:sldMkLst>
      </pc:sldChg>
      <pc:sldChg chg="add del">
        <pc:chgData name="Mohammad Khan" userId="S::mohammad.khan02@northsouth.edu::66e9fb8e-4ed6-4e1e-bddc-ac99ec076f45" providerId="AD" clId="Web-{68EDBD90-D1EA-6A4F-C916-0588DE1AFE12}" dt="2026-08-05T17:39:28.587" v="11"/>
        <pc:sldMkLst>
          <pc:docMk/>
          <pc:sldMk cId="0" sldId="294"/>
        </pc:sldMkLst>
      </pc:sldChg>
      <pc:sldChg chg="add del">
        <pc:chgData name="Mohammad Khan" userId="S::mohammad.khan02@northsouth.edu::66e9fb8e-4ed6-4e1e-bddc-ac99ec076f45" providerId="AD" clId="Web-{68EDBD90-D1EA-6A4F-C916-0588DE1AFE12}" dt="2026-08-05T17:39:28.587" v="10"/>
        <pc:sldMkLst>
          <pc:docMk/>
          <pc:sldMk cId="0" sldId="295"/>
        </pc:sldMkLst>
      </pc:sldChg>
      <pc:sldChg chg="add del">
        <pc:chgData name="Mohammad Khan" userId="S::mohammad.khan02@northsouth.edu::66e9fb8e-4ed6-4e1e-bddc-ac99ec076f45" providerId="AD" clId="Web-{68EDBD90-D1EA-6A4F-C916-0588DE1AFE12}" dt="2026-08-05T17:39:19.696" v="9"/>
        <pc:sldMkLst>
          <pc:docMk/>
          <pc:sldMk cId="0" sldId="296"/>
        </pc:sldMkLst>
      </pc:sldChg>
      <pc:sldChg chg="del ord">
        <pc:chgData name="Mohammad Khan" userId="S::mohammad.khan02@northsouth.edu::66e9fb8e-4ed6-4e1e-bddc-ac99ec076f45" providerId="AD" clId="Web-{68EDBD90-D1EA-6A4F-C916-0588DE1AFE12}" dt="2026-08-05T18:27:34.435" v="18"/>
        <pc:sldMkLst>
          <pc:docMk/>
          <pc:sldMk cId="0" sldId="309"/>
        </pc:sldMkLst>
      </pc:sldChg>
      <pc:sldChg chg="del">
        <pc:chgData name="Mohammad Khan" userId="S::mohammad.khan02@northsouth.edu::66e9fb8e-4ed6-4e1e-bddc-ac99ec076f45" providerId="AD" clId="Web-{68EDBD90-D1EA-6A4F-C916-0588DE1AFE12}" dt="2026-08-05T18:27:34.435" v="20"/>
        <pc:sldMkLst>
          <pc:docMk/>
          <pc:sldMk cId="0" sldId="310"/>
        </pc:sldMkLst>
      </pc:sldChg>
      <pc:sldChg chg="del">
        <pc:chgData name="Mohammad Khan" userId="S::mohammad.khan02@northsouth.edu::66e9fb8e-4ed6-4e1e-bddc-ac99ec076f45" providerId="AD" clId="Web-{68EDBD90-D1EA-6A4F-C916-0588DE1AFE12}" dt="2026-08-05T18:27:34.435" v="19"/>
        <pc:sldMkLst>
          <pc:docMk/>
          <pc:sldMk cId="0" sldId="311"/>
        </pc:sldMkLst>
      </pc:sldChg>
      <pc:sldChg chg="del">
        <pc:chgData name="Mohammad Khan" userId="S::mohammad.khan02@northsouth.edu::66e9fb8e-4ed6-4e1e-bddc-ac99ec076f45" providerId="AD" clId="Web-{68EDBD90-D1EA-6A4F-C916-0588DE1AFE12}" dt="2026-08-05T18:27:34.435" v="17"/>
        <pc:sldMkLst>
          <pc:docMk/>
          <pc:sldMk cId="0" sldId="312"/>
        </pc:sldMkLst>
      </pc:sldChg>
      <pc:sldChg chg="del">
        <pc:chgData name="Mohammad Khan" userId="S::mohammad.khan02@northsouth.edu::66e9fb8e-4ed6-4e1e-bddc-ac99ec076f45" providerId="AD" clId="Web-{68EDBD90-D1EA-6A4F-C916-0588DE1AFE12}" dt="2026-08-05T18:27:34.435" v="16"/>
        <pc:sldMkLst>
          <pc:docMk/>
          <pc:sldMk cId="0" sldId="313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3:38:28.304"/>
    </inkml:context>
    <inkml:brush xml:id="br0">
      <inkml:brushProperty name="width" value="0.08" units="cm"/>
      <inkml:brushProperty name="height" value="0.08" units="cm"/>
      <inkml:brushProperty name="color" value="#E71224"/>
    </inkml:brush>
  </inkml:definitions>
  <inkml:trace contextRef="#ctx0" brushRef="#br0">43 74 14264,'-6'-21'-3766,"-1"9"2612,-3-2 1198,-3 9 1,12-3-40,-4 3 1,5 3 251,5-3 0,-2 3-2,7 2 1,-1 0-121,6 0 1,0 0-186,-1 0 1,6 0 232,0 0-60,-1 0 0,2 7 0,2 1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3:38:55.32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16 147 8193,'0'-14'0,"0"-1"0,0 0 0,0 0 0,0 1 0,-2 4 0,-3 0 0,3 5 183,-3-5 1,4 6 870,1-6-1001,0 6 1,1-7-748,4 6 603,-3 0 1,6 7 141,-3 3 0,-2 0 131,7 9 1,-5-1-63,5 12 1,-5-1-69,5 6 0,-1 4-74,6 0 1,-5 7-240,0-2 1,-2 4 32,2 1 0,1 2-259,-6 3 0,5-2 212,-5 7 1,4-5 274,-4 5 0,0-7 0,-5 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3:39:01.68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133 103 8384,'-15'-14'-687,"1"-1"0,-1 0 1223,0 1 1,1-1-119,-1 0 1,0 7-378,0 3 159,7 3-383,2 2 207,6 0 1,0 2-169,0 3 1,1 3 132,4 7 0,-1 0 74,5-1 1,-4 6-101,5-1 1,-2 6 35,2-5 0,3 4 4,-3-4 1,1 4 10,-1-4 1,3-1 12,-3-4 0,3-2-57,2-3 1,1-4-19,4-6 0,-1 0-287,11 0 0,-1-3 94,15-7 1,5-8 240,15-16 0,9-10 0,9-8 0</inkml:trace>
  <inkml:trace contextRef="#ctx0" brushRef="#br0" timeOffset="650">1133 383 8136,'0'-10'-240,"0"0"0,0 0-281,0-4 0,4-1 325,1 0 262,0 0 1,-5 1 66,0-1 0,2 0-44,3 1 0,-4 4 8,4 0 1,-1 2 15,1-2-64,-4-3 1,11 10 22,-8-7-11,8 7-29,-4-4 27,7 7 0,-1 5-1,1 0 0,-5 6 33,0-1 0,-5 3 7,4 2 1,1 1-40,5 4 0,-5-4 5,0 4 1,-1-4 48,6-1 0,0 0 89,-1-1 0,1-1-27,0-3 1,0-2-74,-1-3 1,1-3-27,0 3 0,4-5-45,1-5 1,4-5-138,-4-10 0,11 1-8,-2-11 0,9 4-285,-4-8 0,12 3 227,-2 2 1,3-6 116,-2 1 55,-1 6 0,6-6 0,3 3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3:41:01.961"/>
    </inkml:context>
    <inkml:brush xml:id="br0">
      <inkml:brushProperty name="width" value="0.04286" units="cm"/>
      <inkml:brushProperty name="height" value="0.04286" units="cm"/>
      <inkml:brushProperty name="color" value="#004F8B"/>
    </inkml:brush>
  </inkml:definitions>
  <inkml:trace contextRef="#ctx0" brushRef="#br0">0 1 7766,'21'7'0,"2"1"0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3:43:48.82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324 118 8044,'-15'-15'-617,"1"0"-4,-1 1 0,0-1 568,1 0 1,0 5 75,5 1 0,-4 4 22,3-5 1,-3 7-55,-2-2 0,0 3 9,1 2 1,-1 0-55,0 0 0,1 0-7,-1 0 0,0 0 48,0 0 1,1 5 12,-1 0 0,0 6 0,1-3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3:47:04.26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74 38 8256,'-14'-6'-545,"-1"-1"-131,0-3 1,7 2 84,3 3 591,-3 4 0,6 1 0,-4 8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3:47:34.54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118 88 8363,'-13'-14'-215,"3"-1"0,-3 5-213,4 0 1,0 2 262,0-2 1,5 2 137,-1 3-105,-3 4 170,7-6 0,-7 7-75,3 0 32,3 0 1,-5 2-26,7 3 25,0-4 0,-1 8-26,-4-5 25,3-2 1,-4 6-10,6-3 3,0-3 3,0 4 312,0-6-23,0 0-273,6 0 6,-4 0-20,11 0-20,-11 0-120,11 0 0,-10 0 143,7 0-330,-7 0 191,10 0 0,-10 5 143,7 0 0,0 0 0,5-5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3:51:09.76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15 16 8386,'-8'-7'-309,"2"6"0,6-6 0,0 7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3:51:30.39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89 89 8481,'0'-15'0,"0"1"-457,0-1 0,-2 2 82,-3 3 432,4-3 31,-12 12-74,4-6 0,0 7 55,-1 0-196,7 0 123,-10 7 1,11-4 102,-3 7 41,-3-7-69,6 3 0,-4-4 83,6 3 21,0-3 17,0 4 18,0-6 1065,0 0-1183,6 0-92,-4 0 0,11 7 0,-5 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3:55:40.74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206 15 7808,'-52'-3'0,"1"-1"0,0 0 0,-1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3:55:42.63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89 30 7936,'-15'0'-558,"2"-1"-98,4-4 1,-4 3 655,3-3 0,3 3 0,-6-4 0,5-2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3:55:47.83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0 470 7772,'0'-9'-387,"0"-1"152,0 7 233,0-10 1,0 9-83,0-6-38,0 7 117,0-3 1,2 6 148,3 0-279,-4 0 183,6 0-52,-7 0 1,2 0 264,2 0-207,-2 0 256,5 0-76,-7 0 512,0 0-714,0 6 0,0-3 99,0 7-180,0 0 0,0 10 50,0-1 1,-5 2-5,0-1 1,0 3 38,5 6 1,-5 1-9,0-1 0,0 1-7,5-1 1,0-5-21,0 1 1,7-2-23,3 1 0,4-4-9,6-10 0,-2 1-234,6-6 1,1 0-134,4-5 0,-4 0-251,-1 0 0,-1 0 648,2 0 0,-4-7 0,-7-7 0,1-9 0</inkml:trace>
  <inkml:trace contextRef="#ctx0" brushRef="#br0" timeOffset="218">15 44 7811,'0'-15'-547,"0"1"-609,0 6 1156,0 1 0,0 7 0,0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3:56:40.19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206 88 7787,'-50'-14'-259,"5"-4"-33,1 3 0,13-1-146,12 11 1,9-2 437,5 2 0,3 4 0,2-6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3:57:19.80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89 30 7756,'-15'0'0,"5"-5"-266,1 0 217,5 0 0,-7 4 171,6-4 0,-2 3-105,3-3-30,2 4 76,-11 1-9,11 0 20,-4 0-1,6 0 278,0 0-310,0 6 8,0-4-23,0 4 0,1-6 9,4 0 0,-3 2 7,3 3-39,-4-4-45,-1 6-8,0-7-77,0 0-283,0 6 129,7-4 39,-5 5 1,6-6 241,-3 4 0,3-3 0,7 4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3:57:24.50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58 206 7791,'-15'0'192,"0"-7"1,6 6-245,-1-4-98,6-3 0,0 6 111,8-3 1,5 2 15,5-2 0,3 3-17,2-2 0,6 2-138,9 2 0,-1-2 115,6-3 0,0 4-131,5-4 0,0 2 137,0-2 1,5 3 14,0-3 0,0 3 41,-4 2 0,-8-1 94,-3-4 0,-3 3 54,-1-3 0,-7 2 67,-4-2-147,-2 4 23,-9-6 1,-3 7 115,-10 0 1,-5 0-139,-10 0 1,-4 0 4,-10 0 0,-1 2 8,-9 3 0,3-2-12,-8 7 0,4-7 129,1 2 0,-1 1-133,1-1 1,5 0-1,0-5 1,6 5-15,-1 0 0,8 0 62,1-5 23,7 0-187,4 0 0,9 0 0,11 0-47,9 0 1,6 0 74,9 0 0,10-5-144,5 0 1,10-6 28,4 1 1,1-2 54,9 3 0,-5-4 55,4 3 0,-4-3-5,4-2 0,-12 0 24,-2 1 0,-8 4 114,-7 0 1,-5 7 304,-9-2-114,-11 3-29,-7 2 1,-20 0-6,-7 0 0,-8 7-132,-6 3 1,1 3 4,-6 1 1,0 1 23,-5 0 0,0-1-84,0 1 1,0 0-182,0-1 1,0 0-48,-1-5 0,8 4 79,3-3 1,11-2-442,8 2 249,7-7 0,27 4-84,11-7 1,11 0 79,8 0 0,8-5 5,7 0 0,-1-6 69,-4 1 0,1 2-21,4-2 0,1 5-19,4-5 0,-4 7-13,-6-2 1,-7-1 854,-3 1 537,-9 0-28,-11 5 1,-21 0-592,-13 0 1,-8 0-14,-6 0 1,-4 0-251,-7 0 0,1 5-178,0 0 1,-1 6-35,1-1 0,-1-2 104,1 2 1,1-5-517,4 4 0,-2-4-35,6 5 0,0-5-833,6 5 236,-1-7 250,7 10 1,8-11 138,10 3 606,3-4 0,14 6 0,4 1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4:04:59.06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205 853 7834,'-15'-27'0,"0"2"0,-6-3 0,-2 5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4:17:46.97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30 30 8444,'-10'-9'-619,"1"-1"-824,5 6 928,-2-2 388,6 6 127,0 0 0,0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4:19:22.25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1235 618 8220,'-6'-39'109,"-4"0"1,2 3 481,-2 1-503,7 1 69,-4 18 0,14 1-1430,3 10 784,3 4 1,1 5 488,1 1 0,0 7 0,0-4 0</inkml:trace>
  <inkml:trace contextRef="#ctx0" brushRef="#br0" timeOffset="367">412 633 8158,'-32'-26'-226,"2"-4"0,11 2 532,-1 4 1,10 11 1287,5-2-737,4 10-600,7-1 1,2 6-122,7 0-45,0 0 1,-1 0-118,1 0 1,0 1 69,0 4 0,-1-3-116,1 3 0,5-2 92,-1 2 1,7-3-145,-1 2 0,3-2-2,1-2 1,9 0 148,6 0 1,13-2-162,11-2 1,12 0 87,9-5 1,7 0-296,-43 5 0,2-1 0,3-1 0,1 0 287,5 4 1,0-1-1,0-2 1,1 0-85,-1 3 1,-1 0 0,0-2 0,0 1 5,-2 0 0,0 1 1,-1 1-1,0 0-89,1-1 0,0 0 0,-5 0 0,-1 2-163,-3 0 1,-1 0-1,49 0 60,-12 0 1,3 0-31,-7 0 1,-4 0 357,-2 0 0,-4 0 0,-3 0 0,3 0 0,3 0 0</inkml:trace>
  <inkml:trace contextRef="#ctx0" brushRef="#br0" timeOffset="1068">74 765 8261,'-23'-29'-54,"4"-1"0,4 2-12,5 4 240,4 3-59,6 13 0,13-4-101,6 7 0,9 0-3,6 5 1,7 0 143,13 0 1,0-1-99,10-4 1,3 3 97,1-3 1,14 4-429,11 1 0,5-2 330,-42 0 0,1-1 0,-1 2 0,0 0-14,3-1 1,0 0-1,3 0 1,2 2 4,2 0 0,0 0 0,0-2 0,0-1-264,3 1 1,0-1 0,-5 0 0,1 0 239,-2 0 1,1 1-1,4 0 1,1 0-62,7-2 0,0-1 0,-5 0 0,-1 0 69,0-3 0,2 1 0,1 2 1,1 0-71,-4 0 1,2 1-1,5-1 1,1 1 36,0 0 1,1-1-1,-2-2 1,1 0-290,0 2 0,1 1 0,-4 0 0,0 0 301,1-2 0,0 2 0,2 1 0,2 1 1,3-3 0,1 0 0,-6 3 0,1-1-3,1-2 0,1 0 1,-3 3-1,-1-1 1,2-1 1,-1-1 0,0 1 0,1-1 65,4 1 1,1-1-1,-2-2 1,1 1-59,0 1 1,0 0 0,-1-1-1,-1-1 6,2-1 0,1 1 0,1 0 0,1-1 7,3 1 0,-1 0 0,-8 0 0,-2 1 6,1 1 0,-1 0 0,0-2 0,-1 1 9,4 0 0,0 2 1,-6 0-1,0 0-13,1-1 1,0 0-1,-5 3 1,-1-1-28,1-2 0,0 0 0,-5 3 0,0-1-182,-2-2 1,-1 1 0,-2 1 0,-1 1 137,-3-3 0,-1 0 0,-3 2 0,0 1 55,4-3 0,-1 0 1,42-3 131,-10-2 0,-11-1 142,-9 6 0,-6-2-54,2 2 0,-5 4-117,-5-4 0,1 2 451,-6-2 0,-8 3-520,-12-3 1,-1 4 638,-8 1 1,3-2-566,-9-3 771,4 3-609,-9-11 134,-1 12-301,-2-12 1,-6 9-40,0-5 0,0 4 84,0-5-93,0 7-30,0-10 1,0 9-80,0-6 174,-6 7-588,4-3-367,-4 6-418,6 0-409,0 0 1645,-7 6 0,-1 9 0,-7 8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4:19:25.52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104 59 8042,'-15'-1'-264,"0"-4"1,1 1-401,-1-5 0,5 4 753,0-5 1,5 7-5,-4-2 0,5 2 334,-1-2-226,4 3 1,2-5-102,4 7 1,-1 0-41,5 0 1,3 0 3,7 0 0,-2 5 9,2 0 0,4 2 29,2-2 1,2-4-12,3 4 1,-1-3-11,1-2 1,1 5 94,3 0 1,4 0-100,6-5 0,6 0 14,4 0 0,10 0 45,4 0 0,-1 0 108,2 0 1,0 0-123,4 0 0,6 0-256,-1 0 0,8 0 130,3 0 0,-1 4 77,5 1 0,-10 0-119,-4-5 1,2 5 111,3 0 0,4 2-6,5-3 0,-10 0 31,0 6 1,-4-7 8,-1 2 1,6 1-15,9-1 1,1 2 7,4-2 1,-3-2 19,-7 7 1,9-7-64,-46-1 1,1 1-1,-1-2 1,0 1-70,3 1 1,0-1 0,-1-1 0,-1 1 9,-1 3 0,1 0 0,3-3 0,1-1 11,3 2 1,-1-1 0,-2 0 0,-1-1 5,2 2 0,-1-1 0,-3-1 0,0 0-3,-1 1 0,-1 1 1,2-2-1,0 0 8,3-1 1,1 0-1,-2 0 1,1 0-179,3 0 0,0 0 0,-3-1 0,-1 0 161,-4-2 1,1 1-1,3 1 1,1 0 15,3-1 0,-1-1 1,-3 2-1,0 1-15,-1 0 1,-1 0-1,45-2 14,-9-3 0,0 4-4,5-4 1,-5 3 27,5 2 1,-18-5-33,-7 0 1,-5-1 22,-1 1 0,-2 2 2,2-7 0,-7 2-1,-2-2 0,-2-2 6,2 8 0,-10-6 58,-10 5 1,-4 0 186,-6 5 0,-3 0-201,-6 0 708,0 0-1222,0 0 142,-7 0-320,5 0 47,-12 6 150,6-4-193,0 11 0,-6-10-76,4 7 694,3 0 0,-6 5 0,4-1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4:19:26.66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234 0 7722,'-29'8'201,"0"-1"150,-1-7 0,1 0-283,-1 0 0,3 0-371,2 0 267,4 0 1,13 2-107,3 2 0,10 0 73,4 6 1,18-2 117,7 2 0,8 3-162,7-4 1,-1 4 102,6 2 1,0-5-23,4 0 0,9-5-118,7 4 0,6-5-146,8 1 0,7-4 366,3-1 1,-47 2 0,1 1-78,1 0 0,1-1 0,2 1 0,-1-1 99,4-2 0,0 0 0,0 2 0,0 1-43,-1-1 1,1 1 0,4 0 0,0 0-29,3 0 1,0-1 0,1 0-1,0-1-274,4 4 1,0 0-1,-2-2 1,0-1 281,1 3 0,2 0 0,0-3 1,1 1-19,6 1 1,-1 2-1,-8-2 1,-1 1-8,2 2 0,0 1 1,-3-1-1,1 1-3,-1-1 1,1 1-1,0-1 1,-1 2-185,-1 1 1,-1-1-1,-6 0 1,0-1 197,-1 1 0,0 1 1,0 2-1,1-1 1,1 2 1,1-1 0,-3-1-1,1 1-54,-1 0 0,0 0 1,-2 0-1,1-1 30,6 1 1,0 0 0,-1 0 0,1-1-38,2 0 1,1-2 0,0-1 0,1 0 25,3 2 1,0 0 0,0-4 0,0-1-6,5 1 0,0-2 1,0-1-1,0-1-218,2 3 0,1 0 0,2-3 0,1-1 243,6 2 0,1-1 1,-8 0-1,-1-1-88,1 2 1,0-1 0,-1-1 0,0 0 132,5 1 1,1 1-1,3-2 1,1-1-17,0 0 0,1 0 1,-5 2-1,1 1 4,3 0 0,1-1 1,2 1-1,0 1 3,3-2 1,-1 1 0,4-3 0,0 1-26,-32 0 0,0 1 1,0 0-1,30 2 1,0 0-105,-30 0 1,0-1-1,0 0 1,0 0-1,0-1 1,0 0 67,0-1 1,0 1-1,0-1 1,0 2 0,0-1-1,0 0 18,31 0 0,0 1 1,0 2-1,-2 1-134,-5-1 0,0 0 0,-3-1 1,0 0 140,-2 1 0,-1 0 0,-1 0 0,-1 0 2,-2 2 0,0 1 1,-7-3-1,-1-1-15,-9 1 1,-1 0 0,-2 0-1,-1 0 149,2 2 1,-2 1 0,-7-3 0,-3-1-138,39 6 0,-9-6 0,-20 4 0,-8 3 0,-8 5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4:20:06.49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132 44 7813,'-15'-1'-179,"0"-4"1,0-2 58,1-3 1,-1-1 86,0 6-83,1 0-28,-1 5 117,7 0 1,3 0-34,10 0 44,3 0 1,8 0 4,4 0 0,-7 2-202,7 3 1,-9-2-55,4 7 267,-1-7 0,-5 17 0,5-4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4:26:49.953"/>
    </inkml:context>
    <inkml:brush xml:id="br0">
      <inkml:brushProperty name="width" value="0.08" units="cm"/>
      <inkml:brushProperty name="height" value="0.08" units="cm"/>
      <inkml:brushProperty name="color" value="#E71224"/>
    </inkml:brush>
  </inkml:definitions>
  <inkml:trace contextRef="#ctx0" brushRef="#br0">1 57 11802,'0'-14'-1638,"0"-1"1220,0 0 0,10 7 319,9 3 1,7 5 139,18 5 0,4 3 0,11 7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4:28:13.86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59 74 8229,'0'-10'-772,"0"0"1,0 6 913,0-6-4,0 6 1,-1-7 520,-4 6-469,3 0 244,-4-1-114,6 4-5,0-4-152,-7 6 0,4 0 69,-7 0-70,7 0 53,-4 0-280,7 0 1,-2 0 209,-2 0-939,2 0-28,-5 0 425,7 0 253,7 0 144,-5 0 0,11 6 0,-5 2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4:29:46.41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104 162 8204,'0'-15'-437,"-7"-6"1,4 5 244,-7-4 1,5 9 124,-4 1 0,4 6 95,-5 0 0,7 0 30,-2-1 116,-3 4 12,-1-6 34,1 7 34,-5-6 140,11 4-233,-4-4 7,6 6-57,0-7-63,0 5 0,2-4 74,2 6-42,-2-7-10,5 6 1,-6-6 24,4 7-53,-3 0-43,4 0-358,1 0 214,-5 0 0,9 2-8,-6 3 130,0-4-9,1 6 32,-4-7 0,6 0 17,-3 0-36,-3 0 5,4 0 228,-6 0-207,7 0-2,-6 6-3,6-4-7,-7 5 8,6-7-7,-4 0-15,5 0 17,-7 0 1,0 0 6,0 6 0,0-4 62,0 4-31,0-6 1,-2 0-5,-3 0 7,3 0-142,-4 0 121,6 0-18,0 7 0,-7-6 0,-1 6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4:30:35.62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192 956 8351,'-7'-15'-297,"-2"1"0,-4-1-355,-2 0 1,5 1 451,0-1 1,5 0 149,-4 1 74,5-8 0,-7 6 1,6-4 1,-2 9 444,2 1 0,2 2 369,-7-2-500,7-3 0,-10 10 273,3-7 1,2 7 245,-2-2 411,7 3-325,-10 2-389,11 0-274,-4 0 1,14-1-71,7-4 1,8-3-75,11-7 1,10-2-171,10-2 1,11-11 123,9-9 1,14-3-417,-37 20 1,1 0 0,2-3 0,1-1 114,4-1 1,0 0 0,-1 1 0,0 0 105,-1-1 1,-2 0-1,-5 4 1,-3 0-247,36-21 1,-14 8 211,-11 12 0,-5 3 127,-9 6 1,-13 2-83,-7 3 0,-11 3 135,-3 7 1,-7-1-85,2-4 0,-5 3 545,-5-3 1,-3 4-502,-6 1 0,-4 0 122,-7 0 1,-1 0-740,-13 0 1,0 1 216,-5 4 1,-1-3 459,1 3 1,0-4 144,0-1 0,7 0 311,2 0 1,9 0-198,2 0-296,6 0 1,5-4 115,13-1 1,13-5 130,11 5 0,10-6 185,6 1 1,9 3 236,5 2 1,3 4-12,2 1 1,-2 0-221,-3 0 1,-5 6-178,-10 4 1,-7 8-184,-12 2 1,-7 7-7,-13 3 0,-15 7-316,-9 12 0,-12 4 168,-13 5 0,-5 3-4383,-10 2 4044,4 4 1,-5 7 0,6-1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4:30:36.47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207 1088 8360,'-38'-14'0,"2"4"78,7 0 1,4 7 247,1-2 59,6 3-103,-3 2-169,12-6 0,3 3 7,6-7 0,1 5 8,4-5 0,4 0 10,5-4 1,9-3 0,6-2 0,9-1 17,11-9 0,16-2-45,14-9 1,6-7-191,3 3 1,-43 17-1,1 0 95,3 0 1,0 0 0,5-2-1,2-1-197,5-2 1,0 1 0,1 1-1,-1-1 122,-2-1 0,-1 1 0,-3 3 0,0 2 64,-4 1 1,1 1-1,0-1 1,0 1-1,-4 1 1,-1 2 152,43-17-170,-17 12 1,-3 0 31,-16 6 0,-10 2 6,-9 8 1,-16 2-56,-4 3 114,-3 4-38,-4-6 134,-2 7 1,-12 0-149,-4 0 0,-3 0 376,-2 0 1,4 0-379,-4 0 0,4 0-414,-9 0 0,2 0 142,-2 0 0,2 0-91,-6 0 0,-1 0 137,-4 0 0,-2 0 354,-3 0 0,3 0 380,-4 0 0,3 0-297,-3 0 1,4 5 169,-3 0 0,5 0 99,4-5 775,4 0-772,13 0 0,18-2-192,19-3 1,13 2-100,17-7 1,5 2-17,0-2 0,-1 4-11,-4 6 1,-5 1-8,0 4 0,-13 10-151,-2 9 0,-15 6 53,-9 4 0,-8 5-584,-12 10 0,-16 7 284,-14 12 1,-12 3 107,-7 12 0,-8-5 0,30-37 0,0 0 101,1-1 0,0 0 0,-24 35 0,1-5 0,-2 1 0,-1-3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4:30:37.14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102 1219 8428,'-36'-14'289,"11"-1"432,1 0-706,12 7 1,7-3-193,10 6 0,5-7 306,10 3 0,3-5-51,6 0 1,9 2 169,6-2 1,1 2-109,9-7 0,0-4 102,5-2 1,6-4-90,4-5 0,8-6-198,1-9 0,-32 24 0,1-2 101,2-2 1,0-1 0,2-2 0,1-1-8,5-1 1,-1-1 0,-7 3 0,0 1-57,-3 1 1,1 1 63,1 2 0,0 2 0,36-19-91,-38 21 0,1 1 0,44-15 0,-8 3-107,-11 3 1,-10 6-20,-8 1 0,-3 6 28,-7-2 0,-6 4-181,-4 1 1,-10 7-209,-4 3 75,-10-3 0,-14 6 529,-15-3 1,-6 4-398,-14 1 0,-3 0 10,-2 0 68,-4 0 0,17-2 18,-3-3 0,3 2-152,1-7 0,3 7 370,2-2 0,4-2 0,8 1 0,3-2 2625,-3 4-646,11-9 1,-4 10-451,6-7 0,6 7-995,4-2 1,3 5-93,2 5 1,0 10 38,-1 9 0,1 10-432,0 6 1,-7 9-258,-3 4 0,-5 18-158,-5 7 0,-2-29 0,-4 2-1892,-5 4 0,-2 2 2258,-3 7 0,-2 1 0,-8 5 0,-2 1 0,1 2 0,0 1 0,0-1 0,0 1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4:30:34.287"/>
    </inkml:context>
    <inkml:brush xml:id="br0">
      <inkml:brushProperty name="width" value="0.08" units="cm"/>
      <inkml:brushProperty name="height" value="0.08" units="cm"/>
      <inkml:brushProperty name="color" value="#E71224"/>
    </inkml:brush>
  </inkml:definitions>
  <inkml:trace contextRef="#ctx0" brushRef="#br0">501 456 9129,'-44'0'0,"-5"0"187,0 0 0,0 7 171,5 3 0,1-2 15,4 2 0,8-2 119,6 2 1,7 1-135,-1-6 0,2 6 157,3-1 0,6-2 263,3 2 570,3-7-821,2 11 1,11-13 78,4 4 1,11-3-126,4-2 1,7-7-168,12-3 0,17-9-395,12-6 1,2-4-147,3-5 0,-1 3-200,1-4 1,10-1 358,0 2 1,-43 14-1,0 1-90,2 2 1,-1-1-1,-3-1 1,-1-1-27,41-14 1,-13 5-362,-11 4 0,-19 7-405,-10-1-103,-11 9 355,-16-3 0,-4 11 124,-14-3 1,-3 8-363,-17 2 0,3 8 325,-13 2 0,1 1-451,-5 9 1062,0-1 0,-2 6 0,-3-1 0,-3 1 0</inkml:trace>
  <inkml:trace contextRef="#ctx0" brushRef="#br0" timeOffset="243">221 647 9129,'-39'-13'283,"0"4"1,8 2-281,2 7 0,6 0 6,8 0 1,0 0 2749,1 0-1166,5 7-400,3-6-759,26-7 0,6-11-102,23-12 0,13 0-212,16-1 0,-32 12 1,3 0-312,6-1 0,3-1 0,2-1 1,2 1-171,1 1 0,1-1 0,2-1 0,1 0-38,1 1 0,1 0 0,-2 2 0,0-1-72,2-1 0,-1 1 0,-7 2 0,-3 1 151,-3-1 0,-2 0 0,37-10-692,-17 3 1,-7 8 292,-12 1 1,-12 2-621,-13 8 1339,-6 0 0,-15-1 0,-1-3 0</inkml:trace>
  <inkml:trace contextRef="#ctx0" brushRef="#br0" timeOffset="434">1530 89 9136,'-38'-8'-451,"7"-5"722,7 3 0,7-3 669,3-2 0,0 5-150,10 1 0,0 5-257,9-1 0,3 4-146,7 1 1,1 0-89,4 0 0,-2 0 577,6 0 1,3 6-339,7 4 1,-3 3-247,3 2 1,-3 1-168,-1 4 1,-1-2-234,0 6 0,-12-3-299,-7 9 0,-7-2 291,-3 11 1,-15 2-3105,-9 8 3227,-17-4 0,-11 19 0,-7-4 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4:30:50.36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74 177 8015,'-15'-15'-35,"1"2"1,1 2 714,3 1-67,3 7-392,7-4 0,2 9-148,3 3 0,-2 3 66,7 6 1,-2 1-177,2 0 0,-2 1 74,-3 4 0,-3-2-190,3 6 0,1-4-155,-1 4 0,0 1-181,-5 4 1,0-1-522,0-3 1010,0 2 0,-7 3 0,-1 7 0</inkml:trace>
  <inkml:trace contextRef="#ctx0" brushRef="#br0" timeOffset="406">104 221 8048,'-15'-25'0,"0"1"186,0-2-51,7 5 0,2-1 458,6 8-364,0-1 0,5 0 15,0 1 0,6 4-28,-1 0 1,3 7 26,2-2 0,4 2-27,1-2 0,-1 3 0,-4-3 1,0 4-174,-1 1 1,1 6-323,0 4 0,-7-2 49,-3 2 0,-2 0-30,2 4 1,-3 6 107,3-1 1,-4 1 107,-1-5 0,-5-1-65,0 1 0,-4 5 89,4-1 1,-5 1 10,5-5 1,-1 1 27,1 4 1,3-4 6,-3 4 0,2-4 122,-2-1 1,3-1-91,-3 1 1,4 0 81,1-1-77,6 1 71,2 0 1,7-1-77,0 1 1,-5-7-103,-1-3 0,0 3 63,0 2 0,-2-2-18,-7 2 0,0 0-446,0 5 1,-8-1 201,-7 1 0,-1 0-157,-9-1 0,1 3 142,-6 2 0,-1-2-869,-3 2 1127,3-2 0,-5 4 0,7 2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4:31:11.11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204 118 8299,'-29'0'0,"-1"2"-137,1 3 0,5-3 154,-1 3 0,7 1 444,-2-1 0,9 0 355,1-5-544,7 0 1,-2 0-17,10 0 1,15 0-85,9 0 1,18-7 99,7-2 1,10-5-612,9 0 0,3-1 140,2 0 1,2-3 368,3 4-506,4-4 1,-5 10-1,6-7 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4:31:03.00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1425 397 8010,'0'-15'205,"0"1"82,0-1 0,0 0 547,0 0-548,0 7 0,0 3-82,0 10 1,1 8 41,4 7 1,-2 6-134,7-1 0,-5 2 90,5 3 1,-2-1-272,2 1 0,1-1-168,-6 0 1,2 1-235,-2-1 0,-4-4-377,4-1 1,-3-4 409,-2 4 0,0-6-245,0 2 0,0-4 682,0-1 0,0-7 0,0-2 0</inkml:trace>
  <inkml:trace contextRef="#ctx0" brushRef="#br0" timeOffset="583">1821 235 8016,'-4'-21'0,"-1"-3"0,-5 2 35,5 3 0,0 2 221,5 3 1,-5-1 159,0 0 0,-1 7 7,1 3 1,-3 4 40,-7 1 0,-1 6-121,-4 4 0,-3 9-101,-6 6 1,-2 4 79,-4 6 1,9-3-95,-3 8 0,8-1 69,-4 5 0,9 2-55,1 3 1,2-9-155,8 4 1,2-9-22,8-1 0,5-3-175,9-1 0,4-13 199,6-2 0,1-10 44,-1 0 1,1-3-453,-1-2 0,-1-7 133,-4-3 1,1-3 52,-10-1 1,1-1 64,-11 0 1,0 0 121,-5 1-38,0-1 1,-7 2 16,-3 3 1,-3-1 24,-1 6 0,-1 0-24,0 5-19,7 0 5,1 6 1,9 3-192,3 5 0,3-4 60,7 0 0,4 0-323,1 4 1,6 1-156,-1 0 1,2-5-316,3-1 1,-1 0-326,1 0 0,-6-2 1227,1-7 0,-1 0 0,6 0 0</inkml:trace>
  <inkml:trace contextRef="#ctx0" brushRef="#br0" timeOffset="917">2277 456 8016,'-6'-15'174,"-4"0"1,-3 2 345,-2 3 0,5 2 123,0 3 1,1 4-209,-6-4 1,0 3 17,1 2 0,4 7-162,0 3 0,0 3-37,-5 1 1,1 3-23,-1 2 1,7-1-186,3 7 1,-2-2 9,3 1 1,-1 2-146,5-6 1,1 1-453,4-1 0,-2-4 318,7 4 1,0-9-187,5-1 0,4-7 172,1 2 1,1-5 68,-1-5 1,-2 0 29,6-10 0,-6 4 128,2-9 0,-4-1-80,-1 2 1,-2-6 165,-3 6 0,-4-8-399,-6 3 0,0 1 98,0-1 0,-6 1-104,-4-2 1,-8 4 55,-2 6 1,-4 7-134,4 3 1,1 4-147,4 1 551,7 0 0,-5 6 0,5 2 0</inkml:trace>
  <inkml:trace contextRef="#ctx0" brushRef="#br0" timeOffset="1226">2586 441 8022,'0'-21'37,"0"9"1,0-2 754,-7 2 0,4-1-246,-7 3 1,0 4-258,-4 6 1,-1 6-47,0 4 0,-6 3 0,-3 2 0,1 6-14,-2 4 0,7-2 249,-1 1 1,2 1-201,3 4 1,5-5-316,5 1 1,2-7-412,2 1 0,8-1 293,7 2 1,1-10-357,9 0 1,-1-2 193,6-3 1,-1 0-9,0-5 1,1-5 87,-1 0 0,-1-12 283,-4 3 1,2-6-53,-6 1 1,0 1 127,-6-7 1,-5 1-155,-5-6 0,-2 6 9,-2-1 1,-2 2-438,-2-1 1,-10 3 193,-5 6 1,-6 2-203,6 3 1,-6 4 137,6 6 0,4 0 330,5 0 0,0 0 0,-4 0 0</inkml:trace>
  <inkml:trace contextRef="#ctx0" brushRef="#br0" timeOffset="1668">3130 147 8111,'0'-23'1118,"0"-3"-670,0 6 1,-2-2 26,-3 7-208,4-3 1,-8 11 148,4-2-178,4 2 0,-11 15 605,7 7 0,-4 1-321,4 9 1,0-1-122,5 6 0,0 1-498,0 3 0,2 2 116,2 3 1,3 2-59,3-7 1,1 5 113,-6-4 1,5-1-621,-5-5 0,5 1 247,-6-1 1,3-1-124,-2-4 1,-3-2-166,2-8 264,-2-5 32,-2-3 0,-5-8 153,0-2 0,-6-5 104,1-5 0,-5-6-103,-4 1 0,1-1 162,-7 5 1,6 1-147,-6-1 1,1 5 357,-6 0 0,6 7 76,-1-2 1,6 5 70,-6 5 0,6 3-86,-6 7 0,9 1-58,1 4 0,2-2-229,8 6 1,0-1 135,5 2 1,7 1-162,3-7 1,4-1-11,6-8 1,3 2-140,6-8 0,0 1 67,1-5 0,4 0-122,0 0 0,7-6-103,-1-4 1,-3-8 109,2-2 0,-1-6-424,1 2 0,3-4 213,-2-1 1,-3 4-505,2 1 1,-6 4 924,1-4 0,-3 6 0,-1-4 0</inkml:trace>
  <inkml:trace contextRef="#ctx0" brushRef="#br0" timeOffset="8662">146 1102 8089,'-44'0'0,"6"5"1558,4 0-1155,16 7 1,6-11-167,17 4 0,17-5-383,12-5 0,8-9 119,7-11 1,17-3-430,12-1 0,-32 11 1,3 0 21,4-1 1,2-1 0,0-1 0,2 1 433,6 0 0,2 1 0,7-3 0,3 1 0,3 3 0,0-1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4:31:01.48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59 456 8038,'-6'-14'-388,"-4"-1"763,3 7 410,-6 1 0,12 10-342,-4 7 1,5 7-199,5 12 0,1 5-108,4 1 1,3 4 107,-3-5 0,1 5-213,-1-4 0,1 4 127,-6-5 0,5 0-239,-5-4 1,0-6-107,-5 1-61,0-7-154,0-4 290,-7-7 1,-1-14-12,-6-2 1,4-11 68,0-4 1,5-6 25,-5-4 0,5 1-13,-4-6 0,5 5 58,-1-6 0,4 1-19,1-5 1,1 0 9,4 0 0,3 2 91,7 2 1,6 4-99,4 7 0,-2 6 12,1 4 0,6 9 3,4 5 0,-1-2 141,-9 2 0,2 2-129,-6 8 1,-1 3 48,-4 7 0,-2 1-73,-3 4 1,1-2-2,-6 6 0,-1-4-97,-9 4 0,-8 1 70,-7 4 0,-4-1-158,4-3 0,-6 2 50,1-2 1,-7 1-232,-3-2 1,1-2 8,5-8 0,4 1-2,1 0 0,1-2-399,-2-3 0,9-4 754,6-6 0,7 0 0,-4 0 0</inkml:trace>
  <inkml:trace contextRef="#ctx0" brushRef="#br0" timeOffset="383">765 309 8038,'0'-14'-360,"6"-1"0,-4 0 1545,3 1-800,-4-1 1,-1 5-97,0 0 0,-8 7 46,-6-2 0,-3 5-105,-7 5 1,-1 3 14,-4 7 0,-1 4 0,1 1 0,1 6-15,4-1 1,-2 2 13,6 3 1,0-1-377,6 1 1,1-1-175,3 0 0,3-1-288,7-3 0,0 1 25,0-7 0,7-1 239,3-8 0,4 2 29,6-8 0,-4 1 92,4-5 0,1-6 206,-1-4 1,4-8-20,-4-2 0,6-6 132,-2 2 0,-1-4 9,2-1 1,-7-1 170,1 1 1,3 0 23,-3-1 1,1 7-111,-5 4 1,-6 2 230,1 3 0,-5 5 196,5 5-526,-7 2 0,5 4-165,-3 2 0,-3 5-395,3 5 0,-2 1-541,2 0 1,-2-1 515,7 1 1,-7 5 479,2-1 0,3 1 0,0-5 0</inkml:trace>
  <inkml:trace contextRef="#ctx0" brushRef="#br0" timeOffset="584">1147 324 8174,'-7'-15'928,"6"7"200,-6 2-519,7 6 0,0 6-448,0 4 0,0 5 72,0 4 1,0-1-498,0 7 1,0-7 210,0 1 1,2 3-212,3-3 0,-2 1 162,7-6 1,-7 1-634,2 0 1,-2 0-700,2-1 1434,-3 1 0,4 0 0,-6-1 0</inkml:trace>
  <inkml:trace contextRef="#ctx0" brushRef="#br0" timeOffset="717">1073 74 8089,'0'-15'0,"0"1"751,0-1-147,0 0-612,0 7 82,0 2 0,7 6-597,3 0 523,3 6 0,8 2 0,2 7 0</inkml:trace>
  <inkml:trace contextRef="#ctx0" brushRef="#br0" timeOffset="1042">1397 192 8089,'8'-2'-365,"-3"-3"201,3 4 1383,0-6-759,7 7 1,0 2-121,-1 3 1,-1 3-106,-3 6 1,3 3-203,-3 2 1,-2-1 8,2 7 1,-7-7-37,2 1 1,-2 3 99,2-3 0,-3 6-184,3-6 1,-3 1-49,-2-5 0,-2-2 156,-3-4-103,3-2 100,-4-7 0,6-7 186,0-2 0,0-11-40,0-4 1,1-9 72,4-1 1,4-6 244,5 6 0,1-5-139,0 5 1,4-1 216,1 6 1,4 6-130,-4 3 0,6 6-259,-1 4 0,-3 3 16,3 7 1,-7 12-431,1 3 0,-4 11-313,-5 3 1,-4 2-623,-6 8 1,0-4-1128,0 4 2295,-6 7 0,-9-1 0,-8 6 0</inkml:trace>
  <inkml:trace contextRef="#ctx0" brushRef="#br0" timeOffset="3719">191 1412 8089,'-6'-15'0,"3"0"-35,-7 1 1,5 4 199,-5 0 0,5 7 423,-5-2-286,7 3 0,-8 10 89,6 7 0,0 1-161,5 9 1,0 1 19,0 8 1,0-1-129,0 6 0,5-4 90,0 4 1,5 0-425,-6 5 1,6-5 167,-5 0 1,5-6-712,-5 1 1,5-3 143,-5-1 0,-1-7-668,-4-4 1279,0-9 0,7-3 0,1-7 0</inkml:trace>
  <inkml:trace contextRef="#ctx0" brushRef="#br0" timeOffset="4110">89 1500 8089,'0'-20'118,"0"1"1,1-1 15,4 5 1,2 1 271,2-1 1,9 5-127,-3 0 0,8 2 95,-3-2 1,6-1-137,-2 6 1,-1-5-60,2 5 1,-6 1-210,6 4 0,-7 0 53,1 0 1,-7 6-205,-3 4 1,-5 3 121,1 2 1,-10 4-175,-5 1 0,-5 4 60,-4-4 0,-4 4 30,-7-4 1,1 6 99,0-1 0,4-4-15,1-1 0,6-4 117,-2-1 1,4-1-62,1 1 175,7-7 0,5-1-109,12-7 1,8 0 167,12 0 0,5-5-112,1 0 1,6-5 31,-2 5 1,3 0-29,2 5 1,-1 0 105,-4 0 1,-3 2-117,-7 3 1,-6 3-8,-3 7 1,-10-1-166,-6 1 0,-4 5 111,-4-1 0,-6 6 31,-10-6 1,-3 1-14,-6-5 0,-1-1-11,1 1 1,1-2-268,4-3 0,-2 1-373,6-6 1,-4 5-1106,4-5 1,0 0 1683,6-5 0,-1 0 0,0 0 0</inkml:trace>
  <inkml:trace contextRef="#ctx0" brushRef="#br0" timeOffset="4344">691 1412 8161,'-14'-23'1942,"-1"2"-51,0 6-834,7 7-698,1 1 1,7 15 47,0 7 0,0 5-149,0 4 0,0 4-242,0-4 0,0 6 106,0 4 0,5-3-408,0 4 0,7-4-170,-3-2 0,0 0-501,0 1 0,0-1 26,0 1 1,3-8 374,-7-2 0,6-4-1146,-1-1 1702,-3-7 0,12 5 0,-3-5 0</inkml:trace>
  <inkml:trace contextRef="#ctx0" brushRef="#br0" timeOffset="4662">985 1544 8161,'0'-21'-131,"-5"9"443,0-2 0,-4 7 525,4-3 1,-7 7-206,3-2 1,0 4 245,0 1-560,-1 6 1,-5 7-77,0 7 1,6-1-171,-1-4 1,6 5 143,0-1 0,2 6-327,2-6 0,0 3-118,0-3 0,6-3-202,4 4 0,2 1-90,-2-1 0,3-5 257,-4-6 0,6-5-40,5 1 0,-4-4 104,4-1 1,-4-1 73,-1-4 0,-1-3-87,1-7 0,0-2 283,-1-2 1,-1 1-30,-3-7 1,-3 3-114,-7-3 1,0-3-175,0 4 0,-12 1 101,-2-2 1,-4 9 40,3 1 1,-5 1-98,1 4 46,-1 3 155,12 1 0,-5 6 0,5 0 0</inkml:trace>
  <inkml:trace contextRef="#ctx0" brushRef="#br0" timeOffset="4986">1382 1515 8161,'0'-15'1018,"0"0"-336,0 1 1,-2 4-199,-2 0 0,0 7 21,-5-2 1,-1 3-196,-5 2 1,-1 7-43,-4 2 1,2 6-11,-6 5 0,1-2-99,-2 6 0,2 1 3,4 4 0,7 1-144,-2-1 0,9-1-415,0-4 0,3 4 288,2-4 0,3-1-441,7 2 1,7-9 267,12-1 1,2-7 12,3-8 1,-1-2 24,6-3 1,-1-3 236,1-6 1,-3-3-12,-7-2 1,1-4-36,-1-7 1,-6 1 220,-3 0 1,-11 4-49,-4 1 0,-3 4-336,-2-4 1,-8 6 92,-7-2 0,-6 4-380,-9 1 0,1 2 175,0 3 1,1 4 128,3 6 0,-1 0-186,7 0 385,-1 0 0,5 0 0,1 0 0</inkml:trace>
  <inkml:trace contextRef="#ctx0" brushRef="#br0" timeOffset="5420">1852 1177 8043,'-14'-18'575,"-1"3"0,5-6-158,0 11 0,7-2 697,-2 8-634,4 2 0,1-3-108,0 10 1,0 5-145,0 9 1,0-1 31,0 7 0,5-1-216,-1 6 0,8-1 74,-2 0 1,-2 1-201,2-1 1,-2 4 114,2-4 1,1 4-414,-6-9 1,5-2-176,-5-3-45,6 4 243,-3-6 127,7-3 113,0-7 0,-7-14 24,-3-3 1,-4-3-8,-1-1 0,-1-1 31,-4 0 0,-5 1 324,-10-1 0,-1 0 1,-3 0 0,-4 7-20,3 3 1,-2 4 87,-3 1 0,1 1-101,-1 4 0,3 10-1,2 9 1,1 1-43,9 4 0,-1-2-137,11 7 0,0-3 116,5-2 1,6-4-256,4-1 1,10-6-68,4 2 0,6-10-64,4-6 0,4-4-168,6-4 1,6-6 158,4-10 1,-2 2-402,2-6 0,-5-1 261,5-4 0,-10-1-327,5 1 0,-14 0 703,-1-1 0,-3 1 0,-8-1 0</inkml:trace>
  <inkml:trace contextRef="#ctx0" brushRef="#br0" timeOffset="5821">2881 1044 7996,'0'-14'148,"0"5"1,2-2 243,3 6 117,-3-6-310,4 9 168,-6-11-220,7 11 1,-6-6 138,4 3-280,3 4 0,-4-11 101,5 7 0,-5-6 162,1 1 33,-4-3 0,-1-2 149,0 1-153,-6 5 1,-2-2-66,-7 6 0,-5 2 8,1 8 0,-6 5-32,6 9 0,-8 6-1,3 9 1,1 5-204,-1 10 0,6 2 43,-2 3 0,5 1-468,5-6 0,4 5 228,6-5 0,8-2-626,7-7 0,1-6 386,9-10 1,1-4-563,8-10 0,-1-4 324,6-6 1,0-1 669,5-4 0,7-10 0,1-8 0</inkml:trace>
  <inkml:trace contextRef="#ctx0" brushRef="#br0" timeOffset="6021">3308 1235 7951,'0'-9'0,"0"-1"1025,0 6-582,0-2 0,0 8 88,0 2 1,0 6-177,0 10 0,0-2-252,0 6 1,0-4-38,0 4 1,1-4 98,4 5 1,-3-7-460,3 1 1,-4-3 263,-1-1 0,0 0-967,0 0 1,0-6 89,0 1 907,0-7 0,7 10 0,1-4 0</inkml:trace>
  <inkml:trace contextRef="#ctx0" brushRef="#br0" timeOffset="6155">3264 1059 7951,'-2'-13'-351,"-3"3"75,3-3 563,-4 11-94,12-4-193,3 6 0,12 6 0,2 3 0</inkml:trace>
  <inkml:trace contextRef="#ctx0" brushRef="#br0" timeOffset="6488">3528 1147 8017,'8'-10'-352,"-1"2"282,-1 2 612,-4-6 0,11 11 285,-3-4-507,3 3 1,5 9-93,-3 2 1,3 4-61,-9 2 1,4 5 88,2-1 0,-2 6-265,-3-6 1,1 6-4,-6-5 0,0 1 11,-5-2 0,0-2-67,0 2 0,0-2 153,0-3-194,-6 1 0,-1-5-17,-3 0-92,-3-7 170,5-3 1,0-8-140,3-7 0,3-1 187,2-4 0,0 2-41,0-6 1,2-1 311,3-4 0,8 4-100,7 1 1,6 6-158,-2-2 0,4 1 39,1 4 0,1-1 64,-1 11 0,-4 0 208,-1 5 119,-6 0 0,2 6 160,-10 4-605,-4 3 0,-6 8 0,0 2 0</inkml:trace>
  <inkml:trace contextRef="#ctx0" brushRef="#br0" timeOffset="7188">4131 1162 7976,'0'-15'0,"0"0"-154,0 7 1,0-5 192,0 3 270,0 4 0,0-2-235,0 3 203,0 3-281,0-4 92,0 6 1,1 1 127,4 4 10,-3-3 165,5 4-164,-1 1-4,-4-5-237,4 4 230,1-6-229,-6 0 1,8 0 220,-5 0-86,-2 0 12,5 0-41,-7 0-44,0 0 1,-5 2 7,0 3 0,-5 3 124,5 6 0,-5 1-70,5 0 1,-4 1-120,4 4 0,-5-2 92,5 6 0,-5-4-194,5 4 0,0-4 108,5 4 1,0-6-138,0 2 0,2-4-53,3-1 0,8-2-173,7-3 1,7 1-227,3-6 1,1 0 210,8-5 0,-1-1-328,1-4 0,2-4-24,-7-5 732,0-1 0,-4 0 0,-1 1 0</inkml:trace>
  <inkml:trace contextRef="#ctx0" brushRef="#br0" timeOffset="7448">4469 1235 8000,'0'-14'-618,"0"-1"1,-5 5 1587,0 0-135,0 7 136,5-3-630,0 6 1,0 1-57,0 4 1,0-2-25,0 7 0,0 2-34,0 7 0,0-2-179,0 2 1,7-1 109,3 2 0,-2-4-155,2 4 1,-6-9 60,6-1 1,-5-2-53,5 2 0,0 1 62,4-6 0,1 0-18,0-5 0,0 0-18,-1 0 0,3-6 25,2-4 1,-3-8-212,4-2 1,-4-6 81,-1 2 1,-2 1-1031,-3-2 0,-2 1 485,-3-6 0,-3 6-259,3-1 0,-5 7 21,-5-1 849,-3 9 0,-7-3 0,0 5 0</inkml:trace>
  <inkml:trace contextRef="#ctx0" brushRef="#br0" timeOffset="7847">5130 809 8053,'0'-23'0,"0"4"0,0 2 991,0 3-436,0 5 1,0 6 179,0 13 0,5 1-331,0 14 0,0 4-158,-5 6 1,0 5-248,0 0 0,0 2 84,0 2 1,0 0-32,0 0 0,0 0 78,0 1 0,-2-3-714,-2-3 0,2-3-28,-3-6 1,2-3-1142,-2-2 665,3-4 1,-3-13 1087,10-3 0,3-3 0,7-2 0</inkml:trace>
  <inkml:trace contextRef="#ctx0" brushRef="#br0" timeOffset="8189">5351 1147 8053,'0'-28'378,"0"4"-22,-7 3 191,6 6 1,-12 2-136,3 3 0,2 4-43,-2 6 1,5 6-62,-5 4 1,2 8-29,-2 1 0,-3 8-238,3-3 1,2 4 104,-2 1 1,7 1-227,-2-1 1,-1-4 102,1-1 1,0-4-402,5 4 1,0-6 207,0 2 0,2-9-94,2-1 1,0-7-27,5 2 1,1-5-9,5-5 0,5-5 161,-1-9 0,6 1-22,-6-7 0,1 1 303,-5-6 0,1 1-90,3 0 0,-7 4 251,3 1 0,-4 1-119,4-2 1,-1 6-31,1 9 0,-5-2-78,0 8 0,0-1-35,4 5 1,-1 6-129,-3 4 1,2 3 102,-8 2 0,6 4-526,-5 1 1,0 4 204,-5-4 0,2 0-494,3-6 0,-4 6 329,4 0 1,-3-6 466,-2-4 0,0 0 0,0 5 0</inkml:trace>
  <inkml:trace contextRef="#ctx0" brushRef="#br0" timeOffset="8489">5807 765 9512,'4'21'812,"1"4"0,0 9-363,-5 5 1,0 5-201,0 5 0,0-1-84,0 6 1,0-7-349,0 2 0,0-3 211,0-2 1,0-8-228,0-7 1,0-6 52,0-8-2029,0-7 1558,0-2 1,0-7-1047,0-4 1663,0-3 0,-6-14 0,-2 0 0</inkml:trace>
  <inkml:trace contextRef="#ctx0" brushRef="#br0" timeOffset="8740">5571 1103 7995,'-8'-15'0,"2"1"0,6-1 0,3 7 578,7 3 1,6-2-189,13 2 1,12-1-154,3 1 1,10 3-293,0-2 0,7 2 71,-3 2 0,3 0-83,-12 0 0,0 0 84,-5 0 1,-3 0 143,-7 0 0,-6 2-83,-13 2 0,-7 0 246,-3 5 0,-5 3 89,-5 8 1,-5-3 131,-10 8 0,2-1-63,-6 6 0,6-1-126,-2 1 1,6-6-378,4 1 1,-2-2 126,7 1 1,-4-3-148,4-6 1,1 0 90,9-1 1,-1-5-650,5-5 1,1-2-106,5-2 0,1 0-379,4 0 0,-5-2-1175,-1-2 2258,1-5 0,-7-12 0,7-2 0</inkml:trace>
  <inkml:trace contextRef="#ctx0" brushRef="#br0" timeOffset="8874">6130 883 8065,'8'-7'712,"5"1"-399,-3-4 0,3 3-15,2 7 1,1 0-89,4 0 1,-2 5-332,6 0 0,-6 6-16,2-1 137,3 3 0,-1 2 0,8 0 0</inkml:trace>
  <inkml:trace contextRef="#ctx0" brushRef="#br0" timeOffset="9098">6394 1250 8065,'-14'-6'1469,"6"4"-429,1-5-140,7 7-598,0 0 0,7 0-55,2 0 1,4 2-150,2 3 1,2-3-190,2 2 0,-1-2-100,7-2 0,-6-2 166,6-2 1,-7 0-58,1-6 1,1 6 12,-5-6 1,3 0-306,-9-5 0,-2-4 166,-2-1 0,-4-4-468,-1 4 0,-1 0 44,-4 6 632,-3-1 0,-14 0 0,0 1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4:30:59.15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1346 469 8078,'0'-9'-1516,"0"-1"1777,0 0 0,0-5 7,0 1 0,0 4 70,0 0 1,0 5-83,0-5 0,0 5-87,0-4 41,0 5-298,0-2 246,-6 6 1,3 5 139,-7 0-857,7 6 293,-4-9 110,7 11 134,0-12-15,0 6 112,0-7 1,0-2-49,0-3 352,0 4-286,0-12 0,-2 11 115,-3-3 0,2 4-139,-7 1 1,1 6 66,-6 4 1,-5 3 30,1 2 1,-1 6 5,5 3 0,-3 4-182,4 1 0,-3 6 132,12-1 0,1 0-418,4-4 0,1-2 160,4-4 0,5 2-382,10-6 0,2-2 220,8-8 0,-1-4-392,1-6 0,4 0 6,0 0 683,7 0 0,-10-13 0,5-3 0</inkml:trace>
  <inkml:trace contextRef="#ctx0" brushRef="#br0" timeOffset="417">1729 205 8078,'0'-20'0,"0"1"0,0-1 0,0 5 0,0 1 0,0 5 0,4 5 1043,1 8 0,2 6-297,-2 10 1,1 1-144,4 4 1,2 7-476,-8-2 0,6 9 85,-5 0 0,2 4-234,-2 1 1,-4 0 59,4 0 0,-3 0-174,-2 0 1,-5-5 73,0 0 0,-6-6-96,1 1 0,-3-8-27,-2-1-76,0-7 168,1-3 1,5-10 72,4-10 1,4-5-113,1-10 1,1-1 90,4-3 0,4-6 162,5 1 0,1 4-102,0-4 0,4 3 206,1-4 1,1 6 11,-1-1 0,-4 6-3,4-6 0,-4 12-69,-1-2 1,4 6-58,1-1 1,-1 3-96,-4 7 1,0 2 114,0 3 0,-1 3-266,1 7 0,0 1 58,-1 4 1,-1-2-210,-3 6 0,-2-4-41,-3 4 0,-1-6-149,5 2-1,-5-4-1209,0-1 1151,-2-1 0,0 1-835,3 0 1372,-4-7 0,12 5 0,-4-5 0</inkml:trace>
  <inkml:trace contextRef="#ctx0" brushRef="#br0" timeOffset="692">2199 646 7675,'0'-15'-135,"-2"5"418,-3 0 0,4 6-102,-4-6 1,5 5 283,5-5 0,3 5-137,7-5 0,1 5-154,4-4 0,2-1-141,8-5 0,4 0 89,0 1 0,1-1-181,-6 0 0,-4 1 94,-1-1 1,-6 2-6,2 3 1,-6-3 133,-4 3-23,-3-3 0,-14 0 4,-3 3 0,-4 4 11,-6 6 1,2 6-49,-6 4 1,-1 3 3,-4 2 1,4 1-161,1 4 1,6-4 115,-2 4 1,5 1-410,6-1 0,2 4 168,7-4 1,2-1-186,3-4 1,3 0 79,7-1 1,6-1 127,3-3 1,-1-2 149,2-3 0,-1-3 0,6 4 0</inkml:trace>
  <inkml:trace contextRef="#ctx0" brushRef="#br0" timeOffset="959">2772 425 8078,'2'-14'-716,"3"-1"1958,-4 0-778,6 1 1,-14 5-6,-2 4 1,-5 4-151,0 1 1,-1 1-147,0 4 1,-4 2 24,-1 3 1,1 8-79,4-4 1,0 4-220,0-3 0,1 0 109,-1-1 0,7 1-238,3 0 0,-2-1 98,3 1 0,-1 0-86,5 0 1,5-1 148,-1 1 0,8 0 14,-2-1 1,3-4 33,1 0 1,1-5 10,0 5 0,0-5-226,-1 4 1,-1-4 35,-3 5-70,3-7 1,-10 9-16,7-7-948,-6 0 1241,2 1 0,-12-4 0,-3 4 0</inkml:trace>
  <inkml:trace contextRef="#ctx0" brushRef="#br0" timeOffset="1659">3110 117 8078,'0'-15'0,"0"0"0,0 1 0,0-1-72,0 0 459,7 0 255,-6 1-212,6 6 1,-7 3-117,0 10 1,0 8-90,0 6 0,0 9 9,0 1 1,2 2 14,2 9 0,-2-1 0,3 5 0,-3-5-348,-2 0 1,0-1-52,0 1 1,5-1-89,-1-4 1,1-3-326,-5 3 1,0-4 298,0-6 1,0-1-1150,0-3 1003,-6-4 0,-1 0-246,-3-6 0,-3-7 656,4 2 0,-4-3 0,-2-2 0,0-5 0,0 0 0,1-6 0,-1 1 0,0-3-123,1-2 0,4 0 12,0 1 1,7-3 828,-2-2 1,3 2-340,2-2 1,7 2-84,3 3 1,9-1 14,6 0 1,2 1 199,3-1 0,7-1-395,8-4 0,7 4-1100,11-4 984,11 4 0,8 1 0,6 0 0</inkml:trace>
  <inkml:trace contextRef="#ctx0" brushRef="#br0" timeOffset="12273">156 778 8130,'-36'0'-236,"6"0"157,1 0 830,0 0-100,12 0-591,3 0 1,15 0 64,14 0 0,14-6-85,15-4 1,9-5-13,10-5 0,6 2-151,9-6 1,-1 6-339,6-2 1,-11 4 334,2 1 0,-15 7-1024,-1 3 1150,-15 4 0,6 7 0,-12 2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4:30:54.28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59 897 8034,'-6'-14'5,"-4"-1"1,4 5 57,1 0 0,3 1 293,2-6 1,0-5-71,0 1 0,7-7 2,2 1 1,6-4-74,5-6 0,-2-2-39,6-7 0,-6 5 17,2-1 1,1 1-101,-1-5 1,-1 3 91,-4 7 1,0 1 8,-1 14 1,-4 1 165,0 8-1,0-3-382,4 11 0,-4 4 119,0 13 0,-2-1-214,2 6 1,1 3 86,-6 1 0,7-1-54,-3 2 1,0-1-183,0 6 0,0-6-214,0 1 1,4-3-253,-3 3 0,-3 1 312,-2-6 0,1-1-328,-1-4 1,0 1 256,-5 4 0,0-9 492,0 4 0,0-4 0,0 4 0</inkml:trace>
  <inkml:trace contextRef="#ctx0" brushRef="#br0" timeOffset="142">30 721 8034,'-13'-6'0,"3"-4"298,4-3 1,7 3 13,4 0 0,12 0 63,12-4 0,7 4-440,8 0 1,7 0 87,2-5 1,5 6-759,0-1 1,0 2 734,-4-2 0,-4-3 0,-6 5 0</inkml:trace>
  <inkml:trace contextRef="#ctx0" brushRef="#br0" timeOffset="492">530 574 8081,'10'-6'0,"-2"-4"0,-2-3 411,6-2-40,-4 0 0,7 2-91,-1 3 0,6 4 28,0 6 1,1 0-75,-2 0 1,-2 0-106,2 0 0,3 6 135,-3 4 0,-1 3-251,-8 2 0,1 5-26,-6-1 0,0 2-69,-5-1 0,0-4 13,0 4 0,-2 1 84,-2-1 1,-3-1-167,-3-4 0,-3-2 20,3-3 0,-3 1-23,-1-6 0,-1 5 74,0-5 1,1 0 110,-1-5 1,5-5 0,0 0 1,7-6 139,-2 1 1,-1-5 78,1-4 1,1 2-73,9-2 1,3-3 12,7 3 1,6-6-86,4 6 0,-2-3-121,1 3 1,2 3 149,9-4 1,-4 5-551,3 5 0,-3 2-99,-2 3 0,-4 4-332,-1-4 1,-1 3-1001,2 2 1845,-4 0 0,-6 0 0,-1 0 0</inkml:trace>
  <inkml:trace contextRef="#ctx0" brushRef="#br0" timeOffset="700">1235 207 8081,'0'-23'0,"0"-3"603,0 6 1,0 0 118,0 6 1026,0 6-391,7 1-1055,-5 14 1,4 7 0,-6 11 185,0 3-297,0 1 0,5 5-268,0 1 1,0 4 115,-5-5 0,5 0-138,0-4 0,-1 4 100,-4 0 1,2 1-1210,3-6 0,-3-1 85,3-4 1123,-4-3 0,-1 7 0,0 3 0</inkml:trace>
  <inkml:trace contextRef="#ctx0" brushRef="#br0" timeOffset="867">1133 559 8053,'0'-14'402,"0"-1"1,0 0 914,0 1-843,0-1 1,6 2 28,4 3 0,5-3-155,4 3 0,4 2-250,6-2 0,7 5-273,4-4 1,7 5-514,2-1 0,2-1-1616,-2 1 2304,-4-7 0,6 11 0,-7-6 0</inkml:trace>
  <inkml:trace contextRef="#ctx0" brushRef="#br0" timeOffset="1167">1618 486 8053,'6'-15'590,"-3"2"269,7 3-512,0-3 1,5 5-96,-1-7 0,1 6-133,0-1 0,-1 2 104,1-2 1,0-3-185,0 3 1,-1-1 91,1 1 0,-5-3 115,0 3 1,-7 2 64,2-2-116,-4 7-211,-7-4 0,-4 9-83,-10 3 0,4 4-44,-4 11 1,4-2 128,1 7 0,2-3 839,4 3 1,0 3-223,5-4 0,2 2-593,-3-1 1,3 1-29,2-7 0,2 6-1342,3-5 0,1-1 352,4-4 0,8 0 46,-3-1 1,4-6 961,1-3 0,3-3 0,6-2 0</inkml:trace>
  <inkml:trace contextRef="#ctx0" brushRef="#br0" timeOffset="1585">1853 457 8053,'8'-15'0,"0"0"-158,-3 0 1,-2 6 110,7-1 0,0 2 658,5-2 1,4-2-174,1 8 1,1-3-120,-1 2 1,-2 3-110,6-2 0,1 2-15,4 2 1,-6 6-86,-4 4 0,-2 3 87,-3 2 0,0 0-46,-5-1 0,3 1 80,-7 0 1,0 4-269,-5 1 1,-2 0 47,-3-6 1,3 1-82,-3 0 1,2-1-16,-2 1 213,4 0-1105,-6-1 435,7-5-3,0-3 334,7-19 1,-4 3-59,7-9 1,1-3 95,9 3 0,-4-7 182,4 1 0,1-2 368,-1-3 1,-1 2-200,-4 4 0,4-2 347,1 6 0,0 1-254,-6 4 1,1 2 692,0 3-573,-1 3 0,1 9-98,0 3 0,-5 3-26,-1 7 1,-5 6-220,1 4 1,-2-3-142,2 3 1,-4-2-163,4 1 1,-3 2-410,-2-6 0,0 5 353,0-6 0,0 1-546,0-6 1,0 1 337,0 0 0,-2-2-879,-3-3 675,4-4 723,-6-6 0,7 7 0,0 1 0</inkml:trace>
  <inkml:trace contextRef="#ctx0" brushRef="#br0" timeOffset="1976">2779 339 8045,'0'-8'1454,"0"1"1,0 9-871,0 3 1,0 3-152,0 7 0,1-1-223,4 1 1,-3 5-229,3-1 1,-4 6 124,-1-6 1,0 6-262,0-6 1,0 6 188,0-6 1,-4 1-695,-1-5 0,0 4 291,5 1 1,-5 0-482,0-6 0,0-4-255,5 0 362,0 0 0,0-1 17,0 1 725,0-6 0,0 2 0,0-6 0</inkml:trace>
  <inkml:trace contextRef="#ctx0" brushRef="#br0" timeOffset="2210">2617 104 8082,'-21'-23'0,"5"-2"729,-4 11 0,9-4 265,1 8 269,6 3-607,-2 1-779,6 6 0,2 1-948,2 4 0,5-1 276,5 5 795,1 1 0,6 5 0,2 0 0</inkml:trace>
  <inkml:trace contextRef="#ctx0" brushRef="#br0" timeOffset="3127">2617 471 7955,'0'-10'0,"0"1"-10,0 5 0,-2-7 122,-2 6 1,0 0 358,-5 5-71,5 0 45,-9 0-335,5 0 1,-7 0 95,1 0 1,4 5-249,0 0 0,7 1 96,-2-1 0,2-1-283,-2 5-103,3-5-2,-4 2 193,6-6 1,6 0 102,4 0-6,3 0 1,-3 0-10,0 0 69,-1 0 0,1-5-60,0 0 121,-7 1-88,4-3 30,-7 5 291,0-4-179,0 6-111,-7 0 1,4-2 6,-7-3 0,5 4 192,-5-4 0,6 3-43,-6 2 0,5 0-25,-5 0-120,7 0 0,-5 0 16,3 0 374,3 0-282,-11 0 141,11 0 0,-6 0 144,3 0 74,4 0-207,-6 0-22,1 7 0,4-4-142,-3 7 0,3-5 12,2 4 0,-1-4-111,-4 5 0,3 0 69,-3 5 1,4 4-126,1 1 0,0 4 26,0-4 0,0 6-63,0-1 1,0 2 69,0 3 1,0-6-320,0 1 1,0-7-6,0 1 1,5-2-663,0-3-672,6 1 1162,-3-7 0,7-3-419,0-10 0,-1-3 910,1-7 0,0-6 0,-1-2 0</inkml:trace>
  <inkml:trace contextRef="#ctx0" brushRef="#br0" timeOffset="3310">2514 177 8006,'0'-19'-48,"0"-1"0,0 0 736,0 6 0,0 4 285,0 0-160,0 7-586,0-4 1,7 7-576,3 0 0,-1 7 279,6 3 1,-4 3-967,9 1 0,-2 3 1035,2 2 0,3 4 0,6 7 0</inkml:trace>
  <inkml:trace contextRef="#ctx0" brushRef="#br0" timeOffset="3727">2705 662 8029,'-8'-6'238,"-3"2"249,6-5-395,0 5 0,7-7 51,2 6 0,11-6-65,10 1 1,2 2-9,3-2 1,-1 2 102,1-2 0,4-3-211,0 3 0,0-3 64,-4-2 0,-6 1 115,1-1 1,-7 0-86,1 1 1,-4-1 319,-5 0 0,-4 0-7,-6 1 1,-1 4 8,-4 0 0,0 7-101,-10-2 1,4 3-26,-9 2 1,-1 7-139,1 3 0,1 8 123,4 1 1,-4 6-315,-1-6 1,0 7 64,6-1 1,4-2-442,0 1 1,2-4-86,-2 4 1,4-1-319,6 2 0,0-4-219,0-6 1,8-1 430,6 1 0,8-7 262,7-3 1,0-3 381,1-2 0,-1-7 0,1-1 0</inkml:trace>
  <inkml:trace contextRef="#ctx0" brushRef="#br0" timeOffset="3935">3220 515 8029,'8'-29'0,"-2"4"0,-6 1 0,0 6 0,0-2 0,-1 4 0,-4 1 0,-3 7 0,-7 3 0,-5 4 1110,1 1 1,-1 0-472,6 0 0,-1 1-165,0 4 1,2 3-70,3 7 0,-1 1-148,6 4 0,0-2-321,5 6 1,2-4 145,3 5 1,4-1-165,11 5 1,-4-4 31,4-1 0,1 1 115,-1 4 0,-2 1-48,-8-1 1,-4 2 196,-6 3 0,0-3-104,0 4 1,-13-4-48,-7-2 1,-6-6-1113,-3-3 1,-2 1 178,-3-2 870,-4-5 0,-6-1 0,0-5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4:30:51.82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89 265 8096,'-8'-7'-546,"3"-2"1,-2-4-1,2-2 1264,-6 0 98,9 1-271,-11-1-186,5 7 0,0 1-193,-5 7 0,11 8 18,-3 7 0,4 1 0,1 9 0,0-6 32,0 6 1,0-1-269,0 6 1,0-1-38,0 1 1,0-6-22,0 1 0,5-1-242,0 5 0,-1-6 190,-4-3 1,0 1-423,0-1 0,5-1 276,0-4 1,2-5-374,-2 0 681,-4-7 0,12 3 0,-4-6 0</inkml:trace>
  <inkml:trace contextRef="#ctx0" brushRef="#br0" timeOffset="325">207 368 8096,'0'-10'291,"0"0"12,-7 7 1,4-4 198,-7 7-275,7 0 0,-9 7-54,7 3 1,0 3 77,5 2 0,-4 4-215,-1 1 0,0 1 95,5-1 0,0-2 120,0 6 0,0-6-63,0 2 0,1-4-122,4-1 1,-1-6-34,5 1 0,-4-6-266,5 0 0,-5-2 0,5-4-798,1-2 788,2-5 1,2-5 0,0-3-172,-1-2 402,-5-4 1,4-5-1,-5 2 43,0 1-52,-2 8 1,-6-10-152,0 8 1,0-1 143,0 5 1,-6 7-479,-4 3 0,-3-1 15,-2 1 491,1 7 0,-8 6 0,0 6 0</inkml:trace>
  <inkml:trace contextRef="#ctx0" brushRef="#br0" timeOffset="659">574 353 8096,'0'-15'105,"0"1"83,0-1 0,-5 5 211,0 0-163,0 7 1,4-3 294,-4 6-317,3 0 164,-4 0 142,6 0-59,0 0-1599,-7 0 979,5 0 0,-9 1 283,6 4 0,-5-2 67,5 7 1,-4 0-63,4 5 1,-5 1-63,5 4 0,-5-2 75,5 6 0,0-4-216,5 4 0,-4-4 110,-1 4 0,0-1-283,5 2 0,6 1-18,4-7 0,3 1-147,2-5 1,1-2-135,4-3 1,-2 1 190,6-6 0,-4 0-407,4-5 762,-6-7 0,10-7 0,-5-9 0</inkml:trace>
  <inkml:trace contextRef="#ctx0" brushRef="#br0" timeOffset="893">809 221 8096,'0'-20'0,"0"1"0,0 11 392,0-7 1,0 3 998,0-2-515,0 6-585,0 1 1,0 9-41,0 3 0,5 3-15,0 6 0,2 8 15,-3 2 0,-2-1 0,3 2 0,1-1-15,-1 5 0,0-1 221,-5-3 0,0 2-444,0-2 0,5 1-554,0-1 0,0-3-1306,-5-2 0,0-4 889,0 4 1,0-4-946,0-1 1903,0-7 0,0 5 0,0-5 0</inkml:trace>
  <inkml:trace contextRef="#ctx0" brushRef="#br0" timeOffset="1167">1000 265 8096,'7'-23'-593,"-6"2"415,4 6 1,2 1 1669,-2-1-946,0 0 0,-5 5 395,0 1-320,0 5-352,0-2 1,-2 12-176,-3 4 1,2 3 84,-7 2 0,5 0-194,-5-1 1,2 6 129,-2-1 1,-1 6-176,6-6 0,-6 3 17,1-3 0,2-2-37,-2 2 1,7-2 134,-2-3 1,-2 1-1,2 0 0,0-1 54,5 1 1,0-5-42,0 0 0,2-7 12,3 2 1,3-4 17,7-1 0,4 0-7,1 0 1,6 0-15,-1 0 1,-3 0 29,3 0 1,-2 0-801,1 0 1,2-1 277,-6-4 0,0 3 415,-6-3 0,8 4 0,0 1 0</inkml:trace>
  <inkml:trace contextRef="#ctx0" brushRef="#br0" timeOffset="1519">1280 530 8239,'-15'0'425,"0"0"-70,7 0 146,1 0 1,7 0-94,0 0-157,7-7 0,3 4 0,9-7 0,-1 5-15,7-5 0,-6 2 15,6-2 0,-2-3-223,1 3 1,2-3-483,-6-1 1,5-1 70,-6 0 1,1-4-133,-6-1 0,1 0 276,0 6 1,-7-1 89,-3 0 0,-3 6 107,-2-1 0,-7 7 59,-3-2 0,-4 3 57,-6 2 1,2 11 154,-7 4 0,7 5-49,-1-1 1,-1-1-76,6 7 1,-4-1 440,8 6 0,3-6 51,2 1 1,4-6 305,1 6 1,0-2-396,0 1 0,6-3-1340,4-6 0,8-5 169,2 0 1,1-7-1483,-2 2 2145,4-4 0,7-7 0,-1-2 0</inkml:trace>
  <inkml:trace contextRef="#ctx0" brushRef="#br0" timeOffset="1918">1823 103 8096,'10'-27'830,"0"2"-653,-7 4 0,5 8 1208,-3 3-936,-3 3 1,5 14-29,-7 3 1,0 8-65,0 1 1,-5 7-78,0-1 0,0 8-260,5 1 1,0 0 115,0-4 1,0-1-253,0 0 0,0 1 141,0-1 0,0-1 162,0-4 0,0 4-129,0-3 0,0-4-796,0-1 0,1-6 369,4-4 1,-1-3 132,5-7 1,-4 0 102,5 0 1,-5-7-58,5-3 1,-7-8-93,2-1 0,-3-6 21,-2 6 1,-2-6 376,-3 5 0,2 1-72,-7 4 0,0 0 269,-4 1 1,-1 6-96,0 3 0,-1 3 19,-4 2 1,4 2 106,-4 3 1,-1 8-61,1 6 1,1 7-248,4-1 1,0 3 126,1 1 0,6 5-222,3 1 0,3-3 53,2-7 0,7-4-150,2-6 0,11-5-160,4-1 0,9-7-136,1-2 1,7-8-92,-2-12 0,6 2 186,4-6 1,-4-1 355,4-4 0,-3-7 0,-2-2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4:31:15.21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441 265 8145,'0'-8'-1156,"7"-5"0,-5 10 1156,3-7 95,-4 7 0,-1-5-61,0 3 73,0 3-57,0-4-45,0 6 113,0 0-3,-6 0-85,4 0 1,-6 0-48,3 0 65,3 0-109,-4 0 82,6 0 0,-2 0-166,-3 0 80,4 0-75,-6 0 0,5 0 92,-2 0-40,2 0 92,-5 0-38,7 0 0,0 1-26,0 4 60,0-3 7,0 4-19,0-6 10,0 0 1,0 0 0</inkml:trace>
  <inkml:trace contextRef="#ctx0" brushRef="#br0" timeOffset="350">427 221 6683,'10'0'-678,"-1"0"887,-5 0-88,9 0 1,-10 0-23,7 0 13,-7 0 807,10-6-255,-5 4-98,0-11-132,6 5-207,-13 0 74,6-5-182,-7 11 0,-2-6-195,-3 3 159,4 3 0,-13-3-87,5 10 0,-9 4 39,-2 5 0,-6 1-58,1 0 0,-7 6 78,-3 3 1,-5 4 79,0 2 1,-2 1-1,0 1 3,2 3-89,4-1 1,9-5-1,2 1 121,6-1-99,2-6 0,9-2 1,3-6 122,4 0-79,7-1 1,2-4 263,7 0 0,5-5-61,-1 5 1,6-7-83,-6 2 0,7 1-117,-1-1 0,3 0-213,1-5 1,5 5-327,1 0 0,1 0 222,-2-5 0,2 0-772,3 0 0,-3 0 442,-7 0 1,1 1-381,-1 4 1,-6-3 907,-3 3 0,2-4 0,1-1 0</inkml:trace>
  <inkml:trace contextRef="#ctx0" brushRef="#br0" timeOffset="700">927 265 8364,'-7'-14'0,"4"1"0,-7 3 1322,0-3-829,-5 11 0,1-1 194,-1 13 0,5 1-142,0 14 0,2-1-211,-2 6 0,-1-1-243,6 0 1,-5 6 102,5-1 0,1 2-370,4-2 1,0-3 250,0 3 0,0 2-263,0-1 0,4-3 125,1-7 1,5-4-1642,-5-6 278,6 6 603,-2-11 0,0 3-7,1-13 1,-5 0 339,5 0 1,-7-2 489,2-3 0,3-3 0,0-6 0</inkml:trace>
  <inkml:trace contextRef="#ctx0" brushRef="#br0" timeOffset="1585">1412 192 8324,'0'-15'0,"0"5"-285,0 1 311,0-1 694,0-5-433,-7 0 0,4 7 60,-7 3 1,2 5-106,-2 5 0,-8 3 1,3 7 0,-4 6-19,-1 4 0,2 3-18,-6 1 1,4 2 58,-4 3 0,6-3 5,-2 4 0,4 1-654,1-2 1,2 0 250,3-4 1,4-1 191,6 0 1,6-1 3,4-3 1,5-6-575,4-9 0,4-3 239,7-7 1,-1 0 83,0 0 1,-1-7 149,-3-3 0,2-3 11,-2-1 1,-4-6 172,-1 0 1,-9 1-105,-1 4 0,-7-1 84,2-4 1,-5 9-107,-5-4 1,-8 5-16,-6 0 0,-8 4-105,3 6 0,-6 0-207,-4 0 0,2 0 13,-8 0 0,8 6-258,-3 4 0,11 2 552,4-3 0,4 11 0,1-4 0</inkml:trace>
  <inkml:trace contextRef="#ctx0" brushRef="#br0" timeOffset="1952">1573 354 8342,'0'-15'285,"0"0"8,0 1 1,0-1-33,0 0 0,0 5-1,0 1 1,0 4 249,0-5 0,0 5 31,0-5-468,7 7 1,3-9 63,9 8 0,-1-1 122,7 5 1,-6-2-248,6-3 0,1 3 126,8-2 1,-4 2-80,-1 2 0,-1-5 63,-9 0 0,1 0 455,-5 5-374,-1 0 0,-5 2 127,-5 3 0,-2 5-132,-2 9 0,-6-1-9,-4 7 0,-3-6-243,-2 6 0,5-1 182,0 6 0,2-3-394,-2-2 0,4 3 166,6-4 1,-5-1-570,0 2 0,0-8 19,5 3 1,0-4-245,0-1 1,2 0-396,3 0 1,-2-7 128,7-3 1160,0-4 0,11 6 0,2 1 0</inkml:trace>
  <inkml:trace contextRef="#ctx0" brushRef="#br0" timeOffset="2093">2044 412 8321,'0'-14'0,"0"-1"0,-7 0 0,6 6 1901,-4-1-691,3 6-1739,2-9 529,0 12 0,0-6 0,0 7 0</inkml:trace>
  <inkml:trace contextRef="#ctx0" brushRef="#br0" timeOffset="2501">2602 163 8182,'5'-30'0,"0"1"622,0 6 0,0 2 307,0 6-359,0 0 0,-5 5 382,0 1-342,0 5-594,0-2 154,0 6-51,0 6 45,0-4 0,0 6 44,0-3-21,0-3-99,-7 4 0,-1-6 49,-7 0 1,1 2 29,-1 3 0,0-2-21,0 7 1,-1-2 9,-3 2 1,1 3 12,-7-3 0,5 4 14,-4 6 0,6-4-340,-2 4 0,6 1-24,4-1 0,3-1-17,7-4 1,4 5-36,5-1 0,3 1 156,12-5 1,2-1-7,9 1 1,-4 0 36,3-1 1,-4 1 134,-6 0 0,2-1-133,-6 1 1,3 0 111,-9 0 1,3-1-45,-12 1 1,-1 0 109,-4-1 0,-1-1-443,-4-3 0,-8 2 119,-7-7 0,-6 6-826,2-1 0,-4 1 456,-2-1 0,1 1 560,0-6 0,-1 7 0,1-4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4:31:19.87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398 265 8225,'0'-21'-590,"0"4"237,0-2 538,6-4 1,-3 2-81,7-4 552,-7 4 1,9 6-144,-7 1 1,5 4 437,-6 0-369,8 0-318,-10 2 0,4 0 64,-6 3-80,0 3 0,-2-4-190,-2 6 1,-5 5 136,-5 0 0,-6 6-183,0-1 1,-6 8-10,2 1 0,-10 7 115,-6-1 1,3 3-26,-2 1 1,1 2 54,-1 3 0,3-2-20,7 2 1,6-5 0,3-4 1,10 1-90,5-7 1,4 1 48,1-5 1,6-2-10,4-3 1,5-4 19,4-6 0,-1 5-17,7 0 0,-6 0-125,6-5 1,-7 0 86,1 0 1,-1 0-78,2 0 1,-4 0 91,4 0 0,-9 5-245,-1 0 0,0 0-130,5-5 0,-5 4-148,-1 1 0,-1 2-44,2-2 1,2-2-251,-7 7 0,4-5-354,-4 5 1,7-2 469,-2 1 1,-2 3 639,1-7 0,1 13 0,5-2 0</inkml:trace>
  <inkml:trace contextRef="#ctx0" brushRef="#br0" timeOffset="334">897 250 8180,'0'-29'397,"-5"6"-331,1 3 0,-1 9 1673,5 1-1144,0 7 0,-2-2 29,-3 10 1,4 5-178,-4 9 1,1 4-85,-1 7 0,4-1-167,-4 0 0,3 6 15,2-1 1,-5 2-97,0-2 1,1-3-232,4 3 0,0-4-374,0-6 1,0 4 282,0-3 1,0-2-588,0 1 0,0-6 385,0 2 0,0-9-569,0-1 0,1-7 276,4 2 0,-2-3-220,7-2 922,-7 0 0,11-7 0,-6-1 0</inkml:trace>
  <inkml:trace contextRef="#ctx0" brushRef="#br0" timeOffset="750">1177 324 8180,'0'-28'300,"0"3"1,1-1 13,4 7 0,-3-1 146,3 5 0,-4 6-50,-1-1 0,-1 7 100,-4-2 0,-3-2-169,-7 2 0,-1 0-47,-4 5 1,2 7-75,-6 3 0,4 3 0,-3 1 285,2 1-539,1 6 0,7-4 1,2 4 361,1 0-439,7-4 1,-4 4 0,7-5-522,0 4 470,7-4 1,2 5-285,11-6 0,1 0 207,4-1-1,3 1-31,-4 0 0,2 4 92,-1 1 0,-4 0-23,-6-6 0,-1 1 34,1 0 0,-7-1 231,-3 1 1,-5-7-45,-5-3 0,-3 2 93,-7-2 1,-6-1 9,-3-4 1,2 0-108,3 0 0,-2-1 28,1-4 0,2-3-24,8-7 0,4-1 17,6-4 1,1-3 2,4-6 0,3-1-19,7 1 1,6-5 64,4-1 0,9 0 247,5 0 1,-1 4-399,1-3 0,-5 4-397,6 6 0,-8 3-513,3 6 1,-6 5 458,-5 0 1,3 7 516,-8-2 0,1 4 0,-6 1 0</inkml:trace>
  <inkml:trace contextRef="#ctx0" brushRef="#br0" timeOffset="1126">1823 103 8333,'9'-14'1032,"-3"-1"-564,-6 0 1,0 0 135,0 1 1,0 4 308,0 0-483,0 7 1,-2-4-104,-2 7 1,-5 0-222,-5 0 0,-6 2 35,1 3 1,-3 1-202,3 4 0,1 3-113,-7-3 0,7 3 152,-1 2 0,-3-5-166,3-1 0,-1 1 39,6 5 0,0-5 96,5 0 0,0-2-110,5 2 150,2 3 1,-3-10 50,10 7 0,5-7 117,9 2 0,-1-2-115,7 2 0,-6-2-5,6 7 1,-1-5 97,6 5 0,-2 0-88,-4 4 1,-3-2 72,-6 2 1,3-2-62,-3 7 0,-2-1-56,-8 2 0,-4-4 9,4 4 1,-10 1-14,-5-1 1,-7-1-346,-3-4 1,-1 0 117,1-1 1,-1-1-756,-4-3 0,4 3 423,6-3 1,1-3 560,-1-2 0,0 9 0,1 3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4:31:23.47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59 15 8123,'-15'-5'0,"1"1"-327,-1-1-181,7 5 508,1 0 0,7 6 0,0 2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4:31:21.95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661 104 8380,'0'-23'0,"0"3"0,6-2 0,-4 12 0,-2-8 854,-10 13 1,-3 0-254,-2 5 0,-6 0-159,-4 0 0,-2 6-161,-3 4 1,-1 8-6,-3 2 1,-2 8-13,-3 1 1,-4 2 16,4 8 0,2-4-195,-3 4 1,3-2 112,-2 3 1,-2 0-235,6-5 1,6-1 53,5-5 1,12-1 73,2-3 1,9 1 34,6-7 1,11-4-157,13-5 1,9-2-152,11 2 0,2 1-229,2-6 0,3 5-270,-7-5 1,0 6 313,-5-1 0,-1-2-2190,-4 2 2554,3 0 0,-4 5 0,6-1 0</inkml:trace>
  <inkml:trace contextRef="#ctx0" brushRef="#br0" timeOffset="1391">278 192 8275,'-1'-10'-598,"-4"0"0,3 6 601,-3-6 1368,4 0-846,1-5 0,0 1-135,0-1 0,0 5 28,0 0 1,1 0-121,4-4 0,8-1-49,7 0 0,6 6 36,-2-1 1,6 6-32,4 0 1,-3 2-1,4 2 0,0 13-113,0 7 1,-3 12 40,-7 7 1,-10 6-167,-11 4 1,-4 3-23,-4 7 0,-11-2 33,-10-3 1,-9 1-132,-5-6 0,-4-1 78,-1-9 0,7 3-375,2-3 1,6-3 24,5-1 1,4-6-182,10-4 1,7 2-1772,13-2 2328,6 3 0,13 1 0,1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4:31:26.60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45 119 8129,'24'-30'394,"-1"2"1093,-2 4-1145,-8 3 1,0 12 385,-3 5 1,-2 2-265,2 2 0,-7 6-183,2 4 1,-8 5 162,-2 5 1,-11 4 337,1 10 1,-5-3-341,1 4 1,3-4-189,-4-2 1,4 2-238,1 3 0,5-2 80,0 2 0,7 2-3160,-2-2 1,4 8 3062,1 3 0,6-1 0,2 6 0</inkml:trace>
  <inkml:trace contextRef="#ctx0" brushRef="#br0" timeOffset="125">368 927 8082,'-15'-15'473,"1"-6"0,-1 6 2117,0 1-2775,7 6-216,2 8 1,6 1 400,0 4 0,0 3 0,0 7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4:31:24.30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618 515 8060,'-8'-1'-167,"3"-4"33,-3 3 0,5-6 134,-7 3 173,7 3 1,-6-4-117,4 6 164,4-7-360,-12 6 185,11-6 1,-6 7-227,3 0 4,3 0 176,-4 0 0,6 0 0,0 0 0</inkml:trace>
  <inkml:trace contextRef="#ctx0" brushRef="#br0" timeOffset="1016">721 148 8224,'0'-15'-63,"0"-6"0,0 5 162,0-4 0,0 9 358,0 1 0,0 5-150,0-5 1,0 5 92,0-5 1,2 7 159,3-2-37,-4 4-320,12-6 1,-10 5 266,7-3-240,-6 4 179,9 1-287,-12 0 132,6 0-347,-7 0 240,0 0-47,-7 0-218,6 0 254,-6 0-190,7 0 568,0 0-272,-6 0-117,4 0 27,-5 0-124,1 6 1,-2-2 46,-7 5 1,-1 3-107,-4 7 1,-9 3 88,-11 2 1,-5 11-94,-9-1 1,-2 8 67,-12 7 0,1-1 49,-2 6 1,5-7 161,11 2 0,4-3 111,9-2 1,13-8-121,12-7 1,7-6-80,8-8 1,6-1-116,4 1 0,10-2 140,4-3 0,4 1-240,1-6 1,7 5 69,3-5 1,-1 5-137,1-5 0,0 6-263,5-1 0,2-2-221,3 2 1,-5-2-133,0 2 1,-6 1 247,-9-6 1,-6 7-2446,-3-3 2938,-4 4 0,-1 2 0,0 0 0</inkml:trace>
  <inkml:trace contextRef="#ctx0" brushRef="#br0" timeOffset="1682">1030 368 8239,'-7'-27'254,"-3"0"636,-3 3-747,-1 13 0,4-7 1619,0 13-563,0-7-691,-5 11 1,1-6 3,-1 7-476,0 0-188,1 0 1,4 0 177,0 0-422,7 0 182,-4 0 18,7 0 154,7 0 0,1 0 4,7 0 0,1 0 53,4 0 1,-4-2 106,4-2 1,1 2 8,-2-3 1,1 3 25,-5 2 104,6 0 0,-6 2-118,-1 3 1,-1 3 88,-8 7 1,-1 6-119,-9 3 1,-5 4 13,-10 2 0,2 4 65,-6 0 1,6 1 110,-2-6 1,4 0-632,1 1 0,7-3 217,3-2 0,3 1-684,2-6 0,9-7 406,5-8 0,9-4-289,11-1 1,4-1 212,6-4 0,2-8-586,3-7 0,-8-4 70,3 4 1,-10-6 571,0 1 1,-7-1 407,-3 2 0,-11-6 0,2 1 0,-5 4-26,-1-4 0,-2 9 26,-7 1 0,-2 1 0,-3-2 0,-3 11 0,-6-9 876,-1 13 1,-2 0-22,-2 5 1,3 6 156,-4 4 0,4 3-362,1 2 0,-5 1-225,1 4 1,-1-2-231,5 6 0,2-1 71,4 2 0,-3 1-298,7-7 1,0 6 103,5-6 0,2 6-68,3-5 1,8-1-228,7-4 0,4-2-300,-4-3 1,6-4 218,-2-6 0,-1 0 73,2 0 0,-3-6 290,3-4 0,-2-8-104,-4-2 1,-2-6-51,2 2 0,-2-4 41,-3-1 1,-5-1 85,-5 1 1,-2-1 81,-2 1 0,0 6 124,0 3 0,-11 6-232,-4 4 0,-3-1 10,3 6 0,1-5-16,-1 5 0,0 0 0,1 5 0</inkml:trace>
  <inkml:trace contextRef="#ctx0" brushRef="#br0" timeOffset="2042">2000 177 8157,'0'-19'945,"0"-1"0,5 0 891,0 6-1329,-1 6 0,-4-1-44,0 5 1,-1 2-176,-4-3 1,2 5-138,-7 5 1,0-2 120,-5 7 1,1 0-310,-1 4 0,-5 0 111,1-5 1,-7 4-116,1-3 0,-7 8-186,-3 2 0,1-1 166,5-4 1,-1-2-39,1-3 1,1 3 40,3-3 1,4 1-112,7-1 1,5 3 94,4-3 1,14-4-102,10-1 0,11-3 93,14-2 1,5 0 21,0 0 0,5 5-21,-5 0 0,-2 1 5,-8-1 1,-3-2-101,-7 7 1,-2 5 89,-8 5 0,-1 6 680,-13-2 0,-8 4-266,-12 1 0,-1 1-3,-9-1 0,-4 1-239,-5-1 0,-6-5-392,6 1 0,0-2-201,4 1 1,6-2-677,-1-8 0,12 1-1453,-1 0 2636,9-7 0,-8 5 0,5-5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4:31:27.81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529 249 8193,'10'-23'0,"-2"4"-401,-1 2 299,4 3 0,-7-1 439,5 0 1,0 0-76,0 1 1,4-6 168,-3 1 0,-2-1 198,2 5 5,0 1-112,-2-1-466,-1 7 1,-14 3 59,-3 10 1,-9 5-34,-6 9 0,-9 9 23,-5 6 1,-4 7 65,-1-2 0,-6 4-124,-4 1 1,-4 6 89,0 4 0,5 2 8,4-2 1,10 1-9,5-6 0,11 2 12,8-2 1,7-15 8,8 0 1,8-12 9,7-3 1,6-2-108,9-3 1,6-6 85,3-3 1,10-3-225,5-2 1,3 0 86,2 0 0,-2 0-873,-3 0 0,-5 0 422,-10 0 1,2 0-689,-7 0 1,-5 0 11,-4 0 1116,-7 0 0,10 7 0,-5 1 0</inkml:trace>
  <inkml:trace contextRef="#ctx0" brushRef="#br0" timeOffset="399">1191 455 8255,'-7'-23'0,"-1"-3"694,-7 6 0,1 2 334,-1 8-685,0-3 1,-4 12-20,-1-4 1,1-2-73,4 2 0,0 1-173,0 4 133,1 0-45,-1 0 288,7 0-82,1 0-353,7-7 0,9 4 54,5-7 1,1 7-224,5-2 0,1-2-75,-2 2 1,3 0 154,-3 5 0,-3-4 142,4-1 1,-4 0-42,-1 5 0,0 0 131,0 0-360,-7 6 0,-2 2-3,-6 7 0,0 5 117,0-1 0,-6 7 4,-4-1 0,-5 3 45,-4 1 1,2 1-152,-2-1 0,1 0 140,-2 1 1,9-1-236,-4 1 1,5-6 133,0 1 0,5-9-101,10-1 1,5-7 29,10-8 1,4 0-199,11 0 0,2-7-457,7-3 1,2-3 871,3-1 0,-3-14 0,4-3 0</inkml:trace>
  <inkml:trace contextRef="#ctx0" brushRef="#br0" timeOffset="766">1485 323 8255,'-7'-15'183,"4"0"25,-7 0 1,7 6 300,-2-1 1,3 5-65,2-5 0,0 5 59,0-5-252,0 7 0,5-5 31,0 3 1,7 3 115,-3-2 1,9 2-148,2 2 0,1 0-351,-1 0 1,1 0 133,4 0 0,1 2-146,-7 2 1,6 0 30,-6 6 0,1-6 28,-5 6 0,-2 0-55,-3 5 0,1 1 96,-6 4 0,-2-2 4,-8 6 1,-3-4 31,-7 4 1,-6 1 76,-3 4 0,-4 1-77,-2-1 0,6 0 60,0 1 1,1-2-81,-2-4 0,6 2 0,9-6-8,-3 6 1,13-11 49,0-1 1,6-6-111,9-8 0,6 0 81,4 0 0,2-4-270,3-1 1,-1-7-190,1 2 1,-3-1-205,-2 1 0,3-3 16,-4 3 0,-1 2-395,1-2 1,-6 5 1023,2-4 0,-4-1 0,-1-5 0</inkml:trace>
  <inkml:trace contextRef="#ctx0" brushRef="#br0" timeOffset="1691">2190 278 8320,'0'-14'-1326,"0"4"1912,0 0-292,0 7 0,-5-5 406,1 3-172,-1 3-369,-2-4 0,4 6 17,-7 0 0,0 1 162,-4 4-215,-1-3 0,0 9 1,0-6 301,1-2-295,-1 6 0,0-8 156,1 4-145,6-3 81,1-2-198,7 0 0,13-5 0,7-2-108,6-1 0,8 0 45,0-2 0,7-1-92,-2 6 53,-3 0 1,0 5 115,-6 0 1,-7 2 0,-4 2 47,-3 6 0,-7 8 87,-4 2-164,-4 6 0,-7-3 129,-4 6 0,-8 6 0,-3-1-63,-2-1 1,-2-2 1,-4-2 1,6 0-533,3 1 286,4-7 1,8 3-123,3-7 0,3-4 0,4-7-271,3-1 1,5-2-977,9-5 1538,4 0 0,13-7 0,2-1 0</inkml:trace>
  <inkml:trace contextRef="#ctx0" brushRef="#br0" timeOffset="1817">2661 381 8320,'0'-14'598,"0"-1"204,-7 0 0,-1 2 60,-7 3-468,7-3 0,-5 12-406,3-4-15,4 3-2391,-1 2 2418,7 0 0,0 7 0,0 1 0</inkml:trace>
  <inkml:trace contextRef="#ctx0" brushRef="#br0" timeOffset="2167">3293 220 8299,'-7'-23'0,"-1"-3"1269,-7 6-828,1 0 1,-1 12 0,0 2 483,1-1 1,-1 6-542,0-4 1,1 5-202,-1 5 1,0 3 201,0 6-341,-6 1 1,3 0-1,-5 0-134,2-1 1,-3 6 86,4-1 0,-4 1-63,4-5 1,0 4-99,6 1 193,5 0 1,-2-6 0,6 1-134,2 0 1,8-6-105,5 1 1,9-5 218,6 5 0,2-5 27,3 5-10,6-1 0,-5 5 1,1-3 1,-5-1 1,-1 1 159,-7 9 1,6-2-56,-6 6 1,-6-6 19,-8 2-186,-3 3 1,-2-7 0,-3 5-370,-7 0 0,-5-4 4,-9 2 1,-4-4-428,3-5 0,-1 3 306,2-3 517,3 3 0,6 2 0,0-1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4:31:18.13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14875 250 8380,'2'-25'40,"1"2"303,2 2-111,7 1 0,-4 6 233,7-1 1,-1 5-135,1 0 1,0 7 190,-1-2 1,3 4-124,2 1 1,-2 1-117,2 4 1,2 5-58,-1 10 0,5-2-33,-6 6 0,1 5-77,-6 6 0,-4 1 182,0-2 0,-5 2-171,5 3 0,-7-1 88,2-4 1,-3-3-257,-2 3 0,0-3 24,0-1 0,-7-6-234,-3 1 1,2-7-188,-2 1 0,0-2-415,-4-3 1,1 1 532,3 0 1,-2-1 319,8 1 0,-8 0 0,4 0 0</inkml:trace>
  <inkml:trace contextRef="#ctx0" brushRef="#br0" timeOffset="125">15155 1279 8146,'-15'-9'394,"0"3"984,1-1-935,6 6-677,1-6 32,7 7 202,0-6 0,0 4 0,0-4 0</inkml:trace>
  <inkml:trace contextRef="#ctx0" brushRef="#br0" timeOffset="12307">15772 4909 8173,'-15'-29'386,"2"4"477,4 1-482,-4 12 1,11-7-52,-3 9 1,5 2 130,5-2 0,3 7-129,7-2 0,-1-2 75,1 2-248,0 1 0,0 4 1,1 1-34,3 4 1,-7-2 78,3 7 0,-4-2-169,4 2 1,-2 3 45,-3-3-52,-4 10 1,-4-2 0,1 6-4,2 2 1,-2 4 19,-8 4 0,2-1 32,-7 6 0,0-5 73,-4 5-287,-1 0 0,-1 4 0,-2-2 79,-2-2-515,1 7 0,-1-5 269,0 3 1,2-10 68,9 0 1,2-3 232,7-1 0,0-1 0,0 0 0</inkml:trace>
  <inkml:trace contextRef="#ctx0" brushRef="#br0" timeOffset="12441">15963 6056 8161,'-44'-18'1038,"2"3"835,2 7 1,6 5-1444,10 3 0,7 0-55,8 0 1,-6 0-269,-5 0-514,1-7 1,10 4-176,5-7 582,2 7 0,8-17 0,3 4 0</inkml:trace>
  <inkml:trace contextRef="#ctx0" brushRef="#br0" timeOffset="14251">294 2278 8369,'0'-23'122,"0"4"1,0 2 213,0 3 1,0-1-211,0 0 0,2 7-287,3 3 0,4 4-19,11 1 0,4 0 135,11 0 1,4 0 129,10 0 0,5 6 5,10 4 0,7-2 0,8 2 0,7-7-294,3 2 1,-40-4-1,3 0 192,4-1 0,0 0 0,3 0 0,0 0-119,2 0 0,1 0 1,-2 0-1,0 0 8,4 0 1,0 0-1,-1-1 1,1 0 89,2-1 0,1-1 1,-1 0-1,1-2 28,2-2 0,0-1 0,1 1 0,0 0-151,4-1 1,-1 1 0,-2 0 0,0-1 260,0 1 0,0-1 0,6 1 0,1 0 72,6-1 0,-1 1 1,-3 2-1,0 0-52,-1 0 0,-1 0 0,1 1 0,0 0-67,2-1 1,0 0 0,-2 1 0,0 0-17,5 1 1,-1 1 0,-4 2 0,0-1-73,2-1 0,0-1 1,-3 0-1,-1-1-44,-3 2 1,-1-1 0,6-2 0,1-1 61,1 1 1,-1 0-1,-2-1 1,-2-2 25,-3-2 0,1 0 0,1 1 0,0 0-19,3-3 1,1-1 0,-1 1-1,-1-2-169,-3-2 0,-1-2 0,3 2 0,0-1 37,-5-2 0,0-1 0,-1 0 0,-1-1 94,2-2 0,0-3 1,-3 1-1,-2-2 39,-2-2 0,-1-1 1,1 2-1,0-1 10,-5 2 1,-1 0-1,-4 0 1,-3-1-77,32-21 1,-5-5 335,-14 5 1,-8 0 121,-12 5 0,-15 0-43,-14 0 0,-10-5-18,-15 0 0,-10-5-220,-19 5 1,-8 5-86,-17 4 0,-8 8 135,-6-3 0,-15 6-159,45 16 0,-2 1 0,-9 1 0,-3 1 51,-6 2 0,-1 2 1,-6-2-1,-1 1-148,-1-1 0,-2 1 0,-4 2 0,-1 0-342,-1 0 1,-1 1 0,-6 2 0,-1 0 379,-4 0 1,-2-1-1,26 3 1,-1 0 0,-1 0 37,-4 2 0,-1-1 0,-1 1 1,-2 1-1,-1-1 0,1 1-342,1 2 0,1 0 0,-1 0 0,-3 1 0,-2 1 0,1 0 255,0-1 1,-1 1-1,0-1 1,-5 2-1,-1 1 1,1-1 74,3-2 0,1 1 1,0-1-1,-2 3 1,0 0-1,1 0 17,5-2 0,1 1 0,0 1 0,-1 2 0,1 0 0,0 1 117,-2 1 1,0 0 0,0 1 0,1 1 0,1 1 0,0 2-191,4-1 0,1 1 0,0 0 0,-1 3 0,1 0 0,1 1 286,7 0 1,2 1 0,1 1 0,1 0 0,0 0 0,2 1-62,1 1 1,1 0 0,0 1 0,-25 10 0,1 1 63,6 0 0,4 2 0,8-2 0,5 1-157,12-1 0,4 2 0,1 3 1,2 1-39,1 2 0,3 1 1,7-4-1,4 1-331,-11 34 0,23-9 329,31-6 1,32-2-381,32-3 0,-30-30 1,4-3 177,5 0 0,4-1 1,8-3-1,4-3-100,8 0 0,4-2 0,7-2 0,2-2-2,-23-3 0,2-1 0,-1 0 303,-3-2 0,1 0 0,0 0 0,7-1 0,1 0 0,-1 0 0,-3-3 0,0 0 0</inkml:trace>
  <inkml:trace contextRef="#ctx0" brushRef="#br0" timeOffset="14884">559 3616 8128,'6'-33'-2,"4"4"0,5 11-94,4 3 0,11 2 78,9 8 0,10 0-68,5 5 1,16 0 218,8 0 0,20 0-394,-44 0 0,0 0 1,3 3-1,0 1 236,2 0 1,0 1-1,1 1 1,1 0-4,2-1 1,1 0 0,7 1-1,0-1 12,5-2 0,0-1 0,6 3 0,0 0-283,-4-2 1,0-1 0,5 1 0,1-1 300,4-2 1,0 0 0,3-2 0,0-1 47,-1 1 0,1-1 0,-1-3 0,0 0-34,-5 2 1,1-1 29,2-1 1,-1-1 0,-2-3 0,0 0-1,1 0 1,1 0 86,-4 1 0,0 0 1,2 1-1,-1 0-39,-3 1 0,-1-1 1,1-1-1,0-1-25,2 0 0,1 0 1,2-2-1,1 0 75,-1 2 1,-1 0-1,-1 0 1,-1-1-102,-5 1 0,1 0 0,0 2 0,2-2-2,0-2 0,-1 0 0,-1 0 0,-3 1-380,-6-1 0,-2-1 1,0 0-1,-1-1 274,-5 2 0,-1-1 0,-3 0 0,-2-2 18,-3 1 1,-3-1 0,37-21 17,-19-3 1,-9-4-7,-15-1 1,-6-6-198,-4-4 0,-11-3 259,-9-2 0,-10 5-265,-19 0 0,-11 5-169,-23-5 0,-15 2 582,-9-2 0,28 28 0,-3 3 18,-3 3 0,-1 1 0,-12-2 0,-3 1 47,-10 2 0,-3 2 0,-8-1 0,-2 1-282,-4 3 0,-3 1 1,30 6-1,-1 2 1,1 0 89,-2 1 1,1 2 0,-1 0-1,-4 0 1,-1 1 0,-1-1-31,-5 1 0,0 0 0,0 0 0,0 2 1,1 1-1,-1 0-2,-3 2 0,-1-1 1,1 2-1,3 0 1,0 1-1,0 1-1,0 1 1,0 1 0,0 1 0,3 0 0,0 1-1,1 1-46,0 0 1,1 0 0,0 0 0,7-1 0,1 0 0,0 0-36,-30 5 0,3 0 0,11 1 1,3 2-55,7-1 1,3 1-1,6-2 1,1 1-33,8 1 0,2 0 0,-30 12-145,9 3 0,30-4-58,20-2 1,21 2 485,12 3 1,27-3-602,23 4 0,15-6 31,19-4 439,-45-11 0,0-1 0,3-1 0,1-1 0,-1 4 0,1 0 0</inkml:trace>
  <inkml:trace contextRef="#ctx0" brushRef="#br0" timeOffset="15624">0 4909 8840,'15'0'1207,"-1"0"0,9 2-1335,7 3 1,20 5 172,19 9 1,-19-10-1,4 0-84,9 3 1,2 1 0,7-3 0,3-1-545,2 4 0,3-1 0,6-3 1,2 0 661,5 1 1,1-1 0,-1 0 0,1 0-316,2 2 0,-1-2 0,3-3 1,0-1 121,-2 3 0,0-1 0,-29-3 0,0-1 1,1 0 6,0 0 1,1 1 0,0-1 0,0-1 0,1 1 0,0-2 30,0 0 1,0-2 0,1 1-1,0 0 1,2 0 0,-2 0-160,-2 0 1,-1 0 0,1 0 0,1 0 0,1 0 0,0 0 237,1 0 0,0 1 0,0-2 1,-1 0-1,0-1 0,1 0 63,1 1 1,1-1 0,-1 0 0,2-1 0,0 0 0,-1 0 12,-2 1 0,-1 0 0,2 1 0,3-2 0,1-1 0,0 1-30,0 1 1,-1 1-1,1-1 1,1-1-1,0-2 1,0 2-7,2-1 1,0 1 0,0 0-1,-1-1 1,0-1 0,0 1-25,-1-1 1,0 0-1,1 0 1,1-2-1,0 0 1,0 0-40,0-1 1,0 0-1,0-1 1,3 0 0,1 0-1,-1-1-25,-1 1 0,0-1 0,-1 0 1,-2 0-1,-1 0 0,0-1-65,-2 0 0,-1 0 1,-1-1-1,-1-2 1,-1 0-1,1-1 38,0 0 0,1-1 0,-1-2 1,0-1-1,-1-2 0,-1 1-45,-3 0 0,-1 1 0,-1-1 1,26-11-1,-1 0-125,-10 2 0,-1-1 0,-1 0 1,-1 0 177,2-2 0,-3 0 1,-12 2-1,-3 0 59,-7-1 0,-2-2 0,-5 0 1,-1-1-47,-2 0 1,-2-1 0,-2-2 0,-2-2 199,-1 0 1,-3-1 0,13-32 27,-19 9 1,-16 7 654,-8 2 1,-26 5-677,-18-5 0,-20 7-16,-24-2 1,37 26 0,-1 2 85,-9 1 0,-1 1 1,-5-2-1,-2 1-197,-11 2 0,-2 2 0,-2-2 0,-2 1-292,-11 2 1,-2 1 0,-3 2 0,-2 1 195,30 4 0,-2 1 0,0-1 1,-2 2-1,-1-1 0,-1 1 15,-7 0 0,-2 0 0,0 0 0,4 1 0,0-1 0,-1 1-258,-8 1 0,-2-1 1,1 2-1,1-1 1,-1 1-1,0 0 223,-6 1 0,0 1 0,-1 1 0,-2 1 1,-1 0-1,0 1 68,21-1 1,-2 0-1,1 0 1,1 1 0,3 1-1,1-1 1,1 1 0,-1 0 58,-1 0 1,0 1 0,0 0 0,0 1 0,-24 1 0,1 1 0,-1 1 92,25-1 0,1 0 0,-1 1 0,0 0 1,-1 2-1,0-1 0,0 2 0,0 0-46,1 0 0,0 2 1,1-1-1,-1 1 1,-21 5-1,0 0 0,1 1 92,4-1 1,2 0 0,0 1 0,-1 1 0,0 1 0,2 1-62,3-1 1,2 1 0,1 0 0,2 1 0,1 1 0,1 0-157,0 0 1,0 1 0,4 1 0,8-1 0,3 2 0,1 0 186,-28 15 0,3 2 1,10-2-1,4 2-92,10-1 0,3 0 0,6-2 0,4 0-86,8-1 0,6 1 0,-9 23 29,36-1 0,35-13-729,28-2 0,36-9 541,-33-19 0,3-2 0,5-5 1,2-2 189,6 1 1,1-2 0,12-1-1,3-3-117,-23-3 1,0-1-1,3-1 1,7 1 0,1-1-1,2 0-93,3-1 0,2-1 0,0-1 0,2-1 0,0 0 0,2-1 87,5 1 1,2-2 0,1 1-1,1-2 1,1 0 0,1 0-377,-22 0 0,1 1 0,0-2 0,2 1 497,6 0 0,2-1 0,0 1 0,0-2 0,-1 1 0,1-2 0,-1 1 0</inkml:trace>
  <inkml:trace contextRef="#ctx0" brushRef="#br0" timeOffset="16409">11054 1484 8519,'-7'-21'-267,"4"0"-220,-7-4 1,5 6-106,-5 9 313,7-3 1,-2 11 278,10-3 0,10 5 194,9 5 0,17-3 320,8 3 0,8-4-293,7-1 0,11 0-84,13 0 1,9-4-390,-44 1 1,2 1-1,2-3 1,1 0 254,3 2 1,1 1 0,2-3-1,1 0-11,-1 3 0,-1-1 0,0-2 0,-1 0-1,-1 3 1,0 0-1,1-2 1,0 1 6,-1 0 1,1 1 0,0 1 0,0 1 35,-1-3 0,0 1 0,2-2 1,2 1 5,3 1 0,1-1 0,-5 0 0,1 0-13,1 0 1,0 1-1,0-2 1,0 0 60,5-3 0,1-1 1,-5 1-1,-1-1-49,3 1 1,0 0 0,-1-3 0,-1-2 8,-1 0 0,1 0 0,2-2 0,2 0-101,5 0 0,0-1 0,-7-3 1,-1 0-191,1-1 0,-1-2 1,-2 1-1,-1-2 273,2 1 1,-2-2 0,-4-2 0,-3-1-64,0-1 0,-3 0 1,30-18-300,-16 1 0,-17 4 250,-18 1 0,-13-7 16,-16 7 0,-24-11 71,-16 6 0,-18-10 154,-16 0 1,-11-3-166,37 27 0,-2 1 0,-8 2 0,-2 2 7,-5-1 1,-3 3 0,-3 0 0,-2 1 127,1 2 1,-3 1 0,-6 1 0,-1 2-41,1 3 1,0 1-1,-2 1 1,1 1-64,3 2 1,1 1 0,-1 3 0,-1 0 65,-1 1 1,0 1 0,-2 2-1,-1 0 82,1 2 1,0 1-1,-2 4 1,1 3-104,5 3 0,1 3 0,-3 2 0,0 2 22,-2 3 0,0 3 0,-4 0 0,0 2-98,3 2 1,1 3 0,2 0 0,2 1 74,4 2 1,3 2 0,6-1 0,3 1-118,3 1 0,2 0 0,3-2 0,2 0-33,7-1 0,4 1 1,-22 35-25,34-8 1,17-1-36,28-4 0,32 2-64,-11-33 1,6-2-1,6 1 1,2-2 124,5-7 0,2-2 1,11 1-1,3-1-287,11-3 1,2-2 0,5 3 0,2 0 187,-28-5 1,1-1 0,0 0 0,-1-1 0,1 1 0,0-1 176,-1 2 0,1-1 0,-1 0 0,2-1 0,1-1 0,-1 0 0,0 2 0,0 1 0,1-1 0</inkml:trace>
  <inkml:trace contextRef="#ctx0" brushRef="#br0" timeOffset="17051">10716 3042 8105,'-15'-6'0,"2"-2"931,3-7-507,4 7 0,14 1-694,6 7 0,14 0 118,11 0 0,12 5 3,8 0 1,16 2 94,18-2 0,-42-5 0,3 1-331,6 2 0,2-1 0,4-1 0,0 0 294,5-1 0,0 0 0,6 0 1,2 0 91,4 0 1,0 0 0,-7 0 0,0 0-328,2 0 1,1 0-1,-3 0 1,0 0 276,0 0 1,0 0 0,1-1 0,-1 0 87,-4-1 0,-2-1 1,2 0-1,0-2-30,-6-2 0,0-1 0,2 1 0,0-2-108,0 0 1,1-2 0,2 1-1,0-2 128,-4-2 1,-2-2 0,3-1 0,0-2 15,-2 0 0,0-1 0,-3 0 0,0-1-38,-2 2 0,1-1 1,2-3-1,1-1 13,-1 2 1,-1 0-1,-2-2 1,-1 0 0,-5 2 1,-2 0 0,-6 0-1,-1-2 3,-1 0 1,-2-1 0,34-27-174,-4-7 0,-16-1 150,-18-4 1,-11 4 382,-18-4 0,-20 0-391,-19 6 0,-17 2-1,-22 12 0,-8 0 234,-12 0 1,38 22 0,-1 1-212,-2 1 0,-2 1 0,-10 0 0,-4 2-135,-3 2 0,-3 1 0,-2 1 0,-1 1 105,-4-1 1,-3 2 0,-3 2 0,-2 1-2,-7 1 0,-2 0 0,1 2 0,-1 2-259,1 2 0,0 2 0,1 0 1,1 1 290,-2 2 0,0 2 0,1 3 1,0 3 69,3 4 1,2 2-1,5 2 1,4 3-79,10-2 0,4 2 0,1 1 0,3 4 224,6 3 1,1 2-1,1-1 1,3 1-64,3 0 0,4 3 0,6-1 1,5 3-255,-8 36 1,19 6 506,16 8 0,15-2-535,14-2 1,14-6-77,25-9 0,-20-35 1,5-1 121,11-1 0,3-1 0,5 3 0,1-1-152,4 4 0,1 0 0,4-3 0,0-1 219,0-1 0,1-1 0,0-2 0,2-2 0,4 0 0,2 0 0,0 0 0</inkml:trace>
  <inkml:trace contextRef="#ctx0" brushRef="#br0" timeOffset="17652">11407 4630 8217,'-72'-7'135,"3"-2"0,4 2 301,6 2 0,15 4-244,10 1 1,16 1-95,13 4 0,10-2-454,4 7 0,17-5 228,9 5 1,7-5-393,7 5 1,10-6 279,10 6 0,-2-6 207,1 0 1,14-2-229,11-2 0,-41 0 0,2-2 10,2 0 0,1 0 0,5-2 0,2-1-129,3-1 0,3-2 1,8-2-1,2 0 342,7 1 1,3-2 0,3-1-1,1-2 191,-3 2 0,0 0 1,1-2-1,-1 0-71,-7 0 1,-2-1-1,-4 0 1,-2-1 47,-5-1 0,0-1 0,2 2 0,-1 0-284,0-3 0,-2-1 0,-2-2 0,-2-2 189,-6-2 1,-2-2 0,1 0 0,-1-1 36,-1 0 1,-1-1 0,2-3-1,0-1-128,-3 2 0,-2 0 1,-3-1-1,-4-1 79,23-20 0,-12-3 165,-13-2 1,-8-4-206,-12-1 0,-10-5 77,-14 6 0,-22 6 4,-17 8 1,-13 11 26,-17 9 0,-21 7 4,35 16 1,-2 3 0,-7-1 0,-1 1-43,-5 3 0,-2 0 0,-7 1 0,-1 0-64,-3 0 1,0 3-1,-1 2 1,-1 2-102,0 4 0,-1 1 1,0 1-1,-1 3 81,-4 2 0,0 1 0,-1 1 1,0 2 96,1 3 0,1 2 0,5 0 0,3 1-43,10-2 0,2 0 0,6 1 0,1 1 111,0 0 0,3 1 0,11-2 0,3 1-191,-22 25 0,29-2-95,29-3 0,15-1-26,9 6 0,16-2-189,14 2 1,18-4 95,21-5 0,-32-23 1,4 0-719,13 0 0,2 0 989,-4 0 0,1 0 0,10-3 0,2-1 0,-4 0 0,2-1 0,3-2 0,1 1 0</inkml:trace>
  <inkml:trace contextRef="#ctx0" brushRef="#br0" timeOffset="18384">16830 5247 8198,'-29'-57'0,"0"3"0,-9 4-33,-6 6 0,0 8-98,-5 6 1,2 2 181,-2 9 1,0-6-151,-10 6 0,2-6-14,-12 6 0,-6-1-361,-8 5 1,-4-1 80,-1-4 1,-2 4 114,-3-3 0,41 9 0,-1 2 206,-5-2 0,-1 0 0,-4 2 1,-2 0 162,0-2 1,-2 0 0,-2-1 0,-1 1-63,2 0 0,-1 0 0,-3 0 0,-1 1-388,-5 1 1,-1 1 0,-4 0 0,-1-1 464,1 1 1,0-1-1,2 1 1,2 0-75,0-1 1,1 1-1,-1 2 1,-1 2 207,0 0 0,-1 1 0,-1 1 0,0 0 100,1 1 0,1 0 0,2 1 0,2 0-50,7 1 0,1 1 1,-1 1-1,-1 2-164,-1 3 0,0 1 0,1 2 1,1 1-51,3 3 0,0 2 1,0 0-1,1 2-55,1 1 1,1 2 0,4 1-1,2 1-63,5-1 1,1 1-1,-2 2 1,0 1 25,4-1 0,0 0 0,-3-1 0,1 0-93,4 1 0,1 0 0,-39 22 41,12 5 1,1-6-450,8 1 1,-5 3 191,6 2 1,-8-2 28,3 2 0,4-2 82,5 2 0,14-5 843,10-10 1,6 4 157,4-4 0,4-3 164,7-2 0,5 2-606,4-2 1,10 2 459,5-1 1,10 1-543,4 3 0,11 2-233,4-7 1,18 0 165,12-4 1,15-1-343,-35-14 1,0-1 0,0 1 0,-1-2 63,0-1 1,2 1 0,2 1 0,2-1-27,4 0 1,2-1-1,1 2 1,2 0 27,2 1 0,2-1 0,0-2 0,2-1-354,1 0 1,2-2 0,3-3 0,3-1 353,10 0 1,1 0 0,-5-3 0,0-1-394,6 2 1,1-1 0,0-1-1,-1 0 414,3-1 0,1 0 0,4-3 0,3-1 14,-31 1 0,0 0 0,0-1 0,-2-1 0,-1-2 0,1 0 85,2-1 1,0 0-1,1-1 1,0-1 0,0-2-1,1 0-276,-1-1 0,1 1 0,0-2 1,3-2-1,1 0 0,0-1 206,1-1 1,0 1 0,0-2 0,-5-2 0,-1 0 0,1-1-141,5 0 1,0-1-1,-1-1 1,-3-1 0,-1-1-1,1-1 172,1 0 1,2-1 0,-1 0 0,1-1 0,0-1 0,1 1 27,0-2 0,1 0 1,-3-1-1,-7 3 0,-2-1 1,-1 0-16,-3-1 1,-1 0-1,-3 0 1,21-16 0,-6-1 130,-7 2 0,-4-1 1,-12 4-1,-6-1 244,-9 5 1,-6 0 0,5-33-401,-24 8 0,-23 1 205,-16 9 0,-25-2 196,-29 2 1,32 28 0,-3 3-574,-11 2 1,-2 3 0,-1 3 0,-1 2 181,-7 5 0,0 2 0,0-2 0,0 1 0,-8 3 0,0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4:31:46.73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389 141 8318,'-38'0'-85,"2"0"1,7 0-1,0 0 14,-1 0 1,-6 4 165,-3 1 1,3 5 123,2-5 0,4 5 274,6-5-36,3 6 0,14-9 330,7 3 1,15-4-143,14-1 1,15-5-199,15 1 0,13-8-418,11 2 1,-32 2-1,1-2-243,6 1 0,2-1 1,2 0-1,2 0 217,6 2 0,2 1 0,3 0 0,2 0-511,5 0 0,2-1 1,4-1-1,2 0-427,8 2 0,0-1 935,-5-1 0,0 0 0,-26 6 0,1 2 0,0-1 0,30-3 0,0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4:31:47.60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236 89 8370,'-36'-29'85,"5"6"-94,-3 3 0,3 10 380,1 5 441,1 4 0,8 7-490,6 4 0,7 3-181,8 2-115,6 0 0,9-1-85,10 1 0,11-5 168,8 0 0,8-2 0,13 3 105,9-1-123,19-7 1,-39 1 0,3-1-309,5-3 1,3 0-1,10 2 1,2 1 181,5-1 1,3 1-1,7-1 1,2 0-283,-28-1 1,1-1 0,1-1-1,2 1 1,0 0 0,1 0 288,0 0 0,2 0 1,-2 0-1,-2 0 0,0 0 1,-1 0 39,28 0 0,-1 0 0,-4 0 0,-2 0-221,-12 1 0,-2-2 0,-4 1 0,0-1 217,-7-2 0,-1 1 0,-1 1 0,-1 0-108,-7-1 0,-1-1 0,-2 2 0,0-1 179,42-3 0,-12 4 293,-7-4 1,-9 1-315,-11 0 0,-5 2 857,-10-3 1,0 3-793,-9 2 0,1 0 477,-12 0 0,1 0-39,-5 0 632,-7 0-757,-2 0 0,-7 0-204,-4 0 0,-3-1-42,-7-4 1,0 2 45,1-7 0,-1 7 68,0-2 0,1 1-773,-1-1-1403,0 4-2004,0-6 1185,7 7 2691,2 7 0,12 1 0,2 7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4:31:48.43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392 1173 8420,'-9'-18'0,"-1"2"0,-2 2-203,6 3 0,-6 1 192,8 0 0,-3 7 644,2-2-502,3-3 0,-4 5 149,6-7-140,0 7 1,2-4-8,2 7 1,5 0 7,5 0 0,9 0 0,7 0 1,9 2 840,15 3 0,8 1-423,16 4 0,5-2-683,11-3 1,2-3 42,-45 0 1,1 1 0,-1-3-1,1 0-81,-1-2 1,1-1 0,0-1 0,0-2-19,3-3 1,-2-2 0,38-13 39,-2-10 1,-18-4-127,-7-6 0,-3-2 182,-3-3 0,0 2 2,-5-7 1,-9 7 75,-9-2 1,-12-4 8,-9-1 0,-9-3 103,-15-2 1,-14 2-113,-20 3 0,-15-3 141,-14 3 1,-7 5-445,-9 5 0,0 8 409,-5 12 0,45 13 0,-1 2-79,-6 3 0,-1 2 0,1 2 0,-1 1 123,-4 4 0,0 4 0,0 3 0,1 4-213,-1 7 0,0 3 0,-3 3 0,0 4 203,-5 5 1,1 2 0,7-2 0,3 1-1,0 2 1,3 1 0,5-1 0,2 2-31,5-2 0,3 0 0,5 0 0,3 1 238,-22 33 1,26-6-152,13-3 0,37-4-560,17-1 1,26-5 229,14 0 0,9-13 0,-39-22 0,3-1-295,5-3 0,4-2 0,7 1 0,4-2-53,10-2 1,3 0 0,1 0 0,2-1 4,9-1 0,2-1 0,-28-4 0,1 0 0,1-1 482,9 0 0,2 0 0,0-1 0,-1 0 0,1-1 0,0 1 0,8-1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4:31:50.03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2191 868 7983,'6'-39'-420,"4"-1"1,-2 6 420,2-5 1,-6 6 363,0-1 1,-2 1-106,-2-1-175,0 3 0,-3-7 0,-5 4 21,-7-5 1,-10-5 36,1-5 0,-4 3-6,-1-3 0,-7 3 42,-3 2 94,-10 7 1,-5-2-1,-8 9 27,-2 7 1,-6 7-85,1 6 1,-3 4-63,-1 6 1,4 8-996,1 6 930,-8 8 1,-12 20 0,40-17 0,-2 1 57,-1 3 1,1 2-1,4 2 1,1 1-144,0 2 1,1 2 0,4-2 0,0 1 122,-1 0 0,-1 0 0,0 2 0,-1 0 57,1 0 0,1 0-87,1 4 1,3-1 0,-18 35-8,6 6 0,13 1 1,19 1 39,11-7 1,11-6 98,19-13 1,10-1 166,20 1-285,13 0 1,15-13 0,8-7-9,3-6 0,3-17-322,-45-10 0,1-2 1,5-6-1,0-3-49,2-3 0,0-3 1,5-6-1,-1-4-470,1-6 1,0-5 626,1-2 0,0-4 1,3-2-1,-2-3 0,2-3 1,-2-1-379,1-1 0,-1-2 1,-7 2-1,-2 0 89,-7-1 0,-2 0 1,-8 3-1,-4-1 459,-3-2 0,-2 0 1,-2 1-1,-2 1 112,-7 0 0,-1 1 279,13-41 0,-23 14 0,-6 3-155,-6 6 1,-7 3-526,-10 17 0,2 17 649,-6 17-419,6 6 0,-5 9 0,3 0 0,-3 0 0</inkml:trace>
  <inkml:trace contextRef="#ctx0" brushRef="#br0" timeOffset="2251">2794 2779 7777,'0'-15'21,"-2"-5"-11,-3 1 0,2-1-243,-7 6 0,5-1 90,-5 0 0,5-1 341,-4-4 1,0 9-21,0-4 1,-4 2-119,3-7 1,-8 4-20,-2-4 1,-6 4 3,2 1 0,-6 1 50,-4-1 0,-7 5 114,-13 0 1,-1 7-84,-14-2 1,0 4-153,-4 1 1,-9 1 69,-6 4 0,-8 3-220,42 0 1,0-1-1,1-2 1,0 0 225,-4 0 0,1 0 1,2-1-1,0 1 33,-2 2 1,0 1 0,0-1 0,1 1 47,-2-1 1,1 1 0,-1-1 0,0 0-89,2 1 0,2-1 0,1 0 0,1 1-190,-47 6 1,6 1 780,-1 0 1,5 1-168,5 4 1,9 3-303,11 6 0,15 5-138,9 1 0,6 5-156,4 0 0,1 4 141,4 5 0,4-2-330,10 7 1,4-7 635,6 2 0,1 0-479,4 5 1,5-5 133,10 10 0,9-10-66,10 0 0,5 2 162,5-2 0,5-7-92,10-8 1,13-11-27,16-8 1,-42-10 0,1-2 55,6-2 1,1-2-1,-1-2 1,-1-2-267,1-1 1,1-3-1,2-4 1,1-5 260,6-5 0,1-3 0,1-3 0,-1-4-6,2-7 0,0-3 1,-3-1-1,-1-2-265,0-5 1,-1-1 0,-3 3 0,1 0 257,2 0 0,0 0 0,-1-1 0,-4-3 25,-6 0 0,-2-2 1,-1 5-1,-3-1-200,-10 5 0,-4-1 0,-3 4 0,-4-1-173,11-34 0,-17 1 104,-22 14 1,-22 10-397,-17 9 0,-11 18 651,-14 7 0,-10 7 0,-9 17 0,-4 6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4:31:59.23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216 536 8170,'-30'0'-11,"1"-6"87,0-4 0,1-3 346,3-2 0,4 0-120,6 1 1,2 4 130,3 0 0,-1 0-137,6-4 1,8-1-54,12 0 1,8 0 30,11 1 0,4 1-30,6 3 0,2-3 85,3 3 1,5 2 159,9-2 0,9 0-1171,7-4 0,5 4 191,0 0 0,-4 0 388,-2-5 1,2-4-227,-1-1 1,-9 1-537,-11 4 1,-4 0 372,-11 1 1,-5-1 151,-14 0 1,-12 7-213,-13 3 1,-8 3 551,-12 2 0,-9 0 0,-9 0 0</inkml:trace>
  <inkml:trace contextRef="#ctx0" brushRef="#br0" timeOffset="267">730 169 8170,'10'-22'0,"0"-2"0,0-2 0,4 1 0,8 4 0,2 6 0,10 2 0,6 3 0,2 2 0,2 3 0,-1 5 0,-4 0 0,-10 9 1592,-9 10 1,-10 6-700,-6 9 0,-17 5-644,-11 10 0,-17 3-6,-13 7 1,-5 5-515,-4 0 0,27-29 0,-2 0 0,-3-2 1,1 1-1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4:32:05.23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30 1015 8400,'-13'-35'0,"3"1"0,5 1 0,4 2 0,15 4 0,11 2 0,9 2 290,10 4 1,9-6 417,5-9 0,1 3-782,5-4 0,9 0-324,6 0 0,9-6 287,-39 21 1,0 1-1,37-17 111,8 2 0,-19-2-7,-2 2 0,-7-1-84,2 6 1,-6 1-23,2 4 1,-10 3-75,-5 6 1,-10 5-25,-5 0-438,-16 7 395,-5-4 0,-19 14 254,-2-5 0,-7 4 0</inkml:trace>
  <inkml:trace contextRef="#ctx0" brushRef="#br0" timeOffset="208">1074 221 8400,'-30'-7'-141,"1"4"17,0-7 0,4 7 301,1-2 1,6-1 98,-2 1 1,4-2 310,1 2 3,7 4-326,1-12 1,15 4-24,7-5 1,8 1-1,11 3 0,12-5 30,13 0 0,13 1-202,11-6 0,8 5-176,3 6 0,-3-3 338,-8 7 0,1 0-184,-11 5 0,-16 13-152,-18 7 1,-21 18-542,-13 6 1,-26 23 439,-23 6 0,15-28 1,-4 2 205,-10 4 0,-2 0 0,3 4 0,-1 0 0,-8 4 0,1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4:32:07.33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1631 763 8336,'6'-24'-744,"4"-1"0,-2 2 447,2-1 1,0-2 330,5 6 1,4-4-77,1 4 0,6-5 42,-1 6 0,2-14 0,3 2 0</inkml:trace>
  <inkml:trace contextRef="#ctx0" brushRef="#br0" timeOffset="392">1851 205 8336,'-29'-22'0,"-7"4"-174,-3-6 0,1 8-196,-1 1 1,-5 0 337,-5 5 0,-10 2 252,-5-2 0,2 2-68,-11-2 0,4-3 21,1 4 1,2 2 95,8 2 1,5-1-147,4 1 0,2 1 49,-2 9 1,-3 4-19,-7 5 0,5 7 7,0 4 1,5 4 3,-5 6 1,5 4 4,-5 10 0,7 3-320,-2 7 1,2 6 56,-2 4 0,3 4 15,-3 6 1,10-4 110,4 3 0,6-1-64,5 1 0,9 4 101,10 6 1,10-6-5,5-4 1,14-4 12,6-6 1,14-1-1,0-3 0,10-10-20,0 0 0,3-8 6,1-7 1,5-5 67,5-9 1,1-6-58,9-9 0,5-4-64,6-6 1,-1-13 28,5-6 1,-8-11-14,-2-9 1,-4-6 26,-38 16 1,1-1-1,-2-5 1,0-1 44,0 0 0,-2-1 0,-1-2 1,-4-2-159,21-42 0,-28 39 0,-3-2 137,-2-5 0,-2-1 1,-2-5-1,-2 0-75,-4-2 0,-2 0 0,-2 2 1,-4 0-64,-6 2 0,-4 2 1,-3 0-1,-3 0-158,-5-2 0,-3 2 0,-6 2 1,-3 1 21,-3-1 1,-3 4-1,-7 5 1,-5 5-114,-5 8 0,-2 4 1,-4 4-1,-1 5 160,-1 4 0,-1 4 0,-1 3 1,0 4-117,4 1 1,1 5 263,0 6 0,1 5 0,7 1 0,1 2 0,-3 5 0,1 1 0,-2 0 0,0-1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4:32:14.45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30 574 8581,'0'-25'-253,"0"3"1,0 0 2,0 4 1,-5 2 1457,0 1-899,0 1 1,4 5-20,-4 5 1,3 4-166,-3 4 33,4 11 0,1 8-85,0 6 0,0 7 67,0 4 1,6-3 47,4 2 0,8-1 1,1 1 1,8-5-311,-3-9 0,5-6 105,6-9 0,2-3 0,9-11 149,3-5-629,3-14 0,9-16 10,2-10 1,3-4-97,2-5 1,3 0 244,-8 5 1,-7 8-82,-12 11 0,-18 15-172,-11 4 590,-10 10 0,-5-2 0,-9 7 0</inkml:trace>
  <inkml:trace contextRef="#ctx0" brushRef="#br0" timeOffset="258">103 956 8537,'5'-28'-63,"0"4"1,2-4 33,-2 4 1,3 2 137,7 3 0,-6 4 242,1 5-249,0 4 0,5 1 0,-1 0 120,1 2 1,0 1-185,-1 2 1,3 0 120,2 0 1,-1 0-191,7 0 142,-1-7 0,7-7 0,7-12 92,11-7 0,18-18-153,-24 20 1,2-1 0,3-4-1,2 0-311,6-3 1,1-1-1,-1 2 1,0 0 335,5-4 1,1 0-125,1 3 0,0 2 0,-10 2 0,0 3 0,-2 5 0,-1 3-1069,38-14 1118,-21 17 0,-6 15 0,-17 6 0,-3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4:32:26.36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102 497 8437,'-17'-30'-455,"-2"1"0,2 6 433,-2 4 0,7 4 762,3 5-392,5-3 0,-1 10 263,10-7-333,3 7 1,7-2 42,0 10 1,-5 5 95,-1 9-261,1-3 0,5 17 0,0-3 13,-1 1 1,3 4-25,2 0 0,-1 4-167,7-5 0,-1 5 353,6-4-364,-1-1 0,2-6 1,5-4 110,8-4 0,10-12-20,15-8 1,9-16-214,-30 0 0,2-3 0,8-2 0,2-3-279,7-7 1,3-2 0,6-1-1,3-1 318,6-3 1,1-2 0,1 0 0,1 0-406,-26 12 1,1 1 0,-2-1 0,28-15 0,-1 1 119,-6 2 0,-3 1 0,-4 4 1,-3 2 34,-1 4 0,-4 4 1,26-11 365,-30 21 0,-20 10 0,-28 15 0,-14 6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4:32:27.84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133 853 8197,'-7'-29'0,"-1"-1"0,-7 1 0,1 6 0,-1 8 0,0 10 1272,0 4 0,6 2-625,-1 4 1,2 5-534,-2 10 1,3-2 5,7 6 1,0-1-206,0 2 1,2 1 151,3-7 0,5 1-37,9-5 0,1 3-24,9-4 0,-1-2 52,11-12 1,0-2 191,6-3 0,7-5-174,7-9 1,9-7-8,15-14 1,-35 18 0,1-3-258,7-6 1,1-2 0,3 0-1,0-2 183,2-4 1,-1-1 0,0 0-1,0-1-261,-1-3 0,-2 0 0,-3 2 1,-1 2 143,-1 1 1,-3 0-1,-6 2 1,-3 2-900,23-29 1,-15 8-42,-25 17-916,-9 10 1978,-8 14 0,-7 9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4:32:29.51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133 1059 8319,'-21'-20'39,"-4"0"0,4 1 307,2 4 19,2 0 175,3 1-34,5-1-39,3 7-231,12-5 1,3 11-134,5-3 1,-4 5 113,0 5 0,1 3 47,9 7 0,-2 1-163,6 4 0,1 3 89,4 6 1,1 1 154,-1-1-536,7 0 1,-3 2-1,4 2-16,-1 1 1,5 1-30,-2-6 1,-1-6 153,1-3 1,0-11 92,5-4 1,7-13 3,3-12 0,24-25-38,-32 10 0,1-4 1,9-4-1,3-4-459,6-8 1,2-2 0,5-5 0,1 0 351,-21 16 0,0 0 1,1 0-1,-1 2 1,1 1-1,-1 0-332,25-19 0,-2 1 0,-8 5 0,-4 1 175,-8 4 0,-2-1 287,-4 3 0,0 2 0,-2 5 0,1 2 0,0 0 0,0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4:32:24.77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3336 581 8233,'-44'-44'0,"5"1"950,-1 4 1,13 5-320,-3 9 1,6 4-579,-1 7 1,-4-1 38,-1 0 0,-5-6-32,-10-4 0,0-2 79,-4-3 0,-17 6-66,-12-1 1,-13 2-139,42 11 1,0 0 0,-46-4 288,2 6 1,-5 6-255,47 2 1,-1 0 0,-2 3 0,-2 2-5,-2 1 1,-1 2-1,3 3 1,1 2 117,1 1 0,0 0 0,-2 3 0,-1 0 18,-1 2 0,-1 0 0,0-1 0,0 1-196,-3 2 0,2 1 1,6-3-1,1 0 0,4 2 1,2 1-165,-39 21 0,1 2 80,6 1 438,7 0 1,9-3 0,10 1 24,9 4-144,7 8 1,14 0 0,5 8 49,6 2 1,1 1 24,6-1 0,0-6-19,5 1 1,12-2 333,2-8-345,17 0 0,7-1 1,19-3-189,10-2 1,16-4-216,-32-19 0,1-1 0,1 0 0,2-2-133,6-1 1,1-2 0,0-2 0,1-2 415,10 1 1,1-2-15,-2 0 0,0-2 1,11-2-1,2-1 1,1-2-1,1-1 47,7-2 0,0-1 1,-2-4-1,-1-3-6,0-2 1,-1-3-312,-3-2 0,-2-2 1,-5 0-1,-2-2 0,0-1 1,-2-2-86,-2 2 0,-1-2 286,-11 1 0,0 0 1,2 0-1,-1 0 0,-9 0 1,-2-2 136,0 0 1,-2-1-161,-4 0 0,-2-2 0,27-33 224,-12-4 0,-8-5-367,-12-9 1,-11-10 167,-13-10 0,-9-2 0,-16 2 95,-14 5-307,-14 3 0,10 46 1,-4 2-1,0-1 1,-2 2-84,-1 0 0,-3 4 0,-4 8 0,-3 4 69,-3 4 0,-2 3-90,-3 3 0,-1 4 0,1 6 0,1 3 331,-2 1 0,0 2 0,3 1 0,-1 1 0,-46 7 0,4-4 0</inkml:trace>
  <inkml:trace contextRef="#ctx0" brushRef="#br0" timeOffset="859">1205 3771 8322,'-15'-20'-70,"0"1"1,0-6-130,1 5 0,4 2 627,0 9 0,7-4 298,-2 3-54,3 3-415,2 1 1,7 6-15,3 0 0,3 0 17,1 0 1,8 0 8,2 0 1,6 6-62,4 4 1,10-2 30,10 2 0,5-2-215,4 2 1,6 3-1,11-5 35,8 0 1,9 4-122,-44-9 1,1-1 0,2 0 0,-1 1-833,4-3 0,0 0 897,-3 0 0,-1 0 1,2-4-1,0-1 1,-2-1-1,-2-2-57,0-3 1,0-1 71,0-1 1,-1-2 0,-3 0 0,0-1 3,1 0 1,-2-2 0,30-20 0,-4-7 51,-11-4 54,-4-4 1,-5-7-1,-5-4-29,-8-4 1,-10 1 6,-21-2 0,-20 0 35,-19-4 0,-15-6-768,13 40 0,-2 0 673,-3-1 0,-2 2 0,1 3 0,-2 3 0,-3 0 0,-1 3 45,-1 3 0,-2 2-330,-7-3 0,-2 5 0,-3 11 0,-2 4 221,-3-2 0,-1 3 1,-1 4-1,-1 2-54,3 3 1,-1 4-1,-8 6 1,-1 5 7,-6 7 1,1 4 0,4 3 0,2 3-1,0 5 1,2 3-56,6 3 0,1 1 0,1 0 1,1 1 156,2 1 1,1 0 0,2 0 0,4 2 152,8-3 1,5 2 0,8-2 0,6 0-122,6 31-153,9-1 1,33-6 0,18-5-341,22-8 0,-15-34 0,6-5 274,7-1 0,5-3 0,7-2 0,3-2 20,10 1 1,4-2 0,-22-4 0,3-1 0,1-1-49,6 2 1,2 0-1,2-1 1,7-2-1,2 0 1,1-1 176,4 1 0,0-1 0,2 0 0,0-2 0,2 0 0,0 0 0</inkml:trace>
  <inkml:trace contextRef="#ctx0" brushRef="#br0" timeOffset="2419">3204 4976 8305,'-20'-33'-639,"-1"2"672,-2 4 1,3 2 388,-4 1 0,-1 2-65,-4 8-399,0-8 0,-1 6 98,1-4 0,-7-2 1,-3-3 1,-15-3 32,-5-1 0,-10 4 2,1 1 1,1 13 294,-2 1 0,2 6-111,-1 4 1,6 9-190,3 5 1,0 14-147,-15 11 0,-7 10 16,35-22 1,-1 0 0,-3 5 0,2 2-195,1 2 0,1 1 1,-4 0-1,0 1 277,1 3 0,0 1 0,-3 2 0,-1 1 21,1 1 0,2 1 0,3-1 0,2 1-30,7-3 1,3 0 0,4-3 0,3 1 328,-16 42 1,9-9-188,16-2 1,7-6-258,17-8 1,10-7 171,10-3 1,9-5-224,5-4 1,10-6 91,5-10 0,11-2 114,9-8 1,11-6-182,8-3 1,-5-3 279,-5-2 1,2-13-137,8-7 1,-41 2 0,1-3-39,1-2 1,0-3 0,1-4 0,-1-4-139,-6-1 0,-3-3 1,-1-1-1,-1-2 150,-4-3 1,0 0-1,0 0 1,-1 0 151,-3 0 0,-2-1 0,-1-1 0,-3-1 1,-9 0-1,-3-1 136,-1 1 1,-2-2-122,2-49 0,-13-1-225,-12 5 0,-21 6 0,-20 13 239,-11 2-582,26 33 1,-3 3 0,-37-14 0,-4 7-244,4 16-1103,-5 17 1739,-2 17 0,-6 11 0,0 12 0,0 1 0</inkml:trace>
  <inkml:trace contextRef="#ctx0" brushRef="#br0" timeOffset="3970">3556 7475 8006,'9'-52'713,"-5"3"1,-2 5-378,-2 4 1,0 4-452,0 7 1,-2 5 101,-2-1 1,-5 5-145,-5-4 0,-3 1 114,-2-1 1,-6 1-58,-9 3 1,-5 2 85,-10-6 1,-8 6-143,-7-2 0,-6-1 180,1 1 0,-3 1-178,-1 4 0,-6-5 336,1 1 0,-13-1-423,-3 5 0,-4 2 313,0 4 0,46 3 0,0 0 48,-46 1-51,46 2 1,-1 1 0,-45 2-18,45 0 0,-1 0 0,3 3 0,0 1 1,-1 1-1,0 1 219,1 2 0,1 2-203,-3 4 1,1 2 0,3 2 0,0 1 88,-5 3 1,0 0-1,1 3 1,0 1-86,-3 0 0,-1 2 1,4 1-1,0 1 10,-1 1 0,0 1 0,0 1 0,-1 1-160,1 3 1,0 0-1,1-1 1,0 1 48,3 0 0,2 0 1,4-4-1,1 1 18,-30 29 0,6-2 70,8-2 0,9 1 0,7 2-52,12 2 1,15-5-2,11-5 0,18-2 31,11 2 1,12-4-107,13-6 1,10-1 24,10-4 0,4 2-84,6-7 1,-1-4-181,10-6 0,7-8 315,-39-8 1,1-1 0,-1 0-1,2-1-5,5-3 1,1-1 0,-2 0-1,1-2-229,2-4 0,2-2 1,3-2-1,0-4 213,6-6 0,0-3 0,5-1 0,1-3 15,4-6 1,0-2-1,-1 0 1,0-2-213,5-4 0,1-1 1,-31 12-1,0-2 0,0 0 230,-1-2 1,0 0 0,-1-2 0,0-2 0,-1 0 0,1-1 37,3-2 0,0 0 1,-1-1-1,19-19 1,-2-1-52,-24 18 0,0-1 0,-2 0 0,20-20 1,-3-3-10,-1-2 0,-2-1 0,-6 2 1,-3-1-205,-4-3 0,-2-1 1,-5 7-1,-3 0 244,1-1 0,-3-1 0,-7 7 0,-4 0-191,-2 1 0,-5 0 0,-6 6 0,-5 1-62,-2-41 1,-22 18-320,-16 12 0,-20 18 535,-20 21 0,-9-1 0,-5 16 0,-4-1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4:32:34.414"/>
    </inkml:context>
    <inkml:brush xml:id="br0">
      <inkml:brushProperty name="width" value="0.08" units="cm"/>
      <inkml:brushProperty name="height" value="0.08" units="cm"/>
      <inkml:brushProperty name="color" value="#E71224"/>
    </inkml:brush>
  </inkml:definitions>
  <inkml:trace contextRef="#ctx0" brushRef="#br0">0 162 15421,'0'-19'-3520,"0"-1"2913,0-6 1,0 10 709,0-4 0,0 4 60,0 1 1,2 5 87,3 1 0,-2 5 462,7-1-175,-1 4 0,6 9-622,0 7 1,4 6 340,1 8 1,0 14-57,-6 6 0,6 8-75,0 7 1,4 9-444,-4 10 1,11 10 260,-17-44 0,1 0 1,1 0-1,1-1-201,-3 1 1,1 0 0,2-1 0,0 0-12,1 1 1,-1 0-1,0 0 1,0 0 39,12 39 1,-6-4 126,-3-16 0,-9-2-252,-1-8 0,-7-5-350,2-4 1,-1-5 702,0-5 0,-2 2 0,3-7 0,-3-1 0,-2-2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4:32:34.947"/>
    </inkml:context>
    <inkml:brush xml:id="br0">
      <inkml:brushProperty name="width" value="0.08" units="cm"/>
      <inkml:brushProperty name="height" value="0.08" units="cm"/>
      <inkml:brushProperty name="color" value="#E71224"/>
    </inkml:brush>
  </inkml:definitions>
  <inkml:trace contextRef="#ctx0" brushRef="#br0">0 410 16745,'15'-39'-1153,"-1"0"953,1-2 1,1 4 100,4-3 83,-4 1 0,11 2 84,-8 2 1,1 6-283,-6 5 0,1 2-266,0 8 1,-5 5 900,-1 5 1,-5 10-514,1 9 1,1 14 145,-1 15 1,0 7-108,-5 8 1,0 8-12,0 6 1,0 9-400,0 11 1,0-2 136,0 7 1,0-3 171,0-44 0,0 1 0,0 2 1,0 1-208,0 4 0,0 0 0,0 1 0,2-1 128,-1-4 1,2-2 0,4 1 0,1 0 41,3-2 0,3-1 1,2-1-1,4-1-290,1-1 0,2-3 481,1 0 0,2-3 0,28 30 0,0-4 0,0-2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4:32:35.240"/>
    </inkml:context>
    <inkml:brush xml:id="br0">
      <inkml:brushProperty name="width" value="0.08" units="cm"/>
      <inkml:brushProperty name="height" value="0.08" units="cm"/>
      <inkml:brushProperty name="color" value="#E71224"/>
    </inkml:brush>
  </inkml:definitions>
  <inkml:trace contextRef="#ctx0" brushRef="#br0">0 205 21915,'0'-57'-5345,"0"5"2749,0 8 2187,7 13 1,1 16 545,6 10 0,3 13-241,2 12 0,-2 11 11,2 18 1,-4 10 68,-5 9 1,1 15-1,-6 9-591,-2 8 0,-2-49 1,0 2 527,-1 3 0,0 1 19,0 4 0,0 0 0,0 2 0,0 2 0,0 7 1,0 1-231,0 2 0,0 0 0,3 7 0,2 0-1437,2-2 0,1 1 1735,2 2 0,1-1 0,3 0 0,2 0 0,-1 1 0,2 0 0,2 3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4:32:38.85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221 294 8395,'0'-29'-209,"0"4"90,0 1 0,0-1-105,0-4 0,0 6 145,0 3 0,-7 6 30,-3 4 1,-3 3 16,-1 7 1,-6 0-153,1 0 0,1 7 156,8 3 1,-2 3-348,7 1 329,1 1 0,5 3-161,4-3 1,8 3 206,7-8 0,-1 9 0,-4 4 0</inkml:trace>
  <inkml:trace contextRef="#ctx0" brushRef="#br0" timeOffset="476">30 221 8347,'0'-27'-65,"0"-2"0,-5-4-1,0 4 1,0 1 122,5 4 1,-2-1-480,-3 11 400,4 2-87,-6 12 0,12 2 256,0 3-82,7 3 0,-6 2 1,6-1-348,-3 3 0,1 1-100,5 2 382,-7 6 0,5-5 0,-5 5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4:32:53.99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425 662 8422,'-64'30'-271,"0"-1"340,7 0 1,7-4 458,6-1 0,6-6-110,4 2 1,9-9 594,6-1-325,2-6-408,9 2 1,3-12 508,10-4 0,11-10-151,14-4 1,14-7-453,15-9 1,19 1-30,-32 15 1,1-1 0,3 0 0,0 0-416,1 0 1,1 1 0,-3-1 0,0 1 270,-1 1 1,2 2 0,1-3 0,2 0 17,3 2 0,1 0 0,-1-4 0,1 1-138,-3 5 0,-1 1 0,39-15-273,-23 9 0,-12 9-1060,-18 1 689,3 7-397,-17 8 1,-4 2 452,-16 3 0,-10 3 193,-5 7 1,-4-1 685,-6 1 1,-3 0 0,-6-1 0</inkml:trace>
  <inkml:trace contextRef="#ctx0" brushRef="#br0" timeOffset="300">1116 118 8339,'-5'-19'-532,"0"-1"532,-7 1 1202,11 4 0,-6 0 258,7 1-353,0 5 1,4 3-427,5 6 1,3 0 176,12 0 0,-4 6-319,4 4 0,-1 8-180,2 2 1,1 1-279,-6-1 1,-1 2 120,-4 8 1,-2 4-877,-3 0 1,-4 7 528,-6-2 1,-6 4-2129,-4 1 1,-5 5 2272,-4 0 0,-4 13 0,-7-2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4:32:59.679"/>
    </inkml:context>
    <inkml:brush xml:id="br0">
      <inkml:brushProperty name="width" value="0.06" units="cm"/>
      <inkml:brushProperty name="height" value="0.06" units="cm"/>
      <inkml:brushProperty name="color" value="#E71224"/>
    </inkml:brush>
    <inkml:brush xml:id="br1">
      <inkml:brushProperty name="width" value="0.08" units="cm"/>
      <inkml:brushProperty name="height" value="0.08" units="cm"/>
      <inkml:brushProperty name="color" value="#E71224"/>
    </inkml:brush>
  </inkml:definitions>
  <inkml:trace contextRef="#ctx0" brushRef="#br0">148 3365 6548,'0'-14'-17,"6"5"703,-4-4-802,4 5 203,-6-7 0,0 6-13,0-1 0,5 5 415,0-5-327,0 7 258,-5-4 340,0 1-186,-7 4-334,6-4 0,-7 6-271,3 0 339,3 6-770,-4 2 1,6 2 181,0 0 280,0-7 0,0 10 0,0-5 0</inkml:trace>
  <inkml:trace contextRef="#ctx0" brushRef="#br0" timeOffset="658">221 3542 8397,'0'-22'0,"0"1"34,0-3 1,-2-2 209,-2 6 1,2-5 21,-3 6 1,3-1 16,2 6 0,-5 4 150,1 0-106,-1 7 1,-2-4 283,-3 7 0,2 8-373,-2 7 1,1 1-199,-6 9 0,5-2-292,0 1 275,7 4 0,-8-7 0,6 5-335,1-1 0,3-7 57,1 1 1,0-1-118,0 2 1,6-9 119,4 4 124,3-10 1,2 1 0,1-6 0,4 0 0,-4-1 47,4-4 0,-2-8 264,1-7 0,-2-1 25,2 1-240,-2-2 0,-4-8 0,-2 1 42,-1-1 1,-5-1 164,5-3-190,-7 10 0,3-9 1,-6 13-732,0 2 551,0 2 194,0 1 0,0 7 0,0 2 0</inkml:trace>
  <inkml:trace contextRef="#ctx0" brushRef="#br0" timeOffset="1074">486 3439 8397,'-15'0'1351,"0"0"-471,7 6-324,2 2-133,6 7-48,0 0 1,1-7 77,4-3 0,-2-3-122,7-2 1,-5 0-77,5 0 1,-2-7 54,2-3-110,3-9 0,-5-4-9,7-7 0,-1-7 1,-1-9 94,-3-11 0,3-12-196,-3-14 0,-3-12-889,-5 38 0,1-3 810,-2-6 1,-1-2 0,0-7 0,0-2 0,0-4 0,0-1-19,0-5 1,0 0-1,1-2 1,0-1-28,1-3 0,1 0 1,-2-3-1,-1 0-29,3 5 0,-1 1 0,-1 4 0,-2 2 80,-1 10 0,-1 1-71,0 3 0,-2 0 1,-4 2-1,-1 0 37,0 1 0,0 2 1,-2 7-1,0 2-91,-8-37 1,0 21 90,6 13 1,-1 10 2,0 0 0,5 11-133,1 9 0,4 6 90,-5 8 0,5 7-1042,-5 3 1610,0 4 0,-4 7-1432,-1 4 1,0 5 467,1 4 1,1 4-453,3 7 1,-2-1 192,7 0 1,-1 6 64,1-1 1,3 0 646,-3-4 0,-1-1 0,1 0 0,-13 7 0,2 2 0</inkml:trace>
  <inkml:trace contextRef="#ctx0" brushRef="#br0" timeOffset="1300">192 822 8444,'-9'7'-806,"-4"-6"1,5 11 2190,-6-7-64,5 0-301,3-5-209,6 0-496,0-7 1,1-6 286,4-7 0,4-1-153,5 2 0,1-6-178,0-9 0,6-5 33,3-10 1,4-5-34,2-10 0,5-3 0,5-6 0,2-4-90,2 3 0,-1 1 344,-4 14 0,-5 17-102,-9 17 0,-4 14-184,-6 6 0,-1 11 32,1 9 0,0 9-938,-1 16 1,1 7-135,0 17 1,1 4-487,4 11 1,-2-3-1260,6 8 1,1 1 2545,4 8 0,5-3 0,-16-43 0,-1 2 0,-1 1 0,0 0 0,0 2 0,-1 0 0</inkml:trace>
  <inkml:trace contextRef="#ctx0" brushRef="#br0" timeOffset="1975">589 3733 8150,'-15'-15'-487,"0"7"2341,0 1-1311,7 7 0,2 7-52,6 3-276,0 3 0,0 8 0,0 5 308,0 7 1,0 11-243,0 10 1,0 13 16,0 11 1,-2 15-1231,0-35 0,-1 2 1025,-3 5 1,-3 4 0,1 11-1,-1 3 1,-3 5 0,-1 0 90,0 4 1,0 1-1,0 1 1,0 1-296,0 2 1,1-3 0,1-8-1,1-2 379,2-4 1,1-3 0,1-7-1,-1-1-310,2-5 0,0-1 0,-1 1 1,1 0-30,3 2 1,-1 0 0,-2-3 0,-1 0-303,1-2 0,0 0 0,1 4 1,1 1 186,1 0 0,-1 0 0,2 3 0,1 1 289,0 1 0,0 0 1,0-3-1,0 0-168,0 3 0,0 0 0,0-1 1,0-1 163,0-3 1,0 0 0,0 3-1,1 1-179,2-6 1,-1-1 0,-1 0 0,0 0 82,1-6 0,1-1 0,-2-2 1,0-1-999,-1 45 1,0-5 978,0-9 0,-2-12-1244,-3-14 1,3-7 731,-3-12 0,4-4-130,1-11 0,0-3 1124,0-6-466,0 6 0,0 2 0,0 6 0</inkml:trace>
  <inkml:trace contextRef="#ctx0" brushRef="#br0" timeOffset="2209">324 8701 8409,'-5'-31'23,"0"-3"1,-10 4 112,6 1 1,-8 6 398,8 8-234,2 7 0,-6 3-34,3 10 1,4 16 256,1 14 1,-2 7 353,2 7 1,-1 3-454,1 7 0,3-5-193,-3 0 1,4-7-245,1 2 1,6-5 91,4-4 0,11-13-227,9-12 1,2-10-3,12-15 1,5-13-816,15-16 0,1-16 332,4-9 1,-32 25 0,-1-2-1522,1-5 1,0-1 2152,0-1 0,-1-1 0,5-6 0,0-1 0,-2 2 0,1 1 0,0-3 0,1 0 0</inkml:trace>
  <inkml:trace contextRef="#ctx0" brushRef="#br0" timeOffset="2992">192 5585 8578,'-23'0'0,"-3"-5"57,6 0 1,-4 0 328,4 5-248,0 0 1,6 0 0,-1 0 169,0 0-148,7 0-526,2 0-149,6 0 138,0 0 351,6 7 1,-3-6 175,7 4 1,-5-3-73,5-2 1,-5 0-78,5 0 326,-7 6 1,10-4 72,-3 3 1,-4-2 13,-1 2-73,3-3 0,-4 4 31,5-6 340,-5 0 2,2 0 7,1 0-211,-6 0-110,12 0-351,-11 0 1,11 0 0,-3 0 5,3 0 1,10 0-400,6 0 1,15-5 42,15 0 1,20-6-452,14 1 615,-44 4 0,1-1 0,6 0 1,1 1-1,0 0 0,0 1 7,1-1 1,-1 2 0,-3 1-1,-1 1 107,2-3 0,-2 0 1,44 0-51,-9-5 1,-21 7 164,-18-2-74,-10 4 0,-16-1 1,-2-1 339,0-2 140,-11 0-309,10 5-69,-19-7-50,6 6 1,-7-7 0,-2 4-197,-3-1 0,2-4-107,-7 4 1,5 0-2709,-5 5 2941,1 0 0,-13-7 0,0-1 0</inkml:trace>
  <inkml:trace contextRef="#ctx0" brushRef="#br0" timeOffset="3418">1750 5438 8430,'-7'-8'-188,"-1"-5"0,-7 11 0,1-3 857,-1 3 0,0 2-85,1 0 0,0 2-204,5 3 1,-3-2 24,7 7-101,-6-7 0,8 9 419,-7-7-157,7-1-291,-10-4 1,11-1 74,-3-4-231,10-3 1,5-15 0,8-6 193,1-9 1,7-6-316,-1-5 0,3-10 41,1-10 0,0-15-1529,1-10 1474,-12 36 1,0-3 0,-2 1-1,-1-2 1,2-9 0,0-2-140,-1-1 1,-1-1 0,1-6 0,-1-3 105,3-3 1,-2-2 0,0-5 0,-2-1-40,1 2 1,-1-1 0,1-2-1,0 0-1394,-3 2 0,0 1 1429,2 2 1,0 0-1,0 2 1,0 1-1,-2 8 1,0 2 92,-1 7 1,-2 3 0,-4 9 0,0 5 153,-1-19 0,-2 14 262,-2 15 0,0 8-98,0 11-191,-6 4 1,2 8 271,-5 3 0,4 5-853,-5 10 0,5 8 1492,-5 7 1,7 8-1440,-2 1-363,3-6 1,4 11 0,3-9-59,5 3 1,3-6 86,1-2 1,1-4 257,0-1 0,-5 0-310,-1-1 239,-5 1 508,2 6 0,-19 2 0,-3 7 0</inkml:trace>
  <inkml:trace contextRef="#ctx0" brushRef="#br1" timeOffset="3918">2000 2645 10266,'-15'-2'-108,"0"-3"130,-6 4 0,5-6 1,-4 9 399,4 3 0,-4 3-32,1 7 1,-3-1-1,3 1 0,2 5 216,-2-1-398,9 1 1,-1-10 1174,6-1-560,0-5 0,6-9-343,4-10 0,10-16-205,9-3-105,4-7 0,8-10 14,3-3 1,-1 2 0,1 0 205,2 1 1,-5 9-12,-2 8 1,2 6 42,-2 8-353,1 7 0,-6 29 1,-1 14-219,-4 16 0,4 21 82,-3 6 1,-4 17-1135,-2 3 1,-9-43-1,-2 1 547,2 3 1,0 0-266,-2-2 1,0 1 918,6-2 0,0 0 0,-5 0 0,0-2 0,19 44 0,5-1 0,4-3 0,2 0 0</inkml:trace>
  <inkml:trace contextRef="#ctx0" brushRef="#br0" timeOffset="4684">1764 5791 8348,'-6'-22'0,"-1"11"0,-2-4 0,0 10 0,5 0 0,2 5 0,-3 5 0,3 12 0,2 12 0,0 9 594,0 11 1,7 8 858,3 6 0,3 9-1054,1 2 0,8 7-1791,2 13 1469,-7-40 0,0 1 0,-1 2 0,0 0 0,1 6 0,0 0 161,-1-1 1,-1 0 0,-2 3 0,-2 1-239,2-1 1,-1 2-1,-3 7 1,-2 1 149,1 3 0,-1 1 0,-2-2 0,-2-1 93,-2-2 1,-2-1 0,1 2 0,-2 0-831,1 6 1,-2 0 583,-4 3 1,-1 0 0,0-4 0,-1-1 0,0 0-1,-1 0 28,1-3 0,2-2 1,-1-5-1,1-2-532,-1-8 1,1-1 350,3-1 1,0-2 0,-7 28-1,6-10 305,1-9 0,3-13-425,1-7 0,0-3 178,0-12 1,0 2-545,0-11 1,0-1 983,0-4 0,0 0-1030,0-1 1,0 1 754,0 0 0,0-1-639,0 1 0,-5 0 37,0 0 1,0-1 120,5 1 0,0 0 108,0-1 0,0 1 132,0 0 0,0-5 174,0-1 0,0-5 0,-2 2 0,-2-6 0,2-2 0,-3-2 0,-3 0 0,-2-5 0,-1-1 0,1-5 0,-3-5 0,3 1 0,-3-2 0,-2 1 0,5 2 0,1-6 0,4 4-14,-5-5 0,5 6 85,-5-6 1,5 7-24,-5-1 736,7 2 1,-5 9 943,3 3 1,3 7-779,-2 8 0,2 14-426,2 20 0,2 10 241,2 15 0,5 6-532,5 13 1,1-6-511,0-4 1,6-4 297,3-6 1,4-12-95,2-17 0,4-11-84,0-18 0,1-12-97,-6-13 0,2-19-28,3-15 0,-1-20-112,6-9 0,0-9-37,-17 41 0,0-1 0,3 2 0,-1 1 260,0-4 1,1 2 0,31-30 6,-2 7 0,-4 15-416,-1 10 0,-9 20-1193,-6 14 1773,-10 13 0,4-1 0,-5 4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4:32:54.925"/>
    </inkml:context>
    <inkml:brush xml:id="br0">
      <inkml:brushProperty name="width" value="0.06" units="cm"/>
      <inkml:brushProperty name="height" value="0.06" units="cm"/>
      <inkml:brushProperty name="color" value="#E71224"/>
    </inkml:brush>
    <inkml:brush xml:id="br1">
      <inkml:brushProperty name="width" value="0.08" units="cm"/>
      <inkml:brushProperty name="height" value="0.08" units="cm"/>
      <inkml:brushProperty name="color" value="#E71224"/>
    </inkml:brush>
  </inkml:definitions>
  <inkml:trace contextRef="#ctx0" brushRef="#br0">412 4762 8325,'-27'-10'-316,"0"0"0,3-1 1163,6 4 0,2-4 357,6 6-730,7-7 1,-2 4-216,10-7 1,9 1-208,11-1 1,11-8 148,8-6 0,10-2-153,14-9 0,7 6-300,14-5 0,-1 1 6,0-1 0,-6 0-87,-4 10 1,-11-4 183,-8 8 1,-7 4 55,-8 2 13,-13 2 643,-10 3 0,-21 5-241,-9 5 1,-4 2 113,-2 2 0,-5 0 35,1 0 1,4 5-1,7 1 1232,1 2-1356,2 2 0,5 5-72,0 0 0,7 4-272,3 1 1,3 4 91,1-4 1,1 8 179,0 1 1,-2 2-1,-3 8 0,-4 1-138,-6 4 1,-3 0 36,-7 0 0,-1 5-348,-14 0 0,2 0 174,-1-5 0,-4 0 0,5 0 0</inkml:trace>
  <inkml:trace contextRef="#ctx0" brushRef="#br0" timeOffset="2645">1559 1572 7478,'0'-8'-47,"0"0"297,0 3 30,0 3-63,0-5 38,0 7 284,0-6-269,0 4 388,0-4-414,0-1 1,0-1 180,0-7 1,0-6-9,0-3 0,0-14-98,0-11 0,2-13-233,2-21 1,-2-10-245,0 37 1,1-1 0,-2-2 0,0-1 108,-1-6 1,0-1-1,-1 3 1,0 1 40,-1 4 0,-1 0 0,-1 4 0,-2 3-247,-13-37 1,-4 16 173,-7 9 0,3 7-69,2 13 0,4 10-191,6 14-100,7 4 149,1 8 1,7 3 622,0 10 0,0 4-1125,0 11 1,5 9 391,0 11 0,0 4-889,-5 5 1291,0-4 0,0 19 0,0-3 0</inkml:trace>
  <inkml:trace contextRef="#ctx0" brushRef="#br1" timeOffset="3027">1265 602 9782,'-15'0'-434,"0"-7"-153,1-3 1,-1 2 799,0-2 0,7 6-64,3-6 0,2 5-79,-2-5 1,4 5 34,-4-5 0,5 1 207,5-6 0,-4 5-158,4 0 0,3 0 125,2-4 1,-2 4-44,2 0 0,0 0 19,4-4 0,0-1-77,-5 0 0,3 1 77,-7-1 1,4 0-186,-4 0 0,5-1 97,-5-4 1,5 4-154,-5-3 1,1-3 84,-1 3 0,-3-6-262,3 6 0,-2-1 108,2 5 0,-2 1 75,7-1 0,-7 0-64,2 1 1,3 0 101,2 5 1,-2-3 7,2 7 0,0 0 82,5 5-79,-1 0 1,1 0-3,0 0 0,-1 0-5,1 0 0,-5 5-55,0 0 0,-5 7-45,4-3 1,-5 6 12,1 5 1,1 3 25,-1 6 0,2 7-319,-3 3 0,5 5 46,5 5 1,3 4-662,2 5 1,2 9-9,4 7 575,3 6 0,1 8 0,9 0 0</inkml:trace>
  <inkml:trace contextRef="#ctx0" brushRef="#br0" timeOffset="3661">1397 2366 8471,'-15'0'0,"6"-5"-1499,-1 0 1149,0-7 1,-5 9 438,1-7 1,4 1 19,0-6 0,2 0 6,-2 0 0,-1-1 67,6-4 0,-7 3-92,3-8 0,-3 7 246,2-2 1,-3 9-77,3 1 1,-3 7 120,-1-2 0,-1 12-48,0 7 0,-4 9-121,-1 11 1,-1 17-50,1 13 0,4 16-75,-4 13 0,11-38 1,0 3-220,-1 9 1,1 3-1,0 7 1,1 4 0,-1 10-1,0 3 329,3 5 0,1 1-390,2-31 1,1 0 0,1 0 0,0 2 0,1 0 0,1 0 0,-1 0 0,0-1 0,0 1 176,-1-1 0,1-1 0,1 1 0,0 1 0,1-1 0,-1 0-154,1 26 0,1-1 121,3-5 0,0-2 0,-3-10 1,0-3 269,2-1 1,0-1 0,1 2 0,0 1-148,-4 2 0,0 0 0,1-1 1,-1 0-1,-2 6 0,-1 2 269,-1 2 1,-1 1 0,-3 4 0,-3 1-149,2-27 1,-1 1 0,-1 0 0,-2 0 0,-1-1-1,0 1-313,0 1 0,-1 1 0,-1-1 1,-2 3-1,-1-1 0,-1 0 213,0-1 0,-2-1 0,0 1 0,0 1 0,0 0 0,-1 1-50,-1-1 0,-1 0 0,0 0 1,1-2-1,1-2 0,0 1-65,-2 0 1,0 1-1,0-2 1,-6 29-1,1 0-64,-2-2 1,1 0-1,4-1 1,0 0-43,-2 2 1,0-2 0,4-6-1,0-2-238,1-5 0,0-1 283,-1-2 0,2-2 0,8-5 1,1-2-1,0-1 0,2 0-49,2 0 1,3-1-1,0-6 1,3-1 191,1-1 1,2-1 0,2-3 0,1-1-166,5 46 1,4-8 136,2-7 0,0-13-208,-1-1 1,0-14 724,-5-6 0,3-10-1046,-7-4 0,4-11-125,-4-4-344,0-10 0,-5-6 1122,0-8 1,7-18 0,1-9-1</inkml:trace>
  <inkml:trace contextRef="#ctx0" brushRef="#br0" timeOffset="3877">192 9833 8299,'-39'47'0,"-1"7"0,13 3 1160,-3 17 0,11 2-829,-1 13 0,10 0-294,5-5 1,4-9 37,1-21 1,6-7 24,4-13 1,8-7 97,2-18 1,6-12 110,-2-17 0,12-17-20,8-22 0,5-21-161,-22 32 0,0-2 0,3-4 1,-1-3-749,0-6 1,1-1 0,3-1 0,2 1 619,6-7 0,2 0 0,-3-1 0,1 1 0,7-2 0,2-1 0,1 1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4:33:36.99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1101 1251 7600,'2'9'-253,"3"1"1,5 0 376,9 5 0,6 4-96,9 1 1,12 1 3,12-1 0,18-6-92,17 1 0,-43-10 0,3-2-218,5-1 0,1-4 0,0-3 0,0-3 238,0-1 1,-1-1-1,4-3 1,-1-2 32,0-2 1,0-1 0,1 0 0,-1-1-48,-2-3 0,-1 0 0,-2-1 0,-2 0 10,-2-1 1,-1-1 0,0 2 0,-1-1 27,-3-3 0,-1 0 1,0 0-1,0 0-86,-4-2 1,-1-1-1,36-29 37,-14 1 0,-7-6 8,-17 0 1,-5 0-28,-9 6 1,-10-6 69,-11 0 0,-2-4 40,-2 4 1,-8 2 118,-7 8 1,-13 10-162,-11 10 1,-10 4 16,-5 6 0,-17 3 319,-13 6 0,-10 7-158,40 5 0,0 1 0,-1 1 0,0 0-60,-1 0 0,0 2 0,-3 4 1,0 2-2,0-1 1,0 2-1,-1 4 1,0 1 36,-7-1 1,1 0-1,8 2 1,0 0-64,-1 0 1,1 1-1,1 3 1,1 2 86,2 1 0,0 2 1,1 1-1,0 3-447,3 1 1,2 2 0,7 0 0,2 1-138,-25 33 1,12 1 523,13 4 1,9 2 109,11-2 0,14-9 91,15-1 1,14-5-441,25 0 0,17-5-322,12-10 0,-29-23 0,3-4 312,6-3 1,2-3 0,7-2 0,3-2-1235,7-3 0,3-3 1381,3 1 0,0-2 0,2-4 0,0-3 0,3 0 0,1-1 0,-1 0 0</inkml:trace>
  <inkml:trace contextRef="#ctx0" brushRef="#br0" timeOffset="682">3380 2603 7921,'-22'-36'0,"1"0"21,-3-3 1,-4 3 75,3 6 0,3 1-37,-3 0 0,1-1-45,-6 1 1,-6 4-223,-3 1 1,-10 4 140,-5-4 0,-10 7-76,-4 3 0,-9 6-175,-1 8 1,-4 0 357,-1 0 1,-7 1-80,39 2 0,-1-1 0,-2-1 0,-1 1-174,-2 3 1,1 0 0,-2 0 0,0 2 212,-1 2 1,0 1 0,-5-1 0,-1 0 20,-1 3 1,0 1 0,-1-4 0,0 1 43,3 2 1,1 1-1,-3-2 1,1 1-2,1-1 0,1 2 1,-4 3-1,1 1 102,2-3 0,1 1 1,2 2-1,3 0-48,8 0 1,2 1 0,-3 0-1,0 1 68,2 2 1,0 2 0,1 4 0,0 2-186,3 0 1,2 1 0,3 1 0,3 3 185,-17 35 1,10 1-219,10 13 1,16-11 62,8 2 0,8-9 82,7 4 0,7-6-25,12 6 1,7-7-77,13 2 1,10-6 22,10-4 1,13 2-127,-29-31 0,2-1 1,-2-3-1,2-1-202,3-4 1,2-3-1,0-1 1,2-1 114,2-3 1,0-1 0,4-2 0,1-1 59,7 2 1,0-2 0,-5-3 0,-1-2-210,3 0 1,1-3 0,3-2 0,0-2 100,4-6 0,0-2 0,0 0 0,1 0 149,2-4 1,-1 0-1,-2 1 1,0-1 194,3-4 0,-1-1 0,-4-1 0,0 0 38,0 0 1,-1-2 0,4-4 0,0-1 115,-1-3 0,0-2 1,-4 0-1,0-2-108,-3-1 1,-1-2 0,-4 0-1,-1 0-45,-3 2 1,-2-1 0,-1-5-1,-2-3-123,3-3 1,-3-2-1,-11 3 1,-5-2-2,-2-3 1,-5-3-1,-6 0 1,-5-1-83,-6-2 1,-5-2 0,-2-3-1,-3-1 52,-3-2 1,-4 0-1,-4 4 1,-4 0-43,-5 0 0,-5 2 0,-7 5 0,-6 2-195,-8-2 0,-6 3 1,-11 4-1,-7 4 103,-9-2 0,-4 4 0,-2 10 0,-3 6 167,-7 4 0,-1 5 0,1 2 0,-2 4 0,25 9 0,-2 3 0,0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4:33:35.68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242 1102 8378,'-30'-13'644,"3"3"-451,2-10 0,4 6-557,6 4 0,5 3 33,1 7 575,5 0 0,0 0-188,8 0 0,9 0-42,7 0 1,8 0-16,1 0 1,7 0 3,8 0 1,9 2 23,5 3 0,6-4-24,5 4 1,2-3 13,-2-2 1,5 5-18,4 0 1,4 0-278,6-5 0,0 0 275,0 0 1,0 0 9,1 0 0,-8-5 1,-2 0 1,-3-7-2,3 3 0,-1-4-41,10-2 1,-11-2 19,2-2 1,-6-2-77,-9-4 1,3-4 191,1-1 0,1 1 179,9-5 1,-9 1-83,-5-1 0,-7 3 90,-8-4 0,-7 4-242,-12 2 1,-12-2 0,-4-3 0,-9 3-13,0-4 0,-5-1 47,-5 2 0,-5-7 183,-9 2 0,-6-3-171,-9-3 1,-10 6 98,-10 0 1,-11 6-213,-9-1 1,-11 5 75,-8 4 0,44 16 1,-1 2-342,-48-3 1,41 8-1,-2 1 205,-4-2 1,-2 1 0,-5 4 0,-2 2 25,-3 3 1,-2 1-1,-2 2 1,0 3-266,0 3 1,1 2 0,-1 0 0,0 2 372,0 1 0,1 2 0,3-1 0,1 0-9,7 0 1,2 0 0,3 0 0,3 0-12,9 0 0,2 0 0,-39 24 80,14 3 0,11-2 294,18 7 0,16-5-403,23 5 1,12 5-128,7 5 1,14-1-348,11-4 0,20-7 318,15-3 0,-29-28 0,4-2-38,9-1 1,2-2 0,4 0 0,1-1-118,3 0 0,1-1 1,6-1-1,0-3-928,1 1 0,0-2 1232,3-4 0,1 0 0,1 1 0,1-1 0,1-2 0,1-1 0,1 0 0</inkml:trace>
  <inkml:trace contextRef="#ctx0" brushRef="#br0" timeOffset="624">301 3189 8282,'0'-15'-127,"6"7"205,4 3 1,16 5-198,8 5 1,9 5 197,6 10 0,11-4-2,14 3 1,1-7-260,8-2 0,1-2-186,4 2 1,11-4 353,-47-5 0,-1-2 0,2 1 0,0-1-13,-1-1 0,-1-1 0,0-1 1,0-2-15,47-14 1,-43 9 0,1-2 11,-2-4 0,-1-1 0,0 3 1,-1-2-8,-5-3 0,-1 1 0,37-16 20,-4-4 0,-4 5-6,-2-5 0,-7 4 40,-8-4 0,-2-2-50,-12-8 0,-6-1 53,-19-4 0,-6-3 18,-13 3 1,-8-3 6,-7-2 1,-7 2 55,-13 3 0,-9 3 158,-10 7 0,-4 5-93,-6 0 0,-6 6-30,-4-1 0,1 4-202,4 6 0,-8 2 147,-16 8 0,42 9 0,-1 2-97,-4-1 1,0 3 0,-1 5 0,1 3-252,-3 2 1,0 2 0,-4 5 0,-3 2 279,-7 3 0,-1 2 1,0 4-1,0 2-12,0 2 1,1 1 0,0 3-1,2 1-8,6-3 0,3 2 0,0 3 1,1 1-6,1-1 1,2 2 0,7 3 0,3 1-7,7-5 0,3 0 0,-19 41 48,28-16 1,14-2-24,15-8 0,21 1-284,19-6 0,12-4 79,16-6 0,26-11-87,-35-13 0,4-1 0,7-4 0,2-2 148,8 0 0,2-1 1,6-2-1,2-2-372,-2-2 1,0-2 0,7-2-1,1-1 508,-28 1 0,1 0 0,0-1 0,-1 1 0,1 0 0,0 0 0,5-2 0,2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4:33:43.219"/>
    </inkml:context>
    <inkml:brush xml:id="br0">
      <inkml:brushProperty name="width" value="0.08" units="cm"/>
      <inkml:brushProperty name="height" value="0.08" units="cm"/>
      <inkml:brushProperty name="color" value="#E71224"/>
    </inkml:brush>
    <inkml:brush xml:id="br1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118 294 10264,'-23'-15'-1884,"3"2"1098,4 4 1348,1-4 1,2 9 503,3-6-680,-3 7 165,12-10-495,-6 11 0,9-2 7,3 8 0,4-2 97,11 3 1,3-3 92,6-2 0,7 0 4,3 0 0,5 0-67,5 0 0,10-2-19,10-3 1,11-3-789,8-7 0,0 1 516,5-1 0,-3 5 13,-2 0 1,1 5-300,-1-4 1,-13 5-622,-6-1 0,-11 4 9,-9 1 0,-3 0 999,-17 0 0,4 5 0,-8 0 0,2-1 0</inkml:trace>
  <inkml:trace contextRef="#ctx0" brushRef="#br1" timeOffset="476">235 265 8585,'-29'-15'-46,"-1"0"0,6-1 325,-1-4 1,7 6 310,-1-1-297,9 0 1,-1 12 486,6-7-174,0 7-178,5-4-197,0 7 1,1 5 17,4 0 1,4 5-1,7-3 107,3 1 1,4 0-106,7 2 0,6-2-41,3-3 0,12-4 61,7 4-315,14-3 0,7-2 0,7-2 30,4-3 0,10 4-315,-49-2 0,0 1 1,7 1-1,0 0 260,6 1 0,0 0 0,3 0 1,0-1-113,-1-2 1,0 1 16,2 1 0,0 0 1,-2-2-1,0 0 0,5 2 1,0 0-116,1-1 0,1-1 0,3 2 1,0-1 103,0-3 1,0 0-1,0 3 1,0-1-196,-2-2 1,-1 0 0,-2 1 0,0 0 284,0-1 0,0 0 64,7-1 0,-1-1 0,-8 3 1,0 0-1,0-2 0,-1-1 16,-6 2 1,0 0 46,0-1 0,0-1 1,4 3-1,2 0 102,5-3 1,1-1-1,-6 3 1,-1 0-110,2 0 0,0 1 0,-4 1 1,0 1-52,2-3 0,-1 0 1,-4 3-1,0 1 1,-4-2-1,-2 1-481,44 0 1,-10 2 226,-12 0 1,-3 0-272,3 0 0,-4 2 15,-5 3 0,-12 3 526,-13 7 0,-7-4 0,-7 4 0,-1 3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4:33:53.80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133 250 8274,'-15'-8'0,"0"-5"0,5 10 0,1-7 0,-1 7 0,-5-4 222,0 7 0,6-5 981,-1 1-747,7-1 1,-9 3 37,7-3-289,0 4 0,7-6 70,3 7 1,6 0-65,14 0 1,3-2 163,16-3-511,10 4 76,19-6 1,9 2-99,6 0 1,0-1-149,0 1 0,0 2 170,1-7 1,-4 7 44,-7-2 0,-8-2-87,-16 2 1,-7 1 46,-12 4 0,-3 0-292,-12 0-392,0 0-544,-12 0 1359,5 6 0,-5 9 0,7 8 0</inkml:trace>
  <inkml:trace contextRef="#ctx0" brushRef="#br0" timeOffset="1819">2690 265 8201,'-19'0'0,"-1"0"0,-4-5 0,4 0 0,-1 0 0,1 5 0,4 0 322,-4 0 0,4 7 324,1 3 111,0 3-176,7 2-269,2-1 1,9-6-59,7-3 1,8-3 7,16-2 0,13-8-252,17-7 0,11-1 46,18-9 0,-44 13 0,0 0-357,5-3 1,0 0 0,2 1 0,1-1 257,4 0 0,0 1 0,1-1 0,0 0-92,2 0 1,0 1-1,-6 1 1,-2 1-1,-6 1 1,-2 1-337,37-6 303,-15-2 1,-24 16-632,-17-3 522,-9 4 1,-12 9-1013,-3 6 1289,-10 8 0,-16 7 0,-10 1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4:33:57.31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895 162 8323,'0'-15'0,"0"0"-155,0 1 1,0-6 193,0 1 1,0-1 225,0 5 1,-1 5-50,-4 1 1,2 4-277,-7-5 0,0 7 62,-5-2 1,-1 3-14,-4 2 0,-4 0 77,-10 0 0,-4 0 24,-6 0 1,0 2-178,0 3 1,0-4 89,0 4 0,1 2 50,4-2 1,5 4-12,9-4 0,4 5 377,6-5-296,0 0 137,1-5 1,6-2 178,3-3-99,3 4-78,2-6 0,0 9-83,0 3 0,0 6 222,0 14 1,-5 1-132,0 13 1,-6 2 58,1 8 1,-8 3-112,-2 7 1,-1 0-26,2 0 1,-4-2 61,-7-3 0,3 6-15,2-6 0,1-2 8,9-13 0,-1-4 24,11-11 0,1 1-125,9-11 1,12-2-1,12-12 0,7 0-130,8 0 1,5 0 64,0 0 1,13-7-303,2-3 0,8 2-673,6-2 0,-3 7-1172,4-2 1,-8 4-336,-7 1 2400,-13 13 0,-15-2 0,-10 14 0,-7 1 0,-6 2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4:33:56.403"/>
    </inkml:context>
    <inkml:brush xml:id="br0">
      <inkml:brushProperty name="width" value="0.08" units="cm"/>
      <inkml:brushProperty name="height" value="0.08" units="cm"/>
      <inkml:brushProperty name="color" value="#E71224"/>
    </inkml:brush>
    <inkml:brush xml:id="br1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60 986 10217,'-13'-2'-1199,"3"-3"1,-2 2 1496,8-7 1,-3 7 12,2-2 1,4 5-181,-4 5 1,3 3-112,2 7 125,0 0 0,0-1-109,0 1 0,0 0 30,0-1 0,7-6 50,2-3 1,4 2 44,2-2 1,1 0-72,4-5 0,4-5 40,11 0 0,4-7 10,10 3 0,5-4-63,10-2 1,3 5-20,6 0 0,-1 1-247,-4-6 1,3 5 84,-8 0 1,-1 7-186,-8-2 1,-3-1 80,-7 1 0,0 0-232,0 5 0,-6 0-105,-4 0 1,-4-5 544,-6 0 0,10 0 0,-3 5 0</inkml:trace>
  <inkml:trace contextRef="#ctx0" brushRef="#br1" timeOffset="1758">1206 148 8450,'-14'-15'30,"-1"1"1,2 4 550,3 0 65,4 7-520,6-4 0,11 7 64,4 0 0,9-1-165,1-4 1,9-2 122,5-3 0,4-3-208,1 3 0,6-1 92,4 1 0,-2-1 31,2 6 1,-13 0 56,-2 5 1,-14 7-5,-10 2 1,-7 6 234,-8 5 1,-8 2-95,-7 8 0,-13 1 145,-11 3 0,1-1-109,-1 6 0,7-10-41,-3 6 1,9-7-74,2 6 1,11-1-195,-2 1 1,10-2 24,0 8 0,16-1 1,9 5-144,6 0 61,10 0 1,-3-6 147,6-4 1,-6-3-153,1-2 1,-5-4 0,-4-2 58,-6-2 100,-9-1 0,-7-7 0,-12-2-26,-11-1-18,-13 6 1,-6 1-89,-10 2 1,-8 2-160,-7-1 0,-11 11-122,2-2 1,-11 4-197,1-3 1,-8-1-477,-2 0 0,4 1 1,16-1 1001,16-6 0,16 0 0,10-7 0,8-1 0,8-4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4:34:00.56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74 425 8317,'-10'-7'-439,"0"-2"118,-1-5 1,4 5 263,2-1 256,-3 0 0,5-3-1,-7 3 0,7 2 207,-2 3-51,3 4 3,2-6 6,0 7-199,0 0 1,7 5 7,3 0 0,3 6-8,1-1 1,6 3-42,0 2 0,6-1-9,-2 1 1,-1 5 10,2-1 1,4 1 89,5-5-64,1-1-62,-6-5 1,9-3 65,6-6 1,6 0-155,9 0 1,2-13 77,2-7 0,4-12-489,7-7 0,2-10 20,-2-5 0,1 1-148,-11-1 1,-1 7-211,-4-2 0,-10 12-157,-10 7 480,-16 7 1,-19 15 80,-14 3 0,-8 5 344,-16 5 0,-4 10 0,-6 9 0,-2-1 0,-3 2 0,-3-1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4:34:03.431"/>
    </inkml:context>
    <inkml:brush xml:id="br0">
      <inkml:brushProperty name="width" value="0.08" units="cm"/>
      <inkml:brushProperty name="height" value="0.08" units="cm"/>
      <inkml:brushProperty name="color" value="#E71224"/>
    </inkml:brush>
  </inkml:definitions>
  <inkml:trace contextRef="#ctx0" brushRef="#br0">103 278 14146,'-6'-23'-3933,"-1"-4"3360,-3 2 0,-3 4 584,3 1 0,2 5 50,-2 6 332,1 2 96,-6 7-130,7 0 1,1 7-465,7 2 1,0 5 365,0 0 0,7 1-13,3 0 1,4-1 8,6 1 0,4 0 81,11-1 1,2 0-68,7-5 1,9 3-17,5-7 1,14 0-240,12-5 0,9-9 2,5-5 1,-47 4-1,1-2 131,1-2 0,1-1 0,-1 0 0,-1-1 180,2-1 1,0 0-1,35-9 34,-10-4 0,-14 4-140,-16-3 1,-19 11 9,-21 3-510,-5 4 1,-11 2-293,-3 4 0,2 5-112,-2 5 1,2 4 78,-2 5 1,-1 3-136,6 2 540,0 4 1,12 13 0,1 2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4:34:06.82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3747 104 8239,'0'-17'0,"0"-1"-329,0-1 217,0 6 87,0 0 0,0 9 228,0-5 0,2 5 155,3 0-234,3 2 0,2 4 37,-1 2 0,-4 0 22,5 5 1,-5 1 12,5 5 1,-5 1 15,5 4 1,-7 4 93,2 11 1,-4 4-136,-1 10 0,0 5 0,0 9 219,0 6-274,0 9 0,0 19 1,0-41-1,-1 2-193,-2 6 1,1 1-1,0 7 1,1 2 236,-4 3 1,0 2-1,3 1 1,0 0-248,-1 1 0,2 0 0,2-3 0,2-1 259,2-1 0,0 0 0,2 0 0,1 0-295,2-2 1,0-1 0,-2-1 0,2-2-118,2-6 1,0-1-1,-3-2 1,0-1 109,1 0 1,0-2 0,-2-4-1,0 0 104,0 2 0,-1 0 0,-3-2 1,0-1 58,-1-2 0,-1 0 1,-1 1-1,-1-1-102,0 1 0,0-1 1,2 44 133,3-7 1,-4-6-171,4-9 1,-1-6 544,1-3 1,1-12-579,4-8 0,3-1 420,-3-9 0,-2 5-1000,2-4 0,1-6 394,9-4 1,-4-14 323,4-1 0,-4 0 0,-1-2 0</inkml:trace>
  <inkml:trace contextRef="#ctx0" brushRef="#br0" timeOffset="526">263 1280 8273,'-29'-15'0,"0"2"-117,-1 3 1,1 4-130,-1 6 1,6 0 48,-1 0 0,7 0 165,-1 0-108,3 0 137,7 6 1,4-4-13,10 3 0,10-4 66,10-1 1,2 0 2,3 0 0,6 0 8,3 0 0,10 0 78,5 0 0,11-5 144,9 0 1,19-4-494,-40 6 0,1 1 1,8-4-1,1 0 263,4 2 0,3-1 1,9-2-1,3-1-329,10-2 0,3 0 0,-27 4 0,2 1 1,1-2 321,3 0 1,1-2 0,1 1 0,1 0 0,0 1 0,-1-1-341,1 0 1,-1 0 0,2-1 0,3 0-1,1-1 1,0 0 206,-1 0 0,0 0 0,2 1 0,5-1 0,1 0 0,0 0 77,-1-1 0,0-1 0,0 1 1,5 0-1,1 0 0,-1 0-2,-2 0 0,0 0 0,1-1 1,5 0-1,2-1 0,1 0-248,-21 3 0,1-1 0,0 0 1,-1-1-1,-1 0 0,-1 0 1,0 0-1,2-1 255,2 1 1,1 0-1,1 0 1,-1-1 0,-1 1-1,0-1 1,0 1-1,1 0-12,2 1 0,0 0 0,1 0 0,0 0 0,0 1 0,0 0 0,0 1 0,0-1-5,0 0 0,2 0 0,-2 1 0,1-1 0,-4 0 0,0 1 0,-1 0 0,0-1-2,0 1 0,0-1 1,0 0-1,0 0 1,-2 0-1,0-1 0,1 1 1,-2 0-25,0 1 1,-1 1 0,0-1 0,0 1 0,-2 0 0,0-1 0,0 1 0,-1 0-319,22 0 0,-1 0 0,-2 0 365,-9-1 0,-2-1 0,0 1 0,3 2 0,0 1 0,-1-1 0,-10 1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4:34:08.08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218 278 8253,'0'-15'-332,"0"1"-830,0-1 789,-6 0 485,4 0 96,-5 1 65,7-1 80,0 7-194,0-5-210,0 11 202,0-4-151,0 6 0,7 6 0,1 2 0</inkml:trace>
  <inkml:trace contextRef="#ctx0" brushRef="#br0" timeOffset="642">395 116 8514,'-15'0'0,"0"0"-371,-6 0 1,5 0 289,-4 0 0,4 0 77,1 0 109,0 0 1,2 2 82,3 3 93,-3-4-26,12 12-145,-6-11 118,7 11 15,7-11-141,1 4 0,7-7-155,-1-4 1,-4 3 106,0-3 0,-5-3 47,5-2 1,-7 2 35,2-2 1,-4 5 26,-1-4-58,0 5 1,-1-2-17,-4 6 1,-8 0 73,-7 0 0,-11 13-51,2 6 0,-6 9-22,1 7 0,3-3-50,-3 7 1,9 5-156,6 5 0,4 0-319,5-4 1,7-8 209,13-3 1,3-3-102,16-1 0,-1-9 85,11-6 1,0-2-306,5-8 0,5-2 122,0-8 0,5-3 98,-5-7 1,-1-6 323,-9-3 0,0-3 0,-10 3 0,3-2 0,-13 6 0,-6-4 0,-8 4 0,2 0 3,-2 6 1,-2-1-49,-8 0 0,-3 7 693,-7 3 0,-1-1-248,-4 1 0,2 0 304,-6 5 0,1 7-189,-2 2 1,-6 4-107,7 2 1,-7 5-317,6-1 1,4 3 166,1-3 1,-1-1-303,2 7 1,4-6 91,5 6 0,7-7-25,-2 1 0,11 2-37,9-1 1,6-5-243,9-5 0,-1-7 29,1 2 0,4-4-7,0-1 0,0-6 76,-4-4 0,-6-5 104,1-4 0,-1 1-172,6-7 0,-7 1 153,-4-6 1,-9 1-136,-5 0 1,-3 1 122,-2 3 0,-2 4-284,-3 6 1,-8 2-62,-7 4 0,-4-3-48,4 7 1,1 2 475,4 8 0,0 3 0,1 7 0</inkml:trace>
  <inkml:trace contextRef="#ctx0" brushRef="#br0" timeOffset="942">880 146 8482,'-5'-17'-77,"-2"1"10,-1 1 146,-2-9 1,0 19 163,1-10 0,4 5 49,-5 1 0,5 0 499,-5 4-516,0 4 0,-4-6 151,-1 7 1,5 7-141,0 3 0,6 3-18,-6 1 1,6 8-203,0 2 1,2 9 150,2 1 0,0 5-389,0-4 0,2 4 138,2-5 0,3 5-583,3-4 1,1-1 318,-6-5 1,5 1-407,-5-1 1,5-1 144,-6-4 1,3-2-561,-2-8 1119,-3 1 0,11 6 0,-5 2 0</inkml:trace>
  <inkml:trace contextRef="#ctx0" brushRef="#br0" timeOffset="1250">1100 366 8432,'0'-24'0,"0"1"0,0 1 156,0-4 1,0 15 112,0-4 1,0 9 542,0-4-569,-6 7 1,2-4-1,-6 7 1,7 2-55,-2 3 0,-1 3 81,1 7 0,0-1-287,5 1 0,0 4 138,0 1 0,0 5-303,0-6 0,5 6 131,0-6 1,5 3-264,-6-3 1,8-1-105,-2 7 184,-4-7 0,7 3 211,-3-7 1,-2 0-69,2-5 122,0-2 0,5-14-84,-1-2 1,-4-9 157,0-2 0,-7-6-65,2 1 1,-3-7-188,-2-3 0,0 1-42,0 5 0,-5-6-314,0 1 1,-7 5-281,3 4 0,0 7 783,0-1 0,-1 2 0,-5 3 0</inkml:trace>
  <inkml:trace contextRef="#ctx0" brushRef="#br0" timeOffset="1550">1335 204 8432,'0'-14'0,"-1"-1"598,-4 0 0,3 6-84,-3-1 0,4 5 345,1-5-573,6 7 1,2-4-52,7 7 1,-5 0-49,0 0 1,-1 5 16,6 0 0,0 6-227,-1-1 0,6 5 102,0 5 1,-1 1-313,-4 3 0,-5 4 135,0-3 1,-6 2-77,6 3 1,-6-1 54,0 0 0,-4-1-127,-4-3 0,0-1 54,-6-9 1,-1 1 123,-9-11 1,4 0 184,-4-5 0,9-8-105,1-7 0,7-6 164,-2-8 1,3-9-105,2-6 1,12 0 163,3-5 1,9 0-45,1 5 1,2-2-112,3 12 1,4 1-122,0 9 0,6 4-195,-6 10 1,0 5-858,-4 10 1,-8 10 1091,-2 9 0,-4 11 0,-1 2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4:34:12.12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235 74 8142,'-6'-15'-403,"-2"0"0,-1 5 693,4 1 0,-3 5-19,-1-1 0,0-1 15,0 1 0,-1 0 131,-5 5-112,0 0 1,-4 7-58,-1 2 1,1 11 6,4 4 1,0 6-153,0 4 0,6 2 123,-1 3 0,7 4-287,-2-4 1,3 2 106,2-2 1,2 3-295,3-2 0,3-9 107,6-2 1,6-6 36,0-3 1,4-2 29,-4-14 0,1 1-84,-1-5 0,-4-6 206,4-4 1,1-10-91,-2-4 0,1-4 236,-5-1 1,-1-2-59,1-4 0,0 4 178,-1-3 0,-5 5-65,-4 4 1,1-1 78,-1 6-70,6 1-102,-9 11 1,5 3 41,-7 10 1,4 4-1,1 11 0,0-2-735,-5 7 0,2-3 220,3 3 1,-2 3-1518,7-4 1,-5-3 1833,5-1 0,-1 3 0,6 0 0</inkml:trace>
  <inkml:trace contextRef="#ctx0" brushRef="#br0" timeOffset="325">588 353 8367,'0'-25'0,"0"2"437,0 2-136,0 2 1,0 2 141,0-2 0,0 2-126,0-2 1,2 7-65,3 3 0,-2 4 275,7-5-495,-1 7 1,6-4 105,0 7 1,1 2-242,4 3 0,-2-2-65,6 7 0,-4 1-114,4 9 1,-6-4 86,2 4 1,-5 1 92,-6-2 1,-2 1-35,-7-5 0,0 4 76,0 1 1,-2 0 95,-3-6 1,-1-4-82,-4 0 1,-3-5 7,3 5 0,-3-7 162,-2 2 1,1-4 225,-1-1 1,2-6-227,3-4 1,4-8-50,6-2 0,0-6-64,0 2 1,1 1 59,4-2 1,3 1-137,7-5 1,1 1 109,4 3 1,1 4-349,4 6 1,2 2-313,-2 3 1,3 4 612,1 6 0,7 6 0,2 3 0</inkml:trace>
  <inkml:trace contextRef="#ctx0" brushRef="#br0" timeOffset="1132">235 1220 8224,'0'-28'0,"0"4"0,0 1-16,0 3 0,0 4 46,0-4 1,5 4 227,0 1 1,0 6 270,-5-1 5,6 7-281,3-4 0,0 7-111,1 0 1,0 7 124,5 2 1,-5 6-209,-1 5 1,1 2 57,5 8 1,0-1-40,-1 1 0,-1-1-140,-3 0 1,2 6 57,-8-1 0,6 0-85,-5-4 1,0-2 28,-5-4 0,0 2 35,0-6 0,-7-1 58,-2-4 1,-4-7-101,-2-3 0,0-3 55,1-2 0,-1-12 29,0-2 0,0-11-1,1 1 1,-1-4 8,0-2 0,1-4 123,-1 0 0,5-7-73,0 2 0,7-4-15,-2-1 1,4 5-18,1 0 0,0 6 124,0-1 0,6 5-144,4 4 0,9 1-12,6 9 1,3-2-12,1 13 1,5-1 53,1 5 0,4 0-126,-5 0 0,1 1 107,-6 4 0,-5 3-178,1 7 1,-9 5 29,-1-1 0,-7 3 16,-8-3 0,0 2 70,0 4 0,-11 3 8,-4-4 1,-10 2 16,1-1 0,-4 3-42,-1-4 1,-7 9 201,-3 1 1,1-5-109,-1-4 0,8-7 187,2 1 0,1 1 154,8-5-258,7-4-130,7-11 1,14 0-157,6 0 0,9-5-355,12 0 0,2-6 235,7 1 0,0-1-145,0 1 1,-4-3 135,-1 3 0,-2 2-622,3-2 0,-4 7 298,-7-2 0,-5-2 606,1 2 0,-1 1 0,6 4 0</inkml:trace>
  <inkml:trace contextRef="#ctx0" brushRef="#br0" timeOffset="2058">1000 1323 8225,'0'-29'-37,"0"-1"1,0 1 37,0-1 1,0 3 217,0 2 0,0 4 341,0 6 113,0 0-165,0 1-208,0 6 1,0 3-35,0 10 1,0 4-4,0 11 0,-5-4 33,0 4 0,0 3-42,5 1 0,0 2-258,0-1 1,0 3 66,0-4 0,5-3-654,0-1 0,1 1 263,-1-1 1,-2-1-210,7-4 293,-7 0 198,4 0 51,-7-7-73,0-2 181,0-19 0,-2-3-124,-3-14 0,-1 6 82,-4-1 0,-3 1-30,3-5 0,-4-1 2,-6 1 1,4 6 171,-4 3 1,2 6-107,-2 4 1,3 3 38,-8 7 1,7 2-85,-2 3 1,4 5 138,1 9 0,2 4-94,4 6 0,-3 1-91,7-1 1,0 1 49,5-1 1,2 0-111,3 1 0,3-7-55,7-4 1,-1-2 89,1-3 1,1 1-149,4 0 0,-2-7 97,7-3 1,-6-4-95,6-1 1,-1 0 112,5 0 1,1-6-501,-1-4 0,1-8 176,-1-1 1,5-6 138,1 5 0,-1-4-287,-5 4 1,-6 1-477,-3 4 0,-4 0 987,-1 1 0,0-1 0,-1 0 0</inkml:trace>
  <inkml:trace contextRef="#ctx0" brushRef="#br0" timeOffset="2393">985 897 8273,'0'-15'52,"-2"0"146,-3 1 183,4 5 26,-6 3 1,7 8-71,0 2 0,0 6-83,0 10 0,7-2 15,3 6 1,-2 2 0,1 9 0,1-4-16,5 3 0,-2 4 16,-3 1 0,3 0 127,-3 5 0,1-3-143,-1 8 0,3-3-1850,-3-2 1596,-4 0 0,7 0 0,-4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4:34:10.56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87 103 8356,'7'-8'-1639,"-1"0"983,4 3 656,-4 3 0,1-4 0,-5-1 0,4 6 0,-6-6 0,0 7-204,0 0 215,-6 0-4,4 0 0,-6 0 289,3 0-219,3 0 1,-6 0-76,3 0 70,4 0-5,-6 0 57,1 0-7,4 0 24,-5 0 6,1 0 77,4 0-104,-4 0 130,6 0-114,0 0 28,-7 0-12,5-6 482,-4 4 54,6-5 31,0 7-79,0 0-426,0 7 0,5 1-176,0 7 1,5 1 116,-6 4 1,6 3-258,-5 6 1,7 0-17,-3 1 1,0 1-2,0 3 0,-4-3 124,5 3 0,-5-3-425,5-1 0,-7-7-181,2-4 0,1-7-160,-1-2 191,0-7 1,-5 2 115,0-10 0,0-3 454,0-7 0,-6-6 0,-2-2 0</inkml:trace>
  <inkml:trace contextRef="#ctx0" brushRef="#br0" timeOffset="341">28 162 8356,'-6'-15'-759,"4"1"531,-3-1 1,-1 5 928,1 0 1,1 1-177,9-6 0,4 5-211,5 0 0,1 5-83,0-4 0,4 4 47,1-5 1,4 7-185,-4-2 1,4 3 111,-4 2 0,1 2-265,-1 3 1,-5 3-29,-1 6 1,-1 1-32,-8 0 0,0 1-54,-5 4 0,-1-4 162,-4 4 0,-4 1-48,-5-2 1,-1 1 57,0-5 0,6-1-94,-1 1 1,5 0 76,-5 0 0,7-6 67,-2 1-8,3-7 0,10 4 105,7-7 0,1 0-98,9 0 0,-1 0 9,6 0 1,-2 2 19,-4 3 0,2-4-29,-6 4 0,-1 2 291,-4-3-267,0 8 1,-7-4-1,-3 7 1,-12-1-4,-7 1 0,-3 0-6,-7 0 1,-1-1-28,-4 1 1,0 0 2,-1-1 1,1 1-1951,-1 0 1910,1-1 0,-7 1 0,-2 0 0</inkml:trace>
  <inkml:trace contextRef="#ctx0" brushRef="#br0" timeOffset="826">557 103 8477,'-1'-14'-932,"-2"-1"617,-2 0 827,-7 0 0,11 6-88,-4-1 0,1 2 597,-1-2-522,4 3 1,-6 9-194,7 3 0,0 3-23,0 7 1,0 6 7,0 3 1,5 4-297,0 2 0,5-1 109,-5 0 0,5 1-841,-5-1 1,4 5 419,-4 1 0,5 4 317,-5-5 0,6 7 0,-2-3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4:34:18.23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1 750 8266,'5'-15'-317,"-1"1"0,3 4 467,-2 0 0,-2 2 85,7-2 0,-5-3 49,5 3 0,1 2-43,9-2 1,-2 2-5,6-2 1,1 4-54,4 6 0,2 0-80,3 0 0,-3 8-55,4 7 0,-6 6 85,-4 8 0,1 7-77,-7 3 1,1 4 118,-5 1 1,-2 0-273,-4 0 0,-2 0 30,-7 0 1,-2 0 6,-3 0 1,-4-6 152,-11-4 1,4-11-9,-4-8 0,4-2-24,1-8 1,0 0-2,1-5 0,-1-7 10,0-3 0,1-4 19,-1-6 0,0-3-162,1-6 1,4-5 84,0-1 0,7-6-18,-2 2 0,3-2 56,2 2 1,7-3-3,2 3 0,11 1 138,5-1 0,2 6-83,3-1 0,-1 4 22,1 6 1,4 1-39,0 3 1,-1 11-33,-9-1 0,2 2 40,-6 3 0,0 0-159,-6 5 1,-4 0-79,0 0 0,-5 0-185,5 0 0,-6 5-1358,6 0 777,0 0-1232,5 1 2139,-1-4 0,1 11 0,0-5 0</inkml:trace>
  <inkml:trace contextRef="#ctx0" brushRef="#br0" timeOffset="258">1059 427 8388,'7'-38'0,"-4"4"423,7 9 1,-2 4 44,2 6 1,3 1 35,-4-1 1,3 0 9,-2 0 0,-2 7 182,-3 3-99,-4 4-332,12 1 1,-11 1-220,3 4 1,1 3 178,-1 7 1,2 5-162,-2-1 1,-4 6-35,4-6 1,-3 1-380,-2-5 5,0 6 1,0-5 144,0 4 1,0-9-232,0-1 0,0-5-87,0 5-1336,0-7 1296,0 4 1,-2-7-415,-3 0 0,-3 0 971,-6 0 0,-8-7 0,-1-1 0</inkml:trace>
  <inkml:trace contextRef="#ctx0" brushRef="#br0" timeOffset="876">148 735 8381,'5'-10'0,"-1"1"0,8-1 0,-9-3 0,7 3 0,-7-3 1543,4 11-175,-7-11-695,0 12 0,5 1-164,0 9 1,-1 11-162,-4 4 1,0 11 47,0 4 0,0 5-132,0 5 1,-1 5-262,-4 10 0,3 3 111,-3 6 1,4-1-315,1-3 0,0-4 184,0-6 1,0-9 46,0-6 0,0-8-426,0-11 216,6-10 0,-2-11 418,5-8 1,-5-11-135,0-10 0,3-7-62,-2-3 0,0-10 67,-5 1 0,0-10-225,0 0 1,0-10 54,0-4 0,0-9-122,0-2 0,1 1-112,4 4 0,-1 1 223,5-1 0,6 4 29,5 7 1,6 5-20,-2 14 0,9 7 146,1 2 1,6 8-67,-6 7 1,2 2 193,-2 13 0,-3 0-93,3 5 1,2 2-47,-1 3 0,5 5-7,0 9 0,-4 4-70,-2 6 1,0 3 44,-4 2 0,-6 3-7,-14 7 0,-4 1-237,-6-1 1,-14 0 99,-11 0 1,-9 5 9,-10 0 1,-2-2 83,-3-8 0,3 2 13,-3-6 1,10-1 289,5-5 1,9-6-95,6-3 0,2-6 6,3-4 1,7-3-84,7-7 1,7-2-36,7-3 1,8-1-263,2-4 1,10-8-1,6 3-497,2-1-325,9 0 1,1 1 0,5 0-246,-3 0-173,-3 1 0,-6-6 1413,4 1 0,-9-1 0,2 5 0</inkml:trace>
  <inkml:trace contextRef="#ctx0" brushRef="#br0" timeOffset="1342">1559 133 8460,'-13'-30'-91,"3"2"91,-10 4 0,4 3 1863,1 6-1134,1 7 0,-1 1-68,0 7 0,5 2-58,1 3 1,-1 5-173,-5 9 0,5 4-158,0 7 0,7 1 16,-2 3 1,4 0 0,1 10 0,0-3-18,0 8 1,0-2-197,0 2 1,5-1-112,-1 6 1,3-7-353,-2 2 1,-3-5 85,2-5 1,3-4 149,-2-11 0,1-3-283,-1-6 248,-3-7 111,4-1 1,-6-14-40,0-3 1,-1-3-181,-4-1 0,-3-1 200,-7 0 1,-6-4-16,-4-1 1,-2 2 104,-3 8 1,1-1-89,-1 6 0,-4 0 288,0 5 0,-5 2-102,4 3 0,-4 8 149,5 6 0,-1 7-52,6-1 0,6 4-134,4 6 1,4-4-24,5 3 0,7-8 35,13-1 0,6-7 131,13 1 1,7-9-132,4-5 0,7-4-22,2-1 0,6-6 9,-1-4 0,8-8-315,2-1 0,1-6-151,-1 5 1,-5-6-186,0 2 0,-4 1-267,-11-2 1,-5 12-203,-14-1 411,-10 2 1,-10 4 166,-10 3 0,-12 10 486,-12 5 0,-7 9 0,-8 4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4:34:15.32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293 381 8332,'0'-15'0,"0"1"0,-7-1 0,-1 0 0</inkml:trace>
  <inkml:trace contextRef="#ctx0" brushRef="#br0" timeOffset="568">146 307 8332,'-7'-8'-839,"4"-5"629,-7 3 1,6 2 936,-6-2 1,6 6 332,0-6-231,2 6-334,2-2-235,0 6 0,0 8-20,0 7 1,0 1 19,0 9 0,0-1-232,0 6 0,0-1 178,0 0 1,5 6-349,0-1 0,0 0 36,-5-4 0,0 1-62,0 3 0,0-5 43,0 1 0,0-3 156,0-7 1,0-5-202,0-5 164,0-7 1,0 2 94,0-10 1,-5-8-78,0-7 0,-7-11 60,3 2 0,0-9-32,0 4 0,-1-7 6,-5 2 0,5-7-6,1 2 0,5-3 0,-1 7 0,-1-2 7,1-2 0,2-3-11,8 2 0,3 6 65,6 15 1,8-2-58,2 6 1,6 5-3,4 6 0,5 5 11,10-1 0,-2 10 12,7 5 1,-8 5-190,-2 4 0,-6 4 89,-9 7 1,-6-1 40,-3 0 1,-11 1-32,-4-1 0,-6 2-59,-9 4 1,-2-4 74,-12 3 0,-2-3-23,-9-2 1,0-4 30,-5-1 0,-2-4-1,3 4 0,4-11 126,6 2 1,1-8-115,9 3 138,-1-7 0,12 2-122,3-10 1,15-3 53,4-7 1,13 5-30,2 0 1,2 2 143,8-2 1,-4-1-125,4 6 0,-5 0 4,5 5 0,-3 2-28,-2 3 0,-1 4 24,-13 11 1,-2-2-99,-9 7 1,-2-1 87,-7 5 0,-11 1-119,-4-1 0,-16 1 99,-3-1 0,-9-1-705,-6-4 1,2 2-63,-7-6 1,2 4-329,-2-4 0,10-2-699,9-8 1753,4 3 0,8-11 0,2 4 0</inkml:trace>
  <inkml:trace contextRef="#ctx0" brushRef="#br0" timeOffset="777">881 87 8334,'-10'-25'723,"0"1"-271,1 13 482,0-3 0,3 21-295,6 3 1,0 9-279,0 6 0,-2 3-101,-3 1 0,4 0-216,-4 1 0,3 4-454,2 0 1,0 6-580,0-6 0,0 7 656,0-2 333,7 3 0,1 9 0,7 1 0</inkml:trace>
  <inkml:trace contextRef="#ctx0" brushRef="#br0" timeOffset="1569">572 1366 8189,'-1'-13'-44,"-4"3"0,3-3 57,-3 3 1,2 2 108,-2-2 0,3 5 39,-2-5 0,0 2 113,-1-2 1,2-1-54,-7 6 0,5-1 220,-4 1-192,-1 3 0,-5-5 4,0 7 0,1 9-47,-1 5 1,-5 8 37,1 7 1,-6 7-35,6 3 1,-1 4-13,5 1 1,2 0-219,4 0 1,-3 5 51,7 0 1,2 0-302,8-5 0,3-2 185,7-2 0,1-4 0,2-10-161,2-7 152,6 1 0,-8-20 0,5 0-189,-2-8 383,-2-5 1,-4-9-1,0-2-135,0-4 232,-1-8 1,-1 5-61,-3-3 0,-2 3 197,-3 1 1,-2 6-44,7-1 1,-5 7-234,5-1 0,-5 7 233,5 3-375,-7 5 0,8 4-116,-6 10 0,5 5-271,-5 4 0,6-1 290,-1 7 1,-2-1 1,2 6 0,-2-6 85,2 1 0,3-6 93,-3 6 0,10-7 0,2 3 0</inkml:trace>
  <inkml:trace contextRef="#ctx0" brushRef="#br0" timeOffset="1876">896 1689 8189,'0'-21'0,"5"0"234,-1-4 1,3-1 72,-2 6 0,3-1 93,7 2 1,-1 2-179,1-2 0,6 2 38,4 3 1,3-1-18,1 0 1,-1 5 1,-4 1 1,2 5-115,-6-1 1,5 4 129,-6 1 0,1 1-269,-6 4 0,1 5-34,0 10 1,-5-4-87,-1 4 0,-5 1 96,1-1 0,-4 4-59,-1-4 1,-1-1-3,-4-4 0,1 0 109,-5-1 1,4-1-56,-5-3 0,0 2 34,-5-7 1,6-1 162,-1-4 1,7-1-107,-2-4 1,-2-3 10,2-7 0,0-1-137,5-4 0,9-3 117,5-6 1,3-2-136,7-3 0,2 2 80,8-2 1,2 3 34,4 2 0,7 1-28,-3 3 1,-1 11 4,-4 9 0,6-3 0,8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4:34:21.25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893 1483 8290,'-52'37'0,"0"0"0,-2 4 0,0 1 94,-4 4 0,-2 1 0,-1 4 1,0 1-414,-1-1 0,1 1 0,6 1 0,4 2 530,7-2 0,5 2 1,7-2-1,4 0 8,6-4 0,4 0 0,-1 37 288,9-12 0,15-9-220,10-11 1,14-5-574,15-10 1,12-11 266,17-13 1,14-9-2,-32-7 0,2-3 1,1-2-1,0-4-89,4-3 0,-1-3 1,-2-4-1,-1-3-8,-4-3 0,0-2 1,5-1-1,1 0-1,7-2 1,-1-2-1,-6-3 1,-1-2 72,0-2 1,0-3-1,-2-1 1,0 0-261,0-2 1,-1-1-1,-1-4 1,1-1 262,1-4 1,-2-1-1,-5 2 1,-2-1 11,0 0 1,-3-1 0,-5 2-1,-3-2 10,-4-2 0,-2 0 0,-4 3 0,-3-1 89,-3 0 1,-3 2 0,3-32 390,-21 9 1,-21 21-412,-18 13 0,-14 12-62,-15 13 1,4 11 29,-10 8 1,-4 14 140,-10 16 0,40-12 1,0 1-205,-7 5 0,2 1 1,3 1-1,2 1 38,-2 1 1,2 2 0,5 2-1,2 0 45,-32 32 1,38-27 0,3 3 167,-27 38 1,17 2-219,12 3 0,32-8-2,32-1 1,27-14 9,-17-33 0,5-5 0,3-4 0,4-5 11,8-1 1,4-4 0,2-2-1,2-2-117,8-2 1,2-4 0,1-6 0,0-4 89,5-1 1,1-3-1,-4-3 1,1-3-393,5-1 1,-1-3-1,-1-2 1,-1-3 324,-4-2 1,-2-2 0,1-1 0,-1-2-40,-2-1 1,-3 0-1,-9 2 1,-4-1-41,-6-1 1,-3-1 0,-4-1 0,-2-1 10,-4-1 0,-2-2 0,-1-3 0,-2-2 17,0-6 1,-2-1 0,-6 2 0,-4-1 28,-2-2 1,-3-2-1,-3 1 1,-4-1-66,-4 2 1,-4-1 0,0-2 0,-3-1 24,-3-2 1,-4 1 0,-2 10 0,-2 4 290,-13-29 1,-19 24 236,-21 25 1,-19 12-52,-15 12 0,40 12 0,0 3 0,-3 2 0,1 4 365,-1 2 1,0 3-378,1 1 1,1 3 0,-3 9 0,0 4 0,-1 0 0,0 2-64,0 2 1,1 1-191,1 4 0,1 1 0,7 2 0,2 1 0,0 3 0,2 2-76,0-1 1,3 1 183,7-3 1,4 0 0,1 1 0,4 0-451,10-5 0,6 0 0,6 42 80,27-12 1,17-16-60,27-19 1,9-19 228,16-15 0,-41-12 0,1-3 156,5-3 1,1-3 0,7-3-1,1-4-125,1-5 1,1-3 0,2 0-1,-2-3 111,-4-4 1,-2-3-1,4 0 1,0-3-39,-1-4 1,0-2 0,0-1 0,-3-1-15,-7 1 0,-4-1 1,-5 1-1,-4-1-374,-12 3 0,-4 0 0,16-40 159,-19 1 1,-12 11-508,-22 8 0,-19 22-222,-20 27 884,-13 7 0,-5 8 0,-7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4:34:25.644"/>
    </inkml:context>
    <inkml:brush xml:id="br0">
      <inkml:brushProperty name="width" value="0.06" units="cm"/>
      <inkml:brushProperty name="height" value="0.06" units="cm"/>
      <inkml:brushProperty name="color" value="#E71224"/>
    </inkml:brush>
    <inkml:brush xml:id="br1">
      <inkml:brushProperty name="width" value="0.08" units="cm"/>
      <inkml:brushProperty name="height" value="0.08" units="cm"/>
      <inkml:brushProperty name="color" value="#E71224"/>
    </inkml:brush>
  </inkml:definitions>
  <inkml:trace contextRef="#ctx0" brushRef="#br0">2513 360 8456,'0'-15'-776,"0"7"630,0-5 1,0 10 269,0-7 31,-7 7-97,6-4 1,-7 7 481,3 0 1,1 0 241,-5 0-700,5 0 1,-9 5 26,3 0 1,2 6-1,-2-2-196,-1-1 1,3 5 119,-2-3 0,2-2-350,-2 2 275,-3-1 0,10 1-84,-7 0 0,5-2 65,-5 2 53,7 3-65,-4-11 0,7 6 1,0-3 3,0-4 0,7 6-137,3-7 1,-2-2 21,2-3 109,0 4 0,4-11-126,1 7 1,-5-4-27,0 4 1,-1-7 131,6 2 1,0 2-1,-1-2-17,1-1 26,0-2 1,-2 3 258,-3 0 0,1 1 51,-6-6 1,5 0-106,-5 0 0,0 1 434,-5-1-344,0 7 0,-2-5 40,-3 3 0,2 3 1,-9 3 2,-4 2 0,1-3-71,-4 0 1,-2 2 77,1 8-93,-6 3 1,3 8-6,-6 4 1,-1-1-40,1 11 1,-1-2 0,1 11 112,0 2-166,6 1 0,2 7 0,6 0-213,0-2 240,7-1 1,3-2-1559,10 0 1,10-6 687,9-4 1,6-4 81,4-6 0,3-9 692,7-10 0,7-10 0,1-3 0</inkml:trace>
  <inkml:trace contextRef="#ctx0" brushRef="#br0" timeOffset="275">2807 522 8456,'-13'-10'168,"3"0"0,-3 7 58,3-2 0,-3 3-18,-2 2 1,1 2 22,-1 3 1,0 3-139,1 7 60,-1-1 0,0 3 1,0 1-18,1 1 1,4 2-176,0-1 1,7 1 80,-2 4 1,3 1-680,2-6 447,0 6 0,7-5 0,3 3-125,3-4 1,6-5 177,1-6 0,1 3-145,-1-7 0,1-7 131,4-8-12,2-3 1,-9-6 0,5-3-159,-2 0 1,-1-3 47,-5-4 1,-2-1 75,-3 1 0,-4 4-8,-6 1 696,0 6 1,-2-3 0,-1 6-302,-2 0 1,-6 2-191,1 3 0,-10 4 0,-2 6 0</inkml:trace>
  <inkml:trace contextRef="#ctx0" brushRef="#br0" timeOffset="608">3189 272 8489,'-20'-25'-385,"4"2"115,3 2 1,-2 6 269,10 6 0,-6 5 0,3-9 254,0 12 0,1 1 0,7 9 1378,0 5 1,-5 7-1043,0 3 0,0 1-252,5 4 1,0-3 143,0 9-299,7-4 0,-5 0 1,3 1 158,-4 3 1,-1-1-395,0-5 1,0 6-599,0-1 1,0 0 354,0-4-767,0-1 1,0 4-1,0-4-1784,0-6 1685,0-5 1161,0-10 0,7-1 0,1-7 0</inkml:trace>
  <inkml:trace contextRef="#ctx0" brushRef="#br0" timeOffset="934">3395 478 8489,'0'-20'277,"0"0"690,0 1-648,-7 4 1,1 5 320,-4 0-301,-3 7-148,5-3 1,-7 12-1,2 4 8,3 3 0,-1 3-62,6 4 1,-5 1-176,5 4 0,-1 2 288,1-2-120,3-4 0,-4 7 0,6-5-318,0 0 1,4 3-590,1-7 1,7 6 546,-2-5 1,3-6-51,1-4 123,1-7 0,0 4 1,-1-7 78,1 0 1,0-7 185,0-3 0,-1-4-103,1-6 1,-7 2 403,-3-6-413,3-1 0,-6-4 1,3-1-10,-4 1 0,-1 0-495,0-1 1,-1 2 207,-4 4 1,2-2-232,-7 6 148,6 1 0,-4 6-864,3 3 1247,4 3 0,1 7 0,8 0 0</inkml:trace>
  <inkml:trace contextRef="#ctx0" brushRef="#br0" timeOffset="1267">3571 478 8472,'7'-15'-3,"3"0"0,-2 5 205,2 1 0,-6 4 184,6-5 0,0 5 495,5-5-655,-1 7 0,1-4 0,0 7 103,0 0 1,-1 0-135,1 0 0,0 2-6,-1 3 0,1-2 121,0 7-128,-7 0 1,3 4-1,-6 1 160,-2 0 1,4 0-369,-2-1 0,0 1-402,-5 0 0,0-1 30,0 1 312,0 0 1,0-5 0,-2-2 76,-3-2 0,2 4-177,-7-5-62,7 0 1,-8-7 117,6-3 41,0-3 0,5-7 0,0-1 100,0-4 1,0-2 210,0-8 1,6 1-96,4-1 1,5 1-10,4 0-41,-2-1 1,9 6-1,-5 1-66,2 2 0,-4 1-158,6 5 0,-7 2-1,2 3-321,-4 4 174,-1 6 0,-7 6 0,-3 4 295,-4 3 0,-1 9 0,0 0 0</inkml:trace>
  <inkml:trace contextRef="#ctx0" brushRef="#br0" timeOffset="1525">2469 1212 8488,'1'-16'301,"4"-3"0,10 2 1002,10-2-994,15 2 0,8 1 0,19-2 133,11-2 0,17-6-349,-40 14 0,2 0 0,4-2 0,-1 0-415,2-1 1,-1 1 0,-3 1-1,0 1 132,-4 0 0,0 0 155,5 0 0,-1-1 0,-7-1 0,-1 0 0,3 2 0,-1 0-710,41-8 0,-16 4 308,-18 1 437,-7 7 0,-10-3 0,-2 6 0,-5 0 0</inkml:trace>
  <inkml:trace contextRef="#ctx0" brushRef="#br0" timeOffset="2142">1205 81 8306,'-15'-17'0,"0"-2"0,1 4-166,-1 0 272,7 1 0,1 14 388,7 0 1,0 11-230,0 9 1,0 11-50,0-2 0,5 10 30,0 0 1,5 10 17,-5 5 0,4 5-24,-4 5 1,7 0-146,-2 9 0,-2 7 287,2 18 1,-6 2-491,1-44 0,0 0 0,-2 1 0,-1 1 304,3 3 1,0 0 0,-3 2 0,1 2-41,2 3 0,0 1 1,-3-3-1,1 0 37,1 0 1,1 0 0,0 1 0,2-1-58,2-3 1,1 1 0,-1 2 0,0 0 72,4 3 0,-1 0-124,-3-2 1,0-1 0,2 2 0,1 0 0,-3-2 0,0 0 82,0 3 1,1 1 0,0 2 0,0 2-294,-2 1 0,-1 1 1,0-1-1,0 1-235,1 2 1,-1 0 0,0-2-1,1 0 319,-1 2 1,0 1 52,1 6 1,-1 0 0,-2-6 0,0 0 0,0 2 0,0 0-63,0-5 1,1 0 0,0 0 0,1 0 69,0 0 0,1 0 0,0-1 0,0-2-63,1-3 0,2-2 0,-1-2 0,3-2-153,1-4 0,1-2 0,0 0 1,-1 0 62,1-1 0,0-2 1,2-1-1,2-1-353,0-6 1,1-1 0,22 40 115,3-12 0,-8-1-582,-3 1 0,-6-2-21,-8-4 1,-2-9 119,-13-10 0,0-5 853,-5-5 0,-5-3 0,0-6 0,0-1 0</inkml:trace>
  <inkml:trace contextRef="#ctx0" brushRef="#br0" timeOffset="2650">146 2086 8341,'-29'-30'-100,"0"1"0,4 8 341,1 6 1,10 2 428,0 8 0,9-2-400,0 2 0,7 4-380,7-4 1,8-2 88,12 3 0,9-8-182,6 2 1,15-3-158,14-1 1,23-8-122,-38 11 0,2-2 0,13-7 0,4-3 452,14-3 1,4-2 0,-23 7 0,2-1-1,1-2-382,9-2 1,3-2-1,2-1 1,-17 6-1,1-1 1,1 0 0,1-1 375,2-2 0,1-2 0,1 1 0,0-1-7,4 0 0,2 0 0,-1 0 0,1 0 0,-1 1 1,0 1-1,0 0 0,0 0 0,1 0 0,0 1 0,0 0 1,0 0-26,-4 1 0,0 0 0,-1 0 1,1 1-1,1-1 0,0 1 1,0 0-1,-1 0 37,-2 0 1,-1-1-1,0 0 1,0 1-1,3 0 1,0 1-1,-1 0 1,0 0 20,-3 2 0,-1 0 0,-1 0 1,1 1-1,-1 1 0,0 0 0,-1 1 1,-1 0-711,17-4 0,-3 1 0,1 1 729,-3 1 0,1 1 0,-2 1 0,-6 0 0,-1 0 0,-2 2 0,-6 1 0,0 2 0,-3 0 58,22-4 0,-3 3 0,-10 3 0,-5 3-246,-14 4 1,-4 2 177,36-1 0,-16 2 0,-13 0 0</inkml:trace>
  <inkml:trace contextRef="#ctx0" brushRef="#br1" timeOffset="3493">2381 1630 9115,'-5'-15'-781,"0"1"1,-5-1 811,5 0 25,-6 7 0,7-3 645,-5 6-247,5 0-42,-2 5 1,6 6-44,0 4-245,0 10 0,0-2 1,1 6-149,4 2 0,3 2 108,7 1 1,0-1-325,0-3 1,-1 2-63,1-2 112,0 3 0,-1-4 1,-1-1-110,-3-2 0,3 4-214,-3-6 1,-2 1 502,2-5 0,0-1 0,5 1 0</inkml:trace>
  <inkml:trace contextRef="#ctx0" brushRef="#br1" timeOffset="3951">2322 1586 9115,'-5'-15'-603,"0"0"0,0 1-211,5-1 1359,0 0 1,0 6-1,3-1-33,7-2 0,2 4-157,12-2 1,2 5-185,9-4 0,2 0 72,7 0-145,0 2 0,-1 2 0,-2 0 86,-2 2 0,-8 3-274,-2 5 0,-8 3 163,-11 7 0,-3 4-246,-7 1 85,0 6 1,-12-8 0,-4 7 2,-5 1 1,-2-3 65,-2 1 0,-2-6 5,2 2 1,4-4 37,1-1-35,4-1 0,3-4 95,3 0-42,4-7 0,9 4-60,7-7 0,1-5-27,14 0 33,-1-6 0,7 9 0,2-5 89,1 1 0,-5 4 239,-4-3 1,-2 4 51,1 1 0,-2 1 565,-8 4-727,1-3 1,-7 11 0,-3-2 136,-3 7 0,-4-1-436,-3 2 0,-3-1-1,-7 2 0,-1-4-329,-4 4 192,4 3 0,-12-2 0,4 5-804,-4-1 0,-1-3 477,-1 3 1,-1 3 575,-3-4 1,-4 4 0,-6 1 0</inkml:trace>
  <inkml:trace contextRef="#ctx0" brushRef="#br0" timeOffset="4710">2601 2453 8508,'0'-10'-857,"0"0"1,-2 6 998,-2-6 594,2 7 0,-6-9 284,3 7-669,3 0 1,-6 5-181,3 0 0,4 7 106,-4 3 1,3 3-270,2 1 0,0 8 41,0 2 0,0 9 102,0 1 0,5 5 184,0-4-435,0 5 1,0-9 0,1 5 91,2 0 0,-3-10-145,5 4 0,-5-6-95,5 1 200,-7-4 93,10-6-38,-11-7 0,4-5-30,-6-13 1,-5-1 0,0-14 1,-6 6-2,1-6 0,-3-4 102,-2-5 0,1-7 30,-1 2 1,5-4-127,0-1 1,7 0 56,-2 0 0,4 0 110,1 0 1,1 6-54,4 4 1,8 0 108,7 4 1,6-1-139,-2 11 0,-1 6 19,2 4 0,-2 7-57,1-2 1,2 3-6,-6 2 1,-5 7-55,-6 3 0,0 3 99,0 1 0,-2 3-174,-7 2 1,0-1 133,0 7-67,-7-7 0,4 8 1,-7-5 70,-1 2 1,-7 1 2,-2 6 1,1-6 0,4 1 1,0-6 3,1 6 1,-1-7 52,0 1 1,2-2-29,3-3 12,4 1-103,6-7 0,6-1-11,4-7 0,10-2 68,4-3 1,4-3-10,1-7 0,1 1-11,-1-1 0,7 0-22,3 1 0,4 1-1551,1 3 1560,-7 3 0,6 1 0,-6-2 0</inkml:trace>
  <inkml:trace contextRef="#ctx0" brushRef="#br0" timeOffset="5453">2733 3129 8485,'0'-8'0,"0"-5"-480,0 11-600,0-4 615,0 6 14,0 0 541,7 0-52,-5 0 71,4 0 1,-6-2 78,0-3 415,0 4-423,0-6 1,0 6 519,0-4-425,0 3 1,0-6-32,0 3 1,-2 3-4,-2-3 0,2 2 116,-3-2 40,-3 4-50,0-6-187,-7 7 1,0 0 35,1 0 1,-1 5 4,0 0 1,5 6-26,1-1 0,-1 8 11,-5 2 0,2 4-133,3-4 1,-1 6 23,6-2 0,0 4-173,5 2 1,0-4 146,0 3 0,0-8-34,0 9 1,7-11 69,2 1-45,4-4 1,2 2-1,-2-1-63,-3-4 0,3-9-131,-3 1 23,-4-3 1,7 3-385,-3 0 498,-3-7 1,1-1 0,-5-9-50,2-4 219,0 1 0,0-11 0,0 5 52,-2-2 1,4-1 366,-3-6-314,8 1 1,-9 6 0,5 3 175,-1 4 1,4 1-338,-1 1 0,-2 6-156,2 3 1,0 3-688,5 2 480,-7 7 0,5 2 0,-3 11-996,3 4 1,1 6 596,1 4 662,0-3 0,-1 12 0,1-6 0</inkml:trace>
  <inkml:trace contextRef="#ctx0" brushRef="#br0" timeOffset="6327">2836 3952 8414,'0'-14'0,"0"4"-2,0 0 1,-1 5 254,-4-5 282,3 7-234,-4-3 1,6 12-34,0 4 0,0 3-53,0 2 0,0 1-81,0 4 0,4 1-342,1 3 1,5 2 146,-5-6 0,5 6-163,-5-1 0,6-2-36,-1 1 1,-2-4-448,2 4 510,-7-6 1,10 3 0,-5-6-340,1 0 0,2-1 21,-6 1 515,6-7 0,-9 5 0,5-4 0</inkml:trace>
  <inkml:trace contextRef="#ctx0" brushRef="#br0" timeOffset="6804">2807 3952 8414,'-2'-14'-547,"-3"-1"1,2 0 745,-7 1 1,7-1 520,-2 0 0,3 0 106,2 1-541,0-1 0,7 0-1,3 1 1,9 1-26,6 3 0,3-2 17,1 8 0,7-3 9,3 2 0,4 3-17,1-2 0,-2 2-148,-3 2 0,-3 5-256,-6 0 1,-7 6-313,-4-1 0,-9 3 52,-5 2 1,-7 1 3,-8 4 1,-1-2 166,-13 6 0,-1-6 199,-4 2 1,-2 1 14,-4-2 1,9 1 2,-3-5 0,9-5 8,1-1 0,2 0 20,3 0 368,-1-2-306,7-7 0,3-2 187,10-3 0,8-1-74,6-4 1,6-3-31,-6 3 0,8 2-1,-3-2 1,-1 7 38,1-2 0,-6 3-21,2 2 0,1 0-52,-1 0 1,1 2 118,-1 3 1,-6 3-86,1 7 0,-2-1-151,-8 1 0,5 6 70,-5 4 1,-7-2 5,-8 1 0,-9 1-164,-6 4 0,-9-1-280,-5-4 1,-5 4 247,-5-3 0,0 6 75,0-2 0,1 2-225,14-11 257,0-1 0,11-4 0,2 0 0</inkml:trace>
  <inkml:trace contextRef="#ctx0" brushRef="#br0" timeOffset="7637">3233 4687 8337,'0'-14'-201,"0"-1"-3,0 0 1,0 5 578,0 1 649,0-1-315,0 2-384,0 1 1,0 9-83,0 3 0,0 8 147,0 6-244,7 1 1,-4 0-21,7-1 0,-2 7-102,2-1 0,1 1 1,-4 0 90,1-1 1,-3-3-177,5 3 0,-7 1 75,2-6 0,-2 4-127,2-4 0,-3 4 143,2-4 0,-2-1 25,-2-4 0,-2-2-45,-2-3 0,0-3 91,-6-7 0,6 0 94,-6 0 1,0-2-61,-5-3 0,1-3 32,-1-7 0,2-1-128,3-4 1,-3-3 4,3-6 0,-3-2-80,-2-3 1,6 1 63,-1-6 0,6 4-20,0-4 0,2 5 43,2-5 0,0 4-2,0-4-68,6 13 0,-1-8 0,8 11-16,4 0 0,1 2 96,-4 6 0,6 5 190,0 1 0,4 5-405,-4-1 1,4-1 57,-4 1 0,4 2-95,-4 8 1,0-2 39,-6 7 1,-1 1 92,-3 9 0,-2-2 35,-3 6 0,-3 1-15,3 4 0,-10 0 37,-5 1 1,-3-1 107,-2 1 1,1-6 122,-1 1 0,0-2 118,0 1-270,1-3 0,1-1 0,1-1 83,2-1 0,7-6-53,-2-2-81,4-7 1,9 3-180,6-6 1,3 0-66,7 0 0,7-6-406,9-4 0,4-3-555,5-2 1,-2 2 493,7 3 1,-7 2 683,2 3 0,-3 4 0,-2-6 0</inkml:trace>
  <inkml:trace contextRef="#ctx0" brushRef="#br0" timeOffset="8195">3615 5378 8394,'-1'-23'-505,"-4"4"1,2-2 745,-7 1 1,2 0 1402,-2 6-1123,-3-1 0,5 7 493,-7 3-672,0 3 1,0 4-77,1 3 0,-1 5 33,0 9 0,6-1 10,-1 7 1,6-1-1,0 6 0,-3-1-10,2 0 0,0 6-33,5-1 0,0-1 133,0-9-296,0 4 1,7-7 0,1 4-472,0-6 0,5-4 221,-3-5 1,3-4-99,2-6 0,-1 0-75,1 0 328,0-6 0,-5-7 0,-1-9 124,3-1 0,1 4 215,2-6 1,-6 7-85,1-1 1,-5-2 163,5 1 1,-5 5-403,5 5 0,-5 7 169,4-2 0,-4 4-285,5 1 1,0 6-294,5 4 1,-1 10-382,1 4 1,0 4-78,-1 1 0,1 6 842,0-1 0,6 7 0,2-4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4:34:35.73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15 675 8043,'0'-19'-1509,"0"-1"1266,0 0 1,-2 6 189,-3-1 1,4 0 60,-4 1 1,3-1-1,2 0 0,0 1 72,0-1 1,0 0 159,0 0 0,5-1-158,0-4 0,0 4-32,-5-3 1,0 2 90,0 3 1,0 4-27,0 0 296,0 0-108,0-5 217,0 1-159,0 6-207,-7 1 0,6 9 20,-4 3 0,3-2 26,2 7 1,0-1 80,0 6 0,0 0-115,0 0 0,0-1 108,0 1-91,0 0 0,0-1 81,0 1 0,7-7-131,2-3 1,5-3 30,0-2 1,7-7-342,4-3 1,11-9 113,8-6 0,13-9-292,12-5 0,1-9-28,-1-1 0,-1 2 136,-9 8 1,-5-2 55,-15 7 1,-10 6-590,-9 8 221,-4 11 1,1 4 558,2 10 0,-2-4 0,4 6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4:34:41.41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214 412 8291,'-13'-10'26,"3"0"0,-3 5 536,4-5 169,-4 7-552,-2-3 356,7 6-404,1 0 1,9 0 61,3 0 0,3 0-41,7 0-47,-1-7 1,7 4-1,6-7-160,5-1 0,7-7-11,10-2 0,9-6-110,5 1 0,11-2-37,-6-3 0,6 1 121,-10-1 0,3 1-29,-9 0 0,-10 6 4,-19 3 32,-6 10 164,-15-3 1,-14 12 203,-14-4 1,-8 10-124,-6 4 1,-5 9 129,-10 2 1,1 6-16,-5-1 1,-8 2 171,-8 3 1,4-1-252,1 1 0,4 4 45,1 0 1,2 2 12,3-2 0,10-7-45,10 2-387,16-9 158,5-6 0,21-7 0,7-7-227,7 0 0,13-12-6,4-2 0,12-11 75,7 1 1,3-4-144,7-2 242,-6 1 0,9-2 98,-8-3 0,4 1 0,-8-5-21,-7 3 0,-12 2 122,-11 8 1,-8 3-103,-11 2 230,-10 10 0,-15-3 1,-11 15 334,-6 3-415,-13 9 1,-12 9-1,-8 8-151,-2 3 0,-3-1 61,-9 6-126,4 1 0,-3 4 0,9 0 63,6 0 0,9-2-18,5-2 0,11-5-191,9-5 56,12-7 1,19-9-494,13-9 1,12-5 259,13-5 0,12-9-721,12-11 1,14-11 1091,-28 15 0,3-2 0,5-2 0,3 0 0,9-5 0,1 1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4:34:39.45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457 338 8317,'-15'-15'0,"0"6"0,0-1 0,1 7 429,6-4 0,3 7-193,10 0 0,4 0-331,11 0 1,-2 0 0,6 0-134,3 0 213,7 0 0,-1-7 0,6-2-287,2-4 382,1-2 0,7-6-183,0-4 1,0-3-18,-5-1 0,-6 1 33,-4 4 1,-5-2 73,-4 6 1,-10 0 4,-11 6 0,-8 6 129,-6 3 0,-11 3-90,-9 2 1,-1 7 0,-10 4 196,-4 7-213,0-2 1,-12 12 175,3-3 0,4-3-78,1 3 0,3-1 107,2 6 1,1-1-71,4 1 1,7-8 165,12-2-175,0-4 1,25-7 8,0-5 0,15-4-15,9-4 0,7-6 10,8-10 1,7-3 2,3-6 0,1 4 26,-1 1 1,2 1 3,-7-1 0,0-4-67,-5 3 0,-7 4-148,-2 1 1,-12 4-185,-9 1 0,-6 6 240,-8-1 1,-3 7-58,-7-2 1,-6 5 0,-13 5 165,-1 4-118,-6 4 0,5 4 52,-3 2 1,3-1-1325,2 7 0,1-2 1262,3 1 0,-3 4 0,6-5 0</inkml:trace>
  <inkml:trace contextRef="#ctx0" brushRef="#br0" timeOffset="894">89 544 8220,'-11'-5'-109,"-1"-2"411,1-1-53,-6 5 0,14-8 310,-7 6-540,7 0 1,-8 3 510,6-3 130,0 4-363,5-6 0,2 5 72,2-2-362,11 2 1,3-10-1,7 6 38,1-2 0,6-2-199,3-5 0,1 1 43,-2-1 1,-3 0 97,3 1 1,-3-1-221,-1 0 1,-7 0 5,-4 1 1,-3 1 69,-1 3 134,-7-3 0,-3 11 74,-10-3-45,-3 4 0,-7 2 1,-1 4 210,-3 5 1,2 3-133,-2 2 1,2 4-48,3 1 0,0 0-91,5-6 1,2 1-4,7 0 0,2-6-166,3 1 0,3-7 101,7 2 0,6-5 11,3-5 1,6-3 35,4-6 117,-3-8 1,5 4-1,-8-6 9,-4-2 0,-4 5 256,-10 1 1,-5 9-97,-10 1 1,-10 6-156,-10 0 5,-9 8 0,-3 10 1,-8 7 18,1 2 1,0 1-27,0 6 0,5-1-16,0 0 0,1 1-190,-1-1 174,3 0 0,8 1 0,5-2-26,9-4 1,9-4-10,15-10 0,8-4-92,16-6 1,3-13-342,8-7 344,-1-6 0,5-10 0,0-1 48,-2-1 0,4-4 82,-2 3 1,0 1 161,-5-1 1,5 6-920,0-1 457,-7 9 0,-8 11 271,-9 9 0,-4 10 0,-6 3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4:34:44.604"/>
    </inkml:context>
    <inkml:brush xml:id="br0">
      <inkml:brushProperty name="width" value="0.08" units="cm"/>
      <inkml:brushProperty name="height" value="0.08" units="cm"/>
      <inkml:brushProperty name="color" value="#E71224"/>
    </inkml:brush>
  </inkml:definitions>
  <inkml:trace contextRef="#ctx0" brushRef="#br0">324 103 14948,'-15'-8'-486,"0"3"0,1-1-412,-1 1 0,5-5 314,0 5 1,1-1 687,-6 1 1,0 3 353,0-3-404,1-3 1,-6 1 157,1-2 1,-1 0 162,5 5 1,1 2 375,-1-3-361,-6 3 1,4 2 352,-2 0-401,9 0 0,3 7-441,7 3 0,7 3 16,3 1 54,9 1 0,6 0 0,9 0 185,5-1 1,5-4-194,5 0 1,12-5 111,12 5 1,16-7-231,-39-1 1,2 1 23,5-2 1,2-1 0,8 0-1,2 0 1,7 0 0,3 0 252,8 0 1,1 0-1,-3 0 1,0 0-418,3 0 1,0 0 0,-4 0 0,-1 0 325,-2 0 1,-1 0 0,-2 0 0,-2 0-14,-2 0 1,-1 0 0,-8 0 0,-3 0-163,-5 0 1,-1 0-1,-5 0 1,-1 0 75,48 0 0,-11 0-144,1 0 0,-18 0 92,-6 0 0,-4 0 324,-6 0 1,-3 0-261,-2 0 0,-7 0 1382,-7 0-1288,-1 0 318,-18 0 0,-1-6-470,-10-4 62,-10 3 1,-3-4 0,-9 5-88,-2-3 1,-6 4 66,-9-4 1,-4 5-124,-6-1 0,-1-1 88,-4 1 0,8 0-7,-3 5 0,3 0 64,-3 0 1,-2 0 13,-3 0 0,3 0 369,-3 0 0,-1 0-264,1 0 0,-13 0-90,-2 0 1,-6 0-27,-4 0 0,-1 5-103,-3 0 0,-7 0 120,-13-5 1,6 0-1404,-6 0 1434,7 6 0,8-4 0,1 3 180,2-3 1,-3-2-358,4 0 1,1 4 188,4 1 0,4 0 150,6-5 1,6 0 271,9 0 0,1 0 86,-6 0 0,0 0-346,-4 0 1,0 0 835,5 0 1,2 2-677,7 3-136,0-4 0,11 6 0,5-7 218,5 0 0,5 2-166,9 2 0,-3 0-232,7 6 1,2-7-487,8 2 0,11 1 462,14-1 0,14 0 125,15-5 1,22 0-162,-31 0 1,3 0 0,6 0 0,1 0-257,10 0 0,2 0 1,7 0-1,3 0 309,5 0 1,2 0-1,9-2 1,2-1-379,-31 1 1,1 1 0,1-1-1,6 0 1,2 1 0,0-1 373,8 2 1,2 0 0,0 0 0,4 0 0,2 0 0,0 0 109,-1 0 0,1 0 0,0 0 0,-2 1 0,-1-1 1,-1 1-166,-8 0 0,-1 1 1,-2 0-1,-6-1 0,0 0 1,-2 0-80,-4 2 1,-1 1-1,-1-1 1,28-1-1,-2-1-111,-9 2 0,-4-1 1,-10-1-1,-4 0 113,28-1 1,-18 0 82,-16 0 40,-7 0 379,-21 0 1,-16-5-593,-20 0 0,-13-5 1068,-6 5 0,-12 0-1339,-8 5 1,-2 7-1125,-8 3 1609,7 9 0,-11-1 0,4 7 0,-3-1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4:34:50.314"/>
    </inkml:context>
    <inkml:brush xml:id="br0">
      <inkml:brushProperty name="width" value="0.08" units="cm"/>
      <inkml:brushProperty name="height" value="0.08" units="cm"/>
      <inkml:brushProperty name="color" value="#E71224"/>
    </inkml:brush>
  </inkml:definitions>
  <inkml:trace contextRef="#ctx0" brushRef="#br0">1 15 9097,'0'-15'0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4:34:53.25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309 89 8587,'-9'0'-1137,"-1"0"0,5 0 680,-5 0 548,0 0 1,-4 0 1,-1 0-65,0 0 1,5-1 388,1-4-288,-1 3 0,-5-4 6,0 6 1,1-5 22,-1 0 1,0 0 31,1 5 0,-1-5-36,0 0 7,0 0 1,1 0 0,-1 0 26,0 2 1,7 0 81,3-2-117,4 3 0,10-4 95,11 6 0,6-5 98,18 0 1,5 0-220,15 5 1,6 0-113,13 0 0,7 0-248,-39 0 0,1 0 0,0 1 0,-1 0-38,1 1 1,-1 1 0,44-2 10,-7 4 0,-16 2-56,-18-2 271,-23 6 0,-28-8 87,-23 7 1,-11 0 10,-18 5 1,-5-6-30,-9 1 0,-11 0 18,-9 5 1,-2-1-142,2 1 1,9 0 273,11-1 0,5-4-55,9 0 0,10-5 734,20 5-799,6-7 0,21 3-27,6-6 1,14 0-6,11 0 1,12 0-93,8 0 0,6-4-203,9-1 1,-1-2-853,1 2 106,-1 4 480,-6-6 498,-2 7 1,1 7 0,1 1 0</inkml:trace>
  <inkml:trace contextRef="#ctx0" brushRef="#br0" timeOffset="414">2000 236 8474,'-15'-8'-504,"0"-5"-629,1 3 1030,-1-3 1,0 0 225,1 3 1,4 4-49,0 6 16,7-7 155,-10 6-47,4-6 2,1 7 1,0 0 122,3 0 2,4 0 92,-13 7 392,13-6-329,-6 12 1,9-11-101,3 3 0,5-4-154,9-1 1,6 0-99,9 0 1,4 0-224,6 0 1,1 0 141,4 0 1,4 0-196,5 0 1,8-6 122,2-4 0,4 2-63,2-2 1,-1 0-77,1-4 1,-2 4-95,-4 0 0,-6 7-437,-13-2 1,-8 3-320,-16 2 1013,-11 7 0,-20 7 0,-11 9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4:34:56.28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265 203 8107,'-24'-6'39,"1"-4"177,2-3 1,1 5 78,6 3 0,-6 3 145,0 2 0,1 2-176,4 3 0,0 3 15,1 7 0,-1 4-159,0 1 0,2 6 73,3-2 1,4-1-236,6 2 0,0-2-57,0 1 1,1 2-77,4-6 0,4-2 61,5-8 1,6-4-50,-1-6 0,6 0 69,-5 0 0,-1-11 33,-4-4 1,4-9 93,1-1 1,0-3-62,-6-1 1,-4-5 173,0-1 1,-7-1 13,2 2 1,-3 3 113,-2-3 0,-4 4-50,-5 6 1,-3 3 105,-12 6 1,4 2-210,-4 3 0,-1 7-40,-4 13 1,1 1-161,3 14 75,4-1 1,8 10 0,3 1-670,5-3 0,4 4-69,1-1 0,8-3-302,7-7 0,8 2 1044,11-2 0,3 3 0,8 1 0</inkml:trace>
  <inkml:trace contextRef="#ctx0" brushRef="#br0" timeOffset="318">471 894 8157,'-6'-15'234,"-3"2"64,-5 4 0,2-3 75,-2 7 1,2 0 120,-7 5 1,7 2-154,2 3 1,1 5-21,-6 9 0,2 6-266,3 9 0,-1-3 124,6 3 1,0 2-113,5-1 0,-5 2-12,0-7 0,2 1-55,8-12 1,-2-1 63,7-8 0,-1-3-190,6-7 0,2-9 176,2-5 1,-1-14 103,7-11 0,-7-4-103,1-1 0,1 0 4,-6 0 1,3 2 248,-12 2 1,0 4-129,-5 7 0,-7 6-223,-3 4 1,-8 4-192,-1 5 0,-7 5-568,1 10 0,2 10 806,-1 9 0,6 11 0,-4 2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4:34:57.82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60 89 8311,'8'-7'-603,"-2"-1"0,-1-7 1371,0 1-259,7-1 45,-4 0-248,6 7-39,-5 2 1,2 7 0,-6 4 112,-2 5 1,-1-2-101,-2 2 0,0 0-98,0 4 0,-7 1 219,-2 0-347,-5 0 1,5-6 0,-1 1 198,-2 2 0,1-4 82,1 2-109,-3-7-416,5 10 448,0-12-306,-5 13 1,9-13-95,-5 4 162,5-3-123,-2-2-88,6 0 113,0 0 73,6-7-4,-4 6 0,9-8-11,-6 4-9,0 4 24,-5-6 0,2 7 3,3 0 1,-4-1 22,4-4-15,-3 3 61,-2-4-56,0 6-2,7 0-20,-6-7 1,7 5-21,-3-2-22,-3 2 19,4 2 25,1 0 2,-5 0 11,11-7-10,-12 6 0,7-6-7,-3 7-8,-3 0 0,4-1-20,-6-4-173,0 3-18,7-4-369,-5 6-55,4 0 329,-6 0 0,0-2 1,0-3-483,0 3 423,0-4 1,2 6-258,3 0 643,-4 0 0,6 6 0,-7 3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4:34:59.60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1 131 8097,'8'-37'-130,"-2"1"0,-4 13-32,3 3-253,-4 10 0,6 6 415,-7 8 0,7 5 0,1 5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4:34:46.83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177 2826 8357,'-23'0'0,"-3"0"0,6 0 27,1 7 1,-1-6 0,2 6 325,5-1 0,-2-3 182,6 7-306,2 0 1,0 5 8,7-1 1,0-4 23,0 0 1,9-2-98,5 2 0,4-3-7,12-7 0,-1-4-129,15-5 174,4-8 0,10-14-134,1-3 4,0-4 1,1-6-1,2 0-167,2 0-8,6-7 0,-3-1 0,5-7-136,-3 1 295,-4 5 1,-11 4-109,0 10 0,-20 10-160,-4 9 238,-17 10 1,-13 4-53,-10 6 1,-10 6 42,-4 4 7,-11 10 0,-4 3-12,-10 6 0,2 5 50,-7 1 1,2 5 0,-2-2 77,5-1 1,0 6-112,5-4 8,3-3 0,18-5 9,3-6 1,12-9-139,8-1 0,13-14 128,12-11-180,16-9 1,0-11 8,12-9 1,6-2 0,7 1-463,1 0 1,-4 1 117,6-5-538,6 0 1,-6 11 1015,-1 4 0,-3 6 0,1 3 0,-1 11 0,-9 5 0,-11 4 0</inkml:trace>
  <inkml:trace contextRef="#ctx0" brushRef="#br0" timeOffset="532">544 4325 8265,'-19'-14'0,"-1"-1"0,1 0 720,4 0 846,0 7-1114,7-5 1,3 10-95,10-7 0,10 0-332,9-4 0,6-3 50,4-2 1,5-4-131,10-6 67,10-1 0,6 1 0,5 1-156,-1 3 0,3-6 5,1 7 1,-11-5-82,-17 9 0,-10 0-89,-10 6 186,-4 5 1,-16 3 101,-10 6 0,-11 8 1,-18 7-93,-6 8 183,-9 4 0,-3 3 0,-7-1-63,1 1 165,-8-1 1,4 5-1,-3 1 67,4-3 0,1-1 89,11-1 0,6-3 236,9-2-77,10-4-360,9-6 0,17-9 0,12-6 34,9-8 0,11-11-248,6-6 0,9-7-18,5-3 1,8-6-260,1 2 1,6-2 118,-5 2 225,6-3 1,-10 11 0,2-4-1521,-6 4 0,-1 8 1539,-6 4 0,0 9 0,-5 4 0</inkml:trace>
  <inkml:trace contextRef="#ctx0" brushRef="#br0" timeOffset="1292">794 5295 8284,'-29'0'-268,"-1"-1"-68,1-4 1,1 3 531,4-3 1,-2 2 1041,6-2-990,0 4 0,6-6 0,-1 7 57,0 0 1,1-5 312,-1 0-405,0 0 1,7 4 210,3-4-258,4 3 1,4-9-185,7 6 1,8-7 96,16 3 1,12-9-95,12-2 0,9-11-354,12 2 1,-2-4-48,6 4 1,-11-6 111,1 1 1,-11-5 13,-3 4 215,-7 1 1,-16 11 0,-8 4 6,-12 2 0,-8 8 198,-8-1 0,-14 6-144,-11 0 1,-9 10 123,-10 9 0,-2 1 130,-3 9 1,-3 1 111,-7 8 0,-6-1 73,-4 6 0,-3-1-323,-1 1 0,6 2 274,3-7 1,15-5 280,5-4-802,16-14 125,7 2 0,29-16 1,18-7-243,15-9 1,11-9-774,12-6 0,5 2 440,9-2 1,5-2 594,11 2 0,-6 0 0,-40 19 0,2 0 0,0 1 0,1-1 0</inkml:trace>
  <inkml:trace contextRef="#ctx0" brushRef="#br0" timeOffset="1841">1176 6633 8297,'-22'-6'-21,"0"4"510,8-3 0,-1 3 482,0 2-276,1-6-182,-1 4-223,7-4 0,3 1-153,10 0 0,9-11-143,11 1 1,3-6 97,1-4 1,12-1-178,3-13 0,11 0-171,4-6 1,5 0-1,5-4 0,6-2 196,-7-3 85,1 10 0,-18 5 0,-7 10 138,-8 6-89,-12 5 0,-9 11 28,-10 7 0,-15 7 63,-5 7-98,-9 8 0,-4 0 0,-8 10 409,-2 2 1,-2 2-283,-9 3 0,-4 7 66,-6-7 1,1 7-986,-1-7 935,7-3 0,-4 1 1,9-6 126,4-1 1,7-6 534,12-14-656,9-3 0,15-9-187,10-3 0,11-5-194,9-9 1,7-6 125,12-9 0,8 3-850,7-4 1,13-2-50,1-2 1,5-10-578,-37 22 0,2 0 1515,4-2 0,2 1 0,7-4 0,2 0 0,3 0 0,2 0 0,2 1 0,2 0 0,4 1 0</inkml:trace>
  <inkml:trace contextRef="#ctx0" brushRef="#br0" timeOffset="8296">2102 1973 8210,'-14'-6'-688,"-1"-4"0,5 4 889,0 1 1,1 3-28,-6 2-439,7 0 260,-5 0 0,9 0 3,-5 0 181,5 0 200,-2 0-336,12 0 0,3-6 175,5-4 0,3 2 0,2-4 24,6-4 1,2 1-160,3-5 0,-1 4 39,1 1-43,-1 1 1,-4-1-1,-3 0-65,0 1 0,-3 1 92,-4 3-26,-7-3 34,-1 5-99,-7-1 1,-9 3 0,-5 6 80,-9 0 0,-3 1-34,1 4 1,-7-1 4,2 5 1,-2 1 52,2 5 9,1 0 1,4-1-76,1 1 1,6 5 0,0 1 15,6 2 0,1 0-62,6 1 1,2 2-308,8-6 235,3-1 1,13-4 0,4-2-65,2-3 1,4-3 102,4-7 0,-4-7 1,3-3 1,-3-4-17,-2-6 33,-6-3 0,-1-6 0,-8-1 154,1 1 1,-7-1-95,-3 1 0,-5 5 156,-5-1 0,-3 7-143,-7-2-37,-6 11 0,0 2 1,-7 7 22,-1 0 0,2 8 3,-7 7 0,3 1-10,2 9 0,1-1 30,3 6-127,-2-1 0,10 4 1,-1-2 25,7-3 1,4-4-86,7 1 0,2-4 11,3-6 0,10-7 79,9-3 8,4-10 1,3-5 0,3-11-96,5-9 1,-1-1-3,1-8 0,-4 1-65,4-1 0,-7-3-432,3 3 386,-11 3 1,-3 6 70,-6 11 0,-7 11-164,-3 8 314,-3 19 0,-15 19 0,-4 14 0</inkml:trace>
  <inkml:trace contextRef="#ctx0" brushRef="#br0" timeOffset="8763">2396 2620 8262,'0'-14'0,"-4"-6"179,-1 0 97,-7 7 0,9 2 512,-7 6-226,0-7-282,-4 11 1,-1 1 161,0 10-308,7 3 0,-5 3 0,5 2 182,0 2 0,-4 4-32,7-4 1,-4 4-33,4-4 1,0-1 126,5-4-105,0 0 0,1-1-149,4 1-506,3-7 0,7-1 73,0-7 1,0-8-603,-1-7 783,7 0 0,-4-12 0,1 2 298,-7-3 1,2-1-82,-3 0 1,-3 4 37,-3 1 0,-2 6 405,-2-2-466,0 4 1,0 6 0,-2 2 71,-2 1 0,-5 4-81,-5 8 0,-1 3-148,0 7 0,1-1-540,-1 1 465,0 6 1,5 0 0,2 4-280,2-5 1,1-4-239,5-1 1,0-1-1118,0 1 1799,0 0 0,6-1 0,3 1 0</inkml:trace>
  <inkml:trace contextRef="#ctx0" brushRef="#br0" timeOffset="24014">3587 1356 8008,'-6'-31'0,"-3"-3"323,-5 9 1,-3-3-17,-2-1 0,-3 1-275,-2 4 0,1-2-34,4 6 1,2-6-38,-2 1 0,-4-1 36,-2 2 0,2-4-199,-1 4 1,-1-4 22,-4-2 0,-5-4 183,-1 0 1,-1-7 20,2 2 1,-3-5-11,-8-5 1,-5 3 14,-4-3 0,-11 3-239,-9 2 0,-11 7 381,-8 2 1,44 20 0,0 1-129,-44-11 0,43 12 1,0 2 20,-48-4 1,45 6-1,-1 0 50,-3 4 1,1 0 0,-1 2 0,1 0 95,2 0-1,0 1 1,0 1 0,1 0-71,-45 1 1,47 0 0,0 0-11,0 0 0,-1 0 0,-47 5 251,6 0 0,8 7-136,16-3 0,-3 6-100,4 5 1,-2 3-6,1 6 1,5 2-141,10 3 0,5 5 93,10 10 0,-2 9-218,7 5 1,-5 3-19,5-3 1,-7 4 88,2 7 0,1 6-261,-1 3 0,4 4 366,-4 1 1,8 7-25,16-46 0,1 0 1,-14 45 72,8-1 1,6 4 69,4 1 1,8-47 0,1 1-45,-2 2 1,1-1 0,1-2-1,0 0-53,1 2 0,0 2 0,3-1 0,1 1-39,0 6 1,2 0 0,0 0-1,2 1 38,2 4 0,0 0 0,-1-7 0,1 0-271,4 2 1,2 0 0,-1 0 0,2-1 249,5 1 1,1 1-1,-1 0 1,1 1-8,2 1 0,-1 0 0,0-3 0,0 0-10,3 5 0,0 1 0,-4-4 1,1 1 4,0 0 0,1-1 0,1 1 1,0 0-7,1 0 0,0-1 0,0-2 1,0-1 6,2 4 0,1-1 1,0-2-1,3-1 20,6-1 0,1 0 1,0 0-1,2 1-11,2 1 1,0 1-1,-5-4 1,-2 1-46,0 0 1,0 0-1,-1 0 1,0-1 37,2-1 0,2-1 1,4 3-1,2 0-8,5 2 0,1 0 0,-4-4 1,-1-1-20,-1 0 0,1 1 0,-2-4 1,0 0 2,-4-1 1,1-1 0,5-2-1,2-2 0,5 1 1,0-3 0,-5-6 0,2-3-18,2-3 1,1-2 0,-6-4-1,-1-4-12,46 12 0,-42-21 1,1-2-51,2-6 1,0-2 11,3 1 1,0-4-1,-1-6 1,-1-4 0,0-3-1,-2-3-89,0-3 1,-1-4 0,4-6-1,0-3-216,6-4 0,-1-4 1,-2-3-1,-1-4 252,4-4 0,-1-3 0,-6 1 0,-2-2 73,-4-4 1,0-2-1,2 2 1,1-3 95,2-7 0,-1-1 0,-2 4 0,-4-1-228,-3-4 0,-4-2 1,-3-1-1,-2-2 172,-7 0 1,-3-2-1,-1-9 1,-3-3-39,-3-1 0,-2-1 1,-3-6-1,-2-1-54,0 1 0,-2-2 0,-5 30 0,-1-2 0,0-1-158,-1-4 0,0-1 0,-1 0 0,-4-4 1,-1 0-1,-1-1 83,0 1 1,-2 0-1,0-2 1,-3-4 0,-2-1-1,-1 0-122,0 2 1,-2 0 0,-1-1 0,-1-6-1,0 0 1,-3 0 235,-1-2 0,-2 0 0,-1 0 0,4 23 0,0-1 0,-1 0 0,-2 1 22,-1 0 1,-1 1 0,-1 0 0,-1 0 0,-10-21 0,-2 0 0,-1 2-41,-1 5 1,-2 2 0,-1 1 0,0 1 0,0 1 0,-2 1 86,0 1 0,0 1 0,-4 2 0,-2 2 0,-2 3 0,-3 2-91,0 6 0,-2 4 0,-2 2 1,2 3-1,-2 4 0,-1 4 55,2 8 1,0 5 0,-2 3 0,-1 2 0,-1 3 0,-1 3-167,-6 3 1,-1 4 0,-1 2 0,-4 0 0,-1 3 0,-1 2-165,3 3 0,-1 2 1,0 3-1,-4 4 1,0 2-1,0 4 339,1 3 0,0 4 0,0-1 0,-3-1 0,0 0 0,-1 1 0,-4 2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4:35:17.965"/>
    </inkml:context>
    <inkml:brush xml:id="br0">
      <inkml:brushProperty name="width" value="0.08" units="cm"/>
      <inkml:brushProperty name="height" value="0.08" units="cm"/>
      <inkml:brushProperty name="color" value="#E71224"/>
    </inkml:brush>
  </inkml:definitions>
  <inkml:trace contextRef="#ctx0" brushRef="#br0">1350 1045 11025,'-22'0'-1575,"-1"-2"1265,-6-2 1,5 2 283,-1-3 0,7 3 31,-2 2 0,2 0 6,-1 0 0,3 5 1,-4 0 1,-3 7 0,0-4-1</inkml:trace>
  <inkml:trace contextRef="#ctx0" brushRef="#br0" timeOffset="851">923 1119 11046,'-29'0'-589,"6"6"0,0-4 1,5 4 639,-1 1 0,-1-6-65,5 4 1,2-1 80,3 0 34,-3-2 1,12 5-233,-6-7 190,7 0 1,0-2-237,0-3 79,0 3 1,-1-6-116,-4 3 52,3 4 57,-5-6 344,1 7 217,4 0-215,-11 0 44,12 7 1,-4-4-158,10 7 1,3-7 108,6 2 1,3-3-40,2-2 0,11 0 102,9 0 1,5-2-71,5-3 1,2 3-82,3-2 0,8-3-55,-4 2 1,6 0-31,0 5 0,3 0 36,6 0 1,7 2-113,4 3 0,-6 3 28,-4 7 0,-3-2-127,-7-4 0,6 5 7,-1-5 0,4 0 100,6 0 1,2-5-102,8 0 0,-1-2 115,0-2 0,2-5-341,3 0 1,3-4 367,-44 6 0,-1 1 0,0-4 0,-1 0 70,48-4 1,-3 4-5,-7 1 1,7-2-23,3 3 1,-48-1-1,0 0 9,48 0 1,-10-7-10,-10 3 1,6 0 6,4 0 0,5-1-77,5-5 0,-10 5-15,-10 1 1,-1-1-132,2-5 0,6 2 131,3 3 0,2-3 12,-12 3 1,0-1-7,-4 1 1,-2-1 4,-4 6 0,4-7-1,-3 3 1,-2 0-12,1 0 0,-2 0 2,-3 0 0,-10-4 8,-14 3 0,-6 2 112,1-2 0,-3 0-127,-2-5 0,-4 1 320,-1-1 0,-6 5-352,2 0 1,-10 0 285,-6-4 0,-2-6-335,-2 1 0,-2-3-80,-2 3 1,-5-4 11,-5-7 1,-3 6 34,-2-1 0,-4-1-19,-6-8 1,-1 5 23,1-1 1,-6 1 14,1 4 1,-13-2 76,-2-3 0,-8 6 107,-7-1 1,-10 6-184,-9-6 0,-5 2 173,-5-1 0,44 10 0,0 0-241,-4 1 1,-2 1-1,-3 1 1,-2 1 216,-3 0 1,-1 1 0,-4-2-1,-1 0 0,-2 1 0,0 1 1,-2-1-1,-1 0-298,-2 2 1,0 2-1,2-1 1,-1 0 271,0 2 1,-2 1 0,-1-2 0,-2 0-7,-3 3 1,-1 1 0,7 0 0,-1-1-23,0 3 1,-1 0-1,0 0 1,0 0 24,1 0 1,-1 0 0,2 0 0,-1 0 80,-3 0 0,0 0 1,5 3-1,0 1-54,1 0 1,-1 2 0,-1 0 0,0 2 7,1 2 0,0 0 0,-4-1 0,-2 2 20,-1 3 1,0 1 0,4-2 0,1 2 9,-3 4 0,0 1 0,2-1 0,0 1-47,0 2 0,1 0 1,2 1-1,0 0-5,2 1 0,1 1 0,8-2 1,3 0-204,4 1 1,3 1-1,5 0 1,2 2 209,3-1 0,2 2 0,-26 26-74,16 5 0,25-10-83,13 4 1,13 1 339,12 0 0,10-1-368,19 0 1,10 1 63,20 5 1,-29-29-1,3-1 103,7 1 0,3-1 0,2 2 1,1 0-224,4-1 1,2-1 0,8 2-1,2-2-330,8-3 1,2-3-1,9 2 1,3-1 417,-26-9 1,3 0 0,0-1-1,8 1 1,1-1 0,1 0-476,6-1 1,1 0-1,2 0 1,6-1-1,2 0 1,0 0 451,-20-4 0,0-1 0,1 0 0,0 0 138,3 1 0,0-1 0,0 0 0,2 0 0,3 1 0,2-1 0,-1 1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4:35:38.728"/>
    </inkml:context>
    <inkml:brush xml:id="br0">
      <inkml:brushProperty name="width" value="0.08" units="cm"/>
      <inkml:brushProperty name="height" value="0.08" units="cm"/>
      <inkml:brushProperty name="color" value="#E71224"/>
    </inkml:brush>
    <inkml:brush xml:id="br1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1176 131 11092,'20'-16'285,"-1"-2"-1461,-1-2 722,-1 0 1,-7 11 983,-1-1-314,-5 0 0,1 2 84,-10 3 1,-5 3 35,-10 2 0,-9 2-132,-10 3 1,-12 5-36,-8 9 0,-6 6-108,-9 9 0,-6 2-229,-3 3 0,-3 4 287,-3-4 1,44-16 0,0 1-102,-1 1 0,-1-1 1,3 1-1,0-1 164,-44 20 0,16-6-237,18-4 0,12-3 75,17-1 0,6-8-593,9-2 312,3-4 1,14-7-383,3-5 1,8-2 118,1-2 0,6 0 235,-6 0 1,7 0 265,-1 0 1,9-6 0,4-3-1</inkml:trace>
  <inkml:trace contextRef="#ctx0" brushRef="#br1" timeOffset="316">1338 116 8571,'-15'-24'112,"1"-1"397,-1-1-354,7 11 1,1 1 88,7 9 1,2 3-84,3-3 1,9 5 75,11 5 0,9-2-43,5 7 1,17 0 106,8 5 0,14 4-277,10 1 0,2 8-142,-41-14 1,0 1 0,1 0 0,1 1 76,6 3 0,-1 1 0,-5 0 0,-1 0 0,3 1 0,0 0-317,-3-2 0,-2 1 177,39 23 1,-12-11-540,-6 8 1,-19-3 343,-1 2 1,-13 4 375,-1-4 0,-4-3 0,-5 1 0,-7 4 0,-6 5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4:35:45.90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324 234 8285,'-21'-7'-417,"4"-1"-53,-2-7 1,1 1 312,-2-1 1,4 5 156,-4 0 0,9 5 444,1-4 1,8 0-188,2 0 1,9-4-231,10 3 1,11 2 18,9-2 1,10 6-121,5 0 0,-2-3 71,2 2 0,0 0-6,5 5 0,1 0-5,4 0 1,-9 0-133,4 0 0,-17 0 176,-2 0 53,-8 0 1,-17-5 178,-10 0 1,-16-4-93,-14 4 1,-16-5 114,-8 5 0,-6 0-115,-4 5 0,-5-5-2,0 0 0,1 2-90,4 8 0,0-2 76,0 7 1,1 1 30,-1 9 1,2-2-136,3 7 1,11-7-207,14 1 1,3 2-296,11-1 6,4 0 1,17-6 196,4 1 0,16-7 56,8-3 0,9-3-9,6-2 0,5 0 98,9 0 1,4 5-245,7-1 1,14 1 17,10-5 0,-39 3 0,3 1 0,5 0 1,0 0-1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4:35:47.191"/>
    </inkml:context>
    <inkml:brush xml:id="br0">
      <inkml:brushProperty name="width" value="0.08" units="cm"/>
      <inkml:brushProperty name="height" value="0.08" units="cm"/>
      <inkml:brushProperty name="color" value="#E71224"/>
    </inkml:brush>
  </inkml:definitions>
  <inkml:trace contextRef="#ctx0" brushRef="#br0">234 16 11368,'-21'0'0,"-1"-5"-90,-2 0 0,-2 0-255,6 5 0,-4 0-273,4 0 0,0 0 401,6 0 0,-1 0 417,0 0-175,7 0 0,3 0-61,10 0 1,11 0 77,14 0 1,7 0-81,12 0 1,10 0 99,10 0 1,13 0-280,11 0 0,-43 2 1,2 1 207,7-1 1,0 1 0,4 2-1,0 1-260,3-1 1,0 0 0,3 1 0,1-1 220,3 0 0,1 0 0,-1 2 1,-1-1 49,0-1 1,-2 0 0,-3 1 0,-3 0-18,-5-1 1,0-1-1,-1 0 1,0-1-42,-4-3 0,-1 0 0,-1 0 0,-1 0 48,47 0 0,-18 0 0,-1 0 0,-12 0 82,1 0 1,-6 0 206,2 0 1,-12 0-270,-8 0 1,-8 0 268,-11 0 1,-4 0-143,-6 0 1114,-1 0-1068,-5 0 373,-3 0-480,-6 0-92,0 0-26,-6 0 1,-3 0-15,-5 0 1,-1 0 39,0 0 0,1-2-22,-1-3 0,0 4 20,1-4 1,-1 3-14,0 2 1,0 0-9,1 0 0,4-5 43,0 0 22,0 0 0,1 5 0,-1 0 5,6-6-29,-2 4-2,6-4-10,0-1 8,0 6 0,0-8-1,0 5 0,6 2 1,3-5 0,5 7 0,1 0 0,0 0 0,-1 0 1,1 0-1,0 0 0,1 0 0,4 0 0,-4 0 0,4 0 0,-4 0 0,-1 0 0,-1 0 0,1 0 0,0 5 0,0 0 0,-1 2 0,1-2 0,0-4 0,-1 4 0,1 2 0,0-2 0,-5-1-28,-1-4 1,-4 5-4,5 0 0,-5 0 10,5-5 1,-5 5 1,4 0-12,-5 0 0,4-5-30,-3 0 29,-4 0 0,6 1-19,-7 4 0,2-3-64,2 3-218,-2-3 251,5-2-311,-7 0 326,0 0 0,1 4-100,4 1-30,-3 0 25,11 2 172,-5 1 0,0 7 0,-1-1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4:35:49.29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1449 1353 8040,'-6'-23'0,"-4"4"-1,4 2 0,-6 3 112,7-1 56,-6 0 0,4 1 63,-2-1 1,2 5 0,7 0 0,0 5 28,0-4 1,7 0-268,2 0 1,9-3 73,2 7 1,1 0 101,-1 5 0,1 2-42,3 3 1,4 3-127,-3 7 1,-2 6-40,1 4 1,-6 4-7,2 5 128,-4-3-201,-1 12 0,-7-7 80,-3 3 1,1 2 0,-1-7-191,-2-1 238,-1-2 0,-2-4 0,0-2 5,0-5 71,0-4-45,-6-8 1,2-1 81,-6-7 0,6-2-89,-6-3 0,5-8 6,-5-7 0,7-6 1,-4 2 86,1-4-57,4-1 0,-4-1 13,6 1 1,0-5 133,0-1 0,0-1 1,1 4 238,4-3-280,3 1 1,12 5 1,-1-1 1,6 7-54,-5 4 1,6 4-48,-2 5 0,9 4 1,1 6 59,-1 0 0,-2 1 2,-2 4-46,1 10 1,-6 1-132,1 4 1,-7 1-3,1-1 1,-2 4 0,-4-4 11,-4-2 1,3 3 66,-7-1 1,1 1-21,-1-2 0,-3-2 24,3 2-103,3-2 1,-5-3-3150,7 1 3208,-7 0 0,17 0 0,-4-1 0</inkml:trace>
  <inkml:trace contextRef="#ctx0" brushRef="#br0" timeOffset="508">2831 1427 8040,'7'-15'0,"-4"-1"0,7-4 0,-7 4 0,8-1 0,-4 9 134,1 2 1,-3-4 70,5 5 0,-7-2 226,2 3-199,-3 2 409,-2-5-35,0 7 156,0 0-400,0 7-71,0-5-110,0 11-171,0-12-71,-7 6 135,6-7-263,-6 0 312,7 0-17,0 0 0,-5-2 3,0-3-70,-6-3 0,3 0 712,-7 3-488,0 3 1,-1 4 0,-4 3 178,-4 5 1,-6 11-151,-4 8 1,-3 14-34,-8 11 0,8 5 85,3 4-190,3 4 1,14 7 0,7-2-426,7-4 1,13-6-558,10-13 0,11-8-439,18-16 0,8-6 114,6-9 450,1-4 1,-5-7 0,-2-6-122,-3-7 1,6-1 823,-6-5 0,0-3 0,-10 1 0</inkml:trace>
  <inkml:trace contextRef="#ctx0" brushRef="#br0" timeOffset="933">3434 1897 7889,'-20'0'762,"1"0"1,-6 0-411,6 0 92,-8 0 1,11 5-1,-5 2 47,0 1 1,4 1-213,-2 6 0,-3-5-131,3 0 0,-1-2 176,6 2-96,-1-4 1,5-6-12,0 0 0,9 0-182,1 0 1,6-1 318,9-4-224,6 3 1,2-11 29,6 3 0,1-3-335,-1-2 0,5 1 137,1-1 1,-1 5-1,-5 2 167,1 2-202,-1 1 1,1 5 0,-3 1 44,-2 4 0,-5 10 585,-11 9-404,-2 4 0,-7 10 1,-2 4 109,-3 6 1,-4 7-104,-11-1 56,4-3 0,-12 4-87,3-6 1,4-6-1,3-11 357,7-6-704,4 2 0,10-13-590,7 0 1,8-14-963,16-11 1,11-9 837,8-6 0,5 2-84,0-1 1,1 4 545,0-4 1,-7 11 177,-3-2 1,-11 10-160,-9 0 289,-6 4 1,-15 7 161,-3 4 0,-6 5 0,-9 4 0,-7-2 0,-19 10 0,-1-4 0</inkml:trace>
  <inkml:trace contextRef="#ctx0" brushRef="#br0" timeOffset="1593">1655 3764 7761,'-44'5'0,"0"0"1,13 0 3,7-5 330,12 0 1,20-7 380,17-3 1,17-4-378,17-6 0,16-3-249,18-6 0,-39 12 0,2-1-456,6 1 1,3 0 0,7-3 0,3-1 415,5 1 1,2 1 0,7-2 0,3 0-193,-26 6 1,1 0 0,1 0 0,0 1 0,1-1 0,0 0 202,-2 1 0,0-1 0,0 0 1,30-6-1,-2 0 58,-8 1 1,-2 1-1,-3 0 1,-1 2-86,-2 2 1,-1 0-1,-2 1 1,0-1-205,-2 0 1,-1 1 0,-6-1-1,-2 0 113,-8 1 0,-1-1 1,2-3-1,0 0 32,1-1 1,-1-1 0,-2-1 0,-2-1-287,34-22 0,-10-7 161,-19-3 0,0-14 110,0-6 0,-2-7-5,-3 2 0,-10 1-128,-10 4 227,-9 1-9,-4-7 0,-13-5 322,-3-3-181,-3-4 17,-15 17 1,-4-6-31,-12 2 1,-2-7 108,-3-7 1,15 43-1,0 2-218,-2 1 0,-2 0-51,-2-2 1,-1-1 0,0-1-1,0 1 1,-3-4 0,-1 0 65,1 1 1,-1 0-148,2 0 0,-2 1 0,-3 3 0,-1 2 27,-2-1 0,-2 3 1,-4 0-1,-4 3 1,-4 2-1,-1 2-96,-2 2 0,0 3 0,-1 4 0,0 1 142,2 0 0,1 2-23,-3 2 0,-2 1 0,-3-3 0,-2 3-5,-3 2 1,0 2 0,-2 1 0,0 2 0,3 3 0,0 0-86,-2 0 0,-1 1 197,-4 3 0,-2 1 0,-3-3 0,-2 0 0,1 4 0,-1 1-37,3 1 0,1 0 0,-3 2 0,0 0-39,-5 2 0,0 2 10,7-1 0,0 0 1,-8 0-1,0 0 1,8 0-1,0 2 80,-3-1 1,0 2 0,6 4-1,0 1-16,2 3 0,1 3 0,-2 0 0,0 1-71,0 1 1,2 2 0,3 1-1,1 2 139,2 2 1,2 3-81,3-1 0,1 2 0,1 4 0,1 3 1,-3 1-1,1 0 47,-3 3 1,2 1 0,5-1 0,1 1-90,3 2 1,3 1 0,5 0 0,3 1 5,5 3 0,1 1 0,-2 2 0,0 0 23,1 5 1,1 0 0,2-4 0,2 0-13,4 1 1,2 0-1,2 0 1,2 1-68,3 4 0,4 1 1,1 3-1,4 1 53,4 7 0,2 1 0,3-2 0,2 0-39,5 2 1,3-1 0,3 3 0,5-1 72,6 1 1,3 0 0,1-1 0,3 0 45,3 2 0,2-2 0,4-3 0,2-1-293,3-2 0,5-1 1,6-1-1,6-3 249,5-6 0,5-3 1,1-1-1,4-3-94,8-3 0,3-3 1,-30-16-1,1-1 1,2 0-99,4 1 1,1-1 0,1-1 0,5-2 0,1-2-1,1-1-776,4 1 1,1-2 0,2-1 0,4-1 0,3-2 0,1 0 400,-18-4 0,1 0 0,0-1 0,1-1 496,-2-1 0,1-1 0,0 0 0,1-1 0,4 1 0,1-1 0,1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4:35:53.74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633 74 7924,'0'-15'-878,"0"1"959,0-1-73,0 7-13,0 1 1,5 6 17,0-4 0,6 3-9,-1-3 0,-2 4 28,2 1 1,-2 1 91,2 4-67,3-3 1,-10 6 64,7-3-53,-7-4 1,5 11 55,-3-7-50,-3 0 1,5-4 59,-7 4 1,0-3 74,0 4-81,0-6 155,0 0-143,-7 0-56,5 0 6,-4 0-52,6 0-103,0 0 19,0-6 70,0 4-31,0-4 90,0 6 125,0 0-181,-7 0 1,4 0-63,-7 0 0,5 0 42,-4 0 0,4 0-11,-5 0 1,5 0 4,-5 0 3,0 0 1,-4 0 171,-1 0-168,0 0 1,1 0 69,-1 0 1,0 0-55,0 0 1,6 0 10,-1 0 1,0 0-14,-5 0 0,6 0-3,-1 0 0,0 5-23,-5 0 0,5-1-23,1-4 0,-1 0-14,-5 0 83,0 0 1,1 0-39,-1 0 0,5 0 6,0 0 1,6 0-11,-6 0 1,5 0-2,-5 0 1,5 0 4,-5 0 1,5 2 6,-4 3 10,5-3-9,-9 4-134,12-6 194,-6 0-30,7 0 1,-1 0 26,-4 0 15,3 0-58,-5 0 10,7 0-24,0 0-73,7 0 81,-5 0-77,4 0 51,-6 0 73,0 0 220,7 0-145,-6 0-63,6 0-136,-7 0 47,0 0 2,6 0-23,-4 0 28,5 0 8,-7 0 62,6 0-58,-4 0 8,4 0 7,1 0 13,-6 0 22,6 0 34,-7 0 75,7 0-27,-6 0-47,6 0 8,-7 0 347,0 0-409,-7 0-22,6 0 1,-6-2 55,7-2 7,-7 2-25,6-5 0,-7 7-6,3 0-29,3 0 0,-6-1 36,3-4-22,3 3 0,-6-4-54,3 6-19,4 0-41,-6 0 25,1 0 1,2 0 47,-5 0-6,5 0 1,-4 0-81,3 0 77,4 0 4,-12 0 1,9 0-5,-6 0 0,6 0 3,-6 0 1,5 0 70,-5 0 1,5-5-3,-5 0 0,5 0-48,-4 5 0,4 0 15,-5 0-82,0 0 0,0 0 6,1 0 1,4 0-12,-5 0 1,5 0 28,-5 0 1,5 0-10,-5 0 0,6 0-14,-6 0 4,7 0 44,-11 0 1,11 0-59,-7 0 6,7 7 109,-3-6 5,-1 6-116,5-7-5,-4 0 55,6 0 1,0 1-10,0 4-153,0-3 107,0 4-1,0-6-7,0 0 29,6 0 21,-4 0 1,6 2-18,-3 3 2,-3-3-418,4 4 289,1-6 0,-4 0-382,7 0 0,-5 5-29,5 0 1,-6 1-725,6-1 1304,-6-3 0,9 11 0,-5-5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4:36:10.19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231 1 8323,'-38'8'0,"-2"-2"0,5-6 0,3 2 0,7 3 0,4-4 195,6 4 448,7 3-31,-5 1 30,11-1 1,1 0-266,6-3 1,6-2-68,-1 7 258,3-7 1,8 9 0,5-6-19,7 2 1,13-4-343,12 0 1,11 3-71,14-2 0,2 0-419,13-5 1,0-2 379,-47 0 0,1-1 0,3 2 0,0-1-156,1-2 0,0-2 0,1 2 0,1-2-229,-2-1 1,0 0 0,1 0 0,-1 1 27,-4 1 1,-1 0 0,47-7-256,-15 8 361,-3-8 0,-6 10 1,-4-2-47,-6 2 0,-14 2 58,-16 0 0,-4 0-159,-6 0-196,-2 0 591,-8 6 0,1-4-360,0 3 1,-1-3 529,1-2 0,-5 0-561,0 0 1,-5 0 43,4 0-291,-5 0 0,1 0-32,-10 0 1,-5 5-80,-10-1 0,-4 6 653,-11-5 0,-9 7 0,-8-4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0T14:36:10.92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280 119 8330,'-15'-15'-395,"0"0"-39,1 1 1,-3 6 330,-2 3 1,2-2 156,-2 2 0,3 0 85,1 5 0,0 0-79,0 0 1,1 0 57,-1 0 0,0 0 9,1 0 1,4 0 149,0 0 0,5 5 58,-5 0 347,7 0-276,-3-5-198,6 7 1,6-6-33,4 4 0,5-2 23,4 2 1,-1-3-181,7 3 0,6-4 135,8-1-38,3 0 0,6-1 0,6-2-3,9-2 1,21-5-64,9 5 1,-40 2 0,1-1-279,5 2 0,0 0 0,3 1 0,2 0 177,4-2 0,1 1 0,1 1 0,0 0-1037,4 1 0,-1 0 1117,-2 0 0,-1 0 0,5 0 0,0 0 0,-1 0 0,-1 0-123,2 0 1,-1 0 0,-3 0-1,0 0-197,-2 0 1,-1 0 0,1 0 0,1 0 170,3 1 1,1-2-1,-6-1 1,1-1 107,5 1 1,-1 0 0,-3-2-1,-1 1-10,-1 0 0,1 1 0,1 1 0,1 0 37,2-1 1,1 0 0,-9-2-1,-1 1 81,-3 1 0,0-1 0,-2 0 0,0 1 22,2 2 0,0 0 0,-5 0 1,-1 0-145,0 0 0,-2 0 1,37 0 150,-17 0 0,-1 2-50,-8 3 1,0-4 352,-6 4-1,-7 2-418,-7-2 0,-8 0 981,-11-5 1,-4 0-952,-7 0 938,-5 0-963,4 0 1,-12-2 438,4-3-502,-3 3-331,-2-11-570,-7 12-99,6-6 190,-6 7 0,7 2 229,0 3 630,0 3 0,0 7 0,0-1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8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9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://www.northsouth.edu/newassets/images/nsu-photo/logo-4.png"/>
          <p:cNvPicPr/>
          <p:nvPr/>
        </p:nvPicPr>
        <p:blipFill>
          <a:blip r:embed="rId14"/>
          <a:stretch/>
        </p:blipFill>
        <p:spPr>
          <a:xfrm>
            <a:off x="0" y="0"/>
            <a:ext cx="494640" cy="395640"/>
          </a:xfrm>
          <a:prstGeom prst="rect">
            <a:avLst/>
          </a:prstGeom>
          <a:ln>
            <a:noFill/>
          </a:ln>
        </p:spPr>
      </p:pic>
      <p:sp>
        <p:nvSpPr>
          <p:cNvPr id="5" name="Line 1"/>
          <p:cNvSpPr/>
          <p:nvPr/>
        </p:nvSpPr>
        <p:spPr>
          <a:xfrm flipV="1">
            <a:off x="792720" y="54720"/>
            <a:ext cx="11001600" cy="46080"/>
          </a:xfrm>
          <a:prstGeom prst="line">
            <a:avLst/>
          </a:prstGeom>
          <a:ln w="19080">
            <a:solidFill>
              <a:srgbClr val="3F6E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" name="PlaceHolder 2"/>
          <p:cNvSpPr>
            <a:spLocks noGrp="1"/>
          </p:cNvSpPr>
          <p:nvPr>
            <p:ph type="title"/>
          </p:nvPr>
        </p:nvSpPr>
        <p:spPr>
          <a:xfrm>
            <a:off x="1278720" y="155520"/>
            <a:ext cx="10514880" cy="524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8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3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2" descr="http://www.northsouth.edu/newassets/images/nsu-photo/logo-4.png"/>
          <p:cNvPicPr/>
          <p:nvPr/>
        </p:nvPicPr>
        <p:blipFill>
          <a:blip r:embed="rId14"/>
          <a:stretch/>
        </p:blipFill>
        <p:spPr>
          <a:xfrm>
            <a:off x="0" y="0"/>
            <a:ext cx="494640" cy="395640"/>
          </a:xfrm>
          <a:prstGeom prst="rect">
            <a:avLst/>
          </a:prstGeom>
          <a:ln>
            <a:noFill/>
          </a:ln>
        </p:spPr>
      </p:pic>
      <p:sp>
        <p:nvSpPr>
          <p:cNvPr id="41" name="Line 1"/>
          <p:cNvSpPr/>
          <p:nvPr/>
        </p:nvSpPr>
        <p:spPr>
          <a:xfrm flipV="1">
            <a:off x="792720" y="54720"/>
            <a:ext cx="11001600" cy="46080"/>
          </a:xfrm>
          <a:prstGeom prst="line">
            <a:avLst/>
          </a:prstGeom>
          <a:ln w="19080">
            <a:solidFill>
              <a:srgbClr val="3F6E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2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33" Type="http://schemas.openxmlformats.org/officeDocument/2006/relationships/customXml" Target="../ink/ink3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Relationship Id="rId32" Type="http://schemas.openxmlformats.org/officeDocument/2006/relationships/image" Target="../media/image36.png"/><Relationship Id="rId15" Type="http://schemas.openxmlformats.org/officeDocument/2006/relationships/customXml" Target="../ink/ink2.xml"/><Relationship Id="rId36" Type="http://schemas.openxmlformats.org/officeDocument/2006/relationships/image" Target="../media/image38.png"/><Relationship Id="rId14" Type="http://schemas.openxmlformats.org/officeDocument/2006/relationships/image" Target="../media/image2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52" Type="http://schemas.openxmlformats.org/officeDocument/2006/relationships/image" Target="../media/image7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13.xml"/><Relationship Id="rId35" Type="http://schemas.openxmlformats.org/officeDocument/2006/relationships/image" Target="../media/image96.png"/></Relationships>
</file>

<file path=ppt/slides/_rels/slide7.xml.rels><?xml version="1.0" encoding="UTF-8" standalone="yes"?>
<Relationships xmlns="http://schemas.openxmlformats.org/package/2006/relationships"><Relationship Id="rId85" Type="http://schemas.openxmlformats.org/officeDocument/2006/relationships/image" Target="../media/image140.png"/><Relationship Id="rId3" Type="http://schemas.openxmlformats.org/officeDocument/2006/relationships/image" Target="../media/image5.png"/><Relationship Id="rId103" Type="http://schemas.openxmlformats.org/officeDocument/2006/relationships/image" Target="../media/image14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Relationship Id="rId86" Type="http://schemas.openxmlformats.org/officeDocument/2006/relationships/customXml" Target="../ink/ink7.xml"/><Relationship Id="rId4" Type="http://schemas.openxmlformats.org/officeDocument/2006/relationships/customXml" Target="../ink/ink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38" Type="http://schemas.openxmlformats.org/officeDocument/2006/relationships/image" Target="../media/image188.png"/><Relationship Id="rId2" Type="http://schemas.openxmlformats.org/officeDocument/2006/relationships/image" Target="../media/image6.png"/><Relationship Id="rId29" Type="http://schemas.openxmlformats.org/officeDocument/2006/relationships/customXml" Target="../ink/ink9.xml"/><Relationship Id="rId1" Type="http://schemas.openxmlformats.org/officeDocument/2006/relationships/slideLayout" Target="../slideLayouts/slideLayout13.xml"/><Relationship Id="rId28" Type="http://schemas.openxmlformats.org/officeDocument/2006/relationships/image" Target="../media/image18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8" Type="http://schemas.openxmlformats.org/officeDocument/2006/relationships/image" Target="../media/image242.png"/><Relationship Id="rId3" Type="http://schemas.openxmlformats.org/officeDocument/2006/relationships/customXml" Target="../ink/ink10.xml"/><Relationship Id="rId2" Type="http://schemas.openxmlformats.org/officeDocument/2006/relationships/image" Target="../media/image9.png"/><Relationship Id="rId20" Type="http://schemas.openxmlformats.org/officeDocument/2006/relationships/image" Target="../media/image243.png"/><Relationship Id="rId1" Type="http://schemas.openxmlformats.org/officeDocument/2006/relationships/slideLayout" Target="../slideLayouts/slideLayout13.xml"/><Relationship Id="rId15" Type="http://schemas.openxmlformats.org/officeDocument/2006/relationships/customXml" Target="../ink/ink11.xml"/><Relationship Id="rId19" Type="http://schemas.openxmlformats.org/officeDocument/2006/relationships/customXml" Target="../ink/ink12.xml"/><Relationship Id="rId14" Type="http://schemas.openxmlformats.org/officeDocument/2006/relationships/image" Target="../media/image24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Relationship Id="rId14" Type="http://schemas.openxmlformats.org/officeDocument/2006/relationships/image" Target="../media/image25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7" Type="http://schemas.openxmlformats.org/officeDocument/2006/relationships/customXml" Target="../ink/ink15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68.png"/><Relationship Id="rId10" Type="http://schemas.openxmlformats.org/officeDocument/2006/relationships/image" Target="../media/image27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4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2" Type="http://schemas.openxmlformats.org/officeDocument/2006/relationships/image" Target="../media/image29.png"/><Relationship Id="rId16" Type="http://schemas.openxmlformats.org/officeDocument/2006/relationships/image" Target="../media/image354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7.png"/><Relationship Id="rId3" Type="http://schemas.openxmlformats.org/officeDocument/2006/relationships/image" Target="../media/image29.png"/><Relationship Id="rId7" Type="http://schemas.openxmlformats.org/officeDocument/2006/relationships/customXml" Target="../ink/ink19.xml"/><Relationship Id="rId12" Type="http://schemas.openxmlformats.org/officeDocument/2006/relationships/image" Target="../media/image379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76.png"/><Relationship Id="rId11" Type="http://schemas.openxmlformats.org/officeDocument/2006/relationships/customXml" Target="../ink/ink21.xml"/><Relationship Id="rId5" Type="http://schemas.openxmlformats.org/officeDocument/2006/relationships/customXml" Target="../ink/ink18.xml"/><Relationship Id="rId10" Type="http://schemas.openxmlformats.org/officeDocument/2006/relationships/image" Target="../media/image378.png"/><Relationship Id="rId4" Type="http://schemas.openxmlformats.org/officeDocument/2006/relationships/image" Target="../media/image31.png"/><Relationship Id="rId9" Type="http://schemas.openxmlformats.org/officeDocument/2006/relationships/customXml" Target="../ink/ink2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1.png"/><Relationship Id="rId4" Type="http://schemas.openxmlformats.org/officeDocument/2006/relationships/image" Target="../media/image29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2.xml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69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customXml" Target="../ink/ink23.xml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3.xml"/><Relationship Id="rId10" Type="http://schemas.openxmlformats.org/officeDocument/2006/relationships/image" Target="../media/image488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4.xml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3.xml"/><Relationship Id="rId10" Type="http://schemas.openxmlformats.org/officeDocument/2006/relationships/image" Target="../media/image501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13" Type="http://schemas.openxmlformats.org/officeDocument/2006/relationships/customXml" Target="../ink/ink30.xml"/><Relationship Id="rId18" Type="http://schemas.openxmlformats.org/officeDocument/2006/relationships/image" Target="../media/image517.png"/><Relationship Id="rId26" Type="http://schemas.openxmlformats.org/officeDocument/2006/relationships/image" Target="../media/image521.png"/><Relationship Id="rId39" Type="http://schemas.openxmlformats.org/officeDocument/2006/relationships/customXml" Target="../ink/ink43.xml"/><Relationship Id="rId21" Type="http://schemas.openxmlformats.org/officeDocument/2006/relationships/customXml" Target="../ink/ink34.xml"/><Relationship Id="rId34" Type="http://schemas.openxmlformats.org/officeDocument/2006/relationships/image" Target="../media/image525.png"/><Relationship Id="rId7" Type="http://schemas.openxmlformats.org/officeDocument/2006/relationships/customXml" Target="../ink/ink27.xml"/><Relationship Id="rId12" Type="http://schemas.openxmlformats.org/officeDocument/2006/relationships/image" Target="../media/image514.png"/><Relationship Id="rId17" Type="http://schemas.openxmlformats.org/officeDocument/2006/relationships/customXml" Target="../ink/ink32.xml"/><Relationship Id="rId25" Type="http://schemas.openxmlformats.org/officeDocument/2006/relationships/customXml" Target="../ink/ink36.xml"/><Relationship Id="rId33" Type="http://schemas.openxmlformats.org/officeDocument/2006/relationships/customXml" Target="../ink/ink40.xml"/><Relationship Id="rId38" Type="http://schemas.openxmlformats.org/officeDocument/2006/relationships/image" Target="../media/image527.png"/><Relationship Id="rId2" Type="http://schemas.openxmlformats.org/officeDocument/2006/relationships/image" Target="../media/image60.png"/><Relationship Id="rId16" Type="http://schemas.openxmlformats.org/officeDocument/2006/relationships/image" Target="../media/image516.png"/><Relationship Id="rId20" Type="http://schemas.openxmlformats.org/officeDocument/2006/relationships/image" Target="../media/image518.png"/><Relationship Id="rId29" Type="http://schemas.openxmlformats.org/officeDocument/2006/relationships/customXml" Target="../ink/ink3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11.png"/><Relationship Id="rId11" Type="http://schemas.openxmlformats.org/officeDocument/2006/relationships/customXml" Target="../ink/ink29.xml"/><Relationship Id="rId24" Type="http://schemas.openxmlformats.org/officeDocument/2006/relationships/image" Target="../media/image520.png"/><Relationship Id="rId32" Type="http://schemas.openxmlformats.org/officeDocument/2006/relationships/image" Target="../media/image524.png"/><Relationship Id="rId37" Type="http://schemas.openxmlformats.org/officeDocument/2006/relationships/customXml" Target="../ink/ink42.xml"/><Relationship Id="rId40" Type="http://schemas.openxmlformats.org/officeDocument/2006/relationships/image" Target="../media/image528.png"/><Relationship Id="rId5" Type="http://schemas.openxmlformats.org/officeDocument/2006/relationships/customXml" Target="../ink/ink26.xml"/><Relationship Id="rId15" Type="http://schemas.openxmlformats.org/officeDocument/2006/relationships/customXml" Target="../ink/ink31.xml"/><Relationship Id="rId23" Type="http://schemas.openxmlformats.org/officeDocument/2006/relationships/customXml" Target="../ink/ink35.xml"/><Relationship Id="rId28" Type="http://schemas.openxmlformats.org/officeDocument/2006/relationships/image" Target="../media/image522.png"/><Relationship Id="rId36" Type="http://schemas.openxmlformats.org/officeDocument/2006/relationships/image" Target="../media/image526.png"/><Relationship Id="rId10" Type="http://schemas.openxmlformats.org/officeDocument/2006/relationships/image" Target="../media/image513.png"/><Relationship Id="rId19" Type="http://schemas.openxmlformats.org/officeDocument/2006/relationships/customXml" Target="../ink/ink33.xml"/><Relationship Id="rId31" Type="http://schemas.openxmlformats.org/officeDocument/2006/relationships/customXml" Target="../ink/ink39.xml"/><Relationship Id="rId4" Type="http://schemas.openxmlformats.org/officeDocument/2006/relationships/image" Target="../media/image510.png"/><Relationship Id="rId9" Type="http://schemas.openxmlformats.org/officeDocument/2006/relationships/customXml" Target="../ink/ink28.xml"/><Relationship Id="rId14" Type="http://schemas.openxmlformats.org/officeDocument/2006/relationships/image" Target="../media/image515.png"/><Relationship Id="rId22" Type="http://schemas.openxmlformats.org/officeDocument/2006/relationships/image" Target="../media/image519.png"/><Relationship Id="rId27" Type="http://schemas.openxmlformats.org/officeDocument/2006/relationships/customXml" Target="../ink/ink37.xml"/><Relationship Id="rId30" Type="http://schemas.openxmlformats.org/officeDocument/2006/relationships/image" Target="../media/image523.png"/><Relationship Id="rId35" Type="http://schemas.openxmlformats.org/officeDocument/2006/relationships/customXml" Target="../ink/ink41.xml"/><Relationship Id="rId8" Type="http://schemas.openxmlformats.org/officeDocument/2006/relationships/image" Target="../media/image512.png"/><Relationship Id="rId3" Type="http://schemas.openxmlformats.org/officeDocument/2006/relationships/customXml" Target="../ink/ink25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2.png"/><Relationship Id="rId3" Type="http://schemas.openxmlformats.org/officeDocument/2006/relationships/customXml" Target="../ink/ink44.xml"/><Relationship Id="rId7" Type="http://schemas.openxmlformats.org/officeDocument/2006/relationships/customXml" Target="../ink/ink46.xml"/><Relationship Id="rId12" Type="http://schemas.openxmlformats.org/officeDocument/2006/relationships/image" Target="../media/image534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31.png"/><Relationship Id="rId5" Type="http://schemas.openxmlformats.org/officeDocument/2006/relationships/customXml" Target="../ink/ink45.xml"/><Relationship Id="rId4" Type="http://schemas.openxmlformats.org/officeDocument/2006/relationships/image" Target="../media/image530.png"/><Relationship Id="rId9" Type="http://schemas.openxmlformats.org/officeDocument/2006/relationships/customXml" Target="../ink/ink47.xml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8.png"/><Relationship Id="rId3" Type="http://schemas.openxmlformats.org/officeDocument/2006/relationships/customXml" Target="../ink/ink48.xml"/><Relationship Id="rId7" Type="http://schemas.openxmlformats.org/officeDocument/2006/relationships/customXml" Target="../ink/ink50.xml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37.png"/><Relationship Id="rId5" Type="http://schemas.openxmlformats.org/officeDocument/2006/relationships/customXml" Target="../ink/ink49.xml"/><Relationship Id="rId10" Type="http://schemas.openxmlformats.org/officeDocument/2006/relationships/image" Target="../media/image539.png"/><Relationship Id="rId4" Type="http://schemas.openxmlformats.org/officeDocument/2006/relationships/image" Target="../media/image536.png"/><Relationship Id="rId9" Type="http://schemas.openxmlformats.org/officeDocument/2006/relationships/customXml" Target="../ink/ink5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4.png"/><Relationship Id="rId13" Type="http://schemas.openxmlformats.org/officeDocument/2006/relationships/customXml" Target="../ink/ink57.xml"/><Relationship Id="rId18" Type="http://schemas.openxmlformats.org/officeDocument/2006/relationships/image" Target="../media/image549.png"/><Relationship Id="rId3" Type="http://schemas.openxmlformats.org/officeDocument/2006/relationships/customXml" Target="../ink/ink52.xml"/><Relationship Id="rId7" Type="http://schemas.openxmlformats.org/officeDocument/2006/relationships/customXml" Target="../ink/ink54.xml"/><Relationship Id="rId12" Type="http://schemas.openxmlformats.org/officeDocument/2006/relationships/image" Target="../media/image546.png"/><Relationship Id="rId17" Type="http://schemas.openxmlformats.org/officeDocument/2006/relationships/customXml" Target="../ink/ink59.xml"/><Relationship Id="rId2" Type="http://schemas.openxmlformats.org/officeDocument/2006/relationships/image" Target="../media/image64.png"/><Relationship Id="rId16" Type="http://schemas.openxmlformats.org/officeDocument/2006/relationships/image" Target="../media/image548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43.png"/><Relationship Id="rId11" Type="http://schemas.openxmlformats.org/officeDocument/2006/relationships/customXml" Target="../ink/ink56.xml"/><Relationship Id="rId5" Type="http://schemas.openxmlformats.org/officeDocument/2006/relationships/customXml" Target="../ink/ink53.xml"/><Relationship Id="rId15" Type="http://schemas.openxmlformats.org/officeDocument/2006/relationships/customXml" Target="../ink/ink58.xml"/><Relationship Id="rId10" Type="http://schemas.openxmlformats.org/officeDocument/2006/relationships/image" Target="../media/image545.png"/><Relationship Id="rId4" Type="http://schemas.openxmlformats.org/officeDocument/2006/relationships/image" Target="../media/image542.png"/><Relationship Id="rId9" Type="http://schemas.openxmlformats.org/officeDocument/2006/relationships/customXml" Target="../ink/ink55.xml"/><Relationship Id="rId14" Type="http://schemas.openxmlformats.org/officeDocument/2006/relationships/image" Target="../media/image547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3.png"/><Relationship Id="rId3" Type="http://schemas.openxmlformats.org/officeDocument/2006/relationships/customXml" Target="../ink/ink60.xml"/><Relationship Id="rId7" Type="http://schemas.openxmlformats.org/officeDocument/2006/relationships/customXml" Target="../ink/ink62.xml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52.png"/><Relationship Id="rId5" Type="http://schemas.openxmlformats.org/officeDocument/2006/relationships/customXml" Target="../ink/ink61.xml"/><Relationship Id="rId4" Type="http://schemas.openxmlformats.org/officeDocument/2006/relationships/image" Target="../media/image551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customXml" Target="../ink/ink63.xml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56.png"/><Relationship Id="rId5" Type="http://schemas.openxmlformats.org/officeDocument/2006/relationships/customXml" Target="../ink/ink64.xml"/><Relationship Id="rId4" Type="http://schemas.openxmlformats.org/officeDocument/2006/relationships/image" Target="../media/image555.png"/></Relationships>
</file>

<file path=ppt/slides/_rels/slide6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63.png"/><Relationship Id="rId18" Type="http://schemas.openxmlformats.org/officeDocument/2006/relationships/customXml" Target="../ink/ink72.xml"/><Relationship Id="rId26" Type="http://schemas.openxmlformats.org/officeDocument/2006/relationships/customXml" Target="../ink/ink76.xml"/><Relationship Id="rId39" Type="http://schemas.openxmlformats.org/officeDocument/2006/relationships/image" Target="../media/image576.png"/><Relationship Id="rId21" Type="http://schemas.openxmlformats.org/officeDocument/2006/relationships/image" Target="../media/image567.png"/><Relationship Id="rId34" Type="http://schemas.openxmlformats.org/officeDocument/2006/relationships/customXml" Target="../ink/ink80.xml"/><Relationship Id="rId42" Type="http://schemas.openxmlformats.org/officeDocument/2006/relationships/customXml" Target="../ink/ink84.xml"/><Relationship Id="rId47" Type="http://schemas.openxmlformats.org/officeDocument/2006/relationships/image" Target="../media/image580.png"/><Relationship Id="rId50" Type="http://schemas.openxmlformats.org/officeDocument/2006/relationships/customXml" Target="../ink/ink88.xml"/><Relationship Id="rId55" Type="http://schemas.openxmlformats.org/officeDocument/2006/relationships/image" Target="../media/image584.png"/><Relationship Id="rId63" Type="http://schemas.openxmlformats.org/officeDocument/2006/relationships/image" Target="../media/image588.png"/><Relationship Id="rId7" Type="http://schemas.openxmlformats.org/officeDocument/2006/relationships/image" Target="../media/image560.png"/><Relationship Id="rId2" Type="http://schemas.openxmlformats.org/officeDocument/2006/relationships/image" Target="../media/image67.png"/><Relationship Id="rId16" Type="http://schemas.openxmlformats.org/officeDocument/2006/relationships/customXml" Target="../ink/ink71.xml"/><Relationship Id="rId29" Type="http://schemas.openxmlformats.org/officeDocument/2006/relationships/image" Target="../media/image571.png"/><Relationship Id="rId11" Type="http://schemas.openxmlformats.org/officeDocument/2006/relationships/image" Target="../media/image562.png"/><Relationship Id="rId24" Type="http://schemas.openxmlformats.org/officeDocument/2006/relationships/customXml" Target="../ink/ink75.xml"/><Relationship Id="rId32" Type="http://schemas.openxmlformats.org/officeDocument/2006/relationships/customXml" Target="../ink/ink79.xml"/><Relationship Id="rId37" Type="http://schemas.openxmlformats.org/officeDocument/2006/relationships/image" Target="../media/image575.png"/><Relationship Id="rId40" Type="http://schemas.openxmlformats.org/officeDocument/2006/relationships/customXml" Target="../ink/ink83.xml"/><Relationship Id="rId45" Type="http://schemas.openxmlformats.org/officeDocument/2006/relationships/image" Target="../media/image579.png"/><Relationship Id="rId53" Type="http://schemas.openxmlformats.org/officeDocument/2006/relationships/image" Target="../media/image583.png"/><Relationship Id="rId58" Type="http://schemas.openxmlformats.org/officeDocument/2006/relationships/customXml" Target="../ink/ink92.xml"/><Relationship Id="rId5" Type="http://schemas.openxmlformats.org/officeDocument/2006/relationships/image" Target="../media/image559.png"/><Relationship Id="rId61" Type="http://schemas.openxmlformats.org/officeDocument/2006/relationships/image" Target="../media/image587.png"/><Relationship Id="rId19" Type="http://schemas.openxmlformats.org/officeDocument/2006/relationships/image" Target="../media/image566.png"/><Relationship Id="rId14" Type="http://schemas.openxmlformats.org/officeDocument/2006/relationships/customXml" Target="../ink/ink70.xml"/><Relationship Id="rId22" Type="http://schemas.openxmlformats.org/officeDocument/2006/relationships/customXml" Target="../ink/ink74.xml"/><Relationship Id="rId27" Type="http://schemas.openxmlformats.org/officeDocument/2006/relationships/image" Target="../media/image570.png"/><Relationship Id="rId30" Type="http://schemas.openxmlformats.org/officeDocument/2006/relationships/customXml" Target="../ink/ink78.xml"/><Relationship Id="rId35" Type="http://schemas.openxmlformats.org/officeDocument/2006/relationships/image" Target="../media/image574.png"/><Relationship Id="rId43" Type="http://schemas.openxmlformats.org/officeDocument/2006/relationships/image" Target="../media/image578.png"/><Relationship Id="rId48" Type="http://schemas.openxmlformats.org/officeDocument/2006/relationships/customXml" Target="../ink/ink87.xml"/><Relationship Id="rId56" Type="http://schemas.openxmlformats.org/officeDocument/2006/relationships/customXml" Target="../ink/ink91.xml"/><Relationship Id="rId8" Type="http://schemas.openxmlformats.org/officeDocument/2006/relationships/customXml" Target="../ink/ink67.xml"/><Relationship Id="rId51" Type="http://schemas.openxmlformats.org/officeDocument/2006/relationships/image" Target="../media/image582.png"/><Relationship Id="rId3" Type="http://schemas.openxmlformats.org/officeDocument/2006/relationships/image" Target="../media/image68.png"/><Relationship Id="rId12" Type="http://schemas.openxmlformats.org/officeDocument/2006/relationships/customXml" Target="../ink/ink69.xml"/><Relationship Id="rId17" Type="http://schemas.openxmlformats.org/officeDocument/2006/relationships/image" Target="../media/image565.png"/><Relationship Id="rId25" Type="http://schemas.openxmlformats.org/officeDocument/2006/relationships/image" Target="../media/image569.png"/><Relationship Id="rId33" Type="http://schemas.openxmlformats.org/officeDocument/2006/relationships/image" Target="../media/image573.png"/><Relationship Id="rId38" Type="http://schemas.openxmlformats.org/officeDocument/2006/relationships/customXml" Target="../ink/ink82.xml"/><Relationship Id="rId46" Type="http://schemas.openxmlformats.org/officeDocument/2006/relationships/customXml" Target="../ink/ink86.xml"/><Relationship Id="rId59" Type="http://schemas.openxmlformats.org/officeDocument/2006/relationships/image" Target="../media/image586.png"/><Relationship Id="rId20" Type="http://schemas.openxmlformats.org/officeDocument/2006/relationships/customXml" Target="../ink/ink73.xml"/><Relationship Id="rId41" Type="http://schemas.openxmlformats.org/officeDocument/2006/relationships/image" Target="../media/image577.png"/><Relationship Id="rId54" Type="http://schemas.openxmlformats.org/officeDocument/2006/relationships/customXml" Target="../ink/ink90.xml"/><Relationship Id="rId62" Type="http://schemas.openxmlformats.org/officeDocument/2006/relationships/customXml" Target="../ink/ink94.xml"/><Relationship Id="rId1" Type="http://schemas.openxmlformats.org/officeDocument/2006/relationships/slideLayout" Target="../slideLayouts/slideLayout13.xml"/><Relationship Id="rId6" Type="http://schemas.openxmlformats.org/officeDocument/2006/relationships/customXml" Target="../ink/ink66.xml"/><Relationship Id="rId15" Type="http://schemas.openxmlformats.org/officeDocument/2006/relationships/image" Target="../media/image564.png"/><Relationship Id="rId23" Type="http://schemas.openxmlformats.org/officeDocument/2006/relationships/image" Target="../media/image568.png"/><Relationship Id="rId28" Type="http://schemas.openxmlformats.org/officeDocument/2006/relationships/customXml" Target="../ink/ink77.xml"/><Relationship Id="rId36" Type="http://schemas.openxmlformats.org/officeDocument/2006/relationships/customXml" Target="../ink/ink81.xml"/><Relationship Id="rId49" Type="http://schemas.openxmlformats.org/officeDocument/2006/relationships/image" Target="../media/image581.png"/><Relationship Id="rId57" Type="http://schemas.openxmlformats.org/officeDocument/2006/relationships/image" Target="../media/image585.png"/><Relationship Id="rId10" Type="http://schemas.openxmlformats.org/officeDocument/2006/relationships/customXml" Target="../ink/ink68.xml"/><Relationship Id="rId31" Type="http://schemas.openxmlformats.org/officeDocument/2006/relationships/image" Target="../media/image572.png"/><Relationship Id="rId44" Type="http://schemas.openxmlformats.org/officeDocument/2006/relationships/customXml" Target="../ink/ink85.xml"/><Relationship Id="rId52" Type="http://schemas.openxmlformats.org/officeDocument/2006/relationships/customXml" Target="../ink/ink89.xml"/><Relationship Id="rId60" Type="http://schemas.openxmlformats.org/officeDocument/2006/relationships/customXml" Target="../ink/ink93.xml"/><Relationship Id="rId4" Type="http://schemas.openxmlformats.org/officeDocument/2006/relationships/customXml" Target="../ink/ink65.xml"/><Relationship Id="rId9" Type="http://schemas.openxmlformats.org/officeDocument/2006/relationships/image" Target="../media/image561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customXml" Target="../ink/ink95.xml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91.png"/><Relationship Id="rId5" Type="http://schemas.openxmlformats.org/officeDocument/2006/relationships/customXml" Target="../ink/ink96.xml"/><Relationship Id="rId4" Type="http://schemas.openxmlformats.org/officeDocument/2006/relationships/image" Target="../media/image59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CustomShape 1"/>
          <p:cNvSpPr/>
          <p:nvPr/>
        </p:nvSpPr>
        <p:spPr>
          <a:xfrm>
            <a:off x="1523880" y="2245680"/>
            <a:ext cx="9143280" cy="1563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800" b="1" strike="noStrike" spc="-1">
                <a:solidFill>
                  <a:srgbClr val="002060"/>
                </a:solidFill>
                <a:latin typeface="Calibri Light"/>
              </a:rPr>
              <a:t>CSE </a:t>
            </a:r>
            <a:r>
              <a:rPr lang="en-US" sz="4800" b="1" spc="-1">
                <a:solidFill>
                  <a:srgbClr val="002060"/>
                </a:solidFill>
                <a:latin typeface="Calibri Light"/>
              </a:rPr>
              <a:t>445</a:t>
            </a:r>
            <a:br>
              <a:rPr dirty="0"/>
            </a:br>
            <a:r>
              <a:rPr lang="en-US" sz="4800" b="1" strike="noStrike" spc="-1">
                <a:solidFill>
                  <a:srgbClr val="002060"/>
                </a:solidFill>
                <a:latin typeface="Calibri Light"/>
              </a:rPr>
              <a:t>Lecture </a:t>
            </a:r>
            <a:r>
              <a:rPr lang="en-US" sz="4800" b="1" spc="-1">
                <a:solidFill>
                  <a:srgbClr val="002060"/>
                </a:solidFill>
                <a:latin typeface="Calibri Light"/>
              </a:rPr>
              <a:t>9.1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81" name="CustomShape 2"/>
          <p:cNvSpPr/>
          <p:nvPr/>
        </p:nvSpPr>
        <p:spPr>
          <a:xfrm>
            <a:off x="1523880" y="3947040"/>
            <a:ext cx="9143280" cy="572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000" b="0" strike="noStrike" spc="-1">
                <a:solidFill>
                  <a:srgbClr val="0070C0"/>
                </a:solidFill>
                <a:latin typeface="Calibri"/>
              </a:rPr>
              <a:t>Decision Tree</a:t>
            </a:r>
            <a:r>
              <a:rPr lang="en-US" sz="2000" spc="-1">
                <a:solidFill>
                  <a:srgbClr val="0070C0"/>
                </a:solidFill>
                <a:latin typeface="Calibri"/>
              </a:rPr>
              <a:t> Classification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82" name="CustomShape 3"/>
          <p:cNvSpPr/>
          <p:nvPr/>
        </p:nvSpPr>
        <p:spPr>
          <a:xfrm>
            <a:off x="0" y="0"/>
            <a:ext cx="5919840" cy="2130120"/>
          </a:xfrm>
          <a:custGeom>
            <a:avLst/>
            <a:gdLst/>
            <a:ahLst/>
            <a:cxnLst/>
            <a:rect l="l" t="t" r="r" b="b"/>
            <a:pathLst>
              <a:path w="5920619" h="2130951">
                <a:moveTo>
                  <a:pt x="0" y="0"/>
                </a:moveTo>
                <a:lnTo>
                  <a:pt x="3191370" y="0"/>
                </a:lnTo>
                <a:lnTo>
                  <a:pt x="3346315" y="0"/>
                </a:lnTo>
                <a:lnTo>
                  <a:pt x="5920619" y="0"/>
                </a:lnTo>
                <a:lnTo>
                  <a:pt x="4936971" y="2130951"/>
                </a:lnTo>
                <a:lnTo>
                  <a:pt x="0" y="2130951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3" name="CustomShape 4"/>
          <p:cNvSpPr/>
          <p:nvPr/>
        </p:nvSpPr>
        <p:spPr>
          <a:xfrm>
            <a:off x="5097960" y="0"/>
            <a:ext cx="7093440" cy="2130120"/>
          </a:xfrm>
          <a:custGeom>
            <a:avLst/>
            <a:gdLst/>
            <a:ahLst/>
            <a:cxnLst/>
            <a:rect l="l" t="t" r="r" b="b"/>
            <a:pathLst>
              <a:path w="7094160" h="2130952">
                <a:moveTo>
                  <a:pt x="4417853" y="0"/>
                </a:moveTo>
                <a:lnTo>
                  <a:pt x="7094160" y="0"/>
                </a:lnTo>
                <a:lnTo>
                  <a:pt x="7094160" y="2130552"/>
                </a:lnTo>
                <a:lnTo>
                  <a:pt x="5920619" y="2130552"/>
                </a:lnTo>
                <a:lnTo>
                  <a:pt x="5920619" y="2130952"/>
                </a:lnTo>
                <a:lnTo>
                  <a:pt x="2729249" y="2130952"/>
                </a:lnTo>
                <a:lnTo>
                  <a:pt x="2574304" y="2130952"/>
                </a:lnTo>
                <a:lnTo>
                  <a:pt x="0" y="2130952"/>
                </a:lnTo>
                <a:lnTo>
                  <a:pt x="983648" y="1"/>
                </a:lnTo>
                <a:lnTo>
                  <a:pt x="4417853" y="1"/>
                </a:lnTo>
                <a:close/>
              </a:path>
            </a:pathLst>
          </a:custGeom>
          <a:solidFill>
            <a:srgbClr val="7F7F7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4" name="CustomShape 5"/>
          <p:cNvSpPr/>
          <p:nvPr/>
        </p:nvSpPr>
        <p:spPr>
          <a:xfrm flipH="1">
            <a:off x="6149160" y="4682880"/>
            <a:ext cx="4521960" cy="2174400"/>
          </a:xfrm>
          <a:custGeom>
            <a:avLst/>
            <a:gdLst/>
            <a:ahLst/>
            <a:cxnLst/>
            <a:rect l="l" t="t" r="r" b="b"/>
            <a:pathLst>
              <a:path w="4522796" h="2175080">
                <a:moveTo>
                  <a:pt x="3515449" y="0"/>
                </a:moveTo>
                <a:lnTo>
                  <a:pt x="0" y="0"/>
                </a:lnTo>
                <a:lnTo>
                  <a:pt x="0" y="2175080"/>
                </a:lnTo>
                <a:lnTo>
                  <a:pt x="4522796" y="217508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5" name="CustomShape 6"/>
          <p:cNvSpPr/>
          <p:nvPr/>
        </p:nvSpPr>
        <p:spPr>
          <a:xfrm>
            <a:off x="6266880" y="4682880"/>
            <a:ext cx="5924520" cy="2174400"/>
          </a:xfrm>
          <a:custGeom>
            <a:avLst/>
            <a:gdLst/>
            <a:ahLst/>
            <a:cxnLst/>
            <a:rect l="l" t="t" r="r" b="b"/>
            <a:pathLst>
              <a:path w="5925190" h="2175080">
                <a:moveTo>
                  <a:pt x="1007347" y="0"/>
                </a:moveTo>
                <a:lnTo>
                  <a:pt x="5925190" y="0"/>
                </a:lnTo>
                <a:lnTo>
                  <a:pt x="5925190" y="2175080"/>
                </a:lnTo>
                <a:lnTo>
                  <a:pt x="0" y="217508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6" name="CustomShape 7"/>
          <p:cNvSpPr/>
          <p:nvPr/>
        </p:nvSpPr>
        <p:spPr>
          <a:xfrm>
            <a:off x="0" y="4682880"/>
            <a:ext cx="7113960" cy="2174400"/>
          </a:xfrm>
          <a:custGeom>
            <a:avLst/>
            <a:gdLst/>
            <a:ahLst/>
            <a:cxnLst/>
            <a:rect l="l" t="t" r="r" b="b"/>
            <a:pathLst>
              <a:path w="7114535" h="2175080">
                <a:moveTo>
                  <a:pt x="0" y="0"/>
                </a:moveTo>
                <a:lnTo>
                  <a:pt x="1189345" y="0"/>
                </a:lnTo>
                <a:lnTo>
                  <a:pt x="7114535" y="0"/>
                </a:lnTo>
                <a:lnTo>
                  <a:pt x="6107188" y="2175080"/>
                </a:lnTo>
                <a:lnTo>
                  <a:pt x="1189345" y="2175080"/>
                </a:lnTo>
                <a:lnTo>
                  <a:pt x="0" y="2175080"/>
                </a:lnTo>
                <a:close/>
              </a:path>
            </a:pathLst>
          </a:custGeom>
          <a:solidFill>
            <a:srgbClr val="7F7F7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CustomShape 1"/>
          <p:cNvSpPr/>
          <p:nvPr/>
        </p:nvSpPr>
        <p:spPr>
          <a:xfrm>
            <a:off x="1278720" y="155520"/>
            <a:ext cx="10514880" cy="524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855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Decision tree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88" name="CustomShape 2"/>
          <p:cNvSpPr/>
          <p:nvPr/>
        </p:nvSpPr>
        <p:spPr>
          <a:xfrm>
            <a:off x="685800" y="1119240"/>
            <a:ext cx="11319840" cy="5236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99000"/>
          </a:bodyPr>
          <a:lstStyle/>
          <a:p>
            <a:pPr marL="228600" indent="-22788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Classification and regression trees are machine-learning methods for constructing prediction models from data</a:t>
            </a:r>
            <a:endParaRPr lang="en-US" sz="2800" b="0" strike="noStrike" spc="-1">
              <a:latin typeface="Arial"/>
            </a:endParaRPr>
          </a:p>
          <a:p>
            <a:pPr marL="228600" indent="-22788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The models are obtained by recursively partitioning the data space and fitting a simple prediction model within each partition </a:t>
            </a:r>
            <a:endParaRPr lang="en-US" sz="2800" b="0" strike="noStrike" spc="-1">
              <a:latin typeface="Arial"/>
            </a:endParaRPr>
          </a:p>
          <a:p>
            <a:pPr marL="228600" indent="-22788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As a result, the partitioning can be represented graphically as a decision tree</a:t>
            </a:r>
            <a:endParaRPr lang="en-US" sz="2800" b="0" strike="noStrike" spc="-1">
              <a:latin typeface="Arial"/>
            </a:endParaRPr>
          </a:p>
          <a:p>
            <a:pPr marL="228600" indent="-22788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Classification trees are designed for dependent variables that take a finite number of unordered values, with prediction error measured in terms of mis-classification cost</a:t>
            </a:r>
            <a:endParaRPr lang="en-US" sz="2800" b="0" strike="noStrike" spc="-1">
              <a:latin typeface="Arial"/>
            </a:endParaRPr>
          </a:p>
          <a:p>
            <a:pPr marL="228600" indent="-22788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Regression trees are for dependent variables that take continuous or ordered discrete values, with prediction error typically measured by the squared difference between the observed and predicted values</a:t>
            </a:r>
            <a:endParaRPr lang="en-US" sz="2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CustomShape 1"/>
          <p:cNvSpPr/>
          <p:nvPr/>
        </p:nvSpPr>
        <p:spPr>
          <a:xfrm>
            <a:off x="1278720" y="155520"/>
            <a:ext cx="10514880" cy="524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855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Decision Tree </a:t>
            </a:r>
            <a:r>
              <a:rPr lang="en-US" sz="4400" b="1" spc="-1">
                <a:solidFill>
                  <a:srgbClr val="002060"/>
                </a:solidFill>
                <a:latin typeface="Calibri Light"/>
              </a:rPr>
              <a:t>classifier</a:t>
            </a:r>
            <a:endParaRPr lang="en-US" sz="4400" b="0" strike="noStrike" spc="-1">
              <a:latin typeface="Arial"/>
            </a:endParaRPr>
          </a:p>
        </p:txBody>
      </p:sp>
      <p:pic>
        <p:nvPicPr>
          <p:cNvPr id="90" name="Picture 2" descr="Interview Questions – Towards Data Science"/>
          <p:cNvPicPr/>
          <p:nvPr/>
        </p:nvPicPr>
        <p:blipFill>
          <a:blip r:embed="rId2"/>
          <a:stretch/>
        </p:blipFill>
        <p:spPr>
          <a:xfrm>
            <a:off x="812160" y="1503720"/>
            <a:ext cx="10067040" cy="3929040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78455BED-20B5-6264-BA2B-BBA3E9E3E689}"/>
                  </a:ext>
                </a:extLst>
              </p14:cNvPr>
              <p14:cNvContentPartPr/>
              <p14:nvPr/>
            </p14:nvContentPartPr>
            <p14:xfrm>
              <a:off x="10234453" y="1110017"/>
              <a:ext cx="63360" cy="2664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78455BED-20B5-6264-BA2B-BBA3E9E3E689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220413" y="1095617"/>
                <a:ext cx="9180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371BC62D-54BB-DBB7-EC96-B2CF5259C619}"/>
                  </a:ext>
                </a:extLst>
              </p14:cNvPr>
              <p14:cNvContentPartPr/>
              <p14:nvPr/>
            </p14:nvContentPartPr>
            <p14:xfrm>
              <a:off x="5153773" y="2538857"/>
              <a:ext cx="63720" cy="27036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371BC62D-54BB-DBB7-EC96-B2CF5259C619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5143333" y="2528057"/>
                <a:ext cx="84960" cy="29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A42F9D98-78A1-C541-C83B-AD17AD672B43}"/>
                  </a:ext>
                </a:extLst>
              </p14:cNvPr>
              <p14:cNvContentPartPr/>
              <p14:nvPr/>
            </p14:nvContentPartPr>
            <p14:xfrm>
              <a:off x="1708933" y="2850977"/>
              <a:ext cx="725400" cy="14256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A42F9D98-78A1-C541-C83B-AD17AD672B43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698493" y="2840177"/>
                <a:ext cx="746640" cy="163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CustomShape 1"/>
          <p:cNvSpPr/>
          <p:nvPr/>
        </p:nvSpPr>
        <p:spPr>
          <a:xfrm>
            <a:off x="1278720" y="155520"/>
            <a:ext cx="10514880" cy="524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855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Decision tree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92" name="CustomShape 2"/>
          <p:cNvSpPr/>
          <p:nvPr/>
        </p:nvSpPr>
        <p:spPr>
          <a:xfrm>
            <a:off x="685800" y="1119240"/>
            <a:ext cx="11319840" cy="5236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228600" indent="-22788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In a classification problem, we have a training sample of n observations on a class variable Y that takes values 1, 2, ... , k, and p predictor variables, X1,..., </a:t>
            </a:r>
            <a:r>
              <a:rPr lang="en-US" sz="2800" b="0" strike="noStrike" spc="-1" err="1">
                <a:solidFill>
                  <a:srgbClr val="0070C0"/>
                </a:solidFill>
                <a:latin typeface="Calibri"/>
              </a:rPr>
              <a:t>Xp</a:t>
            </a: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      </a:t>
            </a:r>
            <a:endParaRPr lang="en-US" sz="2800" b="0" strike="noStrike" spc="-1">
              <a:latin typeface="Arial"/>
            </a:endParaRPr>
          </a:p>
          <a:p>
            <a:pPr marL="685800" lvl="1" indent="-227880">
              <a:lnSpc>
                <a:spcPct val="90000"/>
              </a:lnSpc>
              <a:spcBef>
                <a:spcPts val="499"/>
              </a:spcBef>
              <a:buClr>
                <a:srgbClr val="548235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548235"/>
                </a:solidFill>
                <a:latin typeface="Calibri"/>
              </a:rPr>
              <a:t>Our goal is to find a model for predicting the values of Y from new X values</a:t>
            </a:r>
            <a:endParaRPr lang="en-US" sz="2400" b="0" strike="noStrike" spc="-1">
              <a:latin typeface="Arial"/>
            </a:endParaRPr>
          </a:p>
          <a:p>
            <a:pPr marL="228600" indent="-22788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In theory, the solution is simply a partition of the X space into k disjoint sets, A1, A2,..., Ak, such that:</a:t>
            </a:r>
            <a:endParaRPr lang="en-US" sz="2800" b="0" strike="noStrike" spc="-1">
              <a:latin typeface="Arial"/>
            </a:endParaRPr>
          </a:p>
          <a:p>
            <a:pPr marL="685800" lvl="1" indent="-227880">
              <a:lnSpc>
                <a:spcPct val="90000"/>
              </a:lnSpc>
              <a:spcBef>
                <a:spcPts val="499"/>
              </a:spcBef>
              <a:buClr>
                <a:srgbClr val="548235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548235"/>
                </a:solidFill>
                <a:latin typeface="Calibri"/>
              </a:rPr>
              <a:t>The predicted value of Y is j if X belongs to </a:t>
            </a:r>
            <a:r>
              <a:rPr lang="en-US" sz="2400" b="0" strike="noStrike" spc="-1" err="1">
                <a:solidFill>
                  <a:srgbClr val="548235"/>
                </a:solidFill>
                <a:latin typeface="Calibri"/>
              </a:rPr>
              <a:t>Aj</a:t>
            </a:r>
            <a:r>
              <a:rPr lang="en-US" sz="2400" b="0" strike="noStrike" spc="-1">
                <a:solidFill>
                  <a:srgbClr val="548235"/>
                </a:solidFill>
                <a:latin typeface="Calibri"/>
              </a:rPr>
              <a:t> , for j = 1, 2,..., k </a:t>
            </a:r>
            <a:endParaRPr lang="en-US" sz="2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ustomShape 1"/>
          <p:cNvSpPr/>
          <p:nvPr/>
        </p:nvSpPr>
        <p:spPr>
          <a:xfrm>
            <a:off x="1278720" y="155520"/>
            <a:ext cx="10514880" cy="524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855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Decision tree example</a:t>
            </a:r>
            <a:endParaRPr lang="en-US" sz="4400" b="0" strike="noStrike" spc="-1">
              <a:latin typeface="Arial"/>
            </a:endParaRPr>
          </a:p>
        </p:txBody>
      </p:sp>
      <p:pic>
        <p:nvPicPr>
          <p:cNvPr id="96" name="Picture 3"/>
          <p:cNvPicPr/>
          <p:nvPr/>
        </p:nvPicPr>
        <p:blipFill>
          <a:blip r:embed="rId2"/>
          <a:stretch/>
        </p:blipFill>
        <p:spPr>
          <a:xfrm>
            <a:off x="1128960" y="906480"/>
            <a:ext cx="10267200" cy="5609520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68F17F97-74ED-068F-87A8-E954C52FF563}"/>
                  </a:ext>
                </a:extLst>
              </p14:cNvPr>
              <p14:cNvContentPartPr/>
              <p14:nvPr/>
            </p14:nvContentPartPr>
            <p14:xfrm>
              <a:off x="4619533" y="6253337"/>
              <a:ext cx="16200" cy="576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68F17F97-74ED-068F-87A8-E954C52FF563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4611973" y="6246137"/>
                <a:ext cx="31320" cy="20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CustomShape 1"/>
          <p:cNvSpPr/>
          <p:nvPr/>
        </p:nvSpPr>
        <p:spPr>
          <a:xfrm>
            <a:off x="1278720" y="155520"/>
            <a:ext cx="10514880" cy="524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855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Decision tree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100" name="CustomShape 2"/>
          <p:cNvSpPr/>
          <p:nvPr/>
        </p:nvSpPr>
        <p:spPr>
          <a:xfrm>
            <a:off x="685800" y="1119240"/>
            <a:ext cx="11319840" cy="5236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228600" indent="-22788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We start at the root and split the data based on the features</a:t>
            </a:r>
            <a:endParaRPr lang="en-US" sz="2800" b="0" strike="noStrike" spc="-1">
              <a:latin typeface="Arial"/>
            </a:endParaRPr>
          </a:p>
          <a:p>
            <a:pPr marL="228600" indent="-22788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We repeat this splitting procedure at each child node until the leaves are pure</a:t>
            </a:r>
            <a:endParaRPr lang="en-US" sz="2800" b="0" strike="noStrike" spc="-1">
              <a:latin typeface="Arial"/>
            </a:endParaRPr>
          </a:p>
          <a:p>
            <a:pPr marL="228600" indent="-22788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This means that the training examples at each node all belong to the same class</a:t>
            </a:r>
            <a:endParaRPr lang="en-US" sz="2800" b="0" strike="noStrike" spc="-1">
              <a:latin typeface="Arial"/>
            </a:endParaRPr>
          </a:p>
          <a:p>
            <a:pPr marL="228600" indent="-22788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In practice, this can result in a very deep tree with many nodes, which can easily lead to overfitting</a:t>
            </a:r>
            <a:endParaRPr lang="en-US" sz="2800" b="0" strike="noStrike" spc="-1">
              <a:latin typeface="Arial"/>
            </a:endParaRPr>
          </a:p>
          <a:p>
            <a:pPr marL="228600" indent="-22788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We typically want to </a:t>
            </a:r>
            <a:r>
              <a:rPr lang="en-US" sz="2800" b="1" strike="noStrike" spc="-1">
                <a:solidFill>
                  <a:srgbClr val="0070C0"/>
                </a:solidFill>
                <a:latin typeface="Calibri"/>
              </a:rPr>
              <a:t>prune </a:t>
            </a: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the tree by setting a limit for the maximal depth</a:t>
            </a:r>
            <a:br/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of the tree</a:t>
            </a:r>
            <a:br/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 </a:t>
            </a:r>
            <a:endParaRPr lang="en-US" sz="2800" b="0" strike="noStrike" spc="-1">
              <a:latin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A1BAB335-A093-00E1-F7D8-2F18505FD932}"/>
                  </a:ext>
                </a:extLst>
              </p14:cNvPr>
              <p14:cNvContentPartPr/>
              <p14:nvPr/>
            </p14:nvContentPartPr>
            <p14:xfrm>
              <a:off x="8709853" y="4846097"/>
              <a:ext cx="116640" cy="4284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A1BAB335-A093-00E1-F7D8-2F18505FD932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8699413" y="4835297"/>
                <a:ext cx="137880" cy="64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CustomShape 1"/>
          <p:cNvSpPr/>
          <p:nvPr/>
        </p:nvSpPr>
        <p:spPr>
          <a:xfrm>
            <a:off x="1278720" y="155520"/>
            <a:ext cx="10514880" cy="524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92500" lnSpcReduction="10000"/>
          </a:bodyPr>
          <a:lstStyle/>
          <a:p>
            <a:pPr algn="ctr">
              <a:lnSpc>
                <a:spcPct val="90000"/>
              </a:lnSpc>
            </a:pPr>
            <a:r>
              <a:rPr lang="en-US" sz="3600" b="1" strike="noStrike" spc="-1">
                <a:solidFill>
                  <a:srgbClr val="002060"/>
                </a:solidFill>
                <a:latin typeface="Calibri Light"/>
              </a:rPr>
              <a:t>Cost function (Objective function)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02" name="CustomShape 2"/>
          <p:cNvSpPr/>
          <p:nvPr/>
        </p:nvSpPr>
        <p:spPr>
          <a:xfrm>
            <a:off x="685800" y="2122200"/>
            <a:ext cx="11319840" cy="4233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228600" indent="-22788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The IG is simply the difference between the impurity of the parent node and the sum of the child node impurities</a:t>
            </a:r>
            <a:endParaRPr lang="en-US" sz="2800" b="0" strike="noStrike" spc="-1">
              <a:latin typeface="Arial"/>
            </a:endParaRPr>
          </a:p>
          <a:p>
            <a:pPr marL="228600" indent="-22788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The lower the impurities of the child nodes, the larger the information gain</a:t>
            </a:r>
            <a:endParaRPr lang="en-US" sz="2800" b="0" strike="noStrike" spc="-1">
              <a:latin typeface="Arial"/>
            </a:endParaRPr>
          </a:p>
          <a:p>
            <a:pPr marL="228600" indent="-22788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To keep the solution tractable, that is to reduce the combinatorial search space, most implementations use binary decision trees</a:t>
            </a:r>
            <a:endParaRPr lang="en-US" sz="2800" b="0" strike="noStrike" spc="-1">
              <a:latin typeface="Arial"/>
            </a:endParaRPr>
          </a:p>
          <a:p>
            <a:pPr marL="228600" indent="-22788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In that case, the above IG formula transform to the following</a:t>
            </a:r>
            <a:endParaRPr lang="en-US" sz="28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endParaRPr lang="en-US" sz="2800" b="0" strike="noStrike" spc="-1">
              <a:latin typeface="Arial"/>
            </a:endParaRPr>
          </a:p>
        </p:txBody>
      </p:sp>
      <p:pic>
        <p:nvPicPr>
          <p:cNvPr id="103" name="Picture 3"/>
          <p:cNvPicPr/>
          <p:nvPr/>
        </p:nvPicPr>
        <p:blipFill>
          <a:blip r:embed="rId2"/>
          <a:stretch/>
        </p:blipFill>
        <p:spPr>
          <a:xfrm>
            <a:off x="4112280" y="645840"/>
            <a:ext cx="4466520" cy="1475640"/>
          </a:xfrm>
          <a:prstGeom prst="rect">
            <a:avLst/>
          </a:prstGeom>
          <a:ln>
            <a:noFill/>
          </a:ln>
        </p:spPr>
      </p:pic>
      <p:pic>
        <p:nvPicPr>
          <p:cNvPr id="104" name="Picture 4"/>
          <p:cNvPicPr/>
          <p:nvPr/>
        </p:nvPicPr>
        <p:blipFill>
          <a:blip r:embed="rId3"/>
          <a:stretch/>
        </p:blipFill>
        <p:spPr>
          <a:xfrm>
            <a:off x="2454120" y="5181480"/>
            <a:ext cx="7557120" cy="1173960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8567C354-4E6F-3D69-1577-5CEF92B0D63E}"/>
                  </a:ext>
                </a:extLst>
              </p14:cNvPr>
              <p14:cNvContentPartPr/>
              <p14:nvPr/>
            </p14:nvContentPartPr>
            <p14:xfrm>
              <a:off x="6176173" y="1470017"/>
              <a:ext cx="26640" cy="1404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8567C354-4E6F-3D69-1577-5CEF92B0D63E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6165733" y="1459577"/>
                <a:ext cx="47880" cy="3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60EAC523-E240-F232-F8B1-FCBDEE9F8854}"/>
                  </a:ext>
                </a:extLst>
              </p14:cNvPr>
              <p14:cNvContentPartPr/>
              <p14:nvPr/>
            </p14:nvContentPartPr>
            <p14:xfrm>
              <a:off x="4382293" y="1483697"/>
              <a:ext cx="42840" cy="3204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60EAC523-E240-F232-F8B1-FCBDEE9F8854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4371853" y="1472897"/>
                <a:ext cx="64080" cy="53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CustomShape 1"/>
          <p:cNvSpPr/>
          <p:nvPr/>
        </p:nvSpPr>
        <p:spPr>
          <a:xfrm>
            <a:off x="1278720" y="155520"/>
            <a:ext cx="10514880" cy="524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93000"/>
          </a:bodyPr>
          <a:lstStyle/>
          <a:p>
            <a:pPr algn="ctr">
              <a:lnSpc>
                <a:spcPct val="90000"/>
              </a:lnSpc>
            </a:pPr>
            <a:r>
              <a:rPr lang="en-US" sz="3200" b="1" strike="noStrike" spc="-1">
                <a:solidFill>
                  <a:srgbClr val="002060"/>
                </a:solidFill>
                <a:latin typeface="Calibri Light"/>
              </a:rPr>
              <a:t>Impurity measurement: Entropy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106" name="CustomShape 2"/>
          <p:cNvSpPr/>
          <p:nvPr/>
        </p:nvSpPr>
        <p:spPr>
          <a:xfrm>
            <a:off x="685800" y="2212920"/>
            <a:ext cx="11319840" cy="4142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92500" lnSpcReduction="10000"/>
          </a:bodyPr>
          <a:lstStyle/>
          <a:p>
            <a:pPr marL="228600" indent="-22788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Here </a:t>
            </a:r>
            <a:r>
              <a:rPr lang="en-US" sz="2800" b="0" i="1" strike="noStrike" spc="-1">
                <a:solidFill>
                  <a:srgbClr val="0070C0"/>
                </a:solidFill>
                <a:latin typeface="Calibri"/>
              </a:rPr>
              <a:t>p(</a:t>
            </a:r>
            <a:r>
              <a:rPr lang="en-US" sz="2800" b="0" i="1" strike="noStrike" spc="-1" err="1">
                <a:solidFill>
                  <a:srgbClr val="0070C0"/>
                </a:solidFill>
                <a:latin typeface="Calibri"/>
              </a:rPr>
              <a:t>i|t</a:t>
            </a:r>
            <a:r>
              <a:rPr lang="en-US" sz="2800" b="0" i="1" strike="noStrike" spc="-1">
                <a:solidFill>
                  <a:srgbClr val="0070C0"/>
                </a:solidFill>
                <a:latin typeface="Calibri"/>
              </a:rPr>
              <a:t>)</a:t>
            </a: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 – the proportion of the examples that belong to class </a:t>
            </a:r>
            <a:r>
              <a:rPr lang="en-US" sz="2800" b="0" i="1" strike="noStrike" spc="-1" err="1">
                <a:solidFill>
                  <a:srgbClr val="0070C0"/>
                </a:solidFill>
                <a:latin typeface="Calibri"/>
              </a:rPr>
              <a:t>i</a:t>
            </a: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 for a particular node </a:t>
            </a:r>
            <a:r>
              <a:rPr lang="en-US" sz="2800" b="0" i="1" strike="noStrike" spc="-1">
                <a:solidFill>
                  <a:srgbClr val="0070C0"/>
                </a:solidFill>
                <a:latin typeface="Calibri"/>
              </a:rPr>
              <a:t>t</a:t>
            </a:r>
            <a:endParaRPr lang="en-US" sz="2800" b="0" strike="noStrike" spc="-1">
              <a:latin typeface="Arial"/>
            </a:endParaRPr>
          </a:p>
          <a:p>
            <a:pPr marL="228600" indent="-22788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The entropy is 0 if all examples at a node belong to the same class</a:t>
            </a:r>
          </a:p>
          <a:p>
            <a:pPr marL="685800" lvl="1" indent="-22788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In a binary class setting, the entropy is 0 if 𝑝(𝑖 = 1|𝑡) = 1 or 𝑝(𝑖 = 0|𝑡) = 0 </a:t>
            </a:r>
            <a:endParaRPr lang="en-US" sz="2800" b="0" strike="noStrike" spc="-1">
              <a:latin typeface="Arial"/>
            </a:endParaRPr>
          </a:p>
          <a:p>
            <a:pPr marL="228600" indent="-22788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The entropy is maximal if we have uniform class distribution</a:t>
            </a:r>
            <a:endParaRPr lang="en-US" sz="2800" b="0" strike="noStrike" spc="-1">
              <a:latin typeface="Arial"/>
            </a:endParaRPr>
          </a:p>
          <a:p>
            <a:pPr marL="685800" lvl="1" indent="-22788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If the classes are distributed uniformly with 𝑝(𝑖 = 1|𝑡) = 0.5 and 𝑝(𝑖 = 0|𝑡) = 0.5, the entropy is 1</a:t>
            </a:r>
            <a:endParaRPr lang="en-US" sz="2800" b="0" strike="noStrike" spc="-1">
              <a:latin typeface="Arial"/>
            </a:endParaRPr>
          </a:p>
          <a:p>
            <a:pPr marL="228600" indent="-22788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Therefore, we can say that the entropy criterion attempts to maximize the mutual information in the tree </a:t>
            </a:r>
            <a:br>
              <a:rPr/>
            </a:b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 </a:t>
            </a:r>
            <a:endParaRPr lang="en-US" sz="2800" b="0" strike="noStrike" spc="-1">
              <a:latin typeface="Arial"/>
            </a:endParaRPr>
          </a:p>
        </p:txBody>
      </p:sp>
      <p:pic>
        <p:nvPicPr>
          <p:cNvPr id="107" name="Picture 4"/>
          <p:cNvPicPr/>
          <p:nvPr/>
        </p:nvPicPr>
        <p:blipFill>
          <a:blip r:embed="rId2"/>
          <a:stretch/>
        </p:blipFill>
        <p:spPr>
          <a:xfrm>
            <a:off x="1002413" y="680400"/>
            <a:ext cx="4542120" cy="1412640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A510F429-1A84-8C67-4030-37FEE3FC0A71}"/>
                  </a:ext>
                </a:extLst>
              </p14:cNvPr>
              <p14:cNvContentPartPr/>
              <p14:nvPr/>
            </p14:nvContentPartPr>
            <p14:xfrm>
              <a:off x="3153613" y="3105857"/>
              <a:ext cx="5760" cy="576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A510F429-1A84-8C67-4030-37FEE3FC0A71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3143173" y="3095417"/>
                <a:ext cx="2700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71648CC6-1E7C-6B0A-B90C-C0BA800F76C3}"/>
                  </a:ext>
                </a:extLst>
              </p14:cNvPr>
              <p14:cNvContentPartPr/>
              <p14:nvPr/>
            </p14:nvContentPartPr>
            <p14:xfrm>
              <a:off x="8551093" y="3158777"/>
              <a:ext cx="32040" cy="3204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71648CC6-1E7C-6B0A-B90C-C0BA800F76C3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8540653" y="3148337"/>
                <a:ext cx="53280" cy="53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CustomShape 1"/>
          <p:cNvSpPr/>
          <p:nvPr/>
        </p:nvSpPr>
        <p:spPr>
          <a:xfrm>
            <a:off x="1278720" y="155520"/>
            <a:ext cx="10514880" cy="524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92500" lnSpcReduction="10000"/>
          </a:bodyPr>
          <a:lstStyle/>
          <a:p>
            <a:pPr algn="ctr">
              <a:lnSpc>
                <a:spcPct val="90000"/>
              </a:lnSpc>
            </a:pPr>
            <a:r>
              <a:rPr lang="en-US" sz="3600" b="1" strike="noStrike" spc="-1">
                <a:solidFill>
                  <a:srgbClr val="002060"/>
                </a:solidFill>
                <a:latin typeface="Calibri Light"/>
              </a:rPr>
              <a:t>Impurity measurement: Gini impurity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09" name="CustomShape 2"/>
          <p:cNvSpPr/>
          <p:nvPr/>
        </p:nvSpPr>
        <p:spPr>
          <a:xfrm>
            <a:off x="732960" y="2212920"/>
            <a:ext cx="11319840" cy="4142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 marL="228600" indent="-22788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It tries to minimize the probability of misclassification </a:t>
            </a:r>
            <a:endParaRPr lang="en-US" sz="2800" b="0" strike="noStrike" spc="-1">
              <a:latin typeface="Arial"/>
            </a:endParaRPr>
          </a:p>
          <a:p>
            <a:pPr marL="228600" indent="-22788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Gini impurity is maximal if the classes have equal probabilities</a:t>
            </a:r>
            <a:endParaRPr lang="en-US" sz="2800" b="0" strike="noStrike" spc="-1">
              <a:latin typeface="Arial"/>
            </a:endParaRPr>
          </a:p>
          <a:p>
            <a:pPr marL="685800" lvl="1" indent="-227880">
              <a:lnSpc>
                <a:spcPct val="90000"/>
              </a:lnSpc>
              <a:spcBef>
                <a:spcPts val="499"/>
              </a:spcBef>
              <a:buClr>
                <a:srgbClr val="548235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548235"/>
                </a:solidFill>
                <a:latin typeface="Calibri"/>
              </a:rPr>
              <a:t>For example, in a binary class setting</a:t>
            </a:r>
            <a:endParaRPr lang="en-US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400" b="0" strike="noStrike" spc="-1">
              <a:latin typeface="Arial"/>
            </a:endParaRPr>
          </a:p>
          <a:p>
            <a:pPr marL="228600" indent="-22788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However in practice Gini impurity and entropy performs almost the same</a:t>
            </a:r>
            <a:endParaRPr lang="en-US" sz="2800" b="0" strike="noStrike" spc="-1">
              <a:latin typeface="Arial"/>
            </a:endParaRPr>
          </a:p>
        </p:txBody>
      </p:sp>
      <p:pic>
        <p:nvPicPr>
          <p:cNvPr id="110" name="Picture 3"/>
          <p:cNvPicPr/>
          <p:nvPr/>
        </p:nvPicPr>
        <p:blipFill>
          <a:blip r:embed="rId2"/>
          <a:stretch/>
        </p:blipFill>
        <p:spPr>
          <a:xfrm>
            <a:off x="3951000" y="914400"/>
            <a:ext cx="4437000" cy="1122480"/>
          </a:xfrm>
          <a:prstGeom prst="rect">
            <a:avLst/>
          </a:prstGeom>
          <a:ln>
            <a:noFill/>
          </a:ln>
        </p:spPr>
      </p:pic>
      <p:pic>
        <p:nvPicPr>
          <p:cNvPr id="111" name="Picture 5"/>
          <p:cNvPicPr/>
          <p:nvPr/>
        </p:nvPicPr>
        <p:blipFill>
          <a:blip r:embed="rId3"/>
          <a:stretch/>
        </p:blipFill>
        <p:spPr>
          <a:xfrm>
            <a:off x="3444306" y="3650186"/>
            <a:ext cx="3039840" cy="10429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CustomShape 1"/>
          <p:cNvSpPr/>
          <p:nvPr/>
        </p:nvSpPr>
        <p:spPr>
          <a:xfrm>
            <a:off x="1278720" y="155520"/>
            <a:ext cx="10514880" cy="524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92500" lnSpcReduction="10000"/>
          </a:bodyPr>
          <a:lstStyle/>
          <a:p>
            <a:pPr algn="ctr">
              <a:lnSpc>
                <a:spcPct val="90000"/>
              </a:lnSpc>
            </a:pPr>
            <a:r>
              <a:rPr lang="en-US" sz="3600" b="1" strike="noStrike" spc="-1">
                <a:solidFill>
                  <a:srgbClr val="002060"/>
                </a:solidFill>
                <a:latin typeface="Calibri Light"/>
              </a:rPr>
              <a:t>Impurity measurement: Classification error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13" name="CustomShape 2"/>
          <p:cNvSpPr/>
          <p:nvPr/>
        </p:nvSpPr>
        <p:spPr>
          <a:xfrm>
            <a:off x="323280" y="2764440"/>
            <a:ext cx="11319840" cy="2752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 marL="228600" indent="-22788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It looks promising</a:t>
            </a:r>
            <a:endParaRPr lang="en-US" sz="2800" b="0" strike="noStrike" spc="-1">
              <a:latin typeface="Arial"/>
            </a:endParaRPr>
          </a:p>
          <a:p>
            <a:pPr marL="228600" indent="-22788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But it is manly used for pruning the tree </a:t>
            </a:r>
            <a:endParaRPr lang="en-US" sz="2800" b="0" strike="noStrike" spc="-1">
              <a:latin typeface="Arial"/>
            </a:endParaRPr>
          </a:p>
          <a:p>
            <a:pPr marL="228600" indent="-227880">
              <a:lnSpc>
                <a:spcPct val="90000"/>
              </a:lnSpc>
              <a:spcBef>
                <a:spcPts val="1001"/>
              </a:spcBef>
              <a:buClr>
                <a:srgbClr val="0070C0"/>
              </a:buClr>
              <a:buFont typeface="Arial"/>
              <a:buChar char="•"/>
            </a:pPr>
            <a:r>
              <a:rPr lang="en-US" sz="2800" spc="-1">
                <a:solidFill>
                  <a:srgbClr val="0070C0"/>
                </a:solidFill>
                <a:latin typeface="Calibri"/>
              </a:rPr>
              <a:t>I</a:t>
            </a:r>
            <a:r>
              <a:rPr lang="en-US" sz="2800" b="0" strike="noStrike" spc="-1">
                <a:solidFill>
                  <a:srgbClr val="0070C0"/>
                </a:solidFill>
                <a:latin typeface="Calibri"/>
              </a:rPr>
              <a:t>t is less sensitive to the class probabilities of the nodes</a:t>
            </a:r>
            <a:endParaRPr lang="en-US" sz="2800" b="0" strike="noStrike" spc="-1">
              <a:latin typeface="Arial"/>
            </a:endParaRPr>
          </a:p>
        </p:txBody>
      </p:sp>
      <p:pic>
        <p:nvPicPr>
          <p:cNvPr id="114" name="Picture 4"/>
          <p:cNvPicPr/>
          <p:nvPr/>
        </p:nvPicPr>
        <p:blipFill>
          <a:blip r:embed="rId2"/>
          <a:stretch/>
        </p:blipFill>
        <p:spPr>
          <a:xfrm>
            <a:off x="3830040" y="1087920"/>
            <a:ext cx="5208480" cy="888120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DA348D1-B6B4-F3A7-BAF5-3731D2E5556E}"/>
                  </a:ext>
                </a:extLst>
              </p14:cNvPr>
              <p14:cNvContentPartPr/>
              <p14:nvPr/>
            </p14:nvContentPartPr>
            <p14:xfrm>
              <a:off x="5307493" y="1642457"/>
              <a:ext cx="74520" cy="57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0DA348D1-B6B4-F3A7-BAF5-3731D2E5556E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296693" y="1631657"/>
                <a:ext cx="9576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A5EE235B-2D91-E27B-4FA1-BC9C14E6F573}"/>
                  </a:ext>
                </a:extLst>
              </p14:cNvPr>
              <p14:cNvContentPartPr/>
              <p14:nvPr/>
            </p14:nvContentPartPr>
            <p14:xfrm>
              <a:off x="5608813" y="1790417"/>
              <a:ext cx="32040" cy="108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A5EE235B-2D91-E27B-4FA1-BC9C14E6F573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598373" y="1779977"/>
                <a:ext cx="5328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4E9A08E1-528E-F836-0706-83056E4526D1}"/>
                  </a:ext>
                </a:extLst>
              </p14:cNvPr>
              <p14:cNvContentPartPr/>
              <p14:nvPr/>
            </p14:nvContentPartPr>
            <p14:xfrm>
              <a:off x="9667813" y="2489177"/>
              <a:ext cx="106200" cy="30168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4E9A08E1-528E-F836-0706-83056E4526D1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9657013" y="2478390"/>
                <a:ext cx="127440" cy="322895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CustomShape 1"/>
          <p:cNvSpPr/>
          <p:nvPr/>
        </p:nvSpPr>
        <p:spPr>
          <a:xfrm>
            <a:off x="1278720" y="155520"/>
            <a:ext cx="10514880" cy="524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855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Building a Decision Tree</a:t>
            </a:r>
            <a:endParaRPr lang="en-US" sz="4400" b="0" strike="noStrike" spc="-1">
              <a:latin typeface="Arial"/>
            </a:endParaRPr>
          </a:p>
        </p:txBody>
      </p:sp>
      <p:pic>
        <p:nvPicPr>
          <p:cNvPr id="124" name="Picture 2"/>
          <p:cNvPicPr/>
          <p:nvPr/>
        </p:nvPicPr>
        <p:blipFill>
          <a:blip r:embed="rId2"/>
          <a:stretch/>
        </p:blipFill>
        <p:spPr>
          <a:xfrm>
            <a:off x="581040" y="1500120"/>
            <a:ext cx="11029320" cy="3857040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447C3339-07A6-79EC-2253-2D47C1A98468}"/>
                  </a:ext>
                </a:extLst>
              </p14:cNvPr>
              <p14:cNvContentPartPr/>
              <p14:nvPr/>
            </p14:nvContentPartPr>
            <p14:xfrm>
              <a:off x="3825733" y="3523097"/>
              <a:ext cx="74520" cy="320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447C3339-07A6-79EC-2253-2D47C1A9846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814933" y="3512297"/>
                <a:ext cx="95760" cy="53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CustomShape 1"/>
          <p:cNvSpPr/>
          <p:nvPr/>
        </p:nvSpPr>
        <p:spPr>
          <a:xfrm>
            <a:off x="1278720" y="155520"/>
            <a:ext cx="10514880" cy="524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855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Building a Decision Tree</a:t>
            </a:r>
            <a:endParaRPr lang="en-US" sz="4400" b="0" strike="noStrike" spc="-1">
              <a:latin typeface="Arial"/>
            </a:endParaRPr>
          </a:p>
        </p:txBody>
      </p:sp>
      <p:grpSp>
        <p:nvGrpSpPr>
          <p:cNvPr id="126" name="Group 2"/>
          <p:cNvGrpSpPr/>
          <p:nvPr/>
        </p:nvGrpSpPr>
        <p:grpSpPr>
          <a:xfrm>
            <a:off x="172080" y="625320"/>
            <a:ext cx="11722680" cy="5844240"/>
            <a:chOff x="172080" y="625320"/>
            <a:chExt cx="11722680" cy="5844240"/>
          </a:xfrm>
        </p:grpSpPr>
        <p:pic>
          <p:nvPicPr>
            <p:cNvPr id="127" name="Picture 2"/>
            <p:cNvPicPr/>
            <p:nvPr/>
          </p:nvPicPr>
          <p:blipFill>
            <a:blip r:embed="rId2"/>
            <a:stretch/>
          </p:blipFill>
          <p:spPr>
            <a:xfrm>
              <a:off x="172080" y="625320"/>
              <a:ext cx="11191320" cy="39711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28" name="Picture 4"/>
            <p:cNvPicPr/>
            <p:nvPr/>
          </p:nvPicPr>
          <p:blipFill>
            <a:blip r:embed="rId3"/>
            <a:stretch/>
          </p:blipFill>
          <p:spPr>
            <a:xfrm>
              <a:off x="172080" y="4416120"/>
              <a:ext cx="11722680" cy="2053440"/>
            </a:xfrm>
            <a:prstGeom prst="rect">
              <a:avLst/>
            </a:prstGeom>
            <a:ln>
              <a:noFill/>
            </a:ln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CustomShape 1"/>
          <p:cNvSpPr/>
          <p:nvPr/>
        </p:nvSpPr>
        <p:spPr>
          <a:xfrm>
            <a:off x="1278720" y="155520"/>
            <a:ext cx="10514880" cy="524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855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Building a Decision Tree</a:t>
            </a:r>
            <a:endParaRPr lang="en-US" sz="4400" b="0" strike="noStrike" spc="-1">
              <a:latin typeface="Arial"/>
            </a:endParaRPr>
          </a:p>
        </p:txBody>
      </p:sp>
      <p:pic>
        <p:nvPicPr>
          <p:cNvPr id="130" name="Picture 2"/>
          <p:cNvPicPr/>
          <p:nvPr/>
        </p:nvPicPr>
        <p:blipFill>
          <a:blip r:embed="rId2"/>
          <a:stretch/>
        </p:blipFill>
        <p:spPr>
          <a:xfrm>
            <a:off x="857520" y="1134000"/>
            <a:ext cx="10235520" cy="5397120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75A330F-638B-8CDA-B32F-2587299182DA}"/>
                  </a:ext>
                </a:extLst>
              </p14:cNvPr>
              <p14:cNvContentPartPr/>
              <p14:nvPr/>
            </p14:nvContentPartPr>
            <p14:xfrm>
              <a:off x="10466653" y="4221497"/>
              <a:ext cx="32040" cy="216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75A330F-638B-8CDA-B32F-2587299182D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456213" y="4211057"/>
                <a:ext cx="5328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AC17ADB-0FC1-B6C1-EB00-082952470462}"/>
                  </a:ext>
                </a:extLst>
              </p14:cNvPr>
              <p14:cNvContentPartPr/>
              <p14:nvPr/>
            </p14:nvContentPartPr>
            <p14:xfrm>
              <a:off x="3535213" y="3295577"/>
              <a:ext cx="482040" cy="90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AC17ADB-0FC1-B6C1-EB00-08295247046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524773" y="3284777"/>
                <a:ext cx="503280" cy="111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CustomShape 1"/>
          <p:cNvSpPr/>
          <p:nvPr/>
        </p:nvSpPr>
        <p:spPr>
          <a:xfrm>
            <a:off x="1278720" y="155520"/>
            <a:ext cx="10514880" cy="524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855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Building a Decision Tree</a:t>
            </a:r>
            <a:endParaRPr lang="en-US" sz="4400" b="0" strike="noStrike" spc="-1">
              <a:latin typeface="Arial"/>
            </a:endParaRPr>
          </a:p>
        </p:txBody>
      </p:sp>
      <p:pic>
        <p:nvPicPr>
          <p:cNvPr id="132" name="Picture 2"/>
          <p:cNvPicPr/>
          <p:nvPr/>
        </p:nvPicPr>
        <p:blipFill>
          <a:blip r:embed="rId2"/>
          <a:stretch/>
        </p:blipFill>
        <p:spPr>
          <a:xfrm>
            <a:off x="1149840" y="928440"/>
            <a:ext cx="10080720" cy="51746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CustomShape 1"/>
          <p:cNvSpPr/>
          <p:nvPr/>
        </p:nvSpPr>
        <p:spPr>
          <a:xfrm>
            <a:off x="1278720" y="155520"/>
            <a:ext cx="10514880" cy="524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855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Building a Decision Tree</a:t>
            </a:r>
            <a:endParaRPr lang="en-US" sz="4400" b="0" strike="noStrike" spc="-1">
              <a:latin typeface="Arial"/>
            </a:endParaRPr>
          </a:p>
        </p:txBody>
      </p:sp>
      <p:pic>
        <p:nvPicPr>
          <p:cNvPr id="134" name="Picture 2"/>
          <p:cNvPicPr/>
          <p:nvPr/>
        </p:nvPicPr>
        <p:blipFill>
          <a:blip r:embed="rId2"/>
          <a:stretch/>
        </p:blipFill>
        <p:spPr>
          <a:xfrm>
            <a:off x="886320" y="960480"/>
            <a:ext cx="10111680" cy="52153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CustomShape 1"/>
          <p:cNvSpPr/>
          <p:nvPr/>
        </p:nvSpPr>
        <p:spPr>
          <a:xfrm>
            <a:off x="1278720" y="155520"/>
            <a:ext cx="10514880" cy="524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855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Building a Decision Tree</a:t>
            </a:r>
            <a:endParaRPr lang="en-US" sz="4400" b="0" strike="noStrike" spc="-1">
              <a:latin typeface="Arial"/>
            </a:endParaRPr>
          </a:p>
        </p:txBody>
      </p:sp>
      <p:pic>
        <p:nvPicPr>
          <p:cNvPr id="136" name="Picture 2"/>
          <p:cNvPicPr/>
          <p:nvPr/>
        </p:nvPicPr>
        <p:blipFill>
          <a:blip r:embed="rId2"/>
          <a:stretch/>
        </p:blipFill>
        <p:spPr>
          <a:xfrm>
            <a:off x="1076400" y="893880"/>
            <a:ext cx="9887040" cy="52606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CustomShape 1"/>
          <p:cNvSpPr/>
          <p:nvPr/>
        </p:nvSpPr>
        <p:spPr>
          <a:xfrm>
            <a:off x="1278720" y="155520"/>
            <a:ext cx="10514880" cy="524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855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Building a Decision Tree</a:t>
            </a:r>
            <a:endParaRPr lang="en-US" sz="4400" b="0" strike="noStrike" spc="-1">
              <a:latin typeface="Arial"/>
            </a:endParaRPr>
          </a:p>
        </p:txBody>
      </p:sp>
      <p:pic>
        <p:nvPicPr>
          <p:cNvPr id="138" name="Picture 2"/>
          <p:cNvPicPr/>
          <p:nvPr/>
        </p:nvPicPr>
        <p:blipFill>
          <a:blip r:embed="rId2"/>
          <a:stretch/>
        </p:blipFill>
        <p:spPr>
          <a:xfrm>
            <a:off x="727920" y="842760"/>
            <a:ext cx="10606320" cy="54748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CustomShape 1"/>
          <p:cNvSpPr/>
          <p:nvPr/>
        </p:nvSpPr>
        <p:spPr>
          <a:xfrm>
            <a:off x="1278720" y="155520"/>
            <a:ext cx="10514880" cy="524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855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Building a Decision Tree</a:t>
            </a:r>
            <a:endParaRPr lang="en-US" sz="4400" b="0" strike="noStrike" spc="-1">
              <a:latin typeface="Arial"/>
            </a:endParaRPr>
          </a:p>
        </p:txBody>
      </p:sp>
      <p:pic>
        <p:nvPicPr>
          <p:cNvPr id="140" name="Picture 2"/>
          <p:cNvPicPr/>
          <p:nvPr/>
        </p:nvPicPr>
        <p:blipFill>
          <a:blip r:embed="rId2"/>
          <a:stretch/>
        </p:blipFill>
        <p:spPr>
          <a:xfrm>
            <a:off x="898560" y="1024560"/>
            <a:ext cx="10125360" cy="52959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CustomShape 1"/>
          <p:cNvSpPr/>
          <p:nvPr/>
        </p:nvSpPr>
        <p:spPr>
          <a:xfrm>
            <a:off x="1278720" y="155520"/>
            <a:ext cx="10514880" cy="524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855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Building a Decision Tree</a:t>
            </a:r>
            <a:endParaRPr lang="en-US" sz="4400" b="0" strike="noStrike" spc="-1">
              <a:latin typeface="Arial"/>
            </a:endParaRPr>
          </a:p>
        </p:txBody>
      </p:sp>
      <p:pic>
        <p:nvPicPr>
          <p:cNvPr id="142" name="Picture 2"/>
          <p:cNvPicPr/>
          <p:nvPr/>
        </p:nvPicPr>
        <p:blipFill>
          <a:blip r:embed="rId2"/>
          <a:stretch/>
        </p:blipFill>
        <p:spPr>
          <a:xfrm>
            <a:off x="579600" y="681120"/>
            <a:ext cx="11013840" cy="57283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CustomShape 1"/>
          <p:cNvSpPr/>
          <p:nvPr/>
        </p:nvSpPr>
        <p:spPr>
          <a:xfrm>
            <a:off x="1278720" y="155520"/>
            <a:ext cx="10514880" cy="524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855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Building a Decision Tree</a:t>
            </a:r>
            <a:endParaRPr lang="en-US" sz="4400" b="0" strike="noStrike" spc="-1">
              <a:latin typeface="Arial"/>
            </a:endParaRPr>
          </a:p>
        </p:txBody>
      </p:sp>
      <p:pic>
        <p:nvPicPr>
          <p:cNvPr id="144" name="Picture 2"/>
          <p:cNvPicPr/>
          <p:nvPr/>
        </p:nvPicPr>
        <p:blipFill>
          <a:blip r:embed="rId2"/>
          <a:stretch/>
        </p:blipFill>
        <p:spPr>
          <a:xfrm>
            <a:off x="579960" y="835920"/>
            <a:ext cx="10866240" cy="55368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CustomShape 1"/>
          <p:cNvSpPr/>
          <p:nvPr/>
        </p:nvSpPr>
        <p:spPr>
          <a:xfrm>
            <a:off x="1278720" y="155520"/>
            <a:ext cx="10514880" cy="524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855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Building a Decision Tree</a:t>
            </a:r>
            <a:endParaRPr lang="en-US" sz="4400" b="0" strike="noStrike" spc="-1">
              <a:latin typeface="Arial"/>
            </a:endParaRPr>
          </a:p>
        </p:txBody>
      </p:sp>
      <p:pic>
        <p:nvPicPr>
          <p:cNvPr id="146" name="Picture 2"/>
          <p:cNvPicPr/>
          <p:nvPr/>
        </p:nvPicPr>
        <p:blipFill>
          <a:blip r:embed="rId2"/>
          <a:stretch/>
        </p:blipFill>
        <p:spPr>
          <a:xfrm>
            <a:off x="1207440" y="925200"/>
            <a:ext cx="9618120" cy="50317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CustomShape 1"/>
          <p:cNvSpPr/>
          <p:nvPr/>
        </p:nvSpPr>
        <p:spPr>
          <a:xfrm>
            <a:off x="1278720" y="155520"/>
            <a:ext cx="10514880" cy="524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855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Building a Decision Tree</a:t>
            </a:r>
            <a:endParaRPr lang="en-US" sz="4400" b="0" strike="noStrike" spc="-1">
              <a:latin typeface="Arial"/>
            </a:endParaRPr>
          </a:p>
        </p:txBody>
      </p:sp>
      <p:pic>
        <p:nvPicPr>
          <p:cNvPr id="148" name="Picture 2"/>
          <p:cNvPicPr/>
          <p:nvPr/>
        </p:nvPicPr>
        <p:blipFill>
          <a:blip r:embed="rId2"/>
          <a:stretch/>
        </p:blipFill>
        <p:spPr>
          <a:xfrm>
            <a:off x="979200" y="1177560"/>
            <a:ext cx="9699480" cy="50173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CustomShape 1"/>
          <p:cNvSpPr/>
          <p:nvPr/>
        </p:nvSpPr>
        <p:spPr>
          <a:xfrm>
            <a:off x="1278720" y="155520"/>
            <a:ext cx="10514880" cy="524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855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Building a Decision Tree</a:t>
            </a:r>
            <a:endParaRPr lang="en-US" sz="4400" b="0" strike="noStrike" spc="-1">
              <a:latin typeface="Arial"/>
            </a:endParaRPr>
          </a:p>
        </p:txBody>
      </p:sp>
      <p:pic>
        <p:nvPicPr>
          <p:cNvPr id="150" name="Picture 2"/>
          <p:cNvPicPr/>
          <p:nvPr/>
        </p:nvPicPr>
        <p:blipFill>
          <a:blip r:embed="rId2"/>
          <a:stretch/>
        </p:blipFill>
        <p:spPr>
          <a:xfrm>
            <a:off x="642960" y="811800"/>
            <a:ext cx="10751760" cy="55872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CE08F87-9A62-410A-97A9-4E64BAB1A8F5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>
                <a:solidFill>
                  <a:srgbClr val="FF0000"/>
                </a:solidFill>
              </a:rPr>
              <a:t>Simulation</a:t>
            </a:r>
          </a:p>
        </p:txBody>
      </p:sp>
    </p:spTree>
    <p:extLst>
      <p:ext uri="{BB962C8B-B14F-4D97-AF65-F5344CB8AC3E}">
        <p14:creationId xmlns:p14="http://schemas.microsoft.com/office/powerpoint/2010/main" val="13527179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CustomShape 1"/>
          <p:cNvSpPr/>
          <p:nvPr/>
        </p:nvSpPr>
        <p:spPr>
          <a:xfrm>
            <a:off x="1278720" y="155520"/>
            <a:ext cx="10514880" cy="524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855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Building a Decision Tree</a:t>
            </a:r>
            <a:endParaRPr lang="en-US" sz="4400" b="0" strike="noStrike" spc="-1">
              <a:latin typeface="Arial"/>
            </a:endParaRPr>
          </a:p>
        </p:txBody>
      </p:sp>
      <p:pic>
        <p:nvPicPr>
          <p:cNvPr id="154" name="Picture 2"/>
          <p:cNvPicPr/>
          <p:nvPr/>
        </p:nvPicPr>
        <p:blipFill>
          <a:blip r:embed="rId2"/>
          <a:stretch/>
        </p:blipFill>
        <p:spPr>
          <a:xfrm>
            <a:off x="253080" y="1568880"/>
            <a:ext cx="11540520" cy="40813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CustomShape 1"/>
          <p:cNvSpPr/>
          <p:nvPr/>
        </p:nvSpPr>
        <p:spPr>
          <a:xfrm>
            <a:off x="1278720" y="155520"/>
            <a:ext cx="10514880" cy="524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855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Building a Decision Tree</a:t>
            </a:r>
            <a:endParaRPr lang="en-US" sz="4400" b="0" strike="noStrike" spc="-1">
              <a:latin typeface="Arial"/>
            </a:endParaRPr>
          </a:p>
        </p:txBody>
      </p:sp>
      <p:pic>
        <p:nvPicPr>
          <p:cNvPr id="156" name="Picture 2"/>
          <p:cNvPicPr/>
          <p:nvPr/>
        </p:nvPicPr>
        <p:blipFill>
          <a:blip r:embed="rId2"/>
          <a:stretch/>
        </p:blipFill>
        <p:spPr>
          <a:xfrm>
            <a:off x="2709360" y="979200"/>
            <a:ext cx="7238160" cy="55713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CustomShape 1"/>
          <p:cNvSpPr/>
          <p:nvPr/>
        </p:nvSpPr>
        <p:spPr>
          <a:xfrm>
            <a:off x="1278720" y="155520"/>
            <a:ext cx="10514880" cy="524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855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Building a Decision Tree</a:t>
            </a:r>
            <a:endParaRPr lang="en-US" sz="4400" b="0" strike="noStrike" spc="-1">
              <a:latin typeface="Arial"/>
            </a:endParaRPr>
          </a:p>
        </p:txBody>
      </p:sp>
      <p:pic>
        <p:nvPicPr>
          <p:cNvPr id="158" name="Picture 2"/>
          <p:cNvPicPr/>
          <p:nvPr/>
        </p:nvPicPr>
        <p:blipFill>
          <a:blip r:embed="rId2"/>
          <a:stretch/>
        </p:blipFill>
        <p:spPr>
          <a:xfrm>
            <a:off x="3525840" y="1127880"/>
            <a:ext cx="5470560" cy="50320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CustomShape 1"/>
          <p:cNvSpPr/>
          <p:nvPr/>
        </p:nvSpPr>
        <p:spPr>
          <a:xfrm>
            <a:off x="1278720" y="155520"/>
            <a:ext cx="10514880" cy="524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855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Building a Decision Tree</a:t>
            </a:r>
            <a:endParaRPr lang="en-US" sz="4400" b="0" strike="noStrike" spc="-1">
              <a:latin typeface="Arial"/>
            </a:endParaRPr>
          </a:p>
        </p:txBody>
      </p:sp>
      <p:pic>
        <p:nvPicPr>
          <p:cNvPr id="160" name="Picture 2"/>
          <p:cNvPicPr/>
          <p:nvPr/>
        </p:nvPicPr>
        <p:blipFill>
          <a:blip r:embed="rId2"/>
          <a:stretch/>
        </p:blipFill>
        <p:spPr>
          <a:xfrm>
            <a:off x="1989720" y="1129680"/>
            <a:ext cx="9422280" cy="4699800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EECC6843-6C11-E9A6-7180-CF9D4BD6B82A}"/>
                  </a:ext>
                </a:extLst>
              </p14:cNvPr>
              <p14:cNvContentPartPr/>
              <p14:nvPr/>
            </p14:nvContentPartPr>
            <p14:xfrm>
              <a:off x="8789413" y="3221417"/>
              <a:ext cx="26640" cy="374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EECC6843-6C11-E9A6-7180-CF9D4BD6B82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778613" y="3210617"/>
                <a:ext cx="47880" cy="58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CustomShape 1"/>
          <p:cNvSpPr/>
          <p:nvPr/>
        </p:nvSpPr>
        <p:spPr>
          <a:xfrm>
            <a:off x="1278720" y="155520"/>
            <a:ext cx="10514880" cy="524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855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Building a Decision Tree</a:t>
            </a:r>
            <a:endParaRPr lang="en-US" sz="4400" b="0" strike="noStrike" spc="-1">
              <a:latin typeface="Arial"/>
            </a:endParaRPr>
          </a:p>
        </p:txBody>
      </p:sp>
      <p:pic>
        <p:nvPicPr>
          <p:cNvPr id="162" name="Picture 2"/>
          <p:cNvPicPr/>
          <p:nvPr/>
        </p:nvPicPr>
        <p:blipFill>
          <a:blip r:embed="rId2"/>
          <a:stretch/>
        </p:blipFill>
        <p:spPr>
          <a:xfrm>
            <a:off x="2895480" y="1114560"/>
            <a:ext cx="6400080" cy="4628520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2BF956F1-7B14-2C2C-1B99-545011BD564C}"/>
                  </a:ext>
                </a:extLst>
              </p14:cNvPr>
              <p14:cNvContentPartPr/>
              <p14:nvPr/>
            </p14:nvContentPartPr>
            <p14:xfrm>
              <a:off x="5455453" y="5427857"/>
              <a:ext cx="10800" cy="1080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2BF956F1-7B14-2C2C-1B99-545011BD564C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445013" y="5417417"/>
                <a:ext cx="32040" cy="32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CustomShape 1"/>
          <p:cNvSpPr/>
          <p:nvPr/>
        </p:nvSpPr>
        <p:spPr>
          <a:xfrm>
            <a:off x="1278720" y="155520"/>
            <a:ext cx="10514880" cy="524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855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Building a Decision Tree</a:t>
            </a:r>
            <a:endParaRPr lang="en-US" sz="4400" b="0" strike="noStrike" spc="-1">
              <a:latin typeface="Arial"/>
            </a:endParaRPr>
          </a:p>
        </p:txBody>
      </p:sp>
      <p:pic>
        <p:nvPicPr>
          <p:cNvPr id="172" name="Picture 3"/>
          <p:cNvPicPr/>
          <p:nvPr/>
        </p:nvPicPr>
        <p:blipFill>
          <a:blip r:embed="rId2"/>
          <a:stretch/>
        </p:blipFill>
        <p:spPr>
          <a:xfrm>
            <a:off x="5188680" y="4427280"/>
            <a:ext cx="5828760" cy="2247120"/>
          </a:xfrm>
          <a:prstGeom prst="rect">
            <a:avLst/>
          </a:prstGeom>
          <a:ln>
            <a:noFill/>
          </a:ln>
        </p:spPr>
      </p:pic>
      <p:pic>
        <p:nvPicPr>
          <p:cNvPr id="173" name="Picture 4"/>
          <p:cNvPicPr/>
          <p:nvPr/>
        </p:nvPicPr>
        <p:blipFill>
          <a:blip r:embed="rId3"/>
          <a:stretch/>
        </p:blipFill>
        <p:spPr>
          <a:xfrm>
            <a:off x="497520" y="990360"/>
            <a:ext cx="4591440" cy="3320280"/>
          </a:xfrm>
          <a:prstGeom prst="rect">
            <a:avLst/>
          </a:prstGeom>
          <a:ln>
            <a:noFill/>
          </a:ln>
        </p:spPr>
      </p:pic>
      <p:pic>
        <p:nvPicPr>
          <p:cNvPr id="174" name="Picture 5"/>
          <p:cNvPicPr/>
          <p:nvPr/>
        </p:nvPicPr>
        <p:blipFill>
          <a:blip r:embed="rId4"/>
          <a:stretch/>
        </p:blipFill>
        <p:spPr>
          <a:xfrm>
            <a:off x="6787440" y="990360"/>
            <a:ext cx="3891240" cy="3166920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4A0602A-5A80-9D13-6475-D0F2D506D4D6}"/>
                  </a:ext>
                </a:extLst>
              </p14:cNvPr>
              <p14:cNvContentPartPr/>
              <p14:nvPr/>
            </p14:nvContentPartPr>
            <p14:xfrm>
              <a:off x="1587253" y="4184417"/>
              <a:ext cx="3138480" cy="2754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4A0602A-5A80-9D13-6475-D0F2D506D4D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76813" y="4173977"/>
                <a:ext cx="3159720" cy="29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FEC657C-A5CA-C14F-BA9F-E974B4EFBCDB}"/>
                  </a:ext>
                </a:extLst>
              </p14:cNvPr>
              <p14:cNvContentPartPr/>
              <p14:nvPr/>
            </p14:nvContentPartPr>
            <p14:xfrm>
              <a:off x="7810213" y="4099817"/>
              <a:ext cx="2381760" cy="691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FEC657C-A5CA-C14F-BA9F-E974B4EFBCD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799773" y="4089017"/>
                <a:ext cx="2403000" cy="9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73E3DD8-EFEF-9CAE-885D-A4188E570506}"/>
                  </a:ext>
                </a:extLst>
              </p14:cNvPr>
              <p14:cNvContentPartPr/>
              <p14:nvPr/>
            </p14:nvContentPartPr>
            <p14:xfrm>
              <a:off x="6397933" y="6512897"/>
              <a:ext cx="4058640" cy="3124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73E3DD8-EFEF-9CAE-885D-A4188E57050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387493" y="6502097"/>
                <a:ext cx="4079880" cy="33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0405B32-DB8D-35B7-9DF0-022EC3A3C508}"/>
                  </a:ext>
                </a:extLst>
              </p14:cNvPr>
              <p14:cNvContentPartPr/>
              <p14:nvPr/>
            </p14:nvContentPartPr>
            <p14:xfrm>
              <a:off x="8858533" y="1962137"/>
              <a:ext cx="52560" cy="216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0405B32-DB8D-35B7-9DF0-022EC3A3C50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848093" y="1951337"/>
                <a:ext cx="73800" cy="42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CustomShape 1"/>
          <p:cNvSpPr/>
          <p:nvPr/>
        </p:nvSpPr>
        <p:spPr>
          <a:xfrm>
            <a:off x="1278720" y="155520"/>
            <a:ext cx="10514880" cy="524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855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Building a Decision Tree</a:t>
            </a:r>
            <a:endParaRPr lang="en-US" sz="4400" b="0" strike="noStrike" spc="-1">
              <a:latin typeface="Arial"/>
            </a:endParaRPr>
          </a:p>
        </p:txBody>
      </p:sp>
      <p:pic>
        <p:nvPicPr>
          <p:cNvPr id="176" name="Picture 2"/>
          <p:cNvPicPr/>
          <p:nvPr/>
        </p:nvPicPr>
        <p:blipFill>
          <a:blip r:embed="rId2"/>
          <a:stretch/>
        </p:blipFill>
        <p:spPr>
          <a:xfrm>
            <a:off x="1077840" y="973080"/>
            <a:ext cx="10015200" cy="51264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CustomShape 1"/>
          <p:cNvSpPr/>
          <p:nvPr/>
        </p:nvSpPr>
        <p:spPr>
          <a:xfrm>
            <a:off x="1278720" y="155520"/>
            <a:ext cx="10514880" cy="524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855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Building a Decision Tree</a:t>
            </a:r>
            <a:endParaRPr lang="en-US" sz="4400" b="0" strike="noStrike" spc="-1">
              <a:latin typeface="Arial"/>
            </a:endParaRPr>
          </a:p>
        </p:txBody>
      </p:sp>
      <p:pic>
        <p:nvPicPr>
          <p:cNvPr id="178" name="Picture 2"/>
          <p:cNvPicPr/>
          <p:nvPr/>
        </p:nvPicPr>
        <p:blipFill>
          <a:blip r:embed="rId2"/>
          <a:stretch/>
        </p:blipFill>
        <p:spPr>
          <a:xfrm>
            <a:off x="1133280" y="937440"/>
            <a:ext cx="10660320" cy="53722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CustomShape 1"/>
          <p:cNvSpPr/>
          <p:nvPr/>
        </p:nvSpPr>
        <p:spPr>
          <a:xfrm>
            <a:off x="1278720" y="155520"/>
            <a:ext cx="10514880" cy="524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855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Building a Decision Tree</a:t>
            </a:r>
            <a:endParaRPr lang="en-US" sz="4400" b="0" strike="noStrike" spc="-1">
              <a:latin typeface="Arial"/>
            </a:endParaRPr>
          </a:p>
        </p:txBody>
      </p:sp>
      <p:pic>
        <p:nvPicPr>
          <p:cNvPr id="180" name="Picture 2"/>
          <p:cNvPicPr/>
          <p:nvPr/>
        </p:nvPicPr>
        <p:blipFill>
          <a:blip r:embed="rId2"/>
          <a:stretch/>
        </p:blipFill>
        <p:spPr>
          <a:xfrm>
            <a:off x="1042920" y="1136520"/>
            <a:ext cx="10127520" cy="49705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CustomShape 1"/>
          <p:cNvSpPr/>
          <p:nvPr/>
        </p:nvSpPr>
        <p:spPr>
          <a:xfrm>
            <a:off x="1278720" y="155520"/>
            <a:ext cx="10514880" cy="524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855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Building a Decision Tree</a:t>
            </a:r>
            <a:endParaRPr lang="en-US" sz="4400" b="0" strike="noStrike" spc="-1">
              <a:latin typeface="Arial"/>
            </a:endParaRPr>
          </a:p>
        </p:txBody>
      </p:sp>
      <p:pic>
        <p:nvPicPr>
          <p:cNvPr id="182" name="Picture 2"/>
          <p:cNvPicPr/>
          <p:nvPr/>
        </p:nvPicPr>
        <p:blipFill>
          <a:blip r:embed="rId2"/>
          <a:stretch/>
        </p:blipFill>
        <p:spPr>
          <a:xfrm>
            <a:off x="2734200" y="1175400"/>
            <a:ext cx="6572880" cy="53946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CustomShape 1"/>
          <p:cNvSpPr/>
          <p:nvPr/>
        </p:nvSpPr>
        <p:spPr>
          <a:xfrm>
            <a:off x="1278720" y="155520"/>
            <a:ext cx="10514880" cy="524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855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Building a Decision Tree</a:t>
            </a:r>
            <a:endParaRPr lang="en-US" sz="4400" b="0" strike="noStrike" spc="-1">
              <a:latin typeface="Arial"/>
            </a:endParaRPr>
          </a:p>
        </p:txBody>
      </p:sp>
      <p:pic>
        <p:nvPicPr>
          <p:cNvPr id="184" name="Picture 2"/>
          <p:cNvPicPr/>
          <p:nvPr/>
        </p:nvPicPr>
        <p:blipFill>
          <a:blip r:embed="rId2"/>
          <a:stretch/>
        </p:blipFill>
        <p:spPr>
          <a:xfrm>
            <a:off x="2152800" y="938160"/>
            <a:ext cx="7886160" cy="49809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CustomShape 1"/>
          <p:cNvSpPr/>
          <p:nvPr/>
        </p:nvSpPr>
        <p:spPr>
          <a:xfrm>
            <a:off x="1278720" y="155520"/>
            <a:ext cx="10514880" cy="524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855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Building a Decision Tree</a:t>
            </a:r>
            <a:endParaRPr lang="en-US" sz="4400" b="0" strike="noStrike" spc="-1">
              <a:latin typeface="Arial"/>
            </a:endParaRPr>
          </a:p>
        </p:txBody>
      </p:sp>
      <p:pic>
        <p:nvPicPr>
          <p:cNvPr id="186" name="Picture 2"/>
          <p:cNvPicPr/>
          <p:nvPr/>
        </p:nvPicPr>
        <p:blipFill>
          <a:blip r:embed="rId2"/>
          <a:stretch/>
        </p:blipFill>
        <p:spPr>
          <a:xfrm>
            <a:off x="2463480" y="986400"/>
            <a:ext cx="6998760" cy="56736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CustomShape 1"/>
          <p:cNvSpPr/>
          <p:nvPr/>
        </p:nvSpPr>
        <p:spPr>
          <a:xfrm>
            <a:off x="1278720" y="155520"/>
            <a:ext cx="10514880" cy="524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855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Building a Decision Tree</a:t>
            </a:r>
            <a:endParaRPr lang="en-US" sz="4400" b="0" strike="noStrike" spc="-1">
              <a:latin typeface="Arial"/>
            </a:endParaRPr>
          </a:p>
        </p:txBody>
      </p:sp>
      <p:pic>
        <p:nvPicPr>
          <p:cNvPr id="188" name="Picture 2"/>
          <p:cNvPicPr/>
          <p:nvPr/>
        </p:nvPicPr>
        <p:blipFill>
          <a:blip r:embed="rId2"/>
          <a:stretch/>
        </p:blipFill>
        <p:spPr>
          <a:xfrm>
            <a:off x="1106280" y="1038960"/>
            <a:ext cx="10210680" cy="51865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CustomShape 1"/>
          <p:cNvSpPr/>
          <p:nvPr/>
        </p:nvSpPr>
        <p:spPr>
          <a:xfrm>
            <a:off x="1278720" y="155520"/>
            <a:ext cx="10514880" cy="524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855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Building a Decision Tree</a:t>
            </a:r>
            <a:endParaRPr lang="en-US" sz="4400" b="0" strike="noStrike" spc="-1">
              <a:latin typeface="Arial"/>
            </a:endParaRPr>
          </a:p>
        </p:txBody>
      </p:sp>
      <p:pic>
        <p:nvPicPr>
          <p:cNvPr id="190" name="Picture 2"/>
          <p:cNvPicPr/>
          <p:nvPr/>
        </p:nvPicPr>
        <p:blipFill>
          <a:blip r:embed="rId2"/>
          <a:stretch/>
        </p:blipFill>
        <p:spPr>
          <a:xfrm>
            <a:off x="773640" y="1060200"/>
            <a:ext cx="10758240" cy="52963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CustomShape 1"/>
          <p:cNvSpPr/>
          <p:nvPr/>
        </p:nvSpPr>
        <p:spPr>
          <a:xfrm>
            <a:off x="1278720" y="155520"/>
            <a:ext cx="10514880" cy="524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855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Building a Decision Tree</a:t>
            </a:r>
            <a:endParaRPr lang="en-US" sz="4400" b="0" strike="noStrike" spc="-1">
              <a:latin typeface="Arial"/>
            </a:endParaRPr>
          </a:p>
        </p:txBody>
      </p:sp>
      <p:pic>
        <p:nvPicPr>
          <p:cNvPr id="192" name="Picture 2"/>
          <p:cNvPicPr/>
          <p:nvPr/>
        </p:nvPicPr>
        <p:blipFill>
          <a:blip r:embed="rId2"/>
          <a:stretch/>
        </p:blipFill>
        <p:spPr>
          <a:xfrm>
            <a:off x="1380960" y="1284480"/>
            <a:ext cx="9703080" cy="49575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CustomShape 1"/>
          <p:cNvSpPr/>
          <p:nvPr/>
        </p:nvSpPr>
        <p:spPr>
          <a:xfrm>
            <a:off x="1278720" y="155520"/>
            <a:ext cx="10514880" cy="524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855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Building a Decision Tree</a:t>
            </a:r>
            <a:endParaRPr lang="en-US" sz="4400" b="0" strike="noStrike" spc="-1">
              <a:latin typeface="Arial"/>
            </a:endParaRPr>
          </a:p>
        </p:txBody>
      </p:sp>
      <p:pic>
        <p:nvPicPr>
          <p:cNvPr id="194" name="Picture 2"/>
          <p:cNvPicPr/>
          <p:nvPr/>
        </p:nvPicPr>
        <p:blipFill>
          <a:blip r:embed="rId2"/>
          <a:stretch/>
        </p:blipFill>
        <p:spPr>
          <a:xfrm>
            <a:off x="1169280" y="1055520"/>
            <a:ext cx="9983880" cy="51512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CustomShape 1"/>
          <p:cNvSpPr/>
          <p:nvPr/>
        </p:nvSpPr>
        <p:spPr>
          <a:xfrm>
            <a:off x="1278720" y="155520"/>
            <a:ext cx="10514880" cy="524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855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Building a Decision Tree</a:t>
            </a:r>
            <a:endParaRPr lang="en-US" sz="4400" b="0" strike="noStrike" spc="-1">
              <a:latin typeface="Arial"/>
            </a:endParaRPr>
          </a:p>
        </p:txBody>
      </p:sp>
      <p:pic>
        <p:nvPicPr>
          <p:cNvPr id="196" name="Picture 2"/>
          <p:cNvPicPr/>
          <p:nvPr/>
        </p:nvPicPr>
        <p:blipFill>
          <a:blip r:embed="rId2"/>
          <a:stretch/>
        </p:blipFill>
        <p:spPr>
          <a:xfrm>
            <a:off x="1126440" y="1104120"/>
            <a:ext cx="4949280" cy="4732560"/>
          </a:xfrm>
          <a:prstGeom prst="rect">
            <a:avLst/>
          </a:prstGeom>
          <a:ln>
            <a:noFill/>
          </a:ln>
        </p:spPr>
      </p:pic>
      <p:pic>
        <p:nvPicPr>
          <p:cNvPr id="197" name="Picture 3"/>
          <p:cNvPicPr/>
          <p:nvPr/>
        </p:nvPicPr>
        <p:blipFill>
          <a:blip r:embed="rId3"/>
          <a:stretch/>
        </p:blipFill>
        <p:spPr>
          <a:xfrm>
            <a:off x="6458760" y="1276920"/>
            <a:ext cx="3995640" cy="1540440"/>
          </a:xfrm>
          <a:prstGeom prst="rect">
            <a:avLst/>
          </a:prstGeom>
          <a:ln>
            <a:noFill/>
          </a:ln>
        </p:spPr>
      </p:pic>
      <p:pic>
        <p:nvPicPr>
          <p:cNvPr id="198" name="Picture 4"/>
          <p:cNvPicPr/>
          <p:nvPr/>
        </p:nvPicPr>
        <p:blipFill>
          <a:blip r:embed="rId4"/>
          <a:stretch/>
        </p:blipFill>
        <p:spPr>
          <a:xfrm>
            <a:off x="6932880" y="2941920"/>
            <a:ext cx="2926440" cy="1636200"/>
          </a:xfrm>
          <a:prstGeom prst="rect">
            <a:avLst/>
          </a:prstGeom>
          <a:ln>
            <a:noFill/>
          </a:ln>
        </p:spPr>
      </p:pic>
      <p:pic>
        <p:nvPicPr>
          <p:cNvPr id="199" name="Picture 5"/>
          <p:cNvPicPr/>
          <p:nvPr/>
        </p:nvPicPr>
        <p:blipFill>
          <a:blip r:embed="rId5"/>
          <a:stretch/>
        </p:blipFill>
        <p:spPr>
          <a:xfrm>
            <a:off x="6536520" y="4703040"/>
            <a:ext cx="3467520" cy="20368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CustomShape 1"/>
          <p:cNvSpPr/>
          <p:nvPr/>
        </p:nvSpPr>
        <p:spPr>
          <a:xfrm>
            <a:off x="1278720" y="155520"/>
            <a:ext cx="10514880" cy="524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855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Building a Decision Tree</a:t>
            </a:r>
            <a:endParaRPr lang="en-US" sz="4400" b="0" strike="noStrike" spc="-1">
              <a:latin typeface="Arial"/>
            </a:endParaRPr>
          </a:p>
        </p:txBody>
      </p:sp>
      <p:pic>
        <p:nvPicPr>
          <p:cNvPr id="201" name="Picture 2"/>
          <p:cNvPicPr/>
          <p:nvPr/>
        </p:nvPicPr>
        <p:blipFill>
          <a:blip r:embed="rId2"/>
          <a:stretch/>
        </p:blipFill>
        <p:spPr>
          <a:xfrm>
            <a:off x="1557360" y="1336320"/>
            <a:ext cx="9621720" cy="45741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CustomShape 1"/>
          <p:cNvSpPr/>
          <p:nvPr/>
        </p:nvSpPr>
        <p:spPr>
          <a:xfrm>
            <a:off x="1278720" y="155520"/>
            <a:ext cx="10514880" cy="524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855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Building a Decision Tree</a:t>
            </a:r>
            <a:endParaRPr lang="en-US" sz="4400" b="0" strike="noStrike" spc="-1">
              <a:latin typeface="Arial"/>
            </a:endParaRPr>
          </a:p>
        </p:txBody>
      </p:sp>
      <p:pic>
        <p:nvPicPr>
          <p:cNvPr id="213" name="Picture 2"/>
          <p:cNvPicPr/>
          <p:nvPr/>
        </p:nvPicPr>
        <p:blipFill>
          <a:blip r:embed="rId2"/>
          <a:stretch/>
        </p:blipFill>
        <p:spPr>
          <a:xfrm>
            <a:off x="1921680" y="1154880"/>
            <a:ext cx="8332200" cy="50756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CustomShape 1"/>
          <p:cNvSpPr/>
          <p:nvPr/>
        </p:nvSpPr>
        <p:spPr>
          <a:xfrm>
            <a:off x="1278720" y="155520"/>
            <a:ext cx="10514880" cy="524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855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Building a Decision Tree</a:t>
            </a:r>
            <a:endParaRPr lang="en-US" sz="4400" b="0" strike="noStrike" spc="-1">
              <a:latin typeface="Arial"/>
            </a:endParaRPr>
          </a:p>
        </p:txBody>
      </p:sp>
      <p:pic>
        <p:nvPicPr>
          <p:cNvPr id="215" name="Picture 2"/>
          <p:cNvPicPr/>
          <p:nvPr/>
        </p:nvPicPr>
        <p:blipFill>
          <a:blip r:embed="rId2"/>
          <a:stretch/>
        </p:blipFill>
        <p:spPr>
          <a:xfrm>
            <a:off x="1443240" y="1385640"/>
            <a:ext cx="10186200" cy="50968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CustomShape 1"/>
          <p:cNvSpPr/>
          <p:nvPr/>
        </p:nvSpPr>
        <p:spPr>
          <a:xfrm>
            <a:off x="1278720" y="155520"/>
            <a:ext cx="10514880" cy="524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855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Building a Decision Tree</a:t>
            </a:r>
            <a:endParaRPr lang="en-US" sz="4400" b="0" strike="noStrike" spc="-1">
              <a:latin typeface="Arial"/>
            </a:endParaRPr>
          </a:p>
        </p:txBody>
      </p:sp>
      <p:pic>
        <p:nvPicPr>
          <p:cNvPr id="217" name="Picture 2"/>
          <p:cNvPicPr/>
          <p:nvPr/>
        </p:nvPicPr>
        <p:blipFill>
          <a:blip r:embed="rId2"/>
          <a:stretch/>
        </p:blipFill>
        <p:spPr>
          <a:xfrm>
            <a:off x="944640" y="1217160"/>
            <a:ext cx="10139400" cy="5181120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7903386-552A-DC7C-559D-FDC695B1AE86}"/>
                  </a:ext>
                </a:extLst>
              </p14:cNvPr>
              <p14:cNvContentPartPr/>
              <p14:nvPr/>
            </p14:nvContentPartPr>
            <p14:xfrm>
              <a:off x="2306893" y="2708777"/>
              <a:ext cx="74520" cy="208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7903386-552A-DC7C-559D-FDC695B1AE8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292853" y="2694377"/>
                <a:ext cx="102960" cy="49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CustomShape 1"/>
          <p:cNvSpPr/>
          <p:nvPr/>
        </p:nvSpPr>
        <p:spPr>
          <a:xfrm>
            <a:off x="1278720" y="155520"/>
            <a:ext cx="10514880" cy="524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855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Building a Decision Tree</a:t>
            </a:r>
            <a:endParaRPr lang="en-US" sz="4400" b="0" strike="noStrike" spc="-1">
              <a:latin typeface="Arial"/>
            </a:endParaRPr>
          </a:p>
        </p:txBody>
      </p:sp>
      <p:pic>
        <p:nvPicPr>
          <p:cNvPr id="219" name="Picture 2"/>
          <p:cNvPicPr/>
          <p:nvPr/>
        </p:nvPicPr>
        <p:blipFill>
          <a:blip r:embed="rId2"/>
          <a:stretch/>
        </p:blipFill>
        <p:spPr>
          <a:xfrm>
            <a:off x="433440" y="600120"/>
            <a:ext cx="11324520" cy="56570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CustomShape 1"/>
          <p:cNvSpPr/>
          <p:nvPr/>
        </p:nvSpPr>
        <p:spPr>
          <a:xfrm>
            <a:off x="1278720" y="155520"/>
            <a:ext cx="10514880" cy="524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855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Building a Decision Tree</a:t>
            </a:r>
            <a:endParaRPr lang="en-US" sz="4400" b="0" strike="noStrike" spc="-1">
              <a:latin typeface="Arial"/>
            </a:endParaRPr>
          </a:p>
        </p:txBody>
      </p:sp>
      <p:pic>
        <p:nvPicPr>
          <p:cNvPr id="221" name="Picture 2"/>
          <p:cNvPicPr/>
          <p:nvPr/>
        </p:nvPicPr>
        <p:blipFill>
          <a:blip r:embed="rId2"/>
          <a:stretch/>
        </p:blipFill>
        <p:spPr>
          <a:xfrm>
            <a:off x="614520" y="728640"/>
            <a:ext cx="10962720" cy="5400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CustomShape 1"/>
          <p:cNvSpPr/>
          <p:nvPr/>
        </p:nvSpPr>
        <p:spPr>
          <a:xfrm>
            <a:off x="1278720" y="155520"/>
            <a:ext cx="10514880" cy="524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855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Building a Decision Tree</a:t>
            </a:r>
            <a:endParaRPr lang="en-US" sz="4400" b="0" strike="noStrike" spc="-1">
              <a:latin typeface="Arial"/>
            </a:endParaRPr>
          </a:p>
        </p:txBody>
      </p:sp>
      <p:pic>
        <p:nvPicPr>
          <p:cNvPr id="223" name="Picture 2"/>
          <p:cNvPicPr/>
          <p:nvPr/>
        </p:nvPicPr>
        <p:blipFill>
          <a:blip r:embed="rId2"/>
          <a:stretch/>
        </p:blipFill>
        <p:spPr>
          <a:xfrm>
            <a:off x="1117800" y="1125000"/>
            <a:ext cx="9714240" cy="50158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CustomShape 1"/>
          <p:cNvSpPr/>
          <p:nvPr/>
        </p:nvSpPr>
        <p:spPr>
          <a:xfrm>
            <a:off x="1278720" y="155520"/>
            <a:ext cx="10514880" cy="524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855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Building a Decision Tree</a:t>
            </a:r>
            <a:endParaRPr lang="en-US" sz="4400" b="0" strike="noStrike" spc="-1">
              <a:latin typeface="Arial"/>
            </a:endParaRPr>
          </a:p>
        </p:txBody>
      </p:sp>
      <p:pic>
        <p:nvPicPr>
          <p:cNvPr id="225" name="Picture 2"/>
          <p:cNvPicPr/>
          <p:nvPr/>
        </p:nvPicPr>
        <p:blipFill>
          <a:blip r:embed="rId2"/>
          <a:stretch/>
        </p:blipFill>
        <p:spPr>
          <a:xfrm>
            <a:off x="228600" y="614520"/>
            <a:ext cx="11734200" cy="56286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CustomShape 1"/>
          <p:cNvSpPr/>
          <p:nvPr/>
        </p:nvSpPr>
        <p:spPr>
          <a:xfrm>
            <a:off x="1278720" y="155520"/>
            <a:ext cx="10514880" cy="524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855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Building a Decision Tree</a:t>
            </a:r>
            <a:endParaRPr lang="en-US" sz="4400" b="0" strike="noStrike" spc="-1">
              <a:latin typeface="Arial"/>
            </a:endParaRPr>
          </a:p>
        </p:txBody>
      </p:sp>
      <p:pic>
        <p:nvPicPr>
          <p:cNvPr id="227" name="Picture 2"/>
          <p:cNvPicPr/>
          <p:nvPr/>
        </p:nvPicPr>
        <p:blipFill>
          <a:blip r:embed="rId2"/>
          <a:stretch/>
        </p:blipFill>
        <p:spPr>
          <a:xfrm>
            <a:off x="614520" y="863280"/>
            <a:ext cx="10555920" cy="5521320"/>
          </a:xfrm>
          <a:prstGeom prst="rect">
            <a:avLst/>
          </a:prstGeom>
          <a:ln>
            <a:noFill/>
          </a:ln>
        </p:spPr>
      </p:pic>
      <p:sp>
        <p:nvSpPr>
          <p:cNvPr id="228" name="CustomShape 2"/>
          <p:cNvSpPr/>
          <p:nvPr/>
        </p:nvSpPr>
        <p:spPr>
          <a:xfrm>
            <a:off x="4494240" y="5862240"/>
            <a:ext cx="930960" cy="516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b="0" strike="noStrike" spc="-1">
                <a:solidFill>
                  <a:srgbClr val="FF0000"/>
                </a:solidFill>
                <a:latin typeface="Calibri"/>
                <a:ea typeface="DejaVu Sans"/>
              </a:rPr>
              <a:t>0.2</a:t>
            </a:r>
            <a:endParaRPr lang="en-US" sz="2800" b="0" strike="noStrike" spc="-1">
              <a:latin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9E5202A-8CC8-92A1-841E-CB9BD5879C7C}"/>
                  </a:ext>
                </a:extLst>
              </p14:cNvPr>
              <p14:cNvContentPartPr/>
              <p14:nvPr/>
            </p14:nvContentPartPr>
            <p14:xfrm>
              <a:off x="6058813" y="4978217"/>
              <a:ext cx="21600" cy="266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9E5202A-8CC8-92A1-841E-CB9BD5879C7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048013" y="4967777"/>
                <a:ext cx="42840" cy="47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CustomShape 1"/>
          <p:cNvSpPr/>
          <p:nvPr/>
        </p:nvSpPr>
        <p:spPr>
          <a:xfrm>
            <a:off x="1278720" y="155520"/>
            <a:ext cx="10514880" cy="524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855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Building a Decision Tree</a:t>
            </a:r>
            <a:endParaRPr lang="en-US" sz="4400" b="0" strike="noStrike" spc="-1">
              <a:latin typeface="Arial"/>
            </a:endParaRPr>
          </a:p>
        </p:txBody>
      </p:sp>
      <p:pic>
        <p:nvPicPr>
          <p:cNvPr id="230" name="Picture 2"/>
          <p:cNvPicPr/>
          <p:nvPr/>
        </p:nvPicPr>
        <p:blipFill>
          <a:blip r:embed="rId2"/>
          <a:stretch/>
        </p:blipFill>
        <p:spPr>
          <a:xfrm>
            <a:off x="1338120" y="1143000"/>
            <a:ext cx="9514800" cy="45712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CustomShape 1"/>
          <p:cNvSpPr/>
          <p:nvPr/>
        </p:nvSpPr>
        <p:spPr>
          <a:xfrm>
            <a:off x="1278720" y="155520"/>
            <a:ext cx="10514880" cy="524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855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Building a Decision Tree</a:t>
            </a:r>
            <a:endParaRPr lang="en-US" sz="4400" b="0" strike="noStrike" spc="-1">
              <a:latin typeface="Arial"/>
            </a:endParaRPr>
          </a:p>
        </p:txBody>
      </p:sp>
      <p:pic>
        <p:nvPicPr>
          <p:cNvPr id="232" name="Picture 2"/>
          <p:cNvPicPr/>
          <p:nvPr/>
        </p:nvPicPr>
        <p:blipFill>
          <a:blip r:embed="rId2"/>
          <a:stretch/>
        </p:blipFill>
        <p:spPr>
          <a:xfrm>
            <a:off x="478800" y="1287000"/>
            <a:ext cx="11457720" cy="4990320"/>
          </a:xfrm>
          <a:prstGeom prst="rect">
            <a:avLst/>
          </a:prstGeom>
          <a:ln>
            <a:noFill/>
          </a:ln>
        </p:spPr>
      </p:pic>
      <p:sp>
        <p:nvSpPr>
          <p:cNvPr id="233" name="CustomShape 2"/>
          <p:cNvSpPr/>
          <p:nvPr/>
        </p:nvSpPr>
        <p:spPr>
          <a:xfrm>
            <a:off x="9946080" y="3390120"/>
            <a:ext cx="1672920" cy="913680"/>
          </a:xfrm>
          <a:prstGeom prst="ellipse">
            <a:avLst/>
          </a:prstGeom>
          <a:noFill/>
          <a:ln w="2844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CustomShape 1"/>
          <p:cNvSpPr/>
          <p:nvPr/>
        </p:nvSpPr>
        <p:spPr>
          <a:xfrm>
            <a:off x="1278720" y="155520"/>
            <a:ext cx="10514880" cy="524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855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Building a Decision Tree</a:t>
            </a:r>
            <a:endParaRPr lang="en-US" sz="4400" b="0" strike="noStrike" spc="-1">
              <a:latin typeface="Arial"/>
            </a:endParaRPr>
          </a:p>
        </p:txBody>
      </p:sp>
      <p:pic>
        <p:nvPicPr>
          <p:cNvPr id="235" name="Picture 2"/>
          <p:cNvPicPr/>
          <p:nvPr/>
        </p:nvPicPr>
        <p:blipFill>
          <a:blip r:embed="rId2"/>
          <a:stretch/>
        </p:blipFill>
        <p:spPr>
          <a:xfrm>
            <a:off x="2395440" y="1495440"/>
            <a:ext cx="7400160" cy="3866400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70E3F479-C36B-3AA1-1633-78CC76995E7F}"/>
                  </a:ext>
                </a:extLst>
              </p14:cNvPr>
              <p14:cNvContentPartPr/>
              <p14:nvPr/>
            </p14:nvContentPartPr>
            <p14:xfrm>
              <a:off x="9249493" y="4914857"/>
              <a:ext cx="42840" cy="586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70E3F479-C36B-3AA1-1633-78CC76995E7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239053" y="4904057"/>
                <a:ext cx="64080" cy="79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CustomShape 1"/>
          <p:cNvSpPr/>
          <p:nvPr/>
        </p:nvSpPr>
        <p:spPr>
          <a:xfrm>
            <a:off x="1278720" y="155520"/>
            <a:ext cx="10514880" cy="524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855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Building a Decision Tree</a:t>
            </a:r>
            <a:endParaRPr lang="en-US" sz="4400" b="0" strike="noStrike" spc="-1">
              <a:latin typeface="Arial"/>
            </a:endParaRPr>
          </a:p>
        </p:txBody>
      </p:sp>
      <p:pic>
        <p:nvPicPr>
          <p:cNvPr id="237" name="Picture 2"/>
          <p:cNvPicPr/>
          <p:nvPr/>
        </p:nvPicPr>
        <p:blipFill>
          <a:blip r:embed="rId2"/>
          <a:stretch/>
        </p:blipFill>
        <p:spPr>
          <a:xfrm>
            <a:off x="266760" y="1171440"/>
            <a:ext cx="11657880" cy="45140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CustomShape 1"/>
          <p:cNvSpPr/>
          <p:nvPr/>
        </p:nvSpPr>
        <p:spPr>
          <a:xfrm>
            <a:off x="1278720" y="155520"/>
            <a:ext cx="10514880" cy="524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855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Building a Decision Tree</a:t>
            </a:r>
            <a:endParaRPr lang="en-US" sz="4400" b="0" strike="noStrike" spc="-1">
              <a:latin typeface="Arial"/>
            </a:endParaRPr>
          </a:p>
        </p:txBody>
      </p:sp>
      <p:pic>
        <p:nvPicPr>
          <p:cNvPr id="239" name="Picture 2"/>
          <p:cNvPicPr/>
          <p:nvPr/>
        </p:nvPicPr>
        <p:blipFill>
          <a:blip r:embed="rId2"/>
          <a:stretch/>
        </p:blipFill>
        <p:spPr>
          <a:xfrm>
            <a:off x="1528920" y="961920"/>
            <a:ext cx="9133920" cy="49330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CustomShape 1"/>
          <p:cNvSpPr/>
          <p:nvPr/>
        </p:nvSpPr>
        <p:spPr>
          <a:xfrm>
            <a:off x="1278720" y="155520"/>
            <a:ext cx="10514880" cy="524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855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Building a Decision Tree</a:t>
            </a:r>
            <a:endParaRPr lang="en-US" sz="4400" b="0" strike="noStrike" spc="-1">
              <a:latin typeface="Arial"/>
            </a:endParaRPr>
          </a:p>
        </p:txBody>
      </p:sp>
      <p:pic>
        <p:nvPicPr>
          <p:cNvPr id="241" name="Picture 2"/>
          <p:cNvPicPr/>
          <p:nvPr/>
        </p:nvPicPr>
        <p:blipFill>
          <a:blip r:embed="rId2"/>
          <a:stretch/>
        </p:blipFill>
        <p:spPr>
          <a:xfrm>
            <a:off x="1490760" y="909720"/>
            <a:ext cx="9209880" cy="50378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CustomShape 1"/>
          <p:cNvSpPr/>
          <p:nvPr/>
        </p:nvSpPr>
        <p:spPr>
          <a:xfrm>
            <a:off x="1278720" y="155520"/>
            <a:ext cx="10514880" cy="524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855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Building a Decision Tree</a:t>
            </a:r>
            <a:endParaRPr lang="en-US" sz="4400" b="0" strike="noStrike" spc="-1">
              <a:latin typeface="Arial"/>
            </a:endParaRPr>
          </a:p>
        </p:txBody>
      </p:sp>
      <p:pic>
        <p:nvPicPr>
          <p:cNvPr id="243" name="Picture 2"/>
          <p:cNvPicPr/>
          <p:nvPr/>
        </p:nvPicPr>
        <p:blipFill>
          <a:blip r:embed="rId2"/>
          <a:stretch/>
        </p:blipFill>
        <p:spPr>
          <a:xfrm>
            <a:off x="1795320" y="1019160"/>
            <a:ext cx="8600400" cy="4818960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51EEB30-6D0C-3BAF-7FEA-FB22685118A9}"/>
                  </a:ext>
                </a:extLst>
              </p14:cNvPr>
              <p14:cNvContentPartPr/>
              <p14:nvPr/>
            </p14:nvContentPartPr>
            <p14:xfrm>
              <a:off x="1444333" y="3533537"/>
              <a:ext cx="540000" cy="3441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51EEB30-6D0C-3BAF-7FEA-FB22685118A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33893" y="3523097"/>
                <a:ext cx="561240" cy="36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3975AD5-67D1-397B-FD0B-036003FD4240}"/>
                  </a:ext>
                </a:extLst>
              </p14:cNvPr>
              <p14:cNvContentPartPr/>
              <p14:nvPr/>
            </p14:nvContentPartPr>
            <p14:xfrm>
              <a:off x="1338493" y="4359017"/>
              <a:ext cx="730080" cy="3920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3975AD5-67D1-397B-FD0B-036003FD424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28053" y="4348577"/>
                <a:ext cx="751320" cy="41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1116D7A-E40B-788E-14AF-3CF28813C54D}"/>
                  </a:ext>
                </a:extLst>
              </p14:cNvPr>
              <p14:cNvContentPartPr/>
              <p14:nvPr/>
            </p14:nvContentPartPr>
            <p14:xfrm>
              <a:off x="1127533" y="5227337"/>
              <a:ext cx="764640" cy="4388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1116D7A-E40B-788E-14AF-3CF28813C54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16733" y="5216897"/>
                <a:ext cx="785880" cy="46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6F095B5-4A5B-974E-1FE0-EF75DC36A60E}"/>
                  </a:ext>
                </a:extLst>
              </p14:cNvPr>
              <p14:cNvContentPartPr/>
              <p14:nvPr/>
            </p14:nvContentPartPr>
            <p14:xfrm>
              <a:off x="1301413" y="2723897"/>
              <a:ext cx="667080" cy="2332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6F095B5-4A5B-974E-1FE0-EF75DC36A60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287373" y="2709857"/>
                <a:ext cx="695520" cy="26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494BC21-4E5D-CF68-D0AB-5F4F7C48A0A1}"/>
                  </a:ext>
                </a:extLst>
              </p14:cNvPr>
              <p14:cNvContentPartPr/>
              <p14:nvPr/>
            </p14:nvContentPartPr>
            <p14:xfrm>
              <a:off x="5561293" y="1004177"/>
              <a:ext cx="100800" cy="2595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494BC21-4E5D-CF68-D0AB-5F4F7C48A0A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550853" y="993737"/>
                <a:ext cx="122040" cy="28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F5E40CF0-355B-E4DF-EB36-2CC51D2F9343}"/>
                  </a:ext>
                </a:extLst>
              </p14:cNvPr>
              <p14:cNvContentPartPr/>
              <p14:nvPr/>
            </p14:nvContentPartPr>
            <p14:xfrm>
              <a:off x="5196973" y="1120457"/>
              <a:ext cx="312120" cy="53280"/>
            </p14:xfrm>
          </p:contentPart>
        </mc:Choice>
        <mc:Fallback xmlns=""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F5E40CF0-355B-E4DF-EB36-2CC51D2F9343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186173" y="1110017"/>
                <a:ext cx="33336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B9C28F78-F8BE-89E8-88FB-B55EFEF4D91F}"/>
                  </a:ext>
                </a:extLst>
              </p14:cNvPr>
              <p14:cNvContentPartPr/>
              <p14:nvPr/>
            </p14:nvContentPartPr>
            <p14:xfrm>
              <a:off x="5138653" y="1909217"/>
              <a:ext cx="1264680" cy="406800"/>
            </p14:xfrm>
          </p:contentPart>
        </mc:Choice>
        <mc:Fallback xmlns=""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B9C28F78-F8BE-89E8-88FB-B55EFEF4D91F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127850" y="1898427"/>
                <a:ext cx="1285926" cy="42802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5B0A6007-765E-0609-7AC6-F22D44261195}"/>
                  </a:ext>
                </a:extLst>
              </p14:cNvPr>
              <p14:cNvContentPartPr/>
              <p14:nvPr/>
            </p14:nvContentPartPr>
            <p14:xfrm>
              <a:off x="6656773" y="1406297"/>
              <a:ext cx="2392200" cy="704160"/>
            </p14:xfrm>
          </p:contentPart>
        </mc:Choice>
        <mc:Fallback xmlns=""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5B0A6007-765E-0609-7AC6-F22D44261195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645973" y="1395857"/>
                <a:ext cx="2413440" cy="72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74E1A8E8-3F44-969F-A98F-10E3140C63C4}"/>
                  </a:ext>
                </a:extLst>
              </p14:cNvPr>
              <p14:cNvContentPartPr/>
              <p14:nvPr/>
            </p14:nvContentPartPr>
            <p14:xfrm>
              <a:off x="5187973" y="1470377"/>
              <a:ext cx="1268280" cy="295560"/>
            </p14:xfrm>
          </p:contentPart>
        </mc:Choice>
        <mc:Fallback xmlns=""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74E1A8E8-3F44-969F-A98F-10E3140C63C4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177530" y="1459937"/>
                <a:ext cx="1289526" cy="31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C2473622-42F9-F5C7-4F29-D61DB20E4B86}"/>
                  </a:ext>
                </a:extLst>
              </p14:cNvPr>
              <p14:cNvContentPartPr/>
              <p14:nvPr/>
            </p14:nvContentPartPr>
            <p14:xfrm>
              <a:off x="6810133" y="840017"/>
              <a:ext cx="1164600" cy="370800"/>
            </p14:xfrm>
          </p:contentPart>
        </mc:Choice>
        <mc:Fallback xmlns=""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C2473622-42F9-F5C7-4F29-D61DB20E4B86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799693" y="829577"/>
                <a:ext cx="1185840" cy="39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00" name="Ink 199">
                <a:extLst>
                  <a:ext uri="{FF2B5EF4-FFF2-40B4-BE49-F238E27FC236}">
                    <a16:creationId xmlns:a16="http://schemas.microsoft.com/office/drawing/2014/main" id="{C6973902-DD2C-DD28-BB7E-AB8CF9BCAA17}"/>
                  </a:ext>
                </a:extLst>
              </p14:cNvPr>
              <p14:cNvContentPartPr/>
              <p14:nvPr/>
            </p14:nvContentPartPr>
            <p14:xfrm>
              <a:off x="5788813" y="935417"/>
              <a:ext cx="767880" cy="238320"/>
            </p14:xfrm>
          </p:contentPart>
        </mc:Choice>
        <mc:Fallback xmlns="">
          <p:pic>
            <p:nvPicPr>
              <p:cNvPr id="200" name="Ink 199">
                <a:extLst>
                  <a:ext uri="{FF2B5EF4-FFF2-40B4-BE49-F238E27FC236}">
                    <a16:creationId xmlns:a16="http://schemas.microsoft.com/office/drawing/2014/main" id="{C6973902-DD2C-DD28-BB7E-AB8CF9BCAA17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5778368" y="924617"/>
                <a:ext cx="789130" cy="25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24D8F40D-5AFD-9624-41C0-F976BCF389EF}"/>
                  </a:ext>
                </a:extLst>
              </p14:cNvPr>
              <p14:cNvContentPartPr/>
              <p14:nvPr/>
            </p14:nvContentPartPr>
            <p14:xfrm>
              <a:off x="9450733" y="681257"/>
              <a:ext cx="968760" cy="280800"/>
            </p14:xfrm>
          </p:contentPart>
        </mc:Choice>
        <mc:Fallback xmlns=""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24D8F40D-5AFD-9624-41C0-F976BCF389EF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9440293" y="670817"/>
                <a:ext cx="990000" cy="30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049AD257-C472-7C6E-22B0-38F9F81A90C7}"/>
                  </a:ext>
                </a:extLst>
              </p14:cNvPr>
              <p14:cNvContentPartPr/>
              <p14:nvPr/>
            </p14:nvContentPartPr>
            <p14:xfrm>
              <a:off x="9376573" y="1252937"/>
              <a:ext cx="666720" cy="259560"/>
            </p14:xfrm>
          </p:contentPart>
        </mc:Choice>
        <mc:Fallback xmlns=""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049AD257-C472-7C6E-22B0-38F9F81A90C7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9366127" y="1242137"/>
                <a:ext cx="687971" cy="28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1B573555-8E0C-E4B9-8A2E-F92FDA448EEC}"/>
                  </a:ext>
                </a:extLst>
              </p14:cNvPr>
              <p14:cNvContentPartPr/>
              <p14:nvPr/>
            </p14:nvContentPartPr>
            <p14:xfrm>
              <a:off x="10477453" y="1686737"/>
              <a:ext cx="21600" cy="5760"/>
            </p14:xfrm>
          </p:contentPart>
        </mc:Choice>
        <mc:Fallback xmlns=""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1B573555-8E0C-E4B9-8A2E-F92FDA448EEC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0466653" y="1676297"/>
                <a:ext cx="4284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2C57DBAD-2DCA-3BB5-A5D6-6971089A1C9D}"/>
                  </a:ext>
                </a:extLst>
              </p14:cNvPr>
              <p14:cNvContentPartPr/>
              <p14:nvPr/>
            </p14:nvContentPartPr>
            <p14:xfrm>
              <a:off x="10250293" y="1242137"/>
              <a:ext cx="240840" cy="344160"/>
            </p14:xfrm>
          </p:contentPart>
        </mc:Choice>
        <mc:Fallback xmlns=""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2C57DBAD-2DCA-3BB5-A5D6-6971089A1C9D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0239853" y="1231697"/>
                <a:ext cx="262080" cy="36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A96B7BB0-0650-767D-C391-118840301E1A}"/>
                  </a:ext>
                </a:extLst>
              </p14:cNvPr>
              <p14:cNvContentPartPr/>
              <p14:nvPr/>
            </p14:nvContentPartPr>
            <p14:xfrm>
              <a:off x="10487893" y="1840097"/>
              <a:ext cx="132480" cy="333720"/>
            </p14:xfrm>
          </p:contentPart>
        </mc:Choice>
        <mc:Fallback xmlns=""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A96B7BB0-0650-767D-C391-118840301E1A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0477453" y="1829657"/>
                <a:ext cx="153720" cy="35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5EF64969-66AC-66A7-B23F-94273F843A4D}"/>
                  </a:ext>
                </a:extLst>
              </p14:cNvPr>
              <p14:cNvContentPartPr/>
              <p14:nvPr/>
            </p14:nvContentPartPr>
            <p14:xfrm>
              <a:off x="9429493" y="1877177"/>
              <a:ext cx="750240" cy="317880"/>
            </p14:xfrm>
          </p:contentPart>
        </mc:Choice>
        <mc:Fallback xmlns=""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5EF64969-66AC-66A7-B23F-94273F843A4D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9419048" y="1866737"/>
                <a:ext cx="771490" cy="33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36" name="Ink 235">
                <a:extLst>
                  <a:ext uri="{FF2B5EF4-FFF2-40B4-BE49-F238E27FC236}">
                    <a16:creationId xmlns:a16="http://schemas.microsoft.com/office/drawing/2014/main" id="{CC6AC48A-5E3A-7E87-DDC4-C3DB7F82E3FB}"/>
                  </a:ext>
                </a:extLst>
              </p14:cNvPr>
              <p14:cNvContentPartPr/>
              <p14:nvPr/>
            </p14:nvContentPartPr>
            <p14:xfrm>
              <a:off x="9509053" y="2311697"/>
              <a:ext cx="1185480" cy="306720"/>
            </p14:xfrm>
          </p:contentPart>
        </mc:Choice>
        <mc:Fallback xmlns="">
          <p:pic>
            <p:nvPicPr>
              <p:cNvPr id="236" name="Ink 235">
                <a:extLst>
                  <a:ext uri="{FF2B5EF4-FFF2-40B4-BE49-F238E27FC236}">
                    <a16:creationId xmlns:a16="http://schemas.microsoft.com/office/drawing/2014/main" id="{CC6AC48A-5E3A-7E87-DDC4-C3DB7F82E3FB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9498256" y="2301257"/>
                <a:ext cx="1206714" cy="32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B1DE1B00-7AAE-9FCB-D322-AB7D44987EF7}"/>
                  </a:ext>
                </a:extLst>
              </p14:cNvPr>
              <p14:cNvContentPartPr/>
              <p14:nvPr/>
            </p14:nvContentPartPr>
            <p14:xfrm>
              <a:off x="5344573" y="559937"/>
              <a:ext cx="6179760" cy="2307600"/>
            </p14:xfrm>
          </p:contentPart>
        </mc:Choice>
        <mc:Fallback xmlns=""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B1DE1B00-7AAE-9FCB-D322-AB7D44987EF7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5333773" y="549495"/>
                <a:ext cx="6201000" cy="2328843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CustomShape 1"/>
          <p:cNvSpPr/>
          <p:nvPr/>
        </p:nvSpPr>
        <p:spPr>
          <a:xfrm>
            <a:off x="1278720" y="155520"/>
            <a:ext cx="10514880" cy="524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855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Building a Decision Tree</a:t>
            </a:r>
            <a:endParaRPr lang="en-US" sz="4400" b="0" strike="noStrike" spc="-1">
              <a:latin typeface="Arial"/>
            </a:endParaRPr>
          </a:p>
        </p:txBody>
      </p:sp>
      <p:pic>
        <p:nvPicPr>
          <p:cNvPr id="245" name="Picture 2"/>
          <p:cNvPicPr/>
          <p:nvPr/>
        </p:nvPicPr>
        <p:blipFill>
          <a:blip r:embed="rId2"/>
          <a:stretch/>
        </p:blipFill>
        <p:spPr>
          <a:xfrm>
            <a:off x="1866960" y="985680"/>
            <a:ext cx="8457480" cy="4885560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A60711C-D6B1-CB10-421A-D8662E7F0953}"/>
                  </a:ext>
                </a:extLst>
              </p14:cNvPr>
              <p14:cNvContentPartPr/>
              <p14:nvPr/>
            </p14:nvContentPartPr>
            <p14:xfrm>
              <a:off x="2569333" y="2869337"/>
              <a:ext cx="744840" cy="720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A60711C-D6B1-CB10-421A-D8662E7F095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58533" y="2858537"/>
                <a:ext cx="766080" cy="9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AB86C3D-C520-5936-0BEB-15F7C01C25E4}"/>
                  </a:ext>
                </a:extLst>
              </p14:cNvPr>
              <p14:cNvContentPartPr/>
              <p14:nvPr/>
            </p14:nvContentPartPr>
            <p14:xfrm>
              <a:off x="5540053" y="2898497"/>
              <a:ext cx="1344600" cy="586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AB86C3D-C520-5936-0BEB-15F7C01C25E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529613" y="2888057"/>
                <a:ext cx="1365840" cy="7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FA89736-9767-B9BD-4532-28BEA0910EE5}"/>
                  </a:ext>
                </a:extLst>
              </p14:cNvPr>
              <p14:cNvContentPartPr/>
              <p14:nvPr/>
            </p14:nvContentPartPr>
            <p14:xfrm>
              <a:off x="2329933" y="3302057"/>
              <a:ext cx="754200" cy="4438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FA89736-9767-B9BD-4532-28BEA0910EE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319133" y="3291257"/>
                <a:ext cx="775440" cy="46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38AE181-1490-1675-AFCB-E529DCDB3710}"/>
                  </a:ext>
                </a:extLst>
              </p14:cNvPr>
              <p14:cNvContentPartPr/>
              <p14:nvPr/>
            </p14:nvContentPartPr>
            <p14:xfrm>
              <a:off x="2148133" y="4009817"/>
              <a:ext cx="1005840" cy="13291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38AE181-1490-1675-AFCB-E529DCDB371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137693" y="3999377"/>
                <a:ext cx="1027080" cy="1350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CustomShape 1"/>
          <p:cNvSpPr/>
          <p:nvPr/>
        </p:nvSpPr>
        <p:spPr>
          <a:xfrm>
            <a:off x="1278720" y="155520"/>
            <a:ext cx="10514880" cy="524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855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Building a Decision Tree</a:t>
            </a:r>
            <a:endParaRPr lang="en-US" sz="4400" b="0" strike="noStrike" spc="-1">
              <a:latin typeface="Arial"/>
            </a:endParaRPr>
          </a:p>
        </p:txBody>
      </p:sp>
      <p:pic>
        <p:nvPicPr>
          <p:cNvPr id="247" name="Picture 2"/>
          <p:cNvPicPr/>
          <p:nvPr/>
        </p:nvPicPr>
        <p:blipFill>
          <a:blip r:embed="rId2"/>
          <a:stretch/>
        </p:blipFill>
        <p:spPr>
          <a:xfrm>
            <a:off x="1429920" y="990720"/>
            <a:ext cx="9831240" cy="5375520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E62A2C1-53F7-83B6-99E6-844F8F15A666}"/>
                  </a:ext>
                </a:extLst>
              </p14:cNvPr>
              <p14:cNvContentPartPr/>
              <p14:nvPr/>
            </p14:nvContentPartPr>
            <p14:xfrm>
              <a:off x="1245253" y="3578897"/>
              <a:ext cx="471960" cy="198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E62A2C1-53F7-83B6-99E6-844F8F15A66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34453" y="3568097"/>
                <a:ext cx="493200" cy="2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A9198A5-3E6A-67F5-852C-60CCF2F4014E}"/>
                  </a:ext>
                </a:extLst>
              </p14:cNvPr>
              <p14:cNvContentPartPr/>
              <p14:nvPr/>
            </p14:nvContentPartPr>
            <p14:xfrm>
              <a:off x="989293" y="3046817"/>
              <a:ext cx="658440" cy="3654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A9198A5-3E6A-67F5-852C-60CCF2F4014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78853" y="3036017"/>
                <a:ext cx="679680" cy="38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EDDF79C-2DA6-D1DD-3747-B0144FA23F93}"/>
                  </a:ext>
                </a:extLst>
              </p14:cNvPr>
              <p14:cNvContentPartPr/>
              <p14:nvPr/>
            </p14:nvContentPartPr>
            <p14:xfrm>
              <a:off x="7292173" y="2142497"/>
              <a:ext cx="666360" cy="6559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EDDF79C-2DA6-D1DD-3747-B0144FA23F9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281733" y="2131697"/>
                <a:ext cx="687600" cy="67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7CF52E61-2EF0-F6B0-2E94-F6BBFEA63B3E}"/>
                  </a:ext>
                </a:extLst>
              </p14:cNvPr>
              <p14:cNvContentPartPr/>
              <p14:nvPr/>
            </p14:nvContentPartPr>
            <p14:xfrm>
              <a:off x="3682813" y="3851057"/>
              <a:ext cx="614160" cy="3441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7CF52E61-2EF0-F6B0-2E94-F6BBFEA63B3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672373" y="3840617"/>
                <a:ext cx="635400" cy="365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CustomShape 1"/>
          <p:cNvSpPr/>
          <p:nvPr/>
        </p:nvSpPr>
        <p:spPr>
          <a:xfrm>
            <a:off x="1278720" y="155520"/>
            <a:ext cx="10514880" cy="524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855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Building a Decision Tree</a:t>
            </a:r>
            <a:endParaRPr lang="en-US" sz="4400" b="0" strike="noStrike" spc="-1">
              <a:latin typeface="Arial"/>
            </a:endParaRPr>
          </a:p>
        </p:txBody>
      </p:sp>
      <p:pic>
        <p:nvPicPr>
          <p:cNvPr id="249" name="Picture 3"/>
          <p:cNvPicPr/>
          <p:nvPr/>
        </p:nvPicPr>
        <p:blipFill>
          <a:blip r:embed="rId2"/>
          <a:stretch/>
        </p:blipFill>
        <p:spPr>
          <a:xfrm>
            <a:off x="1278720" y="980640"/>
            <a:ext cx="9439200" cy="52819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CustomShape 1"/>
          <p:cNvSpPr/>
          <p:nvPr/>
        </p:nvSpPr>
        <p:spPr>
          <a:xfrm>
            <a:off x="1278720" y="155520"/>
            <a:ext cx="10514880" cy="524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855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Building a Decision Tree</a:t>
            </a:r>
            <a:endParaRPr lang="en-US" sz="4400" b="0" strike="noStrike" spc="-1">
              <a:latin typeface="Arial"/>
            </a:endParaRPr>
          </a:p>
        </p:txBody>
      </p:sp>
      <p:pic>
        <p:nvPicPr>
          <p:cNvPr id="251" name="Picture 2"/>
          <p:cNvPicPr/>
          <p:nvPr/>
        </p:nvPicPr>
        <p:blipFill>
          <a:blip r:embed="rId2"/>
          <a:stretch/>
        </p:blipFill>
        <p:spPr>
          <a:xfrm>
            <a:off x="3024360" y="1071720"/>
            <a:ext cx="6143040" cy="4714200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CF4004D-8009-D40D-91D9-58C804281C7F}"/>
                  </a:ext>
                </a:extLst>
              </p14:cNvPr>
              <p14:cNvContentPartPr/>
              <p14:nvPr/>
            </p14:nvContentPartPr>
            <p14:xfrm>
              <a:off x="9059773" y="3333737"/>
              <a:ext cx="888840" cy="2926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CF4004D-8009-D40D-91D9-58C804281C7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048973" y="3322937"/>
                <a:ext cx="910080" cy="31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19DE793-EA9B-1FF9-F92A-FE453A9A0DEA}"/>
                  </a:ext>
                </a:extLst>
              </p14:cNvPr>
              <p14:cNvContentPartPr/>
              <p14:nvPr/>
            </p14:nvContentPartPr>
            <p14:xfrm>
              <a:off x="9154453" y="3903977"/>
              <a:ext cx="592920" cy="3495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19DE793-EA9B-1FF9-F92A-FE453A9A0DE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143653" y="3893537"/>
                <a:ext cx="614160" cy="37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AD71CCC-D2C5-E635-586D-5BF8B8BE7D65}"/>
                  </a:ext>
                </a:extLst>
              </p14:cNvPr>
              <p14:cNvContentPartPr/>
              <p14:nvPr/>
            </p14:nvContentPartPr>
            <p14:xfrm>
              <a:off x="9021973" y="4719017"/>
              <a:ext cx="820440" cy="4813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AD71CCC-D2C5-E635-586D-5BF8B8BE7D6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011533" y="4708217"/>
                <a:ext cx="841680" cy="50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F8A81FA-D16F-EED2-874E-487F64D31A6D}"/>
                  </a:ext>
                </a:extLst>
              </p14:cNvPr>
              <p14:cNvContentPartPr/>
              <p14:nvPr/>
            </p14:nvContentPartPr>
            <p14:xfrm>
              <a:off x="2984773" y="2403857"/>
              <a:ext cx="1469520" cy="30391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F8A81FA-D16F-EED2-874E-487F64D31A6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974333" y="2393057"/>
                <a:ext cx="1490760" cy="306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2EEF1BD-791E-538C-F6D7-11468A2A1E25}"/>
                  </a:ext>
                </a:extLst>
              </p14:cNvPr>
              <p14:cNvContentPartPr/>
              <p14:nvPr/>
            </p14:nvContentPartPr>
            <p14:xfrm>
              <a:off x="666733" y="1369217"/>
              <a:ext cx="201600" cy="6512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2EEF1BD-791E-538C-F6D7-11468A2A1E2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52333" y="1355177"/>
                <a:ext cx="230040" cy="67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378EDD4-CF27-CCE7-2B3D-B32E69F0E267}"/>
                  </a:ext>
                </a:extLst>
              </p14:cNvPr>
              <p14:cNvContentPartPr/>
              <p14:nvPr/>
            </p14:nvContentPartPr>
            <p14:xfrm>
              <a:off x="1703893" y="962417"/>
              <a:ext cx="212040" cy="7405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378EDD4-CF27-CCE7-2B3D-B32E69F0E26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689493" y="948377"/>
                <a:ext cx="240480" cy="76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573670E9-C7BC-7FC8-E0D4-7FEBC73573EF}"/>
                  </a:ext>
                </a:extLst>
              </p14:cNvPr>
              <p14:cNvContentPartPr/>
              <p14:nvPr/>
            </p14:nvContentPartPr>
            <p14:xfrm>
              <a:off x="2460613" y="761177"/>
              <a:ext cx="98280" cy="7844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573670E9-C7BC-7FC8-E0D4-7FEBC73573EF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446213" y="747137"/>
                <a:ext cx="126720" cy="81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86F5E8EF-E647-2685-3B74-DD2D6B41A358}"/>
                  </a:ext>
                </a:extLst>
              </p14:cNvPr>
              <p14:cNvContentPartPr/>
              <p14:nvPr/>
            </p14:nvContentPartPr>
            <p14:xfrm>
              <a:off x="8821093" y="2681777"/>
              <a:ext cx="79560" cy="1062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86F5E8EF-E647-2685-3B74-DD2D6B41A358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810293" y="2670977"/>
                <a:ext cx="100800" cy="127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CustomShape 1"/>
          <p:cNvSpPr/>
          <p:nvPr/>
        </p:nvSpPr>
        <p:spPr>
          <a:xfrm>
            <a:off x="1278720" y="155520"/>
            <a:ext cx="10514880" cy="524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855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Building a Decision Tree</a:t>
            </a:r>
            <a:endParaRPr lang="en-US" sz="4400" b="0" strike="noStrike" spc="-1">
              <a:latin typeface="Arial"/>
            </a:endParaRPr>
          </a:p>
        </p:txBody>
      </p:sp>
      <p:pic>
        <p:nvPicPr>
          <p:cNvPr id="253" name="Picture 2"/>
          <p:cNvPicPr/>
          <p:nvPr/>
        </p:nvPicPr>
        <p:blipFill>
          <a:blip r:embed="rId2"/>
          <a:stretch/>
        </p:blipFill>
        <p:spPr>
          <a:xfrm>
            <a:off x="500040" y="590400"/>
            <a:ext cx="11191320" cy="5676120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F38A773-595F-FDA2-539F-7AA872FA714E}"/>
                  </a:ext>
                </a:extLst>
              </p14:cNvPr>
              <p14:cNvContentPartPr/>
              <p14:nvPr/>
            </p14:nvContentPartPr>
            <p14:xfrm>
              <a:off x="429133" y="3126017"/>
              <a:ext cx="544320" cy="3128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F38A773-595F-FDA2-539F-7AA872FA714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8333" y="3115565"/>
                <a:ext cx="565560" cy="3341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1D71FCB0-668D-B260-650F-5EAC5BF84DAC}"/>
                  </a:ext>
                </a:extLst>
              </p14:cNvPr>
              <p14:cNvContentPartPr/>
              <p14:nvPr/>
            </p14:nvContentPartPr>
            <p14:xfrm>
              <a:off x="1730173" y="2629217"/>
              <a:ext cx="957960" cy="36540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1D71FCB0-668D-B260-650F-5EAC5BF84DA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19737" y="2618777"/>
                <a:ext cx="979192" cy="36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AB23B4FC-29E9-9936-338F-1C59D0613F1C}"/>
                  </a:ext>
                </a:extLst>
              </p14:cNvPr>
              <p14:cNvContentPartPr/>
              <p14:nvPr/>
            </p14:nvContentPartPr>
            <p14:xfrm>
              <a:off x="513013" y="2454617"/>
              <a:ext cx="635400" cy="38336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AB23B4FC-29E9-9936-338F-1C59D0613F1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02573" y="2444178"/>
                <a:ext cx="660240" cy="3854878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CustomShape 1"/>
          <p:cNvSpPr/>
          <p:nvPr/>
        </p:nvSpPr>
        <p:spPr>
          <a:xfrm>
            <a:off x="1278720" y="155520"/>
            <a:ext cx="10514880" cy="524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855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Building a Decision Tree</a:t>
            </a:r>
            <a:endParaRPr lang="en-US" sz="4400" b="0" strike="noStrike" spc="-1">
              <a:latin typeface="Arial"/>
            </a:endParaRPr>
          </a:p>
        </p:txBody>
      </p:sp>
      <p:pic>
        <p:nvPicPr>
          <p:cNvPr id="255" name="Picture 2"/>
          <p:cNvPicPr/>
          <p:nvPr/>
        </p:nvPicPr>
        <p:blipFill>
          <a:blip r:embed="rId2"/>
          <a:stretch/>
        </p:blipFill>
        <p:spPr>
          <a:xfrm>
            <a:off x="528480" y="657360"/>
            <a:ext cx="11134080" cy="5542920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3623A89-ADEC-08C2-34BA-2F9ED891A566}"/>
                  </a:ext>
                </a:extLst>
              </p14:cNvPr>
              <p14:cNvContentPartPr/>
              <p14:nvPr/>
            </p14:nvContentPartPr>
            <p14:xfrm>
              <a:off x="847093" y="4422377"/>
              <a:ext cx="1399680" cy="13892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3623A89-ADEC-08C2-34BA-2F9ED891A56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36293" y="4411577"/>
                <a:ext cx="1420920" cy="141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A16D63E-B1E2-316D-B866-49E90E6719A8}"/>
                  </a:ext>
                </a:extLst>
              </p14:cNvPr>
              <p14:cNvContentPartPr/>
              <p14:nvPr/>
            </p14:nvContentPartPr>
            <p14:xfrm>
              <a:off x="1040053" y="2925497"/>
              <a:ext cx="986400" cy="11800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A16D63E-B1E2-316D-B866-49E90E6719A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29253" y="2915057"/>
                <a:ext cx="1007640" cy="1201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CustomShape 1"/>
          <p:cNvSpPr/>
          <p:nvPr/>
        </p:nvSpPr>
        <p:spPr>
          <a:xfrm>
            <a:off x="1278720" y="155520"/>
            <a:ext cx="10514880" cy="524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855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Building a Decision Tree</a:t>
            </a:r>
            <a:endParaRPr lang="en-US" sz="4400" b="0" strike="noStrike" spc="-1">
              <a:latin typeface="Arial"/>
            </a:endParaRPr>
          </a:p>
        </p:txBody>
      </p:sp>
      <p:pic>
        <p:nvPicPr>
          <p:cNvPr id="257" name="Picture 2"/>
          <p:cNvPicPr/>
          <p:nvPr/>
        </p:nvPicPr>
        <p:blipFill>
          <a:blip r:embed="rId2"/>
          <a:stretch/>
        </p:blipFill>
        <p:spPr>
          <a:xfrm>
            <a:off x="631440" y="1778760"/>
            <a:ext cx="5153040" cy="3421440"/>
          </a:xfrm>
          <a:prstGeom prst="rect">
            <a:avLst/>
          </a:prstGeom>
          <a:ln>
            <a:noFill/>
          </a:ln>
        </p:spPr>
      </p:pic>
      <p:pic>
        <p:nvPicPr>
          <p:cNvPr id="258" name="Picture 3"/>
          <p:cNvPicPr/>
          <p:nvPr/>
        </p:nvPicPr>
        <p:blipFill>
          <a:blip r:embed="rId3"/>
          <a:stretch/>
        </p:blipFill>
        <p:spPr>
          <a:xfrm>
            <a:off x="5888520" y="1269000"/>
            <a:ext cx="6075000" cy="4097520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1208D28-48A7-7638-D5B5-228EFC4B3954}"/>
                  </a:ext>
                </a:extLst>
              </p14:cNvPr>
              <p14:cNvContentPartPr/>
              <p14:nvPr/>
            </p14:nvContentPartPr>
            <p14:xfrm>
              <a:off x="2846893" y="2417177"/>
              <a:ext cx="1915560" cy="1058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1208D28-48A7-7638-D5B5-228EFC4B395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832496" y="2406414"/>
                <a:ext cx="1940395" cy="1305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1E8E8FB-3010-3413-A810-2A3D88BA52B1}"/>
                  </a:ext>
                </a:extLst>
              </p14:cNvPr>
              <p14:cNvContentPartPr/>
              <p14:nvPr/>
            </p14:nvContentPartPr>
            <p14:xfrm>
              <a:off x="3598213" y="2708057"/>
              <a:ext cx="1433520" cy="1166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1E8E8FB-3010-3413-A810-2A3D88BA52B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587416" y="2697617"/>
                <a:ext cx="1454755" cy="13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24FBFAC-225B-3F28-7A33-0F7C5C2CA6C9}"/>
                  </a:ext>
                </a:extLst>
              </p14:cNvPr>
              <p14:cNvContentPartPr/>
              <p14:nvPr/>
            </p14:nvContentPartPr>
            <p14:xfrm>
              <a:off x="3503533" y="2470097"/>
              <a:ext cx="338400" cy="3441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24FBFAC-225B-3F28-7A33-0F7C5C2CA6C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492733" y="2459297"/>
                <a:ext cx="359640" cy="36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037CABF-DCF5-EA13-6E14-67B49651B20C}"/>
                  </a:ext>
                </a:extLst>
              </p14:cNvPr>
              <p14:cNvContentPartPr/>
              <p14:nvPr/>
            </p14:nvContentPartPr>
            <p14:xfrm>
              <a:off x="1089733" y="2771417"/>
              <a:ext cx="619560" cy="4870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037CABF-DCF5-EA13-6E14-67B49651B20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75693" y="2760977"/>
                <a:ext cx="644400" cy="50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0417F97D-78EB-0DF5-B7B2-27389D22DCF6}"/>
                  </a:ext>
                </a:extLst>
              </p14:cNvPr>
              <p14:cNvContentPartPr/>
              <p14:nvPr/>
            </p14:nvContentPartPr>
            <p14:xfrm>
              <a:off x="5990053" y="1565777"/>
              <a:ext cx="464760" cy="1850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0417F97D-78EB-0DF5-B7B2-27389D22DCF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979253" y="1554977"/>
                <a:ext cx="486000" cy="20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F7ABEB5-1CA5-C013-24F3-A4D35B5720CF}"/>
                  </a:ext>
                </a:extLst>
              </p14:cNvPr>
              <p14:cNvContentPartPr/>
              <p14:nvPr/>
            </p14:nvContentPartPr>
            <p14:xfrm>
              <a:off x="11477533" y="1279937"/>
              <a:ext cx="502920" cy="1108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F7ABEB5-1CA5-C013-24F3-A4D35B5720C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1463133" y="1265537"/>
                <a:ext cx="531360" cy="13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7205966D-04AD-CDB1-9A75-38194FC9BA33}"/>
                  </a:ext>
                </a:extLst>
              </p14:cNvPr>
              <p14:cNvContentPartPr/>
              <p14:nvPr/>
            </p14:nvContentPartPr>
            <p14:xfrm>
              <a:off x="1233373" y="628337"/>
              <a:ext cx="3143520" cy="14450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7205966D-04AD-CDB1-9A75-38194FC9BA3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222573" y="617897"/>
                <a:ext cx="3164760" cy="146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A2CB7EBB-8715-57FC-FDB2-9817F679DDC2}"/>
                  </a:ext>
                </a:extLst>
              </p14:cNvPr>
              <p14:cNvContentPartPr/>
              <p14:nvPr/>
            </p14:nvContentPartPr>
            <p14:xfrm>
              <a:off x="2943013" y="369857"/>
              <a:ext cx="660600" cy="2379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A2CB7EBB-8715-57FC-FDB2-9817F679DDC2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932573" y="359057"/>
                <a:ext cx="681840" cy="25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B881C058-B738-9452-05BE-81D646948B96}"/>
                  </a:ext>
                </a:extLst>
              </p14:cNvPr>
              <p14:cNvContentPartPr/>
              <p14:nvPr/>
            </p14:nvContentPartPr>
            <p14:xfrm>
              <a:off x="2899813" y="1364177"/>
              <a:ext cx="471240" cy="55584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B881C058-B738-9452-05BE-81D646948B96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889013" y="1353377"/>
                <a:ext cx="492480" cy="57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7CF7E51A-FAA7-641A-C827-F9F543870531}"/>
                  </a:ext>
                </a:extLst>
              </p14:cNvPr>
              <p14:cNvContentPartPr/>
              <p14:nvPr/>
            </p14:nvContentPartPr>
            <p14:xfrm>
              <a:off x="2921413" y="972497"/>
              <a:ext cx="216720" cy="20160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7CF7E51A-FAA7-641A-C827-F9F543870531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910613" y="961697"/>
                <a:ext cx="237960" cy="22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8702786A-498A-CF4F-0E35-F694F307C7CD}"/>
                  </a:ext>
                </a:extLst>
              </p14:cNvPr>
              <p14:cNvContentPartPr/>
              <p14:nvPr/>
            </p14:nvContentPartPr>
            <p14:xfrm>
              <a:off x="5878813" y="972497"/>
              <a:ext cx="640080" cy="56592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8702786A-498A-CF4F-0E35-F694F307C7CD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868373" y="961697"/>
                <a:ext cx="661320" cy="58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99F3D057-7252-7C17-5DED-A3C7FBF4CEA9}"/>
                  </a:ext>
                </a:extLst>
              </p14:cNvPr>
              <p14:cNvContentPartPr/>
              <p14:nvPr/>
            </p14:nvContentPartPr>
            <p14:xfrm>
              <a:off x="4746973" y="1369937"/>
              <a:ext cx="603000" cy="69516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99F3D057-7252-7C17-5DED-A3C7FBF4CEA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736533" y="1359137"/>
                <a:ext cx="624240" cy="71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48472F02-5B99-F12D-8F0E-8032EE8411F5}"/>
                  </a:ext>
                </a:extLst>
              </p14:cNvPr>
              <p14:cNvContentPartPr/>
              <p14:nvPr/>
            </p14:nvContentPartPr>
            <p14:xfrm>
              <a:off x="4700173" y="999497"/>
              <a:ext cx="1469160" cy="99936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48472F02-5B99-F12D-8F0E-8032EE8411F5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689373" y="988697"/>
                <a:ext cx="1490400" cy="10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1647C71E-CE90-2E96-0ABE-691ABD803045}"/>
                  </a:ext>
                </a:extLst>
              </p14:cNvPr>
              <p14:cNvContentPartPr/>
              <p14:nvPr/>
            </p14:nvContentPartPr>
            <p14:xfrm>
              <a:off x="116653" y="4700657"/>
              <a:ext cx="2306880" cy="227268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1647C71E-CE90-2E96-0ABE-691ABD803045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06213" y="4690217"/>
                <a:ext cx="2328120" cy="229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0C991820-6A37-02F1-E064-46D9516F8C75}"/>
                  </a:ext>
                </a:extLst>
              </p14:cNvPr>
              <p14:cNvContentPartPr/>
              <p14:nvPr/>
            </p14:nvContentPartPr>
            <p14:xfrm>
              <a:off x="8350213" y="1223777"/>
              <a:ext cx="286200" cy="24336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0C991820-6A37-02F1-E064-46D9516F8C75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339413" y="1213337"/>
                <a:ext cx="307440" cy="26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60" name="Ink 259">
                <a:extLst>
                  <a:ext uri="{FF2B5EF4-FFF2-40B4-BE49-F238E27FC236}">
                    <a16:creationId xmlns:a16="http://schemas.microsoft.com/office/drawing/2014/main" id="{DF4346C4-53EE-7399-BDCE-FE2159B285FC}"/>
                  </a:ext>
                </a:extLst>
              </p14:cNvPr>
              <p14:cNvContentPartPr/>
              <p14:nvPr/>
            </p14:nvContentPartPr>
            <p14:xfrm>
              <a:off x="584293" y="6287537"/>
              <a:ext cx="350280" cy="195480"/>
            </p14:xfrm>
          </p:contentPart>
        </mc:Choice>
        <mc:Fallback xmlns="">
          <p:pic>
            <p:nvPicPr>
              <p:cNvPr id="260" name="Ink 259">
                <a:extLst>
                  <a:ext uri="{FF2B5EF4-FFF2-40B4-BE49-F238E27FC236}">
                    <a16:creationId xmlns:a16="http://schemas.microsoft.com/office/drawing/2014/main" id="{DF4346C4-53EE-7399-BDCE-FE2159B285FC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73493" y="6276737"/>
                <a:ext cx="371520" cy="21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61" name="Ink 260">
                <a:extLst>
                  <a:ext uri="{FF2B5EF4-FFF2-40B4-BE49-F238E27FC236}">
                    <a16:creationId xmlns:a16="http://schemas.microsoft.com/office/drawing/2014/main" id="{2D764AAF-FA30-DFD0-7B7E-7D13822C6FCC}"/>
                  </a:ext>
                </a:extLst>
              </p14:cNvPr>
              <p14:cNvContentPartPr/>
              <p14:nvPr/>
            </p14:nvContentPartPr>
            <p14:xfrm>
              <a:off x="528853" y="5356217"/>
              <a:ext cx="365040" cy="227520"/>
            </p14:xfrm>
          </p:contentPart>
        </mc:Choice>
        <mc:Fallback xmlns="">
          <p:pic>
            <p:nvPicPr>
              <p:cNvPr id="261" name="Ink 260">
                <a:extLst>
                  <a:ext uri="{FF2B5EF4-FFF2-40B4-BE49-F238E27FC236}">
                    <a16:creationId xmlns:a16="http://schemas.microsoft.com/office/drawing/2014/main" id="{2D764AAF-FA30-DFD0-7B7E-7D13822C6FCC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18413" y="5345434"/>
                <a:ext cx="386280" cy="2487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62" name="Ink 261">
                <a:extLst>
                  <a:ext uri="{FF2B5EF4-FFF2-40B4-BE49-F238E27FC236}">
                    <a16:creationId xmlns:a16="http://schemas.microsoft.com/office/drawing/2014/main" id="{A253465C-C28E-6DA6-1302-50D95A77BC2B}"/>
                  </a:ext>
                </a:extLst>
              </p14:cNvPr>
              <p14:cNvContentPartPr/>
              <p14:nvPr/>
            </p14:nvContentPartPr>
            <p14:xfrm>
              <a:off x="10297453" y="1763057"/>
              <a:ext cx="1567440" cy="90360"/>
            </p14:xfrm>
          </p:contentPart>
        </mc:Choice>
        <mc:Fallback xmlns="">
          <p:pic>
            <p:nvPicPr>
              <p:cNvPr id="262" name="Ink 261">
                <a:extLst>
                  <a:ext uri="{FF2B5EF4-FFF2-40B4-BE49-F238E27FC236}">
                    <a16:creationId xmlns:a16="http://schemas.microsoft.com/office/drawing/2014/main" id="{A253465C-C28E-6DA6-1302-50D95A77BC2B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0283053" y="1748657"/>
                <a:ext cx="1595880" cy="11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67" name="Ink 266">
                <a:extLst>
                  <a:ext uri="{FF2B5EF4-FFF2-40B4-BE49-F238E27FC236}">
                    <a16:creationId xmlns:a16="http://schemas.microsoft.com/office/drawing/2014/main" id="{486EAF1A-2EC4-A710-30CC-1CA93102FFB8}"/>
                  </a:ext>
                </a:extLst>
              </p14:cNvPr>
              <p14:cNvContentPartPr/>
              <p14:nvPr/>
            </p14:nvContentPartPr>
            <p14:xfrm>
              <a:off x="8201893" y="3123137"/>
              <a:ext cx="360" cy="5760"/>
            </p14:xfrm>
          </p:contentPart>
        </mc:Choice>
        <mc:Fallback xmlns="">
          <p:pic>
            <p:nvPicPr>
              <p:cNvPr id="267" name="Ink 266">
                <a:extLst>
                  <a:ext uri="{FF2B5EF4-FFF2-40B4-BE49-F238E27FC236}">
                    <a16:creationId xmlns:a16="http://schemas.microsoft.com/office/drawing/2014/main" id="{486EAF1A-2EC4-A710-30CC-1CA93102FFB8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187853" y="3108737"/>
                <a:ext cx="2880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70" name="Ink 269">
                <a:extLst>
                  <a:ext uri="{FF2B5EF4-FFF2-40B4-BE49-F238E27FC236}">
                    <a16:creationId xmlns:a16="http://schemas.microsoft.com/office/drawing/2014/main" id="{1FF25E08-6CCB-2C6B-CAC3-3A03ECE59354}"/>
                  </a:ext>
                </a:extLst>
              </p14:cNvPr>
              <p14:cNvContentPartPr/>
              <p14:nvPr/>
            </p14:nvContentPartPr>
            <p14:xfrm>
              <a:off x="10503733" y="3175697"/>
              <a:ext cx="1067040" cy="85320"/>
            </p14:xfrm>
          </p:contentPart>
        </mc:Choice>
        <mc:Fallback xmlns="">
          <p:pic>
            <p:nvPicPr>
              <p:cNvPr id="270" name="Ink 269">
                <a:extLst>
                  <a:ext uri="{FF2B5EF4-FFF2-40B4-BE49-F238E27FC236}">
                    <a16:creationId xmlns:a16="http://schemas.microsoft.com/office/drawing/2014/main" id="{1FF25E08-6CCB-2C6B-CAC3-3A03ECE59354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0493293" y="3165213"/>
                <a:ext cx="1088280" cy="1066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75" name="Ink 274">
                <a:extLst>
                  <a:ext uri="{FF2B5EF4-FFF2-40B4-BE49-F238E27FC236}">
                    <a16:creationId xmlns:a16="http://schemas.microsoft.com/office/drawing/2014/main" id="{3DAACB1E-1691-9C69-3A41-9DE0B7B21365}"/>
                  </a:ext>
                </a:extLst>
              </p14:cNvPr>
              <p14:cNvContentPartPr/>
              <p14:nvPr/>
            </p14:nvContentPartPr>
            <p14:xfrm>
              <a:off x="1444333" y="5928617"/>
              <a:ext cx="180360" cy="438480"/>
            </p14:xfrm>
          </p:contentPart>
        </mc:Choice>
        <mc:Fallback xmlns="">
          <p:pic>
            <p:nvPicPr>
              <p:cNvPr id="275" name="Ink 274">
                <a:extLst>
                  <a:ext uri="{FF2B5EF4-FFF2-40B4-BE49-F238E27FC236}">
                    <a16:creationId xmlns:a16="http://schemas.microsoft.com/office/drawing/2014/main" id="{3DAACB1E-1691-9C69-3A41-9DE0B7B21365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433893" y="5918177"/>
                <a:ext cx="201600" cy="45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76" name="Ink 275">
                <a:extLst>
                  <a:ext uri="{FF2B5EF4-FFF2-40B4-BE49-F238E27FC236}">
                    <a16:creationId xmlns:a16="http://schemas.microsoft.com/office/drawing/2014/main" id="{BB191164-39B8-41A5-543C-21DA3BB6D07B}"/>
                  </a:ext>
                </a:extLst>
              </p14:cNvPr>
              <p14:cNvContentPartPr/>
              <p14:nvPr/>
            </p14:nvContentPartPr>
            <p14:xfrm>
              <a:off x="10164973" y="3710297"/>
              <a:ext cx="53280" cy="69120"/>
            </p14:xfrm>
          </p:contentPart>
        </mc:Choice>
        <mc:Fallback xmlns="">
          <p:pic>
            <p:nvPicPr>
              <p:cNvPr id="276" name="Ink 275">
                <a:extLst>
                  <a:ext uri="{FF2B5EF4-FFF2-40B4-BE49-F238E27FC236}">
                    <a16:creationId xmlns:a16="http://schemas.microsoft.com/office/drawing/2014/main" id="{BB191164-39B8-41A5-543C-21DA3BB6D07B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0154533" y="3699857"/>
                <a:ext cx="74520" cy="9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77" name="Ink 276">
                <a:extLst>
                  <a:ext uri="{FF2B5EF4-FFF2-40B4-BE49-F238E27FC236}">
                    <a16:creationId xmlns:a16="http://schemas.microsoft.com/office/drawing/2014/main" id="{C0F27B5E-ED25-CF72-6E8D-9DBC980F122A}"/>
                  </a:ext>
                </a:extLst>
              </p14:cNvPr>
              <p14:cNvContentPartPr/>
              <p14:nvPr/>
            </p14:nvContentPartPr>
            <p14:xfrm>
              <a:off x="8270653" y="4462337"/>
              <a:ext cx="16200" cy="47520"/>
            </p14:xfrm>
          </p:contentPart>
        </mc:Choice>
        <mc:Fallback xmlns="">
          <p:pic>
            <p:nvPicPr>
              <p:cNvPr id="277" name="Ink 276">
                <a:extLst>
                  <a:ext uri="{FF2B5EF4-FFF2-40B4-BE49-F238E27FC236}">
                    <a16:creationId xmlns:a16="http://schemas.microsoft.com/office/drawing/2014/main" id="{C0F27B5E-ED25-CF72-6E8D-9DBC980F122A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8260213" y="4451897"/>
                <a:ext cx="37440" cy="6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79" name="Ink 278">
                <a:extLst>
                  <a:ext uri="{FF2B5EF4-FFF2-40B4-BE49-F238E27FC236}">
                    <a16:creationId xmlns:a16="http://schemas.microsoft.com/office/drawing/2014/main" id="{9FD89666-7FFC-FD5E-8249-45EAD3B21689}"/>
                  </a:ext>
                </a:extLst>
              </p14:cNvPr>
              <p14:cNvContentPartPr/>
              <p14:nvPr/>
            </p14:nvContentPartPr>
            <p14:xfrm>
              <a:off x="465493" y="4550537"/>
              <a:ext cx="1603080" cy="2388240"/>
            </p14:xfrm>
          </p:contentPart>
        </mc:Choice>
        <mc:Fallback xmlns="">
          <p:pic>
            <p:nvPicPr>
              <p:cNvPr id="279" name="Ink 278">
                <a:extLst>
                  <a:ext uri="{FF2B5EF4-FFF2-40B4-BE49-F238E27FC236}">
                    <a16:creationId xmlns:a16="http://schemas.microsoft.com/office/drawing/2014/main" id="{9FD89666-7FFC-FD5E-8249-45EAD3B21689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54693" y="4540095"/>
                <a:ext cx="1624320" cy="240948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82" name="Ink 281">
                <a:extLst>
                  <a:ext uri="{FF2B5EF4-FFF2-40B4-BE49-F238E27FC236}">
                    <a16:creationId xmlns:a16="http://schemas.microsoft.com/office/drawing/2014/main" id="{35426B03-3359-2F69-4912-390B8C199EC4}"/>
                  </a:ext>
                </a:extLst>
              </p14:cNvPr>
              <p14:cNvContentPartPr/>
              <p14:nvPr/>
            </p14:nvContentPartPr>
            <p14:xfrm>
              <a:off x="2705053" y="2043137"/>
              <a:ext cx="2110680" cy="622440"/>
            </p14:xfrm>
          </p:contentPart>
        </mc:Choice>
        <mc:Fallback xmlns="">
          <p:pic>
            <p:nvPicPr>
              <p:cNvPr id="282" name="Ink 281">
                <a:extLst>
                  <a:ext uri="{FF2B5EF4-FFF2-40B4-BE49-F238E27FC236}">
                    <a16:creationId xmlns:a16="http://schemas.microsoft.com/office/drawing/2014/main" id="{35426B03-3359-2F69-4912-390B8C199EC4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2690653" y="2029097"/>
                <a:ext cx="2139120" cy="65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85" name="Ink 284">
                <a:extLst>
                  <a:ext uri="{FF2B5EF4-FFF2-40B4-BE49-F238E27FC236}">
                    <a16:creationId xmlns:a16="http://schemas.microsoft.com/office/drawing/2014/main" id="{B386390E-4573-3428-6507-108D7FE74D4D}"/>
                  </a:ext>
                </a:extLst>
              </p14:cNvPr>
              <p14:cNvContentPartPr/>
              <p14:nvPr/>
            </p14:nvContentPartPr>
            <p14:xfrm>
              <a:off x="6974293" y="1811297"/>
              <a:ext cx="1037520" cy="275040"/>
            </p14:xfrm>
          </p:contentPart>
        </mc:Choice>
        <mc:Fallback xmlns="">
          <p:pic>
            <p:nvPicPr>
              <p:cNvPr id="285" name="Ink 284">
                <a:extLst>
                  <a:ext uri="{FF2B5EF4-FFF2-40B4-BE49-F238E27FC236}">
                    <a16:creationId xmlns:a16="http://schemas.microsoft.com/office/drawing/2014/main" id="{B386390E-4573-3428-6507-108D7FE74D4D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6959893" y="1800497"/>
                <a:ext cx="1062360" cy="29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86" name="Ink 285">
                <a:extLst>
                  <a:ext uri="{FF2B5EF4-FFF2-40B4-BE49-F238E27FC236}">
                    <a16:creationId xmlns:a16="http://schemas.microsoft.com/office/drawing/2014/main" id="{D7069BFE-B92E-ADFB-38FD-EAB390D333FB}"/>
                  </a:ext>
                </a:extLst>
              </p14:cNvPr>
              <p14:cNvContentPartPr/>
              <p14:nvPr/>
            </p14:nvContentPartPr>
            <p14:xfrm>
              <a:off x="7725613" y="1779617"/>
              <a:ext cx="345960" cy="95040"/>
            </p14:xfrm>
          </p:contentPart>
        </mc:Choice>
        <mc:Fallback xmlns="">
          <p:pic>
            <p:nvPicPr>
              <p:cNvPr id="286" name="Ink 285">
                <a:extLst>
                  <a:ext uri="{FF2B5EF4-FFF2-40B4-BE49-F238E27FC236}">
                    <a16:creationId xmlns:a16="http://schemas.microsoft.com/office/drawing/2014/main" id="{D7069BFE-B92E-ADFB-38FD-EAB390D333FB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7715173" y="1768817"/>
                <a:ext cx="367200" cy="11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287" name="Ink 286">
                <a:extLst>
                  <a:ext uri="{FF2B5EF4-FFF2-40B4-BE49-F238E27FC236}">
                    <a16:creationId xmlns:a16="http://schemas.microsoft.com/office/drawing/2014/main" id="{A909DA60-E1F7-219C-AF24-72D429E231B5}"/>
                  </a:ext>
                </a:extLst>
              </p14:cNvPr>
              <p14:cNvContentPartPr/>
              <p14:nvPr/>
            </p14:nvContentPartPr>
            <p14:xfrm>
              <a:off x="10504453" y="1805177"/>
              <a:ext cx="1105560" cy="63720"/>
            </p14:xfrm>
          </p:contentPart>
        </mc:Choice>
        <mc:Fallback xmlns="">
          <p:pic>
            <p:nvPicPr>
              <p:cNvPr id="287" name="Ink 286">
                <a:extLst>
                  <a:ext uri="{FF2B5EF4-FFF2-40B4-BE49-F238E27FC236}">
                    <a16:creationId xmlns:a16="http://schemas.microsoft.com/office/drawing/2014/main" id="{A909DA60-E1F7-219C-AF24-72D429E231B5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0490053" y="1791137"/>
                <a:ext cx="1134000" cy="9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292" name="Ink 291">
                <a:extLst>
                  <a:ext uri="{FF2B5EF4-FFF2-40B4-BE49-F238E27FC236}">
                    <a16:creationId xmlns:a16="http://schemas.microsoft.com/office/drawing/2014/main" id="{061AB9C0-C9BF-8888-FF4C-85AAA4E4FC1C}"/>
                  </a:ext>
                </a:extLst>
              </p14:cNvPr>
              <p14:cNvContentPartPr/>
              <p14:nvPr/>
            </p14:nvContentPartPr>
            <p14:xfrm>
              <a:off x="2774893" y="4900817"/>
              <a:ext cx="1908360" cy="1360440"/>
            </p14:xfrm>
          </p:contentPart>
        </mc:Choice>
        <mc:Fallback xmlns="">
          <p:pic>
            <p:nvPicPr>
              <p:cNvPr id="292" name="Ink 291">
                <a:extLst>
                  <a:ext uri="{FF2B5EF4-FFF2-40B4-BE49-F238E27FC236}">
                    <a16:creationId xmlns:a16="http://schemas.microsoft.com/office/drawing/2014/main" id="{061AB9C0-C9BF-8888-FF4C-85AAA4E4FC1C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2764453" y="4890017"/>
                <a:ext cx="1929600" cy="138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293" name="Ink 292">
                <a:extLst>
                  <a:ext uri="{FF2B5EF4-FFF2-40B4-BE49-F238E27FC236}">
                    <a16:creationId xmlns:a16="http://schemas.microsoft.com/office/drawing/2014/main" id="{E77310D6-015E-6653-FBEC-8333F277ABAC}"/>
                  </a:ext>
                </a:extLst>
              </p14:cNvPr>
              <p14:cNvContentPartPr/>
              <p14:nvPr/>
            </p14:nvContentPartPr>
            <p14:xfrm>
              <a:off x="10657093" y="4800377"/>
              <a:ext cx="270360" cy="42840"/>
            </p14:xfrm>
          </p:contentPart>
        </mc:Choice>
        <mc:Fallback xmlns="">
          <p:pic>
            <p:nvPicPr>
              <p:cNvPr id="293" name="Ink 292">
                <a:extLst>
                  <a:ext uri="{FF2B5EF4-FFF2-40B4-BE49-F238E27FC236}">
                    <a16:creationId xmlns:a16="http://schemas.microsoft.com/office/drawing/2014/main" id="{E77310D6-015E-6653-FBEC-8333F277ABAC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0646653" y="4789937"/>
                <a:ext cx="291600" cy="64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CustomShape 1"/>
          <p:cNvSpPr/>
          <p:nvPr/>
        </p:nvSpPr>
        <p:spPr>
          <a:xfrm>
            <a:off x="1278720" y="155520"/>
            <a:ext cx="10514880" cy="524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855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>
                <a:solidFill>
                  <a:srgbClr val="002060"/>
                </a:solidFill>
                <a:latin typeface="Calibri Light"/>
              </a:rPr>
              <a:t>Building a Decision Tree</a:t>
            </a:r>
            <a:endParaRPr lang="en-US" sz="4400" b="0" strike="noStrike" spc="-1">
              <a:latin typeface="Arial"/>
            </a:endParaRPr>
          </a:p>
        </p:txBody>
      </p:sp>
      <p:pic>
        <p:nvPicPr>
          <p:cNvPr id="260" name="Picture 2"/>
          <p:cNvPicPr/>
          <p:nvPr/>
        </p:nvPicPr>
        <p:blipFill>
          <a:blip r:embed="rId2"/>
          <a:stretch/>
        </p:blipFill>
        <p:spPr>
          <a:xfrm>
            <a:off x="2193480" y="681120"/>
            <a:ext cx="8050680" cy="5793120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6B1AB60-F99C-E145-7B79-ECF32EC1A1E4}"/>
                  </a:ext>
                </a:extLst>
              </p14:cNvPr>
              <p14:cNvContentPartPr/>
              <p14:nvPr/>
            </p14:nvContentPartPr>
            <p14:xfrm>
              <a:off x="6933613" y="3835217"/>
              <a:ext cx="781200" cy="478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6B1AB60-F99C-E145-7B79-ECF32EC1A1E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923173" y="3824777"/>
                <a:ext cx="802440" cy="6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04E7A0D-1159-989A-756F-942579A0F690}"/>
                  </a:ext>
                </a:extLst>
              </p14:cNvPr>
              <p14:cNvContentPartPr/>
              <p14:nvPr/>
            </p14:nvContentPartPr>
            <p14:xfrm>
              <a:off x="4614133" y="4173617"/>
              <a:ext cx="1683000" cy="428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04E7A0D-1159-989A-756F-942579A0F69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603693" y="4163177"/>
                <a:ext cx="1704240" cy="64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88F25371BF2364E9237A48B420CBFE6" ma:contentTypeVersion="11" ma:contentTypeDescription="Create a new document." ma:contentTypeScope="" ma:versionID="d4892a4f4818e9a64a18cbde479d0e9e">
  <xsd:schema xmlns:xsd="http://www.w3.org/2001/XMLSchema" xmlns:xs="http://www.w3.org/2001/XMLSchema" xmlns:p="http://schemas.microsoft.com/office/2006/metadata/properties" xmlns:ns3="acd04cee-d56a-427f-9d20-a2ddbaad1b8a" targetNamespace="http://schemas.microsoft.com/office/2006/metadata/properties" ma:root="true" ma:fieldsID="8f213455d3c596eed0049c86b9df54b7" ns3:_="">
    <xsd:import namespace="acd04cee-d56a-427f-9d20-a2ddbaad1b8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_activity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cd04cee-d56a-427f-9d20-a2ddbaad1b8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cd04cee-d56a-427f-9d20-a2ddbaad1b8a" xsi:nil="true"/>
  </documentManagement>
</p:properties>
</file>

<file path=customXml/itemProps1.xml><?xml version="1.0" encoding="utf-8"?>
<ds:datastoreItem xmlns:ds="http://schemas.openxmlformats.org/officeDocument/2006/customXml" ds:itemID="{9A6C1306-C570-4521-842F-A9108B72F2B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B910F64-B93A-4480-AD3E-1EE31F69FBA5}">
  <ds:schemaRefs>
    <ds:schemaRef ds:uri="acd04cee-d56a-427f-9d20-a2ddbaad1b8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7C901532-AE09-4E35-A195-52349ED1DFB0}">
  <ds:schemaRefs>
    <ds:schemaRef ds:uri="acd04cee-d56a-427f-9d20-a2ddbaad1b8a"/>
    <ds:schemaRef ds:uri="http://schemas.microsoft.com/office/2006/metadata/properties"/>
    <ds:schemaRef ds:uri="http://schemas.microsoft.com/office/infopath/2007/PartnerControls"/>
    <ds:schemaRef ds:uri="http://www.w3.org/2000/xmlns/"/>
    <ds:schemaRef ds:uri="http://www.w3.org/2001/XMLSchema-instan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65</Slides>
  <Notes>0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65</vt:i4>
      </vt:variant>
    </vt:vector>
  </HeadingPairs>
  <TitlesOfParts>
    <vt:vector size="67" baseType="lpstr"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327 Lecture 8</dc:title>
  <dc:subject/>
  <dc:creator>Mohammad Khan</dc:creator>
  <dc:description/>
  <cp:revision>10</cp:revision>
  <dcterms:created xsi:type="dcterms:W3CDTF">2018-11-03T12:07:21Z</dcterms:created>
  <dcterms:modified xsi:type="dcterms:W3CDTF">2026-08-05T18:29:49Z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Widescreen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80</vt:i4>
  </property>
  <property fmtid="{D5CDD505-2E9C-101B-9397-08002B2CF9AE}" pid="12" name="ContentTypeId">
    <vt:lpwstr>0x010100688F25371BF2364E9237A48B420CBFE6</vt:lpwstr>
  </property>
</Properties>
</file>
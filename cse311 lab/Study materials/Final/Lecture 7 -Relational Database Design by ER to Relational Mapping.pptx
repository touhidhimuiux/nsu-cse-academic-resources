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21"/>
  </p:handoutMasterIdLst>
  <p:sldIdLst>
    <p:sldId id="423" r:id="rId4"/>
    <p:sldId id="378" r:id="rId6"/>
    <p:sldId id="412" r:id="rId7"/>
    <p:sldId id="379" r:id="rId8"/>
    <p:sldId id="413" r:id="rId9"/>
    <p:sldId id="382" r:id="rId10"/>
    <p:sldId id="383" r:id="rId11"/>
    <p:sldId id="384" r:id="rId12"/>
    <p:sldId id="385" r:id="rId13"/>
    <p:sldId id="386" r:id="rId14"/>
    <p:sldId id="414" r:id="rId15"/>
    <p:sldId id="387" r:id="rId16"/>
    <p:sldId id="388" r:id="rId17"/>
    <p:sldId id="389" r:id="rId18"/>
    <p:sldId id="415" r:id="rId19"/>
    <p:sldId id="409" r:id="rId20"/>
  </p:sldIdLst>
  <p:sldSz cx="9144000" cy="6858000" type="letter"/>
  <p:notesSz cx="9388475" cy="7102475"/>
  <p:defaultTextStyle>
    <a:defPPr>
      <a:defRPr lang="en-CA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990033"/>
    <a:srgbClr val="677228"/>
    <a:srgbClr val="6E792B"/>
    <a:srgbClr val="76822E"/>
    <a:srgbClr val="4F571F"/>
    <a:srgbClr val="6F6A07"/>
    <a:srgbClr val="827C08"/>
    <a:srgbClr val="A29B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Objects="1" showGuides="1">
      <p:cViewPr varScale="1">
        <p:scale>
          <a:sx n="110" d="100"/>
          <a:sy n="110" d="100"/>
        </p:scale>
        <p:origin x="1614" y="78"/>
      </p:cViewPr>
      <p:guideLst>
        <p:guide orient="horz" pos="19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false">
    <p:cViewPr>
      <p:scale>
        <a:sx n="66" d="100"/>
        <a:sy n="66" d="100"/>
      </p:scale>
      <p:origin x="0" y="-1266"/>
    </p:cViewPr>
  </p:sorterViewPr>
  <p:gridSpacing cx="76199" cy="761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0418" name="Rectangle 2"/>
          <p:cNvSpPr>
            <a:spLocks noGrp="true" noChangeArrowheads="true"/>
          </p:cNvSpPr>
          <p:nvPr>
            <p:ph type="hdr" sz="quarter"/>
          </p:nvPr>
        </p:nvSpPr>
        <p:spPr bwMode="auto">
          <a:xfrm>
            <a:off x="0" y="0"/>
            <a:ext cx="4068763" cy="355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29" tIns="47114" rIns="94229" bIns="47114" numCol="1" anchor="t" anchorCtr="false" compatLnSpc="true"/>
          <a:lstStyle>
            <a:lvl1pPr eaLnBrk="1" hangingPunct="1">
              <a:defRPr sz="1200">
                <a:latin typeface="Tahom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19" name="Rectangle 3"/>
          <p:cNvSpPr>
            <a:spLocks noGrp="true" noChangeArrowheads="true"/>
          </p:cNvSpPr>
          <p:nvPr>
            <p:ph type="dt" sz="quarter" idx="1"/>
          </p:nvPr>
        </p:nvSpPr>
        <p:spPr bwMode="auto">
          <a:xfrm>
            <a:off x="5319713" y="0"/>
            <a:ext cx="4068763" cy="355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29" tIns="47114" rIns="94229" bIns="47114" numCol="1" anchor="t" anchorCtr="false" compatLnSpc="true"/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20" name="Rectangle 4"/>
          <p:cNvSpPr>
            <a:spLocks noGrp="true" noChangeArrowheads="true"/>
          </p:cNvSpPr>
          <p:nvPr>
            <p:ph type="ftr" sz="quarter" idx="2"/>
          </p:nvPr>
        </p:nvSpPr>
        <p:spPr bwMode="auto">
          <a:xfrm>
            <a:off x="0" y="6746875"/>
            <a:ext cx="4068763" cy="355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29" tIns="47114" rIns="94229" bIns="47114" numCol="1" anchor="b" anchorCtr="false" compatLnSpc="true"/>
          <a:lstStyle>
            <a:lvl1pPr eaLnBrk="1" hangingPunct="1">
              <a:defRPr sz="1200">
                <a:latin typeface="Tahom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0421" name="Rectangle 5"/>
          <p:cNvSpPr>
            <a:spLocks noGrp="true" noChangeArrowheads="true"/>
          </p:cNvSpPr>
          <p:nvPr>
            <p:ph type="sldNum" sz="quarter" idx="3"/>
          </p:nvPr>
        </p:nvSpPr>
        <p:spPr bwMode="auto">
          <a:xfrm>
            <a:off x="5319713" y="6746875"/>
            <a:ext cx="4068763" cy="355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29" tIns="47114" rIns="94229" bIns="47114" numCol="1" anchor="b" anchorCtr="false" compatLnSpc="true"/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283916-9799-443A-A1B4-D94B69FB1103}" type="slidenum">
              <a:rPr kumimoji="0" lang="en-CA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+mn-cs"/>
              </a:rPr>
            </a:fld>
            <a:endParaRPr kumimoji="0" lang="en-CA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42" name="Rectangle 2"/>
          <p:cNvSpPr>
            <a:spLocks noGrp="true" noChangeArrowheads="true"/>
          </p:cNvSpPr>
          <p:nvPr>
            <p:ph type="hdr" sz="quarter"/>
          </p:nvPr>
        </p:nvSpPr>
        <p:spPr bwMode="auto">
          <a:xfrm>
            <a:off x="0" y="0"/>
            <a:ext cx="4068763" cy="355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29" tIns="47114" rIns="94229" bIns="47114" numCol="1" anchor="t" anchorCtr="false" compatLnSpc="true"/>
          <a:lstStyle>
            <a:lvl1pPr eaLnBrk="1" hangingPunct="1">
              <a:defRPr sz="1200">
                <a:latin typeface="Tahom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43" name="Rectangle 3"/>
          <p:cNvSpPr>
            <a:spLocks noGrp="true" noChangeArrowheads="true"/>
          </p:cNvSpPr>
          <p:nvPr>
            <p:ph type="dt" idx="1"/>
          </p:nvPr>
        </p:nvSpPr>
        <p:spPr bwMode="auto">
          <a:xfrm>
            <a:off x="5319713" y="0"/>
            <a:ext cx="4068763" cy="355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29" tIns="47114" rIns="94229" bIns="47114" numCol="1" anchor="t" anchorCtr="false" compatLnSpc="true"/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364" name="Rectangle 4"/>
          <p:cNvSpPr>
            <a:spLocks noTextEdit="true"/>
          </p:cNvSpPr>
          <p:nvPr>
            <p:ph type="sldImg"/>
          </p:nvPr>
        </p:nvSpPr>
        <p:spPr>
          <a:xfrm>
            <a:off x="2919413" y="533400"/>
            <a:ext cx="3549650" cy="266223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1445" name="Rectangle 5"/>
          <p:cNvSpPr>
            <a:spLocks noGrp="true" noChangeArrowheads="true"/>
          </p:cNvSpPr>
          <p:nvPr>
            <p:ph type="body" sz="quarter" idx="3"/>
          </p:nvPr>
        </p:nvSpPr>
        <p:spPr bwMode="auto">
          <a:xfrm>
            <a:off x="1252538" y="3373438"/>
            <a:ext cx="6883400" cy="31956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29" tIns="47114" rIns="94229" bIns="47114" numCol="1" anchor="t" anchorCtr="false" compatLnSpc="tru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CA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rPr>
              <a:t>Click to edit Master text styles</a:t>
            </a:r>
            <a:endParaRPr kumimoji="0" lang="en-CA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CA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Second level</a:t>
            </a:r>
            <a:endParaRPr kumimoji="0" lang="en-CA" sz="16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Third level</a:t>
            </a:r>
            <a:endParaRPr kumimoji="0" lang="en-CA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Fourth level</a:t>
            </a:r>
            <a:endParaRPr kumimoji="0" lang="en-CA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Fifth level</a:t>
            </a:r>
            <a:endParaRPr kumimoji="0" lang="en-CA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46" name="Rectangle 6"/>
          <p:cNvSpPr>
            <a:spLocks noGrp="true" noChangeArrowheads="true"/>
          </p:cNvSpPr>
          <p:nvPr>
            <p:ph type="ftr" sz="quarter" idx="4"/>
          </p:nvPr>
        </p:nvSpPr>
        <p:spPr bwMode="auto">
          <a:xfrm>
            <a:off x="0" y="6746875"/>
            <a:ext cx="4068763" cy="355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29" tIns="47114" rIns="94229" bIns="47114" numCol="1" anchor="b" anchorCtr="false" compatLnSpc="true"/>
          <a:lstStyle>
            <a:lvl1pPr eaLnBrk="1" hangingPunct="1">
              <a:defRPr sz="1200">
                <a:latin typeface="Tahom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447" name="Rectangle 7"/>
          <p:cNvSpPr>
            <a:spLocks noGrp="true" noChangeArrowheads="true"/>
          </p:cNvSpPr>
          <p:nvPr>
            <p:ph type="sldNum" sz="quarter" idx="5"/>
          </p:nvPr>
        </p:nvSpPr>
        <p:spPr bwMode="auto">
          <a:xfrm>
            <a:off x="5319713" y="6746875"/>
            <a:ext cx="4068763" cy="3556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29" tIns="47114" rIns="94229" bIns="47114" numCol="1" anchor="b" anchorCtr="false" compatLnSpc="true"/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A1FEAD-C841-4AA4-BA60-B1FB5D3B4685}" type="slidenum">
              <a:rPr kumimoji="0" lang="en-CA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+mn-cs"/>
              </a:rPr>
            </a:fld>
            <a:endParaRPr kumimoji="0" lang="en-CA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Slide Image Placeholder 1"/>
          <p:cNvSpPr>
            <a:spLocks noGrp="true" noRot="true" noChangeAspect="true" noTextEdit="true"/>
          </p:cNvSpPr>
          <p:nvPr>
            <p:ph type="sldImg"/>
          </p:nvPr>
        </p:nvSpPr>
        <p:spPr/>
      </p:sp>
      <p:sp>
        <p:nvSpPr>
          <p:cNvPr id="17410" name="Notes Placeholder 2"/>
          <p:cNvSpPr>
            <a:spLocks noGrp="true"/>
          </p:cNvSpPr>
          <p:nvPr>
            <p:ph type="body"/>
          </p:nvPr>
        </p:nvSpPr>
        <p:spPr>
          <a:xfrm>
            <a:off x="1252538" y="3373438"/>
            <a:ext cx="6883400" cy="3195637"/>
          </a:xfrm>
        </p:spPr>
        <p:txBody>
          <a:bodyPr wrap="square" lIns="94229" tIns="47114" rIns="94229" bIns="47114" anchor="t"/>
          <a:p>
            <a:pPr lvl="0"/>
            <a:endParaRPr lang="en-US" altLang="en-US" dirty="0"/>
          </a:p>
        </p:txBody>
      </p:sp>
      <p:sp>
        <p:nvSpPr>
          <p:cNvPr id="17411" name="Slide Number Placeholder 3"/>
          <p:cNvSpPr txBox="true">
            <a:spLocks noGrp="true"/>
          </p:cNvSpPr>
          <p:nvPr>
            <p:ph type="sldNum" sz="quarter"/>
          </p:nvPr>
        </p:nvSpPr>
        <p:spPr>
          <a:xfrm>
            <a:off x="5319713" y="6746875"/>
            <a:ext cx="4068762" cy="3556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4229" tIns="47114" rIns="94229" bIns="47114" anchor="b"/>
          <a:p>
            <a:pPr lvl="0" algn="r" eaLnBrk="1" hangingPunct="1"/>
            <a:fld id="{9A0DB2DC-4C9A-4742-B13C-FB6460FD3503}" type="slidenum">
              <a:rPr lang="en-CA" altLang="en-US" sz="1200" dirty="0">
                <a:solidFill>
                  <a:srgbClr val="000000"/>
                </a:solidFill>
                <a:latin typeface="Tahoma" panose="020B0604030504040204" pitchFamily="34" charset="0"/>
              </a:rPr>
            </a:fld>
            <a:endParaRPr lang="en-CA" altLang="en-US" sz="12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Rectangle 7"/>
          <p:cNvSpPr txBox="true">
            <a:spLocks noGrp="true"/>
          </p:cNvSpPr>
          <p:nvPr>
            <p:ph type="sldNum" sz="quarter"/>
          </p:nvPr>
        </p:nvSpPr>
        <p:spPr>
          <a:xfrm>
            <a:off x="5319713" y="6746875"/>
            <a:ext cx="4068762" cy="3556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4229" tIns="47114" rIns="94229" bIns="47114" anchor="b"/>
          <a:p>
            <a:pPr lvl="0" algn="r" eaLnBrk="1" hangingPunct="1"/>
            <a:fld id="{9A0DB2DC-4C9A-4742-B13C-FB6460FD3503}" type="slidenum">
              <a:rPr lang="en-CA" altLang="en-US" sz="1200" dirty="0">
                <a:latin typeface="Tahoma" panose="020B0604030504040204" pitchFamily="34" charset="0"/>
              </a:rPr>
            </a:fld>
            <a:endParaRPr lang="en-CA" altLang="en-US" sz="1200" dirty="0">
              <a:latin typeface="Tahoma" panose="020B0604030504040204" pitchFamily="34" charset="0"/>
            </a:endParaRPr>
          </a:p>
        </p:txBody>
      </p:sp>
      <p:sp>
        <p:nvSpPr>
          <p:cNvPr id="19458" name="Rectangle 2"/>
          <p:cNvSpPr>
            <a:spLocks noTextEdit="true"/>
          </p:cNvSpPr>
          <p:nvPr>
            <p:ph type="sldImg"/>
          </p:nvPr>
        </p:nvSpPr>
        <p:spPr/>
      </p:sp>
      <p:sp>
        <p:nvSpPr>
          <p:cNvPr id="19459" name="Rectangle 3"/>
          <p:cNvSpPr>
            <a:spLocks noGrp="true"/>
          </p:cNvSpPr>
          <p:nvPr>
            <p:ph type="body"/>
          </p:nvPr>
        </p:nvSpPr>
        <p:spPr>
          <a:xfrm>
            <a:off x="1252538" y="3373438"/>
            <a:ext cx="6883400" cy="3195637"/>
          </a:xfrm>
        </p:spPr>
        <p:txBody>
          <a:bodyPr wrap="square" lIns="94229" tIns="47114" rIns="94229" bIns="47114" anchor="t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Rectangle 7"/>
          <p:cNvSpPr txBox="true">
            <a:spLocks noGrp="true"/>
          </p:cNvSpPr>
          <p:nvPr>
            <p:ph type="sldNum" sz="quarter"/>
          </p:nvPr>
        </p:nvSpPr>
        <p:spPr>
          <a:xfrm>
            <a:off x="5319713" y="6746875"/>
            <a:ext cx="4068762" cy="3556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4229" tIns="47114" rIns="94229" bIns="47114" anchor="b"/>
          <a:p>
            <a:pPr lvl="0" algn="r" eaLnBrk="1" hangingPunct="1"/>
            <a:fld id="{9A0DB2DC-4C9A-4742-B13C-FB6460FD3503}" type="slidenum">
              <a:rPr lang="en-CA" altLang="en-US" sz="1200" dirty="0">
                <a:latin typeface="Tahoma" panose="020B0604030504040204" pitchFamily="34" charset="0"/>
              </a:rPr>
            </a:fld>
            <a:endParaRPr lang="en-CA" altLang="en-US" sz="1200" dirty="0">
              <a:latin typeface="Tahoma" panose="020B0604030504040204" pitchFamily="34" charset="0"/>
            </a:endParaRPr>
          </a:p>
        </p:txBody>
      </p:sp>
      <p:sp>
        <p:nvSpPr>
          <p:cNvPr id="22530" name="Rectangle 2"/>
          <p:cNvSpPr>
            <a:spLocks noTextEdit="true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true"/>
          </p:cNvSpPr>
          <p:nvPr>
            <p:ph type="body"/>
          </p:nvPr>
        </p:nvSpPr>
        <p:spPr>
          <a:xfrm>
            <a:off x="1252538" y="3373438"/>
            <a:ext cx="6883400" cy="3195637"/>
          </a:xfrm>
        </p:spPr>
        <p:txBody>
          <a:bodyPr wrap="square" lIns="94229" tIns="47114" rIns="94229" bIns="47114" anchor="t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Rectangle 2"/>
          <p:cNvSpPr>
            <a:spLocks noTextEdit="true"/>
          </p:cNvSpPr>
          <p:nvPr>
            <p:ph type="sldImg"/>
          </p:nvPr>
        </p:nvSpPr>
        <p:spPr/>
      </p:sp>
      <p:sp>
        <p:nvSpPr>
          <p:cNvPr id="24578" name="Rectangle 3"/>
          <p:cNvSpPr>
            <a:spLocks noGrp="true"/>
          </p:cNvSpPr>
          <p:nvPr>
            <p:ph type="body"/>
          </p:nvPr>
        </p:nvSpPr>
        <p:spPr>
          <a:xfrm>
            <a:off x="1252538" y="3373438"/>
            <a:ext cx="6883400" cy="3195637"/>
          </a:xfrm>
        </p:spPr>
        <p:txBody>
          <a:bodyPr wrap="square" lIns="94229" tIns="47114" rIns="94229" bIns="47114" anchor="t"/>
          <a:p>
            <a:pPr lvl="0" eaLnBrk="1" hangingPunct="1">
              <a:spcBef>
                <a:spcPct val="0"/>
              </a:spcBef>
            </a:pPr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Rectangle 7"/>
          <p:cNvSpPr txBox="true">
            <a:spLocks noGrp="true"/>
          </p:cNvSpPr>
          <p:nvPr>
            <p:ph type="sldNum" sz="quarter"/>
          </p:nvPr>
        </p:nvSpPr>
        <p:spPr>
          <a:xfrm>
            <a:off x="5319713" y="6746875"/>
            <a:ext cx="4068762" cy="3556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4229" tIns="47114" rIns="94229" bIns="47114" anchor="b"/>
          <a:p>
            <a:pPr lvl="0" algn="r" eaLnBrk="1" hangingPunct="1"/>
            <a:fld id="{9A0DB2DC-4C9A-4742-B13C-FB6460FD3503}" type="slidenum">
              <a:rPr lang="en-CA" altLang="en-US" sz="1200" dirty="0">
                <a:latin typeface="Tahoma" panose="020B0604030504040204" pitchFamily="34" charset="0"/>
              </a:rPr>
            </a:fld>
            <a:endParaRPr lang="en-CA" altLang="en-US" sz="1200" dirty="0">
              <a:latin typeface="Tahoma" panose="020B0604030504040204" pitchFamily="34" charset="0"/>
            </a:endParaRPr>
          </a:p>
        </p:txBody>
      </p:sp>
      <p:sp>
        <p:nvSpPr>
          <p:cNvPr id="26626" name="Rectangle 2"/>
          <p:cNvSpPr>
            <a:spLocks noTextEdit="true"/>
          </p:cNvSpPr>
          <p:nvPr>
            <p:ph type="sldImg"/>
          </p:nvPr>
        </p:nvSpPr>
        <p:spPr/>
      </p:sp>
      <p:sp>
        <p:nvSpPr>
          <p:cNvPr id="26627" name="Rectangle 3"/>
          <p:cNvSpPr>
            <a:spLocks noGrp="true"/>
          </p:cNvSpPr>
          <p:nvPr>
            <p:ph type="body"/>
          </p:nvPr>
        </p:nvSpPr>
        <p:spPr>
          <a:xfrm>
            <a:off x="1252538" y="3373438"/>
            <a:ext cx="6883400" cy="3195637"/>
          </a:xfrm>
        </p:spPr>
        <p:txBody>
          <a:bodyPr wrap="square" lIns="94229" tIns="47114" rIns="94229" bIns="47114" anchor="t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Rectangle 7"/>
          <p:cNvSpPr txBox="true">
            <a:spLocks noGrp="true"/>
          </p:cNvSpPr>
          <p:nvPr>
            <p:ph type="sldNum" sz="quarter"/>
          </p:nvPr>
        </p:nvSpPr>
        <p:spPr>
          <a:xfrm>
            <a:off x="5319713" y="6746875"/>
            <a:ext cx="4068762" cy="3556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4229" tIns="47114" rIns="94229" bIns="47114" anchor="b"/>
          <a:p>
            <a:pPr lvl="0" algn="r" eaLnBrk="1" hangingPunct="1"/>
            <a:fld id="{9A0DB2DC-4C9A-4742-B13C-FB6460FD3503}" type="slidenum">
              <a:rPr lang="en-CA" altLang="en-US" sz="1200" dirty="0">
                <a:latin typeface="Tahoma" panose="020B0604030504040204" pitchFamily="34" charset="0"/>
              </a:rPr>
            </a:fld>
            <a:endParaRPr lang="en-CA" altLang="en-US" sz="1200" dirty="0">
              <a:latin typeface="Tahoma" panose="020B0604030504040204" pitchFamily="34" charset="0"/>
            </a:endParaRPr>
          </a:p>
        </p:txBody>
      </p:sp>
      <p:sp>
        <p:nvSpPr>
          <p:cNvPr id="28674" name="Rectangle 2"/>
          <p:cNvSpPr>
            <a:spLocks noTextEdit="true"/>
          </p:cNvSpPr>
          <p:nvPr>
            <p:ph type="sldImg"/>
          </p:nvPr>
        </p:nvSpPr>
        <p:spPr/>
      </p:sp>
      <p:sp>
        <p:nvSpPr>
          <p:cNvPr id="28675" name="Rectangle 3"/>
          <p:cNvSpPr>
            <a:spLocks noGrp="true"/>
          </p:cNvSpPr>
          <p:nvPr>
            <p:ph type="body"/>
          </p:nvPr>
        </p:nvSpPr>
        <p:spPr>
          <a:xfrm>
            <a:off x="1252538" y="3373438"/>
            <a:ext cx="6883400" cy="3195637"/>
          </a:xfrm>
        </p:spPr>
        <p:txBody>
          <a:bodyPr wrap="square" lIns="94229" tIns="47114" rIns="94229" bIns="47114" anchor="t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Rectangle 7"/>
          <p:cNvSpPr txBox="true">
            <a:spLocks noGrp="true"/>
          </p:cNvSpPr>
          <p:nvPr>
            <p:ph type="sldNum" sz="quarter"/>
          </p:nvPr>
        </p:nvSpPr>
        <p:spPr>
          <a:xfrm>
            <a:off x="5319713" y="6746875"/>
            <a:ext cx="4068762" cy="3556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4229" tIns="47114" rIns="94229" bIns="47114" anchor="b"/>
          <a:p>
            <a:pPr lvl="0" algn="r" eaLnBrk="1" hangingPunct="1"/>
            <a:fld id="{9A0DB2DC-4C9A-4742-B13C-FB6460FD3503}" type="slidenum">
              <a:rPr lang="en-CA" altLang="en-US" sz="1200" dirty="0">
                <a:latin typeface="Tahoma" panose="020B0604030504040204" pitchFamily="34" charset="0"/>
              </a:rPr>
            </a:fld>
            <a:endParaRPr lang="en-CA" altLang="en-US" sz="1200" dirty="0">
              <a:latin typeface="Tahoma" panose="020B0604030504040204" pitchFamily="34" charset="0"/>
            </a:endParaRPr>
          </a:p>
        </p:txBody>
      </p:sp>
      <p:sp>
        <p:nvSpPr>
          <p:cNvPr id="30722" name="Rectangle 2"/>
          <p:cNvSpPr>
            <a:spLocks noTextEdit="true"/>
          </p:cNvSpPr>
          <p:nvPr>
            <p:ph type="sldImg"/>
          </p:nvPr>
        </p:nvSpPr>
        <p:spPr/>
      </p:sp>
      <p:sp>
        <p:nvSpPr>
          <p:cNvPr id="30723" name="Rectangle 3"/>
          <p:cNvSpPr>
            <a:spLocks noGrp="true"/>
          </p:cNvSpPr>
          <p:nvPr>
            <p:ph type="body"/>
          </p:nvPr>
        </p:nvSpPr>
        <p:spPr>
          <a:xfrm>
            <a:off x="1252538" y="3373438"/>
            <a:ext cx="6883400" cy="3195637"/>
          </a:xfrm>
        </p:spPr>
        <p:txBody>
          <a:bodyPr wrap="square" lIns="94229" tIns="47114" rIns="94229" bIns="47114" anchor="t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Rectangle 7"/>
          <p:cNvSpPr txBox="true">
            <a:spLocks noGrp="true"/>
          </p:cNvSpPr>
          <p:nvPr>
            <p:ph type="sldNum" sz="quarter"/>
          </p:nvPr>
        </p:nvSpPr>
        <p:spPr>
          <a:xfrm>
            <a:off x="5319713" y="6746875"/>
            <a:ext cx="4068762" cy="3556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4229" tIns="47114" rIns="94229" bIns="47114" anchor="b"/>
          <a:p>
            <a:pPr lvl="0" algn="r" eaLnBrk="1" hangingPunct="1"/>
            <a:fld id="{9A0DB2DC-4C9A-4742-B13C-FB6460FD3503}" type="slidenum">
              <a:rPr lang="en-CA" altLang="en-US" sz="1200" dirty="0">
                <a:latin typeface="Tahoma" panose="020B0604030504040204" pitchFamily="34" charset="0"/>
              </a:rPr>
            </a:fld>
            <a:endParaRPr lang="en-CA" altLang="en-US" sz="1200" dirty="0">
              <a:latin typeface="Tahoma" panose="020B0604030504040204" pitchFamily="34" charset="0"/>
            </a:endParaRPr>
          </a:p>
        </p:txBody>
      </p:sp>
      <p:sp>
        <p:nvSpPr>
          <p:cNvPr id="32770" name="Rectangle 2"/>
          <p:cNvSpPr>
            <a:spLocks noTextEdit="true"/>
          </p:cNvSpPr>
          <p:nvPr>
            <p:ph type="sldImg"/>
          </p:nvPr>
        </p:nvSpPr>
        <p:spPr/>
      </p:sp>
      <p:sp>
        <p:nvSpPr>
          <p:cNvPr id="32771" name="Rectangle 3"/>
          <p:cNvSpPr>
            <a:spLocks noGrp="true"/>
          </p:cNvSpPr>
          <p:nvPr>
            <p:ph type="body"/>
          </p:nvPr>
        </p:nvSpPr>
        <p:spPr>
          <a:xfrm>
            <a:off x="1252538" y="3373438"/>
            <a:ext cx="6883400" cy="3195637"/>
          </a:xfrm>
        </p:spPr>
        <p:txBody>
          <a:bodyPr wrap="square" lIns="94229" tIns="47114" rIns="94229" bIns="47114" anchor="t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Rectangle 7"/>
          <p:cNvSpPr txBox="true">
            <a:spLocks noGrp="true"/>
          </p:cNvSpPr>
          <p:nvPr>
            <p:ph type="sldNum" sz="quarter"/>
          </p:nvPr>
        </p:nvSpPr>
        <p:spPr>
          <a:xfrm>
            <a:off x="5319713" y="6746875"/>
            <a:ext cx="4068762" cy="3556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4229" tIns="47114" rIns="94229" bIns="47114" anchor="b"/>
          <a:p>
            <a:pPr lvl="0" algn="r" eaLnBrk="1" hangingPunct="1"/>
            <a:fld id="{9A0DB2DC-4C9A-4742-B13C-FB6460FD3503}" type="slidenum">
              <a:rPr lang="en-CA" altLang="en-US" sz="1200" dirty="0">
                <a:latin typeface="Tahoma" panose="020B0604030504040204" pitchFamily="34" charset="0"/>
              </a:rPr>
            </a:fld>
            <a:endParaRPr lang="en-CA" altLang="en-US" sz="1200" dirty="0">
              <a:latin typeface="Tahoma" panose="020B0604030504040204" pitchFamily="34" charset="0"/>
            </a:endParaRPr>
          </a:p>
        </p:txBody>
      </p:sp>
      <p:sp>
        <p:nvSpPr>
          <p:cNvPr id="34818" name="Rectangle 2"/>
          <p:cNvSpPr>
            <a:spLocks noTextEdit="true"/>
          </p:cNvSpPr>
          <p:nvPr>
            <p:ph type="sldImg"/>
          </p:nvPr>
        </p:nvSpPr>
        <p:spPr/>
      </p:sp>
      <p:sp>
        <p:nvSpPr>
          <p:cNvPr id="34819" name="Rectangle 3"/>
          <p:cNvSpPr>
            <a:spLocks noGrp="true"/>
          </p:cNvSpPr>
          <p:nvPr>
            <p:ph type="body"/>
          </p:nvPr>
        </p:nvSpPr>
        <p:spPr>
          <a:xfrm>
            <a:off x="1252538" y="3373438"/>
            <a:ext cx="6883400" cy="3195637"/>
          </a:xfrm>
        </p:spPr>
        <p:txBody>
          <a:bodyPr wrap="square" lIns="94229" tIns="47114" rIns="94229" bIns="47114" anchor="t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Rectangle 7"/>
          <p:cNvSpPr txBox="true">
            <a:spLocks noGrp="true"/>
          </p:cNvSpPr>
          <p:nvPr>
            <p:ph type="sldNum" sz="quarter"/>
          </p:nvPr>
        </p:nvSpPr>
        <p:spPr>
          <a:xfrm>
            <a:off x="5319713" y="6746875"/>
            <a:ext cx="4068762" cy="3556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4229" tIns="47114" rIns="94229" bIns="47114" anchor="b"/>
          <a:p>
            <a:pPr lvl="0" algn="r" eaLnBrk="1" hangingPunct="1"/>
            <a:fld id="{9A0DB2DC-4C9A-4742-B13C-FB6460FD3503}" type="slidenum">
              <a:rPr lang="en-CA" altLang="en-US" sz="1200" dirty="0">
                <a:latin typeface="Tahoma" panose="020B0604030504040204" pitchFamily="34" charset="0"/>
              </a:rPr>
            </a:fld>
            <a:endParaRPr lang="en-CA" altLang="en-US" sz="1200" dirty="0">
              <a:latin typeface="Tahoma" panose="020B0604030504040204" pitchFamily="34" charset="0"/>
            </a:endParaRPr>
          </a:p>
        </p:txBody>
      </p:sp>
      <p:sp>
        <p:nvSpPr>
          <p:cNvPr id="37890" name="Rectangle 2"/>
          <p:cNvSpPr>
            <a:spLocks noTextEdit="true"/>
          </p:cNvSpPr>
          <p:nvPr>
            <p:ph type="sldImg"/>
          </p:nvPr>
        </p:nvSpPr>
        <p:spPr/>
      </p:sp>
      <p:sp>
        <p:nvSpPr>
          <p:cNvPr id="37891" name="Rectangle 3"/>
          <p:cNvSpPr>
            <a:spLocks noGrp="true"/>
          </p:cNvSpPr>
          <p:nvPr>
            <p:ph type="body"/>
          </p:nvPr>
        </p:nvSpPr>
        <p:spPr>
          <a:xfrm>
            <a:off x="1252538" y="3373438"/>
            <a:ext cx="6883400" cy="3195637"/>
          </a:xfrm>
        </p:spPr>
        <p:txBody>
          <a:bodyPr wrap="square" lIns="94229" tIns="47114" rIns="94229" bIns="47114" anchor="t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Rectangle 7"/>
          <p:cNvSpPr txBox="true">
            <a:spLocks noGrp="true"/>
          </p:cNvSpPr>
          <p:nvPr>
            <p:ph type="sldNum" sz="quarter"/>
          </p:nvPr>
        </p:nvSpPr>
        <p:spPr>
          <a:xfrm>
            <a:off x="5319713" y="6746875"/>
            <a:ext cx="4068762" cy="3556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4229" tIns="47114" rIns="94229" bIns="47114" anchor="b"/>
          <a:p>
            <a:pPr lvl="0" algn="r" eaLnBrk="1" hangingPunct="1"/>
            <a:fld id="{9A0DB2DC-4C9A-4742-B13C-FB6460FD3503}" type="slidenum">
              <a:rPr lang="en-CA" altLang="en-US" sz="1200" dirty="0">
                <a:latin typeface="Tahoma" panose="020B0604030504040204" pitchFamily="34" charset="0"/>
              </a:rPr>
            </a:fld>
            <a:endParaRPr lang="en-CA" altLang="en-US" sz="1200" dirty="0">
              <a:latin typeface="Tahoma" panose="020B0604030504040204" pitchFamily="34" charset="0"/>
            </a:endParaRPr>
          </a:p>
        </p:txBody>
      </p:sp>
      <p:sp>
        <p:nvSpPr>
          <p:cNvPr id="39938" name="Rectangle 2"/>
          <p:cNvSpPr>
            <a:spLocks noTextEdit="true"/>
          </p:cNvSpPr>
          <p:nvPr>
            <p:ph type="sldImg"/>
          </p:nvPr>
        </p:nvSpPr>
        <p:spPr/>
      </p:sp>
      <p:sp>
        <p:nvSpPr>
          <p:cNvPr id="39939" name="Rectangle 3"/>
          <p:cNvSpPr>
            <a:spLocks noGrp="true"/>
          </p:cNvSpPr>
          <p:nvPr>
            <p:ph type="body"/>
          </p:nvPr>
        </p:nvSpPr>
        <p:spPr>
          <a:xfrm>
            <a:off x="1252538" y="3373438"/>
            <a:ext cx="6883400" cy="3195637"/>
          </a:xfrm>
        </p:spPr>
        <p:txBody>
          <a:bodyPr wrap="square" lIns="94229" tIns="47114" rIns="94229" bIns="47114" anchor="t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Rectangle 7"/>
          <p:cNvSpPr txBox="true">
            <a:spLocks noGrp="true"/>
          </p:cNvSpPr>
          <p:nvPr>
            <p:ph type="sldNum" sz="quarter"/>
          </p:nvPr>
        </p:nvSpPr>
        <p:spPr>
          <a:xfrm>
            <a:off x="5319713" y="6746875"/>
            <a:ext cx="4068762" cy="3556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4229" tIns="47114" rIns="94229" bIns="47114" anchor="b"/>
          <a:p>
            <a:pPr lvl="0" algn="r" eaLnBrk="1" hangingPunct="1"/>
            <a:fld id="{9A0DB2DC-4C9A-4742-B13C-FB6460FD3503}" type="slidenum">
              <a:rPr lang="en-CA" altLang="en-US" sz="1200" dirty="0">
                <a:latin typeface="Tahoma" panose="020B0604030504040204" pitchFamily="34" charset="0"/>
              </a:rPr>
            </a:fld>
            <a:endParaRPr lang="en-CA" altLang="en-US" sz="1200" dirty="0">
              <a:latin typeface="Tahoma" panose="020B0604030504040204" pitchFamily="34" charset="0"/>
            </a:endParaRPr>
          </a:p>
        </p:txBody>
      </p:sp>
      <p:sp>
        <p:nvSpPr>
          <p:cNvPr id="41986" name="Rectangle 2"/>
          <p:cNvSpPr>
            <a:spLocks noTextEdit="true"/>
          </p:cNvSpPr>
          <p:nvPr>
            <p:ph type="sldImg"/>
          </p:nvPr>
        </p:nvSpPr>
        <p:spPr/>
      </p:sp>
      <p:sp>
        <p:nvSpPr>
          <p:cNvPr id="41987" name="Rectangle 3"/>
          <p:cNvSpPr>
            <a:spLocks noGrp="true"/>
          </p:cNvSpPr>
          <p:nvPr>
            <p:ph type="body"/>
          </p:nvPr>
        </p:nvSpPr>
        <p:spPr>
          <a:xfrm>
            <a:off x="1252538" y="3373438"/>
            <a:ext cx="6883400" cy="3195637"/>
          </a:xfrm>
        </p:spPr>
        <p:txBody>
          <a:bodyPr wrap="square" lIns="94229" tIns="47114" rIns="94229" bIns="47114" anchor="t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Rectangle 7"/>
          <p:cNvSpPr txBox="true">
            <a:spLocks noGrp="true"/>
          </p:cNvSpPr>
          <p:nvPr>
            <p:ph type="sldNum" sz="quarter"/>
          </p:nvPr>
        </p:nvSpPr>
        <p:spPr>
          <a:xfrm>
            <a:off x="5319713" y="6746875"/>
            <a:ext cx="4068762" cy="3556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4229" tIns="47114" rIns="94229" bIns="47114" anchor="b"/>
          <a:p>
            <a:pPr lvl="0" algn="r" eaLnBrk="1" hangingPunct="1"/>
            <a:fld id="{9A0DB2DC-4C9A-4742-B13C-FB6460FD3503}" type="slidenum">
              <a:rPr lang="en-CA" altLang="en-US" sz="1200" dirty="0">
                <a:latin typeface="Tahoma" panose="020B0604030504040204" pitchFamily="34" charset="0"/>
              </a:rPr>
            </a:fld>
            <a:endParaRPr lang="en-CA" altLang="en-US" sz="1200" dirty="0">
              <a:latin typeface="Tahoma" panose="020B0604030504040204" pitchFamily="34" charset="0"/>
            </a:endParaRPr>
          </a:p>
        </p:txBody>
      </p:sp>
      <p:sp>
        <p:nvSpPr>
          <p:cNvPr id="44034" name="Rectangle 2"/>
          <p:cNvSpPr>
            <a:spLocks noTextEdit="true"/>
          </p:cNvSpPr>
          <p:nvPr>
            <p:ph type="sldImg"/>
          </p:nvPr>
        </p:nvSpPr>
        <p:spPr/>
      </p:sp>
      <p:sp>
        <p:nvSpPr>
          <p:cNvPr id="44035" name="Rectangle 3"/>
          <p:cNvSpPr>
            <a:spLocks noGrp="true"/>
          </p:cNvSpPr>
          <p:nvPr>
            <p:ph type="body"/>
          </p:nvPr>
        </p:nvSpPr>
        <p:spPr>
          <a:xfrm>
            <a:off x="1252538" y="3373438"/>
            <a:ext cx="6883400" cy="3195637"/>
          </a:xfrm>
        </p:spPr>
        <p:txBody>
          <a:bodyPr wrap="square" lIns="94229" tIns="47114" rIns="94229" bIns="47114" anchor="t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69" name="Rectangle 7"/>
          <p:cNvSpPr txBox="true">
            <a:spLocks noGrp="true"/>
          </p:cNvSpPr>
          <p:nvPr>
            <p:ph type="sldNum" sz="quarter"/>
          </p:nvPr>
        </p:nvSpPr>
        <p:spPr>
          <a:xfrm>
            <a:off x="5319713" y="6746875"/>
            <a:ext cx="4068762" cy="3556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4229" tIns="47114" rIns="94229" bIns="47114" anchor="b"/>
          <a:p>
            <a:pPr lvl="0" algn="r" eaLnBrk="1" hangingPunct="1"/>
            <a:fld id="{9A0DB2DC-4C9A-4742-B13C-FB6460FD3503}" type="slidenum">
              <a:rPr lang="en-CA" altLang="en-US" sz="1200" dirty="0">
                <a:latin typeface="Tahoma" panose="020B0604030504040204" pitchFamily="34" charset="0"/>
              </a:rPr>
            </a:fld>
            <a:endParaRPr lang="en-CA" altLang="en-US" sz="1200" dirty="0">
              <a:latin typeface="Tahoma" panose="020B0604030504040204" pitchFamily="34" charset="0"/>
            </a:endParaRPr>
          </a:p>
        </p:txBody>
      </p:sp>
      <p:sp>
        <p:nvSpPr>
          <p:cNvPr id="83970" name="Rectangle 2"/>
          <p:cNvSpPr>
            <a:spLocks noTextEdit="true"/>
          </p:cNvSpPr>
          <p:nvPr>
            <p:ph type="sldImg"/>
          </p:nvPr>
        </p:nvSpPr>
        <p:spPr/>
      </p:sp>
      <p:sp>
        <p:nvSpPr>
          <p:cNvPr id="83971" name="Rectangle 3"/>
          <p:cNvSpPr>
            <a:spLocks noGrp="true"/>
          </p:cNvSpPr>
          <p:nvPr>
            <p:ph type="body"/>
          </p:nvPr>
        </p:nvSpPr>
        <p:spPr>
          <a:xfrm>
            <a:off x="1252538" y="3373438"/>
            <a:ext cx="6883400" cy="3195637"/>
          </a:xfrm>
        </p:spPr>
        <p:txBody>
          <a:bodyPr wrap="square" lIns="94229" tIns="47114" rIns="94229" bIns="47114" anchor="t"/>
          <a:p>
            <a:pPr lvl="0" eaLnBrk="1" hangingPunct="1"/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45"/>
          <p:cNvGrpSpPr/>
          <p:nvPr userDrawn="true"/>
        </p:nvGrpSpPr>
        <p:grpSpPr>
          <a:xfrm>
            <a:off x="8936038" y="1449388"/>
            <a:ext cx="207962" cy="5408612"/>
            <a:chOff x="5606" y="889"/>
            <a:chExt cx="154" cy="3431"/>
          </a:xfrm>
        </p:grpSpPr>
        <p:sp>
          <p:nvSpPr>
            <p:cNvPr id="13" name="Rectangle 38"/>
            <p:cNvSpPr>
              <a:spLocks noChangeArrowheads="true"/>
            </p:cNvSpPr>
            <p:nvPr/>
          </p:nvSpPr>
          <p:spPr bwMode="gray">
            <a:xfrm flipH="true">
              <a:off x="5685" y="889"/>
              <a:ext cx="75" cy="3431"/>
            </a:xfrm>
            <a:prstGeom prst="rect">
              <a:avLst/>
            </a:prstGeom>
            <a:solidFill>
              <a:srgbClr val="6772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3076" name="Group 44"/>
            <p:cNvGrpSpPr/>
            <p:nvPr userDrawn="true"/>
          </p:nvGrpSpPr>
          <p:grpSpPr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3077" name="Rectangle 43"/>
              <p:cNvSpPr/>
              <p:nvPr userDrawn="true"/>
            </p:nvSpPr>
            <p:spPr>
              <a:xfrm rot="-10800000" flipH="true">
                <a:off x="5606" y="889"/>
                <a:ext cx="58" cy="3431"/>
              </a:xfrm>
              <a:prstGeom prst="rect">
                <a:avLst/>
              </a:prstGeom>
              <a:solidFill>
                <a:schemeClr val="tx2"/>
              </a:solidFill>
              <a:ln w="9525">
                <a:noFill/>
              </a:ln>
            </p:spPr>
            <p:txBody>
              <a:bodyPr rot="10800000" wrap="none" anchor="ctr"/>
              <a:p>
                <a:pPr lvl="0" algn="ctr" eaLnBrk="1" hangingPunct="1"/>
                <a:endParaRPr lang="en-US" altLang="en-US" sz="3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078" name="Rectangle 32"/>
              <p:cNvSpPr/>
              <p:nvPr userDrawn="true"/>
            </p:nvSpPr>
            <p:spPr>
              <a:xfrm rot="-10800000" flipH="true">
                <a:off x="5654" y="889"/>
                <a:ext cx="58" cy="3431"/>
              </a:xfrm>
              <a:prstGeom prst="rect">
                <a:avLst/>
              </a:prstGeom>
              <a:solidFill>
                <a:srgbClr val="990033"/>
              </a:solidFill>
              <a:ln w="9525">
                <a:noFill/>
              </a:ln>
            </p:spPr>
            <p:txBody>
              <a:bodyPr rot="10800000" wrap="none" anchor="ctr"/>
              <a:p>
                <a:pPr lvl="0" algn="ctr" eaLnBrk="1" hangingPunct="1"/>
                <a:endParaRPr lang="en-US" altLang="en-US" sz="3200" dirty="0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17" name="Rectangle 37"/>
          <p:cNvSpPr>
            <a:spLocks noChangeArrowheads="true"/>
          </p:cNvSpPr>
          <p:nvPr/>
        </p:nvSpPr>
        <p:spPr bwMode="gray">
          <a:xfrm rot="16200000">
            <a:off x="3845719" y="-3845719"/>
            <a:ext cx="1449388" cy="9140825"/>
          </a:xfrm>
          <a:prstGeom prst="rect">
            <a:avLst/>
          </a:prstGeom>
          <a:solidFill>
            <a:srgbClr val="677228">
              <a:alpha val="3607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8" name="Rectangle 30"/>
          <p:cNvSpPr>
            <a:spLocks noChangeArrowheads="true"/>
          </p:cNvSpPr>
          <p:nvPr/>
        </p:nvSpPr>
        <p:spPr bwMode="auto"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Copyright © 2016 Ramez Elmasri and Shamkant B. Navathe</a:t>
            </a:r>
            <a:endParaRPr kumimoji="0" lang="en-US" altLang="en-US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9" name="Rectangle 44"/>
          <p:cNvSpPr>
            <a:spLocks noChangeArrowheads="true"/>
          </p:cNvSpPr>
          <p:nvPr/>
        </p:nvSpPr>
        <p:spPr bwMode="auto">
          <a:xfrm>
            <a:off x="8305800" y="0"/>
            <a:ext cx="609600" cy="6858000"/>
          </a:xfrm>
          <a:prstGeom prst="rect">
            <a:avLst/>
          </a:prstGeom>
          <a:gradFill rotWithShape="true">
            <a:gsLst>
              <a:gs pos="0">
                <a:srgbClr val="677228">
                  <a:alpha val="43999"/>
                </a:srgbClr>
              </a:gs>
              <a:gs pos="100000">
                <a:srgbClr val="5A6423"/>
              </a:gs>
            </a:gsLst>
            <a:lin ang="5400000" scaled="true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0" name="Rectangle 47"/>
          <p:cNvSpPr>
            <a:spLocks noChangeArrowheads="true"/>
          </p:cNvSpPr>
          <p:nvPr/>
        </p:nvSpPr>
        <p:spPr bwMode="auto">
          <a:xfrm rot="16200000">
            <a:off x="3500438" y="-985837"/>
            <a:ext cx="2143125" cy="9144000"/>
          </a:xfrm>
          <a:prstGeom prst="rect">
            <a:avLst/>
          </a:prstGeom>
          <a:solidFill>
            <a:srgbClr val="677228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1" name="Rectangle 48"/>
          <p:cNvSpPr>
            <a:spLocks noChangeArrowheads="true"/>
          </p:cNvSpPr>
          <p:nvPr/>
        </p:nvSpPr>
        <p:spPr bwMode="auto">
          <a:xfrm>
            <a:off x="7315200" y="2438400"/>
            <a:ext cx="1828800" cy="22907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3084" name="Picture 35" descr="awtri_4c UPDATE_color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5949950"/>
            <a:ext cx="684213" cy="8318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5" name="Picture 46" descr="elmasri_thumb"/>
          <p:cNvPicPr>
            <a:picLocks noChangeAspect="true"/>
          </p:cNvPicPr>
          <p:nvPr userDrawn="true"/>
        </p:nvPicPr>
        <p:blipFill>
          <a:blip r:embed="rId3"/>
          <a:stretch>
            <a:fillRect/>
          </a:stretch>
        </p:blipFill>
        <p:spPr>
          <a:xfrm>
            <a:off x="7419975" y="2514600"/>
            <a:ext cx="1724025" cy="2143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26" name="Rectangle 30" descr="Pink tissue paper"/>
          <p:cNvSpPr>
            <a:spLocks noGrp="true" noChangeArrowheads="true"/>
          </p:cNvSpPr>
          <p:nvPr>
            <p:ph type="ctrTitle" sz="quarter"/>
          </p:nvPr>
        </p:nvSpPr>
        <p:spPr>
          <a:xfrm>
            <a:off x="228600" y="152400"/>
            <a:ext cx="7086600" cy="2286000"/>
          </a:xfrm>
        </p:spPr>
        <p:txBody>
          <a:bodyPr wrap="none" anchor="ctr"/>
          <a:lstStyle>
            <a:lvl1pPr>
              <a:defRPr sz="6600">
                <a:solidFill>
                  <a:srgbClr val="990033"/>
                </a:solidFill>
              </a:defRPr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4134" name="Rectangle 38" descr="Pink tissue paper"/>
          <p:cNvSpPr>
            <a:spLocks noGrp="true" noChangeArrowheads="true"/>
          </p:cNvSpPr>
          <p:nvPr>
            <p:ph type="subTitle" sz="quarter" idx="1"/>
          </p:nvPr>
        </p:nvSpPr>
        <p:spPr>
          <a:xfrm>
            <a:off x="304800" y="2590800"/>
            <a:ext cx="6629400" cy="19050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200"/>
            </a:lvl1pPr>
          </a:lstStyle>
          <a:p>
            <a:pPr fontAlgn="base"/>
            <a:r>
              <a:rPr lang="en-US" strike="noStrike" noProof="1"/>
              <a:t>Click to edit Master subtitle style</a:t>
            </a:r>
            <a:endParaRPr lang="en-US" strike="noStrike" noProof="1"/>
          </a:p>
        </p:txBody>
      </p:sp>
      <p:sp>
        <p:nvSpPr>
          <p:cNvPr id="24" name="Rectangle 29"/>
          <p:cNvSpPr>
            <a:spLocks noGrp="true" noChangeArrowheads="true"/>
          </p:cNvSpPr>
          <p:nvPr>
            <p:ph type="ftr" sz="quarter" idx="3"/>
          </p:nvPr>
        </p:nvSpPr>
        <p:spPr bwMode="auto">
          <a:xfrm>
            <a:off x="838200" y="6397625"/>
            <a:ext cx="4495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false" compatLnSpc="true"/>
          <a:lstStyle>
            <a:lvl1pPr eaLnBrk="1" hangingPunct="1">
              <a:defRPr sz="9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Copyright © 2016 Ramez Elmasri and Shamkant B. Navathe</a:t>
            </a: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Slide 5- </a:t>
            </a:r>
            <a:fld id="{2238DDCD-A0E9-40F7-A77C-2484D9E79B2C}" type="slidenum"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CA" altLang="en-US" sz="1400" b="1" i="0" u="none" strike="noStrike" kern="1200" cap="none" spc="0" normalizeH="0" baseline="0" noProof="0">
              <a:ln>
                <a:noFill/>
              </a:ln>
              <a:solidFill>
                <a:srgbClr val="990033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Slide 5- </a:t>
            </a:r>
            <a:fld id="{2238DDCD-A0E9-40F7-A77C-2484D9E79B2C}" type="slidenum"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CA" altLang="en-US" sz="1400" b="1" i="0" u="none" strike="noStrike" kern="1200" cap="none" spc="0" normalizeH="0" baseline="0" noProof="0">
              <a:ln>
                <a:noFill/>
              </a:ln>
              <a:solidFill>
                <a:srgbClr val="990033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true"/>
          </p:cNvSpPr>
          <p:nvPr>
            <p:ph sz="half" idx="1"/>
          </p:nvPr>
        </p:nvSpPr>
        <p:spPr>
          <a:xfrm>
            <a:off x="239713" y="1600200"/>
            <a:ext cx="407035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true"/>
          </p:cNvSpPr>
          <p:nvPr>
            <p:ph sz="half" idx="2"/>
          </p:nvPr>
        </p:nvSpPr>
        <p:spPr>
          <a:xfrm>
            <a:off x="4462463" y="1600200"/>
            <a:ext cx="4071937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Slide Number Placeholder 4"/>
          <p:cNvSpPr>
            <a:spLocks noGrp="true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Slide 5- </a:t>
            </a:r>
            <a:fld id="{2238DDCD-A0E9-40F7-A77C-2484D9E79B2C}" type="slidenum"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CA" altLang="en-US" sz="1400" b="1" i="0" u="none" strike="noStrike" kern="1200" cap="none" spc="0" normalizeH="0" baseline="0" noProof="0">
              <a:ln>
                <a:noFill/>
              </a:ln>
              <a:solidFill>
                <a:srgbClr val="990033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7" name="Slide Number Placeholder 6"/>
          <p:cNvSpPr>
            <a:spLocks noGrp="true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Slide 5- </a:t>
            </a:r>
            <a:fld id="{2238DDCD-A0E9-40F7-A77C-2484D9E79B2C}" type="slidenum"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CA" altLang="en-US" sz="1400" b="1" i="0" u="none" strike="noStrike" kern="1200" cap="none" spc="0" normalizeH="0" baseline="0" noProof="0">
              <a:ln>
                <a:noFill/>
              </a:ln>
              <a:solidFill>
                <a:srgbClr val="990033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12" name="Rectangle 13"/>
          <p:cNvSpPr>
            <a:spLocks noGrp="true" noChangeArrowheads="true"/>
          </p:cNvSpPr>
          <p:nvPr>
            <p:ph type="sldNum" sz="quarter" idx="4"/>
          </p:nvPr>
        </p:nvSpPr>
        <p:spPr bwMode="auto">
          <a:xfrm>
            <a:off x="6934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false" compatLnSpc="true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Slide 9- </a:t>
            </a:r>
            <a:fld id="{AF47DDF9-AE95-4937-83DA-F98AD1706530}" type="slidenum"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CA" altLang="en-US" sz="1400" b="1" i="0" u="none" strike="noStrike" kern="1200" cap="none" spc="0" normalizeH="0" baseline="0" noProof="0">
              <a:ln>
                <a:noFill/>
              </a:ln>
              <a:solidFill>
                <a:srgbClr val="990033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true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Slide 5- </a:t>
            </a:r>
            <a:fld id="{2238DDCD-A0E9-40F7-A77C-2484D9E79B2C}" type="slidenum"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CA" altLang="en-US" sz="1400" b="1" i="0" u="none" strike="noStrike" kern="1200" cap="none" spc="0" normalizeH="0" baseline="0" noProof="0">
              <a:ln>
                <a:noFill/>
              </a:ln>
              <a:solidFill>
                <a:srgbClr val="990033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true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Slide 5- </a:t>
            </a:r>
            <a:fld id="{2238DDCD-A0E9-40F7-A77C-2484D9E79B2C}" type="slidenum"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CA" altLang="en-US" sz="1400" b="1" i="0" u="none" strike="noStrike" kern="1200" cap="none" spc="0" normalizeH="0" baseline="0" noProof="0">
              <a:ln>
                <a:noFill/>
              </a:ln>
              <a:solidFill>
                <a:srgbClr val="990033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0" bIns="45720" numCol="1" anchor="t" anchorCtr="false" compatLnSpc="true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4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5" name="Slide Number Placeholder 4"/>
          <p:cNvSpPr>
            <a:spLocks noGrp="true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Slide 5- </a:t>
            </a:r>
            <a:fld id="{2238DDCD-A0E9-40F7-A77C-2484D9E79B2C}" type="slidenum"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CA" altLang="en-US" sz="1400" b="1" i="0" u="none" strike="noStrike" kern="1200" cap="none" spc="0" normalizeH="0" baseline="0" noProof="0">
              <a:ln>
                <a:noFill/>
              </a:ln>
              <a:solidFill>
                <a:srgbClr val="990033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Slide 5- </a:t>
            </a:r>
            <a:fld id="{2238DDCD-A0E9-40F7-A77C-2484D9E79B2C}" type="slidenum"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CA" altLang="en-US" sz="1400" b="1" i="0" u="none" strike="noStrike" kern="1200" cap="none" spc="0" normalizeH="0" baseline="0" noProof="0">
              <a:ln>
                <a:noFill/>
              </a:ln>
              <a:solidFill>
                <a:srgbClr val="990033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true"/>
          </p:cNvSpPr>
          <p:nvPr>
            <p:ph type="title" orient="vert"/>
          </p:nvPr>
        </p:nvSpPr>
        <p:spPr>
          <a:xfrm>
            <a:off x="6457950" y="303213"/>
            <a:ext cx="2076450" cy="5868987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228600" y="303213"/>
            <a:ext cx="6076950" cy="5868987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Slide 5- </a:t>
            </a:r>
            <a:fld id="{2238DDCD-A0E9-40F7-A77C-2484D9E79B2C}" type="slidenum"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CA" altLang="en-US" sz="1400" b="1" i="0" u="none" strike="noStrike" kern="1200" cap="none" spc="0" normalizeH="0" baseline="0" noProof="0">
              <a:ln>
                <a:noFill/>
              </a:ln>
              <a:solidFill>
                <a:srgbClr val="990033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44"/>
          <p:cNvSpPr>
            <a:spLocks noChangeArrowheads="true"/>
          </p:cNvSpPr>
          <p:nvPr/>
        </p:nvSpPr>
        <p:spPr bwMode="auto">
          <a:xfrm>
            <a:off x="8305800" y="0"/>
            <a:ext cx="609600" cy="6858000"/>
          </a:xfrm>
          <a:prstGeom prst="rect">
            <a:avLst/>
          </a:prstGeom>
          <a:gradFill rotWithShape="true">
            <a:gsLst>
              <a:gs pos="0">
                <a:srgbClr val="677228">
                  <a:alpha val="43999"/>
                </a:srgbClr>
              </a:gs>
              <a:gs pos="100000">
                <a:srgbClr val="5A6423"/>
              </a:gs>
            </a:gsLst>
            <a:lin ang="5400000" scaled="true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" name="Rectangle 47"/>
          <p:cNvSpPr>
            <a:spLocks noChangeArrowheads="true"/>
          </p:cNvSpPr>
          <p:nvPr/>
        </p:nvSpPr>
        <p:spPr bwMode="auto">
          <a:xfrm rot="16200000">
            <a:off x="3500438" y="-985837"/>
            <a:ext cx="2143125" cy="9144000"/>
          </a:xfrm>
          <a:prstGeom prst="rect">
            <a:avLst/>
          </a:prstGeom>
          <a:solidFill>
            <a:srgbClr val="677228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4" name="Rectangle 48"/>
          <p:cNvSpPr>
            <a:spLocks noChangeArrowheads="true"/>
          </p:cNvSpPr>
          <p:nvPr/>
        </p:nvSpPr>
        <p:spPr bwMode="auto">
          <a:xfrm>
            <a:off x="7315200" y="2438400"/>
            <a:ext cx="1828800" cy="22907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24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125" name="Picture 35" descr="awtri_4c UPDATE_color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5949950"/>
            <a:ext cx="684213" cy="8318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6" name="Picture 46" descr="elmasri_thumb"/>
          <p:cNvPicPr>
            <a:picLocks noChangeAspect="true"/>
          </p:cNvPicPr>
          <p:nvPr userDrawn="true"/>
        </p:nvPicPr>
        <p:blipFill>
          <a:blip r:embed="rId3"/>
          <a:stretch>
            <a:fillRect/>
          </a:stretch>
        </p:blipFill>
        <p:spPr>
          <a:xfrm>
            <a:off x="7419975" y="2514600"/>
            <a:ext cx="1724025" cy="2143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26" name="Rectangle 30" descr="Pink tissue paper"/>
          <p:cNvSpPr>
            <a:spLocks noGrp="true" noChangeArrowheads="true"/>
          </p:cNvSpPr>
          <p:nvPr>
            <p:ph type="ctrTitle" sz="quarter"/>
          </p:nvPr>
        </p:nvSpPr>
        <p:spPr>
          <a:xfrm>
            <a:off x="228600" y="152400"/>
            <a:ext cx="7086600" cy="2286000"/>
          </a:xfrm>
        </p:spPr>
        <p:txBody>
          <a:bodyPr wrap="none" anchor="ctr"/>
          <a:lstStyle>
            <a:lvl1pPr>
              <a:defRPr sz="6600">
                <a:solidFill>
                  <a:srgbClr val="990033"/>
                </a:solidFill>
              </a:defRPr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US" strike="noStrike" noProof="1"/>
          </a:p>
        </p:txBody>
      </p:sp>
      <p:sp>
        <p:nvSpPr>
          <p:cNvPr id="4134" name="Rectangle 38" descr="Pink tissue paper"/>
          <p:cNvSpPr>
            <a:spLocks noGrp="true" noChangeArrowheads="true"/>
          </p:cNvSpPr>
          <p:nvPr>
            <p:ph type="subTitle" sz="quarter" idx="1"/>
          </p:nvPr>
        </p:nvSpPr>
        <p:spPr>
          <a:xfrm>
            <a:off x="304800" y="2590800"/>
            <a:ext cx="6629400" cy="19050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200"/>
            </a:lvl1pPr>
          </a:lstStyle>
          <a:p>
            <a:pPr fontAlgn="base"/>
            <a:r>
              <a:rPr lang="en-US" strike="noStrike" noProof="1"/>
              <a:t>Click to edit Master subtitle style</a:t>
            </a:r>
            <a:endParaRPr lang="en-US" strike="noStrike" noProof="1"/>
          </a:p>
        </p:txBody>
      </p:sp>
      <p:sp>
        <p:nvSpPr>
          <p:cNvPr id="17" name="Rectangle 29"/>
          <p:cNvSpPr>
            <a:spLocks noGrp="true" noChangeArrowheads="true"/>
          </p:cNvSpPr>
          <p:nvPr>
            <p:ph type="ftr" sz="quarter" idx="3"/>
          </p:nvPr>
        </p:nvSpPr>
        <p:spPr bwMode="auto">
          <a:xfrm>
            <a:off x="838200" y="6397625"/>
            <a:ext cx="44958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false" compatLnSpc="true"/>
          <a:lstStyle>
            <a:lvl1pPr eaLnBrk="1" hangingPunct="1">
              <a:defRPr sz="900">
                <a:solidFill>
                  <a:srgbClr val="000000"/>
                </a:solidFill>
                <a:ea typeface="MS PGothic" panose="020B0600070205080204" pitchFamily="34" charset="-128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Slide 6- </a:t>
            </a:r>
            <a:fld id="{FB135AFF-B8B9-4735-8A41-902D5A396819}" type="slidenum"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CA" altLang="en-US" sz="1400" b="1" i="0" u="none" strike="noStrike" kern="1200" cap="none" spc="0" normalizeH="0" baseline="0" noProof="0">
              <a:ln>
                <a:noFill/>
              </a:ln>
              <a:solidFill>
                <a:srgbClr val="990033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Slide 6- </a:t>
            </a:r>
            <a:fld id="{FB135AFF-B8B9-4735-8A41-902D5A396819}" type="slidenum"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CA" altLang="en-US" sz="1400" b="1" i="0" u="none" strike="noStrike" kern="1200" cap="none" spc="0" normalizeH="0" baseline="0" noProof="0">
              <a:ln>
                <a:noFill/>
              </a:ln>
              <a:solidFill>
                <a:srgbClr val="990033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true"/>
          </p:cNvSpPr>
          <p:nvPr>
            <p:ph sz="half" idx="1"/>
          </p:nvPr>
        </p:nvSpPr>
        <p:spPr>
          <a:xfrm>
            <a:off x="239713" y="1600200"/>
            <a:ext cx="407035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true"/>
          </p:cNvSpPr>
          <p:nvPr>
            <p:ph sz="half" idx="2"/>
          </p:nvPr>
        </p:nvSpPr>
        <p:spPr>
          <a:xfrm>
            <a:off x="4462463" y="1600200"/>
            <a:ext cx="4071937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12" name="Rectangle 13"/>
          <p:cNvSpPr>
            <a:spLocks noGrp="true" noChangeArrowheads="true"/>
          </p:cNvSpPr>
          <p:nvPr>
            <p:ph type="sldNum" sz="quarter" idx="4"/>
          </p:nvPr>
        </p:nvSpPr>
        <p:spPr bwMode="auto">
          <a:xfrm>
            <a:off x="6934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false" compatLnSpc="true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Slide 5- </a:t>
            </a:r>
            <a:fld id="{08D2831C-1EB6-4C70-A381-F37C1291F69F}" type="slidenum"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CA" altLang="en-US" sz="1400" b="1" i="0" u="none" strike="noStrike" kern="1200" cap="none" spc="0" normalizeH="0" baseline="0" noProof="0">
              <a:ln>
                <a:noFill/>
              </a:ln>
              <a:solidFill>
                <a:srgbClr val="990033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4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6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12" name="Rectangle 13"/>
          <p:cNvSpPr>
            <a:spLocks noGrp="true" noChangeArrowheads="true"/>
          </p:cNvSpPr>
          <p:nvPr>
            <p:ph type="sldNum" sz="quarter" idx="14"/>
          </p:nvPr>
        </p:nvSpPr>
        <p:spPr bwMode="auto">
          <a:xfrm>
            <a:off x="6934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false" compatLnSpc="true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Slide 5- </a:t>
            </a:r>
            <a:fld id="{05C0B8EC-85F4-4789-B475-FED018CA2121}" type="slidenum"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CA" altLang="en-US" sz="1400" b="1" i="0" u="none" strike="noStrike" kern="1200" cap="none" spc="0" normalizeH="0" baseline="0" noProof="0">
              <a:ln>
                <a:noFill/>
              </a:ln>
              <a:solidFill>
                <a:srgbClr val="990033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12" name="Rectangle 13"/>
          <p:cNvSpPr>
            <a:spLocks noGrp="true" noChangeArrowheads="true"/>
          </p:cNvSpPr>
          <p:nvPr>
            <p:ph type="sldNum" sz="quarter" idx="4"/>
          </p:nvPr>
        </p:nvSpPr>
        <p:spPr bwMode="auto">
          <a:xfrm>
            <a:off x="6934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false" compatLnSpc="true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Slide 5- </a:t>
            </a:r>
            <a:fld id="{963871CA-02C4-49A1-9C7A-C1DE756A99A7}" type="slidenum"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CA" altLang="en-US" sz="1400" b="1" i="0" u="none" strike="noStrike" kern="1200" cap="none" spc="0" normalizeH="0" baseline="0" noProof="0">
              <a:ln>
                <a:noFill/>
              </a:ln>
              <a:solidFill>
                <a:srgbClr val="990033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3"/>
          <p:cNvSpPr>
            <a:spLocks noGrp="true" noChangeArrowheads="true"/>
          </p:cNvSpPr>
          <p:nvPr>
            <p:ph type="sldNum" sz="quarter" idx="4"/>
          </p:nvPr>
        </p:nvSpPr>
        <p:spPr bwMode="auto">
          <a:xfrm>
            <a:off x="6934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false" compatLnSpc="true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Slide 5- </a:t>
            </a:r>
            <a:fld id="{7F09268F-01B8-4D98-B78F-A5EF4D8163FD}" type="slidenum"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CA" altLang="en-US" sz="1400" b="1" i="0" u="none" strike="noStrike" kern="1200" cap="none" spc="0" normalizeH="0" baseline="0" noProof="0">
              <a:ln>
                <a:noFill/>
              </a:ln>
              <a:solidFill>
                <a:srgbClr val="990033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12" name="Rectangle 13"/>
          <p:cNvSpPr>
            <a:spLocks noGrp="true" noChangeArrowheads="true"/>
          </p:cNvSpPr>
          <p:nvPr>
            <p:ph type="sldNum" sz="quarter" idx="4"/>
          </p:nvPr>
        </p:nvSpPr>
        <p:spPr bwMode="auto">
          <a:xfrm>
            <a:off x="6934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false" compatLnSpc="true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Slide 5- </a:t>
            </a:r>
            <a:fld id="{8C791E64-DF57-4ADC-9232-CA1E12E3EA8B}" type="slidenum"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CA" altLang="en-US" sz="1400" b="1" i="0" u="none" strike="noStrike" kern="1200" cap="none" spc="0" normalizeH="0" baseline="0" noProof="0">
              <a:ln>
                <a:noFill/>
              </a:ln>
              <a:solidFill>
                <a:srgbClr val="990033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0" bIns="45720" numCol="1" anchor="t" anchorCtr="false" compatLnSpc="true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4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</p:txBody>
      </p:sp>
      <p:sp>
        <p:nvSpPr>
          <p:cNvPr id="12" name="Rectangle 13"/>
          <p:cNvSpPr>
            <a:spLocks noGrp="true" noChangeArrowheads="true"/>
          </p:cNvSpPr>
          <p:nvPr>
            <p:ph type="sldNum" sz="quarter" idx="4"/>
          </p:nvPr>
        </p:nvSpPr>
        <p:spPr bwMode="auto">
          <a:xfrm>
            <a:off x="6934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false" compatLnSpc="true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Slide 5- </a:t>
            </a:r>
            <a:fld id="{D0A24589-11EE-47B6-83CA-51AEBB1558B7}" type="slidenum"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CA" altLang="en-US" sz="1400" b="1" i="0" u="none" strike="noStrike" kern="1200" cap="none" spc="0" normalizeH="0" baseline="0" noProof="0">
              <a:ln>
                <a:noFill/>
              </a:ln>
              <a:solidFill>
                <a:srgbClr val="990033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12" name="Rectangle 13"/>
          <p:cNvSpPr>
            <a:spLocks noGrp="true" noChangeArrowheads="true"/>
          </p:cNvSpPr>
          <p:nvPr>
            <p:ph type="sldNum" sz="quarter" idx="4"/>
          </p:nvPr>
        </p:nvSpPr>
        <p:spPr bwMode="auto">
          <a:xfrm>
            <a:off x="6934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false" compatLnSpc="true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Slide 5- </a:t>
            </a:r>
            <a:fld id="{F1633F5E-CCD8-44D1-B2D1-48A6A2E9BAC1}" type="slidenum"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CA" altLang="en-US" sz="1400" b="1" i="0" u="none" strike="noStrike" kern="1200" cap="none" spc="0" normalizeH="0" baseline="0" noProof="0">
              <a:ln>
                <a:noFill/>
              </a:ln>
              <a:solidFill>
                <a:srgbClr val="990033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true"/>
          </p:cNvSpPr>
          <p:nvPr>
            <p:ph type="title" orient="vert"/>
          </p:nvPr>
        </p:nvSpPr>
        <p:spPr>
          <a:xfrm>
            <a:off x="6457950" y="303213"/>
            <a:ext cx="2076450" cy="5868987"/>
          </a:xfrm>
        </p:spPr>
        <p:txBody>
          <a:bodyPr vert="eaVert"/>
          <a:lstStyle/>
          <a:p>
            <a:pPr fontAlgn="base"/>
            <a:r>
              <a:rPr lang="en-US" strike="noStrike" noProof="1" smtClean="0"/>
              <a:t>Click to edit Master title style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228600" y="303213"/>
            <a:ext cx="6076950" cy="5868987"/>
          </a:xfrm>
        </p:spPr>
        <p:txBody>
          <a:bodyPr vert="eaVert"/>
          <a:lstStyle/>
          <a:p>
            <a:pPr lvl="0" fontAlgn="base"/>
            <a:r>
              <a:rPr lang="en-US" strike="noStrike" noProof="1" smtClean="0"/>
              <a:t>Click to edit Master text styles</a:t>
            </a:r>
            <a:endParaRPr lang="en-US" strike="noStrike" noProof="1" smtClean="0"/>
          </a:p>
          <a:p>
            <a:pPr lvl="1" fontAlgn="base"/>
            <a:r>
              <a:rPr lang="en-US" strike="noStrike" noProof="1" smtClean="0"/>
              <a:t>Second level</a:t>
            </a:r>
            <a:endParaRPr lang="en-US" strike="noStrike" noProof="1" smtClean="0"/>
          </a:p>
          <a:p>
            <a:pPr lvl="2" fontAlgn="base"/>
            <a:r>
              <a:rPr lang="en-US" strike="noStrike" noProof="1" smtClean="0"/>
              <a:t>Third level</a:t>
            </a:r>
            <a:endParaRPr lang="en-US" strike="noStrike" noProof="1" smtClean="0"/>
          </a:p>
          <a:p>
            <a:pPr lvl="3" fontAlgn="base"/>
            <a:r>
              <a:rPr lang="en-US" strike="noStrike" noProof="1" smtClean="0"/>
              <a:t>Fourth level</a:t>
            </a:r>
            <a:endParaRPr lang="en-US" strike="noStrike" noProof="1" smtClean="0"/>
          </a:p>
          <a:p>
            <a:pPr lvl="4" fontAlgn="base"/>
            <a:r>
              <a:rPr lang="en-US" strike="noStrike" noProof="1" smtClean="0"/>
              <a:t>Fifth level</a:t>
            </a:r>
            <a:endParaRPr lang="en-US" strike="noStrike" noProof="1"/>
          </a:p>
        </p:txBody>
      </p:sp>
      <p:sp>
        <p:nvSpPr>
          <p:cNvPr id="12" name="Rectangle 13"/>
          <p:cNvSpPr>
            <a:spLocks noGrp="true" noChangeArrowheads="true"/>
          </p:cNvSpPr>
          <p:nvPr>
            <p:ph type="sldNum" sz="quarter" idx="4"/>
          </p:nvPr>
        </p:nvSpPr>
        <p:spPr bwMode="auto">
          <a:xfrm>
            <a:off x="6934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false" compatLnSpc="true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Slide 5- </a:t>
            </a:r>
            <a:fld id="{A4B094C1-EFFF-4EB3-AB49-226D76CD1BE3}" type="slidenum"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CA" altLang="en-US" sz="1400" b="1" i="0" u="none" strike="noStrike" kern="1200" cap="none" spc="0" normalizeH="0" baseline="0" noProof="0">
              <a:ln>
                <a:noFill/>
              </a:ln>
              <a:solidFill>
                <a:srgbClr val="990033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45"/>
          <p:cNvGrpSpPr/>
          <p:nvPr userDrawn="true"/>
        </p:nvGrpSpPr>
        <p:grpSpPr>
          <a:xfrm>
            <a:off x="8936038" y="1449388"/>
            <a:ext cx="207962" cy="5408612"/>
            <a:chOff x="5606" y="889"/>
            <a:chExt cx="154" cy="3431"/>
          </a:xfrm>
        </p:grpSpPr>
        <p:sp>
          <p:nvSpPr>
            <p:cNvPr id="1032" name="Rectangle 38"/>
            <p:cNvSpPr>
              <a:spLocks noChangeArrowheads="true"/>
            </p:cNvSpPr>
            <p:nvPr/>
          </p:nvSpPr>
          <p:spPr bwMode="gray">
            <a:xfrm flipH="true">
              <a:off x="5685" y="889"/>
              <a:ext cx="75" cy="3431"/>
            </a:xfrm>
            <a:prstGeom prst="rect">
              <a:avLst/>
            </a:prstGeom>
            <a:solidFill>
              <a:srgbClr val="6772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1028" name="Group 44"/>
            <p:cNvGrpSpPr/>
            <p:nvPr userDrawn="true"/>
          </p:nvGrpSpPr>
          <p:grpSpPr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1029" name="Rectangle 43"/>
              <p:cNvSpPr/>
              <p:nvPr userDrawn="true"/>
            </p:nvSpPr>
            <p:spPr>
              <a:xfrm rot="-10800000" flipH="true">
                <a:off x="5606" y="889"/>
                <a:ext cx="58" cy="3431"/>
              </a:xfrm>
              <a:prstGeom prst="rect">
                <a:avLst/>
              </a:prstGeom>
              <a:solidFill>
                <a:schemeClr val="tx2"/>
              </a:solidFill>
              <a:ln w="9525">
                <a:noFill/>
              </a:ln>
            </p:spPr>
            <p:txBody>
              <a:bodyPr rot="10800000" wrap="none" anchor="ctr"/>
              <a:p>
                <a:pPr lvl="0" algn="ctr" eaLnBrk="1" hangingPunct="1"/>
                <a:endParaRPr lang="en-US" altLang="en-US" sz="3200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1030" name="Rectangle 32"/>
              <p:cNvSpPr/>
              <p:nvPr userDrawn="true"/>
            </p:nvSpPr>
            <p:spPr>
              <a:xfrm rot="-10800000" flipH="true">
                <a:off x="5654" y="889"/>
                <a:ext cx="58" cy="3431"/>
              </a:xfrm>
              <a:prstGeom prst="rect">
                <a:avLst/>
              </a:prstGeom>
              <a:solidFill>
                <a:srgbClr val="990033"/>
              </a:solidFill>
              <a:ln w="9525">
                <a:noFill/>
              </a:ln>
            </p:spPr>
            <p:txBody>
              <a:bodyPr rot="10800000" wrap="none" anchor="ctr"/>
              <a:p>
                <a:pPr lvl="0" algn="ctr" eaLnBrk="1" hangingPunct="1"/>
                <a:endParaRPr lang="en-US" altLang="en-US" sz="3200" dirty="0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1027" name="Rectangle 37"/>
          <p:cNvSpPr>
            <a:spLocks noChangeArrowheads="true"/>
          </p:cNvSpPr>
          <p:nvPr/>
        </p:nvSpPr>
        <p:spPr bwMode="gray">
          <a:xfrm rot="-5400000">
            <a:off x="3845719" y="-3845719"/>
            <a:ext cx="1449388" cy="9140825"/>
          </a:xfrm>
          <a:prstGeom prst="rect">
            <a:avLst/>
          </a:prstGeom>
          <a:solidFill>
            <a:srgbClr val="677228">
              <a:alpha val="3607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" name="Rectangle 9"/>
          <p:cNvSpPr>
            <a:spLocks noGrp="true"/>
          </p:cNvSpPr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3085" name="Rectangle 13"/>
          <p:cNvSpPr>
            <a:spLocks noGrp="true" noChangeArrowheads="true"/>
          </p:cNvSpPr>
          <p:nvPr>
            <p:ph type="sldNum" sz="quarter" idx="4"/>
          </p:nvPr>
        </p:nvSpPr>
        <p:spPr bwMode="auto">
          <a:xfrm>
            <a:off x="6934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false" compatLnSpc="true"/>
          <a:lstStyle>
            <a:lvl1pPr algn="r" eaLnBrk="1" hangingPunct="1">
              <a:defRPr sz="1400" b="1">
                <a:solidFill>
                  <a:srgbClr val="990033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Slide 5- </a:t>
            </a:r>
            <a:fld id="{2238DDCD-A0E9-40F7-A77C-2484D9E79B2C}" type="slidenum"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CA" altLang="en-US" sz="1400" b="1" i="0" u="none" strike="noStrike" kern="1200" cap="none" spc="0" normalizeH="0" baseline="0" noProof="0">
              <a:ln>
                <a:noFill/>
              </a:ln>
              <a:solidFill>
                <a:srgbClr val="990033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34" name="Rectangle 21"/>
          <p:cNvSpPr>
            <a:spLocks noGrp="true"/>
          </p:cNvSpPr>
          <p:nvPr>
            <p:ph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 w="9525">
            <a:noFill/>
          </a:ln>
        </p:spPr>
        <p:txBody>
          <a:bodyPr rIns="0" anchor="t"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 indent="-285750"/>
            <a:r>
              <a:rPr lang="en-US" altLang="en-US" dirty="0"/>
              <a:t>Second level</a:t>
            </a:r>
            <a:endParaRPr lang="en-US" altLang="en-US" dirty="0"/>
          </a:p>
          <a:p>
            <a:pPr lvl="2" indent="-228600"/>
            <a:r>
              <a:rPr lang="en-US" altLang="en-US" dirty="0"/>
              <a:t>Third level</a:t>
            </a:r>
            <a:endParaRPr lang="en-US" altLang="en-US" dirty="0"/>
          </a:p>
          <a:p>
            <a:pPr lvl="3" indent="-228600"/>
            <a:r>
              <a:rPr lang="en-US" altLang="en-US" dirty="0"/>
              <a:t>Fourth level</a:t>
            </a:r>
            <a:endParaRPr lang="en-US" altLang="en-US" dirty="0"/>
          </a:p>
          <a:p>
            <a:pPr lvl="4" indent="-228600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031" name="Rectangle 30"/>
          <p:cNvSpPr>
            <a:spLocks noChangeArrowheads="true"/>
          </p:cNvSpPr>
          <p:nvPr/>
        </p:nvSpPr>
        <p:spPr bwMode="auto"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Copyright © 2016 Ramez Elmasri and Shamkant B. Navathe</a:t>
            </a:r>
            <a:endParaRPr kumimoji="0" lang="en-US" altLang="en-US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60000"/>
        <a:buFont typeface="Wingdings" panose="05000000000000000000" pitchFamily="2" charset="2"/>
        <a:buChar char="n"/>
        <a:defRPr sz="2800">
          <a:solidFill>
            <a:schemeClr val="tx2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anose="05000000000000000000" pitchFamily="2" charset="2"/>
        <a:buChar char="n"/>
        <a:defRPr sz="2600">
          <a:solidFill>
            <a:srgbClr val="800000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400">
          <a:solidFill>
            <a:schemeClr val="tx2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anose="05000000000000000000" pitchFamily="2" charset="2"/>
        <a:buChar char="n"/>
        <a:defRPr sz="2000">
          <a:solidFill>
            <a:srgbClr val="800000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000">
          <a:solidFill>
            <a:schemeClr val="tx2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000">
          <a:solidFill>
            <a:schemeClr val="tx2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000">
          <a:solidFill>
            <a:schemeClr val="tx2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000">
          <a:solidFill>
            <a:schemeClr val="tx2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050" name="Group 45"/>
          <p:cNvGrpSpPr/>
          <p:nvPr userDrawn="true"/>
        </p:nvGrpSpPr>
        <p:grpSpPr>
          <a:xfrm>
            <a:off x="8936038" y="1449388"/>
            <a:ext cx="207962" cy="5408612"/>
            <a:chOff x="5606" y="889"/>
            <a:chExt cx="154" cy="3431"/>
          </a:xfrm>
        </p:grpSpPr>
        <p:sp>
          <p:nvSpPr>
            <p:cNvPr id="1032" name="Rectangle 38"/>
            <p:cNvSpPr>
              <a:spLocks noChangeArrowheads="true"/>
            </p:cNvSpPr>
            <p:nvPr/>
          </p:nvSpPr>
          <p:spPr bwMode="gray">
            <a:xfrm flipH="true">
              <a:off x="5685" y="889"/>
              <a:ext cx="75" cy="3431"/>
            </a:xfrm>
            <a:prstGeom prst="rect">
              <a:avLst/>
            </a:prstGeom>
            <a:solidFill>
              <a:srgbClr val="6772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2052" name="Group 44"/>
            <p:cNvGrpSpPr/>
            <p:nvPr userDrawn="true"/>
          </p:nvGrpSpPr>
          <p:grpSpPr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2053" name="Rectangle 43"/>
              <p:cNvSpPr/>
              <p:nvPr userDrawn="true"/>
            </p:nvSpPr>
            <p:spPr>
              <a:xfrm rot="-10800000" flipH="true">
                <a:off x="5606" y="889"/>
                <a:ext cx="58" cy="3431"/>
              </a:xfrm>
              <a:prstGeom prst="rect">
                <a:avLst/>
              </a:prstGeom>
              <a:solidFill>
                <a:schemeClr val="tx2"/>
              </a:solidFill>
              <a:ln w="9525">
                <a:noFill/>
              </a:ln>
            </p:spPr>
            <p:txBody>
              <a:bodyPr rot="10800000" wrap="none" anchor="ctr"/>
              <a:p>
                <a:pPr lvl="0" algn="ctr" eaLnBrk="1" hangingPunct="1"/>
                <a:endParaRPr lang="en-US" altLang="en-US" sz="32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054" name="Rectangle 32"/>
              <p:cNvSpPr/>
              <p:nvPr userDrawn="true"/>
            </p:nvSpPr>
            <p:spPr>
              <a:xfrm rot="-10800000" flipH="true">
                <a:off x="5654" y="889"/>
                <a:ext cx="58" cy="3431"/>
              </a:xfrm>
              <a:prstGeom prst="rect">
                <a:avLst/>
              </a:prstGeom>
              <a:solidFill>
                <a:srgbClr val="990033"/>
              </a:solidFill>
              <a:ln w="9525">
                <a:noFill/>
              </a:ln>
            </p:spPr>
            <p:txBody>
              <a:bodyPr rot="10800000" wrap="none" anchor="ctr"/>
              <a:p>
                <a:pPr lvl="0" algn="ctr" eaLnBrk="1" hangingPunct="1"/>
                <a:endParaRPr lang="en-US" altLang="en-US" sz="3200" dirty="0">
                  <a:solidFill>
                    <a:srgbClr val="000000"/>
                  </a:solidFill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1027" name="Rectangle 37"/>
          <p:cNvSpPr>
            <a:spLocks noChangeArrowheads="true"/>
          </p:cNvSpPr>
          <p:nvPr/>
        </p:nvSpPr>
        <p:spPr bwMode="gray">
          <a:xfrm rot="-5400000">
            <a:off x="3845719" y="-3845719"/>
            <a:ext cx="1449388" cy="9140825"/>
          </a:xfrm>
          <a:prstGeom prst="rect">
            <a:avLst/>
          </a:prstGeom>
          <a:solidFill>
            <a:srgbClr val="677228">
              <a:alpha val="3607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en-US" sz="3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056" name="Rectangle 9"/>
          <p:cNvSpPr>
            <a:spLocks noGrp="true"/>
          </p:cNvSpPr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/>
            <a:r>
              <a:rPr lang="en-US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3085" name="Rectangle 13"/>
          <p:cNvSpPr>
            <a:spLocks noGrp="true" noChangeArrowheads="true"/>
          </p:cNvSpPr>
          <p:nvPr>
            <p:ph type="sldNum" sz="quarter" idx="4"/>
          </p:nvPr>
        </p:nvSpPr>
        <p:spPr bwMode="auto">
          <a:xfrm>
            <a:off x="6934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false" compatLnSpc="true"/>
          <a:lstStyle>
            <a:lvl1pPr algn="r" eaLnBrk="1" hangingPunct="1">
              <a:defRPr sz="1400" b="1">
                <a:solidFill>
                  <a:srgbClr val="990033"/>
                </a:solidFill>
                <a:ea typeface="MS PGothic" panose="020B0600070205080204" pitchFamily="34" charset="-128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Slide 6- </a:t>
            </a:r>
            <a:fld id="{FB135AFF-B8B9-4735-8A41-902D5A396819}" type="slidenum">
              <a:rPr kumimoji="0" lang="en-US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</a:fld>
            <a:endParaRPr kumimoji="0" lang="en-CA" altLang="en-US" sz="1400" b="1" i="0" u="none" strike="noStrike" kern="1200" cap="none" spc="0" normalizeH="0" baseline="0" noProof="0">
              <a:ln>
                <a:noFill/>
              </a:ln>
              <a:solidFill>
                <a:srgbClr val="990033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058" name="Rectangle 21"/>
          <p:cNvSpPr>
            <a:spLocks noGrp="true"/>
          </p:cNvSpPr>
          <p:nvPr>
            <p:ph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 w="9525">
            <a:noFill/>
          </a:ln>
        </p:spPr>
        <p:txBody>
          <a:bodyPr rIns="0" anchor="t"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 indent="-285750"/>
            <a:r>
              <a:rPr lang="en-US" altLang="en-US" dirty="0"/>
              <a:t>Second level</a:t>
            </a:r>
            <a:endParaRPr lang="en-US" altLang="en-US" dirty="0"/>
          </a:p>
          <a:p>
            <a:pPr lvl="2" indent="-228600"/>
            <a:r>
              <a:rPr lang="en-US" altLang="en-US" dirty="0"/>
              <a:t>Third level</a:t>
            </a:r>
            <a:endParaRPr lang="en-US" altLang="en-US" dirty="0"/>
          </a:p>
          <a:p>
            <a:pPr lvl="3" indent="-228600"/>
            <a:r>
              <a:rPr lang="en-US" altLang="en-US" dirty="0"/>
              <a:t>Fourth level</a:t>
            </a:r>
            <a:endParaRPr lang="en-US" altLang="en-US" dirty="0"/>
          </a:p>
          <a:p>
            <a:pPr lvl="4" indent="-228600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031" name="Rectangle 30"/>
          <p:cNvSpPr>
            <a:spLocks noChangeArrowheads="true"/>
          </p:cNvSpPr>
          <p:nvPr/>
        </p:nvSpPr>
        <p:spPr bwMode="auto"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Copyright © 2016 Ramez Elmasri and Shamkant B. Navathe</a:t>
            </a:r>
            <a:endParaRPr kumimoji="0" lang="en-US" altLang="en-US" sz="9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60000"/>
        <a:buFont typeface="Wingdings" panose="05000000000000000000" pitchFamily="2" charset="2"/>
        <a:buChar char="n"/>
        <a:defRPr sz="2800">
          <a:solidFill>
            <a:schemeClr val="tx2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anose="05000000000000000000" pitchFamily="2" charset="2"/>
        <a:buChar char="n"/>
        <a:defRPr sz="2600">
          <a:solidFill>
            <a:srgbClr val="800000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400">
          <a:solidFill>
            <a:schemeClr val="tx2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anose="05000000000000000000" pitchFamily="2" charset="2"/>
        <a:buChar char="n"/>
        <a:defRPr sz="2000">
          <a:solidFill>
            <a:srgbClr val="800000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000">
          <a:solidFill>
            <a:schemeClr val="tx2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000">
          <a:solidFill>
            <a:schemeClr val="tx2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000">
          <a:solidFill>
            <a:schemeClr val="tx2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000">
          <a:solidFill>
            <a:schemeClr val="tx2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Title 1"/>
          <p:cNvSpPr>
            <a:spLocks noGrp="true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r>
              <a:rPr lang="en-US" altLang="en-US" dirty="0"/>
              <a:t> 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true"/>
          </p:cNvSpPr>
          <p:nvPr>
            <p:ph idx="1"/>
          </p:nvPr>
        </p:nvSpPr>
        <p:spPr>
          <a:xfrm>
            <a:off x="112713" y="2027238"/>
            <a:ext cx="6238875" cy="3630613"/>
          </a:xfrm>
          <a:solidFill>
            <a:schemeClr val="accent6">
              <a:lumMod val="40000"/>
              <a:lumOff val="60000"/>
            </a:schemeClr>
          </a:solidFill>
        </p:spPr>
        <p:txBody>
          <a:bodyPr vert="horz" wrap="square" lIns="91440" tIns="45720" rIns="0" bIns="45720" numCol="1" anchor="t" anchorCtr="false" compatLnSpc="true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125730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rPr>
              <a:t>Relational Database Design 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1257300" marR="0" lvl="2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rPr>
              <a:t>by ER</a:t>
            </a:r>
            <a:r>
              <a:rPr kumimoji="0" lang="en-US" alt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rPr>
              <a:t>-to-Relational 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rPr>
              <a:t>Mapping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pic>
        <p:nvPicPr>
          <p:cNvPr id="16387" name="Picture 11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5975350" y="2027238"/>
            <a:ext cx="2919413" cy="36306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Rectangle 2" descr="Pink tissue paper"/>
          <p:cNvSpPr txBox="true">
            <a:spLocks noChangeArrowheads="true"/>
          </p:cNvSpPr>
          <p:nvPr/>
        </p:nvSpPr>
        <p:spPr bwMode="auto">
          <a:xfrm>
            <a:off x="228600" y="1328738"/>
            <a:ext cx="70866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800000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800000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800000"/>
                </a:solidFill>
                <a:latin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800000"/>
                </a:solidFill>
                <a:latin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800000"/>
                </a:solidFill>
                <a:latin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800000"/>
                </a:solidFill>
                <a:latin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rgbClr val="800000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700" b="1" i="0" u="none" strike="noStrike" kern="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		 </a:t>
            </a:r>
            <a:r>
              <a:rPr kumimoji="0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Lecture </a:t>
            </a:r>
            <a:r>
              <a:rPr kumimoji="0" lang="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7</a:t>
            </a:r>
            <a:endParaRPr kumimoji="0" lang="" altLang="en-US" sz="3200" b="1" i="0" u="none" strike="noStrike" kern="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389" name="Slide Number Placeholder 1"/>
          <p:cNvSpPr>
            <a:spLocks noGrp="true"/>
          </p:cNvSpPr>
          <p:nvPr>
            <p:ph type="sldNum" sz="quarter" idx="10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>
              <a:buSzTx/>
            </a:pPr>
            <a:r>
              <a:rPr lang="en-US" altLang="en-US" sz="1400" b="1" dirty="0">
                <a:solidFill>
                  <a:srgbClr val="990033"/>
                </a:solidFill>
                <a:latin typeface="Arial" panose="020B0604020202020204" pitchFamily="34" charset="0"/>
              </a:rPr>
              <a:t>Slide 6- </a:t>
            </a:r>
            <a:fld id="{9A0DB2DC-4C9A-4742-B13C-FB6460FD3503}" type="slidenum">
              <a:rPr lang="en-US" altLang="en-US" sz="1400" b="1" dirty="0">
                <a:solidFill>
                  <a:srgbClr val="990033"/>
                </a:solidFill>
                <a:latin typeface="Arial" panose="020B0604020202020204" pitchFamily="34" charset="0"/>
              </a:rPr>
            </a:fld>
            <a:endParaRPr lang="en-US" altLang="en-US" sz="1400" b="1" dirty="0">
              <a:solidFill>
                <a:srgbClr val="990033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>
              <a:buSzTx/>
            </a:pPr>
            <a:r>
              <a:rPr lang="en-US" altLang="en-US" sz="1400" b="1" dirty="0">
                <a:solidFill>
                  <a:srgbClr val="990033"/>
                </a:solidFill>
              </a:rPr>
              <a:t>Slide 9- </a:t>
            </a:r>
            <a:fld id="{9A0DB2DC-4C9A-4742-B13C-FB6460FD3503}" type="slidenum">
              <a:rPr lang="en-US" altLang="en-US" sz="1400" b="1" dirty="0">
                <a:solidFill>
                  <a:srgbClr val="990033"/>
                </a:solidFill>
              </a:rPr>
            </a:fld>
            <a:endParaRPr lang="en-US" altLang="en-US" sz="1400" b="1" dirty="0">
              <a:solidFill>
                <a:srgbClr val="990033"/>
              </a:solidFill>
            </a:endParaRPr>
          </a:p>
        </p:txBody>
      </p:sp>
      <p:sp>
        <p:nvSpPr>
          <p:cNvPr id="18434" name="Rectangle 4"/>
          <p:cNvSpPr>
            <a:spLocks noGrp="true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r>
              <a:rPr lang="en-US" altLang="en-US" dirty="0"/>
              <a:t>Chapter Outline</a:t>
            </a:r>
            <a:endParaRPr lang="en-US" altLang="en-US" dirty="0"/>
          </a:p>
        </p:txBody>
      </p:sp>
      <p:sp>
        <p:nvSpPr>
          <p:cNvPr id="18435" name="Rectangle 5"/>
          <p:cNvSpPr>
            <a:spLocks noGrp="true"/>
          </p:cNvSpPr>
          <p:nvPr>
            <p:ph idx="1"/>
          </p:nvPr>
        </p:nvSpPr>
        <p:spPr>
          <a:xfrm>
            <a:off x="228283" y="1828800"/>
            <a:ext cx="8294687" cy="4572000"/>
          </a:xfrm>
        </p:spPr>
        <p:txBody>
          <a:bodyPr vert="horz" wrap="square" lIns="91440" tIns="45720" rIns="0" bIns="45720" anchor="t"/>
          <a:p>
            <a:pPr eaLnBrk="1" hangingPunct="1">
              <a:lnSpc>
                <a:spcPct val="80000"/>
              </a:lnSpc>
            </a:pPr>
            <a:r>
              <a:rPr lang="en-US" altLang="en-US" sz="2400" b="1" dirty="0"/>
              <a:t>ER-to-Relational Mapping Algorithm </a:t>
            </a:r>
            <a:endParaRPr lang="en-US" altLang="en-US" sz="2400" b="1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/>
              <a:t>Step 1: Mapping of Regular Entity Types</a:t>
            </a:r>
            <a:endParaRPr lang="en-US" altLang="en-US" sz="21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/>
              <a:t>Step 2: Mapping of Weak Entity Types</a:t>
            </a:r>
            <a:endParaRPr lang="en-US" altLang="en-US" sz="21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/>
              <a:t>Step 3: Mapping of Binary 1:1 Relation Types</a:t>
            </a:r>
            <a:endParaRPr lang="en-US" altLang="en-US" sz="21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/>
              <a:t>Step 4: Mapping of Binary 1:N Relationship Types.</a:t>
            </a:r>
            <a:endParaRPr lang="en-US" altLang="en-US" sz="21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/>
              <a:t>Step 5: Mapping of Binary M:N Relationship Types.</a:t>
            </a:r>
            <a:endParaRPr lang="en-US" altLang="en-US" sz="21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/>
              <a:t>Step 6: Mapping of Multivalued attributes.</a:t>
            </a:r>
            <a:endParaRPr lang="en-US" altLang="en-US" sz="21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/>
              <a:t>Step 7: Mapping of N-ary Relationship Types.</a:t>
            </a:r>
            <a:endParaRPr lang="en-US" altLang="en-US" sz="2100" dirty="0"/>
          </a:p>
          <a:p>
            <a:pPr marL="457200" lvl="1" indent="0" eaLnBrk="1" hangingPunct="1">
              <a:lnSpc>
                <a:spcPct val="80000"/>
              </a:lnSpc>
              <a:buNone/>
            </a:pPr>
            <a:endParaRPr lang="en-US" altLang="en-US" sz="2100"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Title 1"/>
          <p:cNvSpPr>
            <a:spLocks noGrp="true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r>
              <a:rPr lang="en-US" altLang="en-US" dirty="0"/>
              <a:t>GOALS during Mapping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true"/>
          </p:cNvSpPr>
          <p:nvPr>
            <p:ph idx="1"/>
          </p:nvPr>
        </p:nvSpPr>
        <p:spPr>
          <a:xfrm>
            <a:off x="239713" y="1600200"/>
            <a:ext cx="8294688" cy="4572000"/>
          </a:xfrm>
        </p:spPr>
        <p:txBody>
          <a:bodyPr vert="horz" wrap="square" lIns="91440" tIns="45720" rIns="0" bIns="45720" numCol="1" anchor="t" anchorCtr="false" compatLnSpc="true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rPr>
              <a:t>Preserve all information (that includes all attributes)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rPr>
              <a:t>Maintain the constraints to the extent possible (Relational Model cannot preserve all constraints- e.g., max cardinality ratio such as 1:10 in ER; exhaustive classification into subtypes, e.g., STUDENTS are specialized into Domestic and Foreign)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rPr>
              <a:t>Minimize null values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sz="2800" b="0" i="1" u="none" strike="noStrike" kern="0" cap="none" spc="0" normalizeH="0" baseline="0" noProof="0" dirty="0" smtClean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rPr>
              <a:t>The mapping procedure described has been implemented in many commercial tools.</a:t>
            </a:r>
            <a:endParaRPr kumimoji="0" lang="en-US" sz="2800" b="0" i="1" u="none" strike="noStrike" kern="0" cap="none" spc="0" normalizeH="0" baseline="0" noProof="0" dirty="0">
              <a:ln>
                <a:noFill/>
              </a:ln>
              <a:solidFill>
                <a:srgbClr val="990033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20483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>
              <a:buSzTx/>
            </a:pPr>
            <a:r>
              <a:rPr lang="en-US" altLang="en-US" sz="1400" b="1" dirty="0">
                <a:solidFill>
                  <a:srgbClr val="990033"/>
                </a:solidFill>
              </a:rPr>
              <a:t>Slide 9- </a:t>
            </a:r>
            <a:fld id="{9A0DB2DC-4C9A-4742-B13C-FB6460FD3503}" type="slidenum">
              <a:rPr lang="en-US" altLang="en-US" sz="1400" b="1" dirty="0">
                <a:solidFill>
                  <a:srgbClr val="990033"/>
                </a:solidFill>
              </a:rPr>
            </a:fld>
            <a:endParaRPr lang="en-US" altLang="en-US" sz="1400" b="1" dirty="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>
              <a:buSzTx/>
            </a:pPr>
            <a:r>
              <a:rPr lang="en-US" altLang="en-US" sz="1400" b="1" dirty="0">
                <a:solidFill>
                  <a:srgbClr val="990033"/>
                </a:solidFill>
              </a:rPr>
              <a:t>Slide 9- </a:t>
            </a:r>
            <a:fld id="{9A0DB2DC-4C9A-4742-B13C-FB6460FD3503}" type="slidenum">
              <a:rPr lang="en-US" altLang="en-US" sz="1400" b="1" dirty="0">
                <a:solidFill>
                  <a:srgbClr val="990033"/>
                </a:solidFill>
              </a:rPr>
            </a:fld>
            <a:endParaRPr lang="en-US" altLang="en-US" sz="1400" b="1" dirty="0">
              <a:solidFill>
                <a:srgbClr val="990033"/>
              </a:solidFill>
            </a:endParaRPr>
          </a:p>
        </p:txBody>
      </p:sp>
      <p:sp>
        <p:nvSpPr>
          <p:cNvPr id="21506" name="Rectangle 4"/>
          <p:cNvSpPr>
            <a:spLocks noGrp="true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br>
              <a:rPr lang="en-US" altLang="en-US" dirty="0"/>
            </a:br>
            <a:r>
              <a:rPr lang="en-US" altLang="en-US" dirty="0"/>
              <a:t>ER-to-Relational Mapping Algorithm</a:t>
            </a:r>
            <a:endParaRPr lang="en-US" altLang="en-US" dirty="0"/>
          </a:p>
        </p:txBody>
      </p:sp>
      <p:sp>
        <p:nvSpPr>
          <p:cNvPr id="21507" name="Rectangle 5"/>
          <p:cNvSpPr>
            <a:spLocks noGrp="true"/>
          </p:cNvSpPr>
          <p:nvPr>
            <p:ph idx="1"/>
          </p:nvPr>
        </p:nvSpPr>
        <p:spPr/>
        <p:txBody>
          <a:bodyPr vert="horz" wrap="square" lIns="91440" tIns="45720" rIns="0" bIns="45720" anchor="t"/>
          <a:p>
            <a:pPr eaLnBrk="1" hangingPunct="1">
              <a:lnSpc>
                <a:spcPct val="80000"/>
              </a:lnSpc>
            </a:pPr>
            <a:r>
              <a:rPr lang="en-US" altLang="en-US" sz="2400" b="1" dirty="0"/>
              <a:t>Step 1: Mapping of Regular Entity Types.</a:t>
            </a:r>
            <a:endParaRPr lang="en-US" alt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/>
              <a:t>For each regular (strong) entity type E in the ER schema, create a relation R that includes all the simple attributes of E.</a:t>
            </a:r>
            <a:endParaRPr lang="en-US" altLang="en-US" sz="22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/>
              <a:t>Choose one of the key attributes of E as the primary key for R.</a:t>
            </a:r>
            <a:endParaRPr lang="en-US" altLang="en-US" sz="22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/>
              <a:t>If the chosen key of E is composite, the set of simple attributes that form it will together form the primary key of R.</a:t>
            </a:r>
            <a:endParaRPr lang="en-US" altLang="en-US" sz="22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Example: We create the relations EMPLOYEE, DEPARTMENT, and PROJECT in the relational schema corresponding to the regular entities in the ER diagram.</a:t>
            </a:r>
            <a:endParaRPr lang="en-US" alt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/>
              <a:t>SSN, DNUMBER, and PNUMBER are the primary keys for the relations EMPLOYEE, DEPARTMENT, and PROJECT as shown.</a:t>
            </a:r>
            <a:endParaRPr lang="en-US" altLang="en-US" sz="2200"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Title 1"/>
          <p:cNvSpPr>
            <a:spLocks noGrp="true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r>
              <a:rPr lang="en-US" altLang="en-US" sz="2800" b="1" dirty="0">
                <a:latin typeface="Verdana" panose="020B0604030504040204" pitchFamily="34" charset="0"/>
              </a:rPr>
              <a:t>Figure 9.1   </a:t>
            </a:r>
            <a:r>
              <a:rPr lang="en-US" altLang="en-US" sz="2800" dirty="0">
                <a:latin typeface="Verdana" panose="020B0604030504040204" pitchFamily="34" charset="0"/>
              </a:rPr>
              <a:t>The ER conceptual schema diagram for the COMPANY database.</a:t>
            </a:r>
            <a:endParaRPr lang="en-US" altLang="en-US" i="1" dirty="0">
              <a:latin typeface="Verdana" panose="020B0604030504040204" pitchFamily="34" charset="0"/>
            </a:endParaRPr>
          </a:p>
        </p:txBody>
      </p:sp>
      <p:pic>
        <p:nvPicPr>
          <p:cNvPr id="23554" name="Picture 2" descr="fig09_0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600200"/>
            <a:ext cx="5676900" cy="5029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5" name="Slide Number Placeholder 3"/>
          <p:cNvSpPr>
            <a:spLocks noGrp="true"/>
          </p:cNvSpPr>
          <p:nvPr>
            <p:ph type="sldNum" sz="quarter" idx="4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>
              <a:buSzTx/>
            </a:pPr>
            <a:r>
              <a:rPr lang="en-US" altLang="en-US" sz="1400" b="1" dirty="0">
                <a:solidFill>
                  <a:srgbClr val="990033"/>
                </a:solidFill>
                <a:latin typeface="Arial" panose="020B0604020202020204" pitchFamily="34" charset="0"/>
              </a:rPr>
              <a:t>Slide 9- 6</a:t>
            </a:r>
            <a:endParaRPr lang="en-CA" altLang="en-US" sz="1400" b="1" dirty="0">
              <a:solidFill>
                <a:srgbClr val="990033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 advTm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>
              <a:buSzTx/>
            </a:pPr>
            <a:r>
              <a:rPr lang="en-US" altLang="en-US" sz="1400" b="1" dirty="0">
                <a:solidFill>
                  <a:srgbClr val="990033"/>
                </a:solidFill>
              </a:rPr>
              <a:t>Slide 9- </a:t>
            </a:r>
            <a:fld id="{9A0DB2DC-4C9A-4742-B13C-FB6460FD3503}" type="slidenum">
              <a:rPr lang="en-US" altLang="en-US" sz="1400" b="1" dirty="0">
                <a:solidFill>
                  <a:srgbClr val="990033"/>
                </a:solidFill>
              </a:rPr>
            </a:fld>
            <a:endParaRPr lang="en-US" altLang="en-US" sz="1400" b="1" dirty="0">
              <a:solidFill>
                <a:srgbClr val="990033"/>
              </a:solidFill>
            </a:endParaRPr>
          </a:p>
        </p:txBody>
      </p:sp>
      <p:sp>
        <p:nvSpPr>
          <p:cNvPr id="25602" name="Rectangle 2"/>
          <p:cNvSpPr>
            <a:spLocks noGrp="true"/>
          </p:cNvSpPr>
          <p:nvPr>
            <p:ph type="title"/>
          </p:nvPr>
        </p:nvSpPr>
        <p:spPr>
          <a:xfrm>
            <a:off x="685800" y="258763"/>
            <a:ext cx="7772400" cy="766762"/>
          </a:xfrm>
        </p:spPr>
        <p:txBody>
          <a:bodyPr vert="horz" wrap="square" lIns="91440" tIns="45720" rIns="91440" bIns="45720" anchor="b"/>
          <a:p>
            <a:pPr eaLnBrk="1" hangingPunct="1"/>
            <a:br>
              <a:rPr lang="en-US" altLang="en-US" b="1" dirty="0"/>
            </a:br>
            <a:r>
              <a:rPr lang="en-US" altLang="en-US" sz="2800" b="1" dirty="0"/>
              <a:t>ER-to-Relational Mapping Algorithm (contd.)</a:t>
            </a:r>
            <a:endParaRPr lang="en-US" altLang="en-US" sz="2800" dirty="0"/>
          </a:p>
        </p:txBody>
      </p:sp>
      <p:sp>
        <p:nvSpPr>
          <p:cNvPr id="25603" name="Rectangle 3"/>
          <p:cNvSpPr>
            <a:spLocks noGrp="true"/>
          </p:cNvSpPr>
          <p:nvPr>
            <p:ph idx="1"/>
          </p:nvPr>
        </p:nvSpPr>
        <p:spPr>
          <a:xfrm>
            <a:off x="428625" y="1704975"/>
            <a:ext cx="8248650" cy="4886325"/>
          </a:xfrm>
        </p:spPr>
        <p:txBody>
          <a:bodyPr vert="horz" wrap="square" lIns="91440" tIns="45720" rIns="0" bIns="45720" anchor="t"/>
          <a:p>
            <a:pPr eaLnBrk="1" hangingPunct="1">
              <a:lnSpc>
                <a:spcPct val="80000"/>
              </a:lnSpc>
            </a:pPr>
            <a:r>
              <a:rPr lang="en-US" altLang="en-US" sz="2400" b="1" dirty="0"/>
              <a:t>Step 2: Mapping of Weak Entity Types</a:t>
            </a:r>
            <a:endParaRPr lang="en-US" altLang="en-US" sz="2400" b="1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For each weak entity type W in the ER schema with owner entity type E, create a relation R &amp; include all simple attributes (or simple components of composite attributes) of W as attributes of R.</a:t>
            </a:r>
            <a:endParaRPr lang="en-US" altLang="en-US" sz="20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Also, include as foreign key attributes of R the primary key attribute(s) of the relation(s) that correspond to the owner entity type(s).</a:t>
            </a:r>
            <a:endParaRPr lang="en-US" altLang="en-US" sz="20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The primary key of R is the </a:t>
            </a:r>
            <a:r>
              <a:rPr lang="en-US" altLang="en-US" sz="2000" i="1" dirty="0"/>
              <a:t>combination of</a:t>
            </a:r>
            <a:r>
              <a:rPr lang="en-US" altLang="en-US" sz="2000" dirty="0"/>
              <a:t> the primary key(s) of the owner(s) and the partial key of the weak entity type W, if any.</a:t>
            </a:r>
            <a:endParaRPr lang="en-US" altLang="en-US" sz="20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400" b="1" dirty="0"/>
              <a:t>Example:</a:t>
            </a:r>
            <a:r>
              <a:rPr lang="en-US" altLang="en-US" sz="2400" dirty="0"/>
              <a:t> Create the relation DEPENDENT in this step to correspond to the weak entity type DEPENDENT.</a:t>
            </a:r>
            <a:endParaRPr lang="en-US" alt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Include the primary key SSN of the EMPLOYEE relation as a foreign key attribute of DEPENDENT (renamed to ESSN). </a:t>
            </a:r>
            <a:endParaRPr lang="en-US" altLang="en-US" sz="20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The primary key of the DEPENDENT relation is the combination {ESSN, DEPENDENT_NAME} because DEPENDENT_NAME is the partial key of DEPENDENT. </a:t>
            </a:r>
            <a:endParaRPr lang="en-US" altLang="en-US" sz="1700" dirty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>
              <a:buSzTx/>
            </a:pPr>
            <a:r>
              <a:rPr lang="en-US" altLang="en-US" sz="1400" b="1" dirty="0">
                <a:solidFill>
                  <a:srgbClr val="990033"/>
                </a:solidFill>
              </a:rPr>
              <a:t>Slide 9- </a:t>
            </a:r>
            <a:fld id="{9A0DB2DC-4C9A-4742-B13C-FB6460FD3503}" type="slidenum">
              <a:rPr lang="en-US" altLang="en-US" sz="1400" b="1" dirty="0">
                <a:solidFill>
                  <a:srgbClr val="990033"/>
                </a:solidFill>
              </a:rPr>
            </a:fld>
            <a:endParaRPr lang="en-US" altLang="en-US" sz="1400" b="1" dirty="0">
              <a:solidFill>
                <a:srgbClr val="990033"/>
              </a:solidFill>
            </a:endParaRPr>
          </a:p>
        </p:txBody>
      </p:sp>
      <p:sp>
        <p:nvSpPr>
          <p:cNvPr id="27650" name="Rectangle 4"/>
          <p:cNvSpPr>
            <a:spLocks noGrp="true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br>
              <a:rPr lang="en-US" altLang="en-US" sz="2800" b="1" dirty="0"/>
            </a:br>
            <a:r>
              <a:rPr lang="en-US" altLang="en-US" sz="2800" b="1" dirty="0"/>
              <a:t>ER-to-Relational Mapping Algorithm (contd.)</a:t>
            </a:r>
            <a:endParaRPr lang="en-US" altLang="en-US" sz="2800" b="1" dirty="0"/>
          </a:p>
        </p:txBody>
      </p:sp>
      <p:sp>
        <p:nvSpPr>
          <p:cNvPr id="27651" name="Rectangle 5"/>
          <p:cNvSpPr>
            <a:spLocks noGrp="true"/>
          </p:cNvSpPr>
          <p:nvPr>
            <p:ph idx="1"/>
          </p:nvPr>
        </p:nvSpPr>
        <p:spPr/>
        <p:txBody>
          <a:bodyPr vert="horz" wrap="square" lIns="91440" tIns="45720" rIns="0" bIns="45720" anchor="t"/>
          <a:p>
            <a:pPr eaLnBrk="1" hangingPunct="1">
              <a:lnSpc>
                <a:spcPct val="80000"/>
              </a:lnSpc>
            </a:pPr>
            <a:r>
              <a:rPr lang="en-US" altLang="en-US" sz="2000" b="1" dirty="0"/>
              <a:t>Step 3: Mapping of Binary 1:1 Relation Types</a:t>
            </a:r>
            <a:endParaRPr lang="en-US" altLang="en-US" sz="2000" b="1" dirty="0"/>
          </a:p>
          <a:p>
            <a:pPr marL="781050" lvl="1" indent="-323850" eaLnBrk="1" hangingPunct="1">
              <a:lnSpc>
                <a:spcPct val="80000"/>
              </a:lnSpc>
            </a:pPr>
            <a:r>
              <a:rPr lang="en-US" altLang="en-US" sz="1800" dirty="0"/>
              <a:t>For each binary 1:1 relationship type R in the ER schema, identify the relations S and T that correspond to the entity types participating in R.</a:t>
            </a:r>
            <a:endParaRPr lang="en-US" altLang="en-US" sz="18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/>
              <a:t>There are three possible approaches:</a:t>
            </a:r>
            <a:endParaRPr lang="en-US" altLang="en-US" sz="2000" dirty="0"/>
          </a:p>
          <a:p>
            <a:pPr marL="781050" lvl="1" indent="-323850" eaLnBrk="1" hangingPunct="1">
              <a:lnSpc>
                <a:spcPct val="80000"/>
              </a:lnSpc>
              <a:buSzTx/>
              <a:buAutoNum type="arabicPeriod"/>
            </a:pPr>
            <a:r>
              <a:rPr lang="en-US" altLang="en-US" sz="1800" b="1" dirty="0"/>
              <a:t>Foreign Key ( 2 relations) approach:</a:t>
            </a:r>
            <a:r>
              <a:rPr lang="en-US" altLang="en-US" sz="1800" dirty="0"/>
              <a:t> Choose one of the relations-say S-and include a foreign key in S the primary key of T. It is better to choose an entity type with total participation in R in the role of S. </a:t>
            </a:r>
            <a:endParaRPr lang="en-US" altLang="en-US" sz="1800" dirty="0"/>
          </a:p>
          <a:p>
            <a:pPr marL="1219200" lvl="2" indent="-304800" eaLnBrk="1" hangingPunct="1">
              <a:lnSpc>
                <a:spcPct val="80000"/>
              </a:lnSpc>
            </a:pPr>
            <a:r>
              <a:rPr lang="en-US" altLang="en-US" sz="1600" dirty="0"/>
              <a:t>Example: 1:1 relation MANAGES is mapped by choosing the participating entity type DEPARTMENT to serve in the role of S, because its participation in the MANAGES relationship type is total.</a:t>
            </a:r>
            <a:endParaRPr lang="en-US" altLang="en-US" sz="1600" dirty="0"/>
          </a:p>
          <a:p>
            <a:pPr marL="781050" lvl="1" indent="-323850" eaLnBrk="1" hangingPunct="1">
              <a:lnSpc>
                <a:spcPct val="80000"/>
              </a:lnSpc>
              <a:buSzTx/>
              <a:buAutoNum type="arabicPeriod"/>
            </a:pPr>
            <a:r>
              <a:rPr lang="en-US" altLang="en-US" sz="1800" b="1" dirty="0"/>
              <a:t>Merged relation (1 relation) option:</a:t>
            </a:r>
            <a:r>
              <a:rPr lang="en-US" altLang="en-US" sz="1800" dirty="0"/>
              <a:t> An alternate mapping of a 1:1 relationship type is possible by merging the two entity types and the relationship into a single relation. This may be appropriate when both participations are total.</a:t>
            </a:r>
            <a:endParaRPr lang="en-US" altLang="en-US" sz="1800" dirty="0"/>
          </a:p>
          <a:p>
            <a:pPr marL="781050" lvl="1" indent="-323850" eaLnBrk="1" hangingPunct="1">
              <a:lnSpc>
                <a:spcPct val="80000"/>
              </a:lnSpc>
              <a:buSzTx/>
              <a:buAutoNum type="arabicPeriod"/>
            </a:pPr>
            <a:r>
              <a:rPr lang="en-US" altLang="en-US" sz="1800" b="1" dirty="0"/>
              <a:t>Cross-reference</a:t>
            </a:r>
            <a:r>
              <a:rPr lang="en-US" altLang="en-US" sz="1800" dirty="0"/>
              <a:t> </a:t>
            </a:r>
            <a:r>
              <a:rPr lang="en-US" altLang="en-US" sz="1800" b="1" dirty="0"/>
              <a:t>or relationship relation ( 3 relations) option:</a:t>
            </a:r>
            <a:r>
              <a:rPr lang="en-US" altLang="en-US" sz="1800" dirty="0"/>
              <a:t> The third alternative is to set up a third relation R for the purpose of cross-referencing the primary keys of the two relations S and T representing the entity types.</a:t>
            </a:r>
            <a:endParaRPr lang="en-US" altLang="en-US" sz="1800" dirty="0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>
              <a:buSzTx/>
            </a:pPr>
            <a:r>
              <a:rPr lang="en-US" altLang="en-US" sz="1400" b="1" dirty="0">
                <a:solidFill>
                  <a:srgbClr val="990033"/>
                </a:solidFill>
              </a:rPr>
              <a:t>Slide 9- </a:t>
            </a:r>
            <a:fld id="{9A0DB2DC-4C9A-4742-B13C-FB6460FD3503}" type="slidenum">
              <a:rPr lang="en-US" altLang="en-US" sz="1400" b="1" dirty="0">
                <a:solidFill>
                  <a:srgbClr val="990033"/>
                </a:solidFill>
              </a:rPr>
            </a:fld>
            <a:endParaRPr lang="en-US" altLang="en-US" sz="1400" b="1" dirty="0">
              <a:solidFill>
                <a:srgbClr val="990033"/>
              </a:solidFill>
            </a:endParaRPr>
          </a:p>
        </p:txBody>
      </p:sp>
      <p:sp>
        <p:nvSpPr>
          <p:cNvPr id="29698" name="Rectangle 4"/>
          <p:cNvSpPr>
            <a:spLocks noGrp="true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br>
              <a:rPr lang="en-US" altLang="en-US" sz="2800" b="1" dirty="0"/>
            </a:br>
            <a:r>
              <a:rPr lang="en-US" altLang="en-US" sz="2800" b="1" dirty="0"/>
              <a:t>ER-to-Relational Mapping Algorithm (contd.)</a:t>
            </a:r>
            <a:endParaRPr lang="en-US" altLang="en-US" sz="2800" b="1" dirty="0"/>
          </a:p>
        </p:txBody>
      </p:sp>
      <p:sp>
        <p:nvSpPr>
          <p:cNvPr id="29699" name="Rectangle 5"/>
          <p:cNvSpPr>
            <a:spLocks noGrp="true"/>
          </p:cNvSpPr>
          <p:nvPr>
            <p:ph idx="1"/>
          </p:nvPr>
        </p:nvSpPr>
        <p:spPr/>
        <p:txBody>
          <a:bodyPr vert="horz" wrap="square" lIns="91440" tIns="45720" rIns="0" bIns="45720" anchor="t"/>
          <a:p>
            <a:pPr eaLnBrk="1" hangingPunct="1">
              <a:lnSpc>
                <a:spcPct val="90000"/>
              </a:lnSpc>
            </a:pPr>
            <a:r>
              <a:rPr lang="en-US" altLang="en-US" sz="2000" b="1" dirty="0"/>
              <a:t>Step 4: Mapping of Binary 1:N Relationship Types.</a:t>
            </a:r>
            <a:endParaRPr lang="en-US" altLang="en-US" sz="20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For each regular binary 1:N relationship type R, identify the relation S that represent the participating entity type at the N-side of the relationship type. </a:t>
            </a:r>
            <a:endParaRPr lang="en-US" altLang="en-US" sz="20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Include as foreign key in S the primary key of the relation T that represents the other entity type participating in R. </a:t>
            </a:r>
            <a:endParaRPr lang="en-US" altLang="en-US" sz="20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Include any simple attributes of the 1:N relation type as attributes of S. </a:t>
            </a: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Example: 1:N relationship types WORKS_FOR, CONTROLS, and SUPERVISION in the figure.</a:t>
            </a:r>
            <a:endParaRPr lang="en-US" altLang="en-US" sz="20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For WORKS_FOR we include the primary key DNUMBER of the DEPARTMENT relation as foreign key in the EMPLOYEE relation and call it DNO. </a:t>
            </a: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An alternative approach is to use a Relationship relation (cross referencing relation) – this is rarely done.</a:t>
            </a:r>
            <a:endParaRPr lang="en-US" altLang="en-US" sz="2000" dirty="0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>
              <a:buSzTx/>
            </a:pPr>
            <a:r>
              <a:rPr lang="en-US" altLang="en-US" sz="1400" b="1" dirty="0">
                <a:solidFill>
                  <a:srgbClr val="990033"/>
                </a:solidFill>
              </a:rPr>
              <a:t>Slide 9- </a:t>
            </a:r>
            <a:fld id="{9A0DB2DC-4C9A-4742-B13C-FB6460FD3503}" type="slidenum">
              <a:rPr lang="en-US" altLang="en-US" sz="1400" b="1" dirty="0">
                <a:solidFill>
                  <a:srgbClr val="990033"/>
                </a:solidFill>
              </a:rPr>
            </a:fld>
            <a:endParaRPr lang="en-US" altLang="en-US" sz="1400" b="1" dirty="0">
              <a:solidFill>
                <a:srgbClr val="990033"/>
              </a:solidFill>
            </a:endParaRPr>
          </a:p>
        </p:txBody>
      </p:sp>
      <p:sp>
        <p:nvSpPr>
          <p:cNvPr id="31746" name="Rectangle 2"/>
          <p:cNvSpPr>
            <a:spLocks noGrp="true"/>
          </p:cNvSpPr>
          <p:nvPr>
            <p:ph type="title"/>
          </p:nvPr>
        </p:nvSpPr>
        <p:spPr>
          <a:xfrm>
            <a:off x="304800" y="528638"/>
            <a:ext cx="7772400" cy="766762"/>
          </a:xfrm>
        </p:spPr>
        <p:txBody>
          <a:bodyPr vert="horz" wrap="square" lIns="91440" tIns="45720" rIns="91440" bIns="45720" anchor="b"/>
          <a:p>
            <a:pPr eaLnBrk="1" hangingPunct="1"/>
            <a:br>
              <a:rPr lang="en-US" altLang="en-US" sz="2800" b="1" dirty="0"/>
            </a:br>
            <a:r>
              <a:rPr lang="en-US" altLang="en-US" sz="2800" b="1" dirty="0"/>
              <a:t>ER-to-Relational Mapping Algorithm (contd.)</a:t>
            </a:r>
            <a:endParaRPr lang="en-US" altLang="en-US" sz="2800" b="1" dirty="0"/>
          </a:p>
        </p:txBody>
      </p:sp>
      <p:sp>
        <p:nvSpPr>
          <p:cNvPr id="31747" name="Rectangle 3"/>
          <p:cNvSpPr>
            <a:spLocks noGrp="true"/>
          </p:cNvSpPr>
          <p:nvPr>
            <p:ph idx="1"/>
          </p:nvPr>
        </p:nvSpPr>
        <p:spPr>
          <a:xfrm>
            <a:off x="333375" y="1504950"/>
            <a:ext cx="8582025" cy="5019675"/>
          </a:xfrm>
        </p:spPr>
        <p:txBody>
          <a:bodyPr vert="horz" wrap="square" lIns="91440" tIns="45720" rIns="0" bIns="45720" anchor="t"/>
          <a:p>
            <a:pPr eaLnBrk="1" hangingPunct="1">
              <a:lnSpc>
                <a:spcPct val="80000"/>
              </a:lnSpc>
            </a:pPr>
            <a:r>
              <a:rPr lang="en-US" altLang="en-US" sz="2400" b="1" dirty="0"/>
              <a:t>Step 5: Mapping of Binary M:N Relationship Types.</a:t>
            </a:r>
            <a:endParaRPr lang="en-US" altLang="en-US" sz="2400" b="1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/>
              <a:t>For each regular binary M:N relationship type R, </a:t>
            </a:r>
            <a:r>
              <a:rPr lang="en-US" altLang="en-US" sz="2000" i="1" dirty="0"/>
              <a:t>create a new relation</a:t>
            </a:r>
            <a:r>
              <a:rPr lang="en-US" altLang="en-US" sz="2000" dirty="0"/>
              <a:t> S to represent R. This is a </a:t>
            </a:r>
            <a:r>
              <a:rPr lang="en-US" altLang="en-US" sz="2000" i="1" dirty="0"/>
              <a:t>relationship relation.</a:t>
            </a:r>
            <a:endParaRPr lang="en-US" altLang="en-US" sz="2000" i="1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Include as foreign key attributes in S the primary keys of the relations that represent the participating entity types; </a:t>
            </a:r>
            <a:r>
              <a:rPr lang="en-US" altLang="en-US" sz="2000" i="1" dirty="0"/>
              <a:t>their combination will form the primary key</a:t>
            </a:r>
            <a:r>
              <a:rPr lang="en-US" altLang="en-US" sz="2000" dirty="0"/>
              <a:t> of S. </a:t>
            </a:r>
            <a:endParaRPr lang="en-US" altLang="en-US" sz="20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Also include any simple attributes of the M:N relationship type (or simple components of composite attributes) as attributes of S.</a:t>
            </a:r>
            <a:endParaRPr lang="en-US" altLang="en-US" sz="20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Example: The M:N relationship type WORKS_ON from the ER  diagram is mapped by creating a relation WORKS_ON in the relational database schema.</a:t>
            </a:r>
            <a:endParaRPr lang="en-US" alt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The primary keys of the PROJECT and EMPLOYEE relations are included as foreign keys in WORKS_ON and renamed PNO and ESSN, respectively. </a:t>
            </a:r>
            <a:endParaRPr lang="en-US" altLang="en-US" sz="20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/>
              <a:t>Attribute HOURS in WORKS_ON represents the HOURS attribute of the relation type. The primary key of the WORKS_ON relation is the combination of the foreign key attributes {ESSN, PNO}.</a:t>
            </a:r>
            <a:endParaRPr lang="en-US" altLang="en-US" sz="1300" dirty="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>
              <a:buSzTx/>
            </a:pPr>
            <a:r>
              <a:rPr lang="en-US" altLang="en-US" sz="1400" b="1" dirty="0">
                <a:solidFill>
                  <a:srgbClr val="990033"/>
                </a:solidFill>
              </a:rPr>
              <a:t>Slide 9- </a:t>
            </a:r>
            <a:fld id="{9A0DB2DC-4C9A-4742-B13C-FB6460FD3503}" type="slidenum">
              <a:rPr lang="en-US" altLang="en-US" sz="1400" b="1" dirty="0">
                <a:solidFill>
                  <a:srgbClr val="990033"/>
                </a:solidFill>
              </a:rPr>
            </a:fld>
            <a:endParaRPr lang="en-US" altLang="en-US" sz="1400" b="1" dirty="0">
              <a:solidFill>
                <a:srgbClr val="990033"/>
              </a:solidFill>
            </a:endParaRPr>
          </a:p>
        </p:txBody>
      </p:sp>
      <p:sp>
        <p:nvSpPr>
          <p:cNvPr id="33794" name="Rectangle 2"/>
          <p:cNvSpPr>
            <a:spLocks noGrp="true"/>
          </p:cNvSpPr>
          <p:nvPr>
            <p:ph type="title"/>
          </p:nvPr>
        </p:nvSpPr>
        <p:spPr>
          <a:xfrm>
            <a:off x="685800" y="381000"/>
            <a:ext cx="7772400" cy="766763"/>
          </a:xfrm>
        </p:spPr>
        <p:txBody>
          <a:bodyPr vert="horz" wrap="square" lIns="91440" tIns="45720" rIns="91440" bIns="45720" anchor="b"/>
          <a:p>
            <a:pPr eaLnBrk="1" hangingPunct="1"/>
            <a:br>
              <a:rPr lang="en-US" altLang="en-US" sz="2800" b="1" dirty="0"/>
            </a:br>
            <a:r>
              <a:rPr lang="en-US" altLang="en-US" sz="2800" b="1" dirty="0"/>
              <a:t>ER-to-Relational Mapping Algorithm (contd.)</a:t>
            </a:r>
            <a:endParaRPr lang="en-US" altLang="en-US" sz="2800" dirty="0"/>
          </a:p>
        </p:txBody>
      </p:sp>
      <p:sp>
        <p:nvSpPr>
          <p:cNvPr id="33795" name="Rectangle 3"/>
          <p:cNvSpPr>
            <a:spLocks noGrp="true"/>
          </p:cNvSpPr>
          <p:nvPr>
            <p:ph idx="1"/>
          </p:nvPr>
        </p:nvSpPr>
        <p:spPr>
          <a:xfrm>
            <a:off x="323850" y="1533525"/>
            <a:ext cx="8562975" cy="4857750"/>
          </a:xfrm>
        </p:spPr>
        <p:txBody>
          <a:bodyPr vert="horz" wrap="square" lIns="91440" tIns="45720" rIns="0" bIns="45720" anchor="t"/>
          <a:p>
            <a:pPr eaLnBrk="1" hangingPunct="1">
              <a:lnSpc>
                <a:spcPct val="90000"/>
              </a:lnSpc>
            </a:pPr>
            <a:r>
              <a:rPr lang="en-US" altLang="en-US" sz="2400" b="1" dirty="0"/>
              <a:t>Step 6: Mapping of Multivalued attributes.</a:t>
            </a:r>
            <a:endParaRPr lang="en-US" altLang="en-US" sz="2400" b="1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For each multivalued attribute A, create a new relation R. </a:t>
            </a:r>
            <a:endParaRPr lang="en-US" altLang="en-US" sz="20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This relation R will include an attribute corresponding to A, plus the primary key attribute K-as a foreign key in R-of the relation that represents the entity type of relationship type that has A as an attribute. </a:t>
            </a:r>
            <a:endParaRPr lang="en-US" altLang="en-US" sz="20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The primary key of R is the combination of A and K. If the multivalued attribute is composite, we include its simple components.</a:t>
            </a: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400" b="1" dirty="0"/>
              <a:t>Example:</a:t>
            </a:r>
            <a:r>
              <a:rPr lang="en-US" altLang="en-US" sz="2400" dirty="0"/>
              <a:t> The relation DEPT_LOCATIONS is created. </a:t>
            </a:r>
            <a:endParaRPr lang="en-US" altLang="en-US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The attribute DLOCATION represents the multivalued attribute LOCATIONS of DEPARTMENT, while DNUMBER-as foreign key-represents the primary key of the DEPARTMENT relation.</a:t>
            </a:r>
            <a:endParaRPr lang="en-US" altLang="en-US" sz="20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The primary key of R is the combination of {DNUMBER, DLOCATION}.</a:t>
            </a:r>
            <a:endParaRPr lang="en-US" altLang="en-US" sz="2000" dirty="0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Title 1"/>
          <p:cNvSpPr>
            <a:spLocks noGrp="true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r>
              <a:rPr lang="en-US" altLang="en-US" sz="2800" b="1" dirty="0">
                <a:latin typeface="Verdana" panose="020B0604030504040204" pitchFamily="34" charset="0"/>
              </a:rPr>
              <a:t>Figure 9.2</a:t>
            </a:r>
            <a:r>
              <a:rPr lang="en-US" altLang="en-US" sz="2800" dirty="0">
                <a:latin typeface="Verdana" panose="020B0604030504040204" pitchFamily="34" charset="0"/>
              </a:rPr>
              <a:t>   Result of mapping the COMPANY ER schema into a relational database schema.</a:t>
            </a:r>
            <a:endParaRPr lang="en-US" altLang="en-US" sz="2800" dirty="0">
              <a:latin typeface="Verdana" panose="020B0604030504040204" pitchFamily="34" charset="0"/>
            </a:endParaRPr>
          </a:p>
        </p:txBody>
      </p:sp>
      <p:sp>
        <p:nvSpPr>
          <p:cNvPr id="35843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>
              <a:buSzTx/>
            </a:pPr>
            <a:r>
              <a:rPr lang="en-US" altLang="en-US" sz="1400" b="1" dirty="0">
                <a:solidFill>
                  <a:srgbClr val="990033"/>
                </a:solidFill>
                <a:latin typeface="Arial" panose="020B0604020202020204" pitchFamily="34" charset="0"/>
              </a:rPr>
              <a:t>Slide 9- 13</a:t>
            </a:r>
            <a:endParaRPr lang="en-CA" altLang="en-US" sz="1400" b="1" dirty="0">
              <a:solidFill>
                <a:srgbClr val="990033"/>
              </a:solidFill>
              <a:latin typeface="Arial" panose="020B0604020202020204" pitchFamily="34" charset="0"/>
            </a:endParaRPr>
          </a:p>
        </p:txBody>
      </p:sp>
      <p:pic>
        <p:nvPicPr>
          <p:cNvPr id="92163" name="Picture 5" descr="fig05_07"/>
          <p:cNvPicPr>
            <a:picLocks noChangeAspect="true"/>
          </p:cNvPicPr>
          <p:nvPr>
            <p:ph idx="1"/>
          </p:nvPr>
        </p:nvPicPr>
        <p:blipFill>
          <a:blip r:embed="rId1"/>
          <a:srcRect t="7667"/>
          <a:stretch>
            <a:fillRect/>
          </a:stretch>
        </p:blipFill>
        <p:spPr>
          <a:xfrm>
            <a:off x="382270" y="1713865"/>
            <a:ext cx="6756400" cy="463169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 advTm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>
              <a:buSzTx/>
            </a:pPr>
            <a:r>
              <a:rPr lang="en-US" altLang="en-US" sz="1400" b="1" dirty="0">
                <a:solidFill>
                  <a:srgbClr val="990033"/>
                </a:solidFill>
              </a:rPr>
              <a:t>Slide 9- </a:t>
            </a:r>
            <a:fld id="{9A0DB2DC-4C9A-4742-B13C-FB6460FD3503}" type="slidenum">
              <a:rPr lang="en-US" altLang="en-US" sz="1400" b="1" dirty="0">
                <a:solidFill>
                  <a:srgbClr val="990033"/>
                </a:solidFill>
              </a:rPr>
            </a:fld>
            <a:endParaRPr lang="en-US" altLang="en-US" sz="1400" b="1" dirty="0">
              <a:solidFill>
                <a:srgbClr val="990033"/>
              </a:solidFill>
            </a:endParaRPr>
          </a:p>
        </p:txBody>
      </p:sp>
      <p:sp>
        <p:nvSpPr>
          <p:cNvPr id="36866" name="Rectangle 2"/>
          <p:cNvSpPr>
            <a:spLocks noGrp="true"/>
          </p:cNvSpPr>
          <p:nvPr>
            <p:ph type="title"/>
          </p:nvPr>
        </p:nvSpPr>
        <p:spPr>
          <a:xfrm>
            <a:off x="685800" y="258763"/>
            <a:ext cx="7772400" cy="766762"/>
          </a:xfrm>
        </p:spPr>
        <p:txBody>
          <a:bodyPr vert="horz" wrap="square" lIns="91440" tIns="45720" rIns="91440" bIns="45720" anchor="b"/>
          <a:p>
            <a:pPr eaLnBrk="1" hangingPunct="1"/>
            <a:br>
              <a:rPr lang="en-US" altLang="en-US" sz="2800" b="1" dirty="0"/>
            </a:br>
            <a:r>
              <a:rPr lang="en-US" altLang="en-US" sz="2800" b="1" dirty="0"/>
              <a:t>ER-to-Relational Mapping Algorithm (contd.)</a:t>
            </a:r>
            <a:endParaRPr lang="en-US" altLang="en-US" sz="2800" dirty="0"/>
          </a:p>
        </p:txBody>
      </p:sp>
      <p:sp>
        <p:nvSpPr>
          <p:cNvPr id="36867" name="Rectangle 3"/>
          <p:cNvSpPr>
            <a:spLocks noGrp="true"/>
          </p:cNvSpPr>
          <p:nvPr>
            <p:ph idx="1"/>
          </p:nvPr>
        </p:nvSpPr>
        <p:spPr>
          <a:xfrm>
            <a:off x="323850" y="1533525"/>
            <a:ext cx="8343900" cy="4724400"/>
          </a:xfrm>
        </p:spPr>
        <p:txBody>
          <a:bodyPr vert="horz" wrap="square" lIns="91440" tIns="45720" rIns="0" bIns="45720" anchor="t"/>
          <a:p>
            <a:pPr eaLnBrk="1" hangingPunct="1">
              <a:lnSpc>
                <a:spcPct val="90000"/>
              </a:lnSpc>
            </a:pPr>
            <a:r>
              <a:rPr lang="en-US" altLang="en-US" sz="2400" b="1" dirty="0"/>
              <a:t>Step 7: Mapping of N-ary Relationship Types.</a:t>
            </a:r>
            <a:endParaRPr lang="en-US" altLang="en-US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For each n-ary relationship type R, where n&gt;2, create a new relationship S to represent R.</a:t>
            </a:r>
            <a:endParaRPr lang="en-US" altLang="en-US" sz="22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Include as foreign key attributes in S the primary keys of the relations that represent the participating entity types. </a:t>
            </a:r>
            <a:endParaRPr lang="en-US" altLang="en-US" sz="22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Also include any simple attributes of the n-ary relationship type (or simple components of composite attributes) as attributes of S.</a:t>
            </a:r>
            <a:r>
              <a:rPr lang="en-US" altLang="en-US" sz="1700" dirty="0"/>
              <a:t> </a:t>
            </a:r>
            <a:endParaRPr lang="en-US" altLang="en-US" sz="17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400" b="1" dirty="0"/>
              <a:t>Example: </a:t>
            </a:r>
            <a:r>
              <a:rPr lang="en-US" altLang="en-US" sz="2400" dirty="0"/>
              <a:t>The relationship type SUPPLY in the ER on the next slide.</a:t>
            </a:r>
            <a:endParaRPr lang="en-US" altLang="en-US" sz="24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This can be mapped to the relation SUPPLY shown in the relational schema, whose primary key is the combination of the three foreign keys {SNAME, PARTNO, PROJNAME}</a:t>
            </a:r>
            <a:endParaRPr lang="en-US" altLang="en-US" sz="2200" b="1" dirty="0">
              <a:solidFill>
                <a:srgbClr val="FF0066"/>
              </a:solidFill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>
              <a:buSzTx/>
            </a:pPr>
            <a:r>
              <a:rPr lang="en-US" altLang="en-US" sz="1400" b="1" dirty="0">
                <a:solidFill>
                  <a:srgbClr val="990033"/>
                </a:solidFill>
              </a:rPr>
              <a:t>Slide 9- </a:t>
            </a:r>
            <a:fld id="{9A0DB2DC-4C9A-4742-B13C-FB6460FD3503}" type="slidenum">
              <a:rPr lang="en-US" altLang="en-US" sz="1400" b="1" dirty="0">
                <a:solidFill>
                  <a:srgbClr val="990033"/>
                </a:solidFill>
              </a:rPr>
            </a:fld>
            <a:endParaRPr lang="en-US" altLang="en-US" sz="1400" b="1" dirty="0">
              <a:solidFill>
                <a:srgbClr val="990033"/>
              </a:solidFill>
            </a:endParaRPr>
          </a:p>
        </p:txBody>
      </p:sp>
      <p:sp>
        <p:nvSpPr>
          <p:cNvPr id="38914" name="Rectangle 2"/>
          <p:cNvSpPr>
            <a:spLocks noGrp="true"/>
          </p:cNvSpPr>
          <p:nvPr>
            <p:ph type="title"/>
          </p:nvPr>
        </p:nvSpPr>
        <p:spPr>
          <a:xfrm>
            <a:off x="533400" y="471488"/>
            <a:ext cx="7924800" cy="1439862"/>
          </a:xfrm>
        </p:spPr>
        <p:txBody>
          <a:bodyPr vert="horz" wrap="square" lIns="91440" tIns="45720" rIns="91440" bIns="45720" anchor="t"/>
          <a:p>
            <a:pPr eaLnBrk="1" hangingPunct="1"/>
            <a:r>
              <a:rPr lang="en-US" altLang="en-US" sz="2400" b="1" dirty="0"/>
              <a:t>FIGURE 3.17</a:t>
            </a:r>
            <a:br>
              <a:rPr lang="en-US" altLang="en-US" sz="2800" b="1" dirty="0"/>
            </a:br>
            <a:r>
              <a:rPr lang="en-US" altLang="en-US" sz="2800" b="1" dirty="0"/>
              <a:t>TERNARY RELATIONSHIP: SUPPLY</a:t>
            </a:r>
            <a:br>
              <a:rPr lang="en-US" altLang="en-US" sz="2800" b="1" dirty="0"/>
            </a:br>
            <a:endParaRPr lang="en-US" altLang="en-US" sz="2800" b="1" dirty="0"/>
          </a:p>
        </p:txBody>
      </p:sp>
      <p:pic>
        <p:nvPicPr>
          <p:cNvPr id="38915" name="Picture 3"/>
          <p:cNvPicPr>
            <a:picLocks noGrp="true" noChangeAspect="true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85800" y="1911350"/>
            <a:ext cx="7772400" cy="2654300"/>
          </a:xfrm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>
              <a:buSzTx/>
            </a:pPr>
            <a:r>
              <a:rPr lang="en-US" altLang="en-US" sz="1400" b="1" dirty="0">
                <a:solidFill>
                  <a:srgbClr val="990033"/>
                </a:solidFill>
              </a:rPr>
              <a:t>Slide 9- </a:t>
            </a:r>
            <a:fld id="{9A0DB2DC-4C9A-4742-B13C-FB6460FD3503}" type="slidenum">
              <a:rPr lang="en-US" altLang="en-US" sz="1400" b="1" dirty="0">
                <a:solidFill>
                  <a:srgbClr val="990033"/>
                </a:solidFill>
              </a:rPr>
            </a:fld>
            <a:endParaRPr lang="en-US" altLang="en-US" sz="1400" b="1" dirty="0">
              <a:solidFill>
                <a:srgbClr val="990033"/>
              </a:solidFill>
            </a:endParaRPr>
          </a:p>
        </p:txBody>
      </p:sp>
      <p:sp>
        <p:nvSpPr>
          <p:cNvPr id="40962" name="Rectangle 2"/>
          <p:cNvSpPr>
            <a:spLocks noGrp="true"/>
          </p:cNvSpPr>
          <p:nvPr>
            <p:ph type="title"/>
          </p:nvPr>
        </p:nvSpPr>
        <p:spPr>
          <a:xfrm>
            <a:off x="762000" y="344488"/>
            <a:ext cx="8382000" cy="1027112"/>
          </a:xfrm>
        </p:spPr>
        <p:txBody>
          <a:bodyPr vert="horz" wrap="square" lIns="91440" tIns="45720" rIns="91440" bIns="45720" anchor="t"/>
          <a:p>
            <a:pPr eaLnBrk="1" hangingPunct="1"/>
            <a:br>
              <a:rPr lang="en-US" altLang="en-US" sz="1800" b="1" dirty="0"/>
            </a:br>
            <a:r>
              <a:rPr lang="en-US" altLang="en-US" sz="2800" b="1" dirty="0"/>
              <a:t>Mapping the </a:t>
            </a:r>
            <a:r>
              <a:rPr lang="en-US" altLang="en-US" sz="2800" b="1" i="1" dirty="0"/>
              <a:t>n</a:t>
            </a:r>
            <a:r>
              <a:rPr lang="en-US" altLang="en-US" sz="2800" b="1" dirty="0"/>
              <a:t>-ary relationship type SUPPLY </a:t>
            </a:r>
            <a:endParaRPr lang="en-US" altLang="en-US" sz="2800" b="1" dirty="0"/>
          </a:p>
        </p:txBody>
      </p:sp>
      <p:pic>
        <p:nvPicPr>
          <p:cNvPr id="40963" name="Picture 2" descr="fig09_04.jpg"/>
          <p:cNvPicPr>
            <a:picLocks noGrp="true" noChangeAspect="true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76400" y="1828800"/>
            <a:ext cx="5257800" cy="4506913"/>
          </a:xfrm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>
              <a:buSzTx/>
            </a:pPr>
            <a:r>
              <a:rPr lang="en-US" altLang="en-US" sz="1400" b="1" dirty="0">
                <a:solidFill>
                  <a:srgbClr val="990033"/>
                </a:solidFill>
              </a:rPr>
              <a:t>Slide 9- </a:t>
            </a:r>
            <a:fld id="{9A0DB2DC-4C9A-4742-B13C-FB6460FD3503}" type="slidenum">
              <a:rPr lang="en-US" altLang="en-US" sz="1400" b="1" dirty="0">
                <a:solidFill>
                  <a:srgbClr val="990033"/>
                </a:solidFill>
              </a:rPr>
            </a:fld>
            <a:endParaRPr lang="en-US" altLang="en-US" sz="1400" b="1" dirty="0">
              <a:solidFill>
                <a:srgbClr val="990033"/>
              </a:solidFill>
            </a:endParaRPr>
          </a:p>
        </p:txBody>
      </p:sp>
      <p:sp>
        <p:nvSpPr>
          <p:cNvPr id="43010" name="Rectangle 2"/>
          <p:cNvSpPr>
            <a:spLocks noGrp="true"/>
          </p:cNvSpPr>
          <p:nvPr>
            <p:ph type="title"/>
          </p:nvPr>
        </p:nvSpPr>
        <p:spPr>
          <a:xfrm>
            <a:off x="685800" y="517525"/>
            <a:ext cx="7772400" cy="766763"/>
          </a:xfrm>
        </p:spPr>
        <p:txBody>
          <a:bodyPr vert="horz" wrap="square" lIns="91440" tIns="45720" rIns="91440" bIns="45720" anchor="b"/>
          <a:p>
            <a:pPr eaLnBrk="1" hangingPunct="1"/>
            <a:br>
              <a:rPr lang="en-US" altLang="en-US" sz="2800" b="1" dirty="0"/>
            </a:br>
            <a:r>
              <a:rPr lang="en-US" altLang="en-US" sz="2800" b="1" dirty="0"/>
              <a:t>Summary of Mapping constructs and constraints</a:t>
            </a:r>
            <a:endParaRPr lang="en-US" altLang="en-US" sz="2800" dirty="0"/>
          </a:p>
        </p:txBody>
      </p:sp>
      <p:sp>
        <p:nvSpPr>
          <p:cNvPr id="43011" name="Rectangle 3"/>
          <p:cNvSpPr>
            <a:spLocks noGrp="true"/>
          </p:cNvSpPr>
          <p:nvPr>
            <p:ph idx="1"/>
          </p:nvPr>
        </p:nvSpPr>
        <p:spPr>
          <a:xfrm>
            <a:off x="685800" y="1533525"/>
            <a:ext cx="7981950" cy="4724400"/>
          </a:xfrm>
        </p:spPr>
        <p:txBody>
          <a:bodyPr vert="horz" wrap="square" lIns="91440" tIns="45720" rIns="0" bIns="45720" anchor="t"/>
          <a:p>
            <a:pPr eaLnBrk="1" hangingPunct="1">
              <a:buNone/>
            </a:pPr>
            <a:endParaRPr lang="en-US" altLang="en-US" sz="2900" dirty="0"/>
          </a:p>
          <a:p>
            <a:pPr eaLnBrk="1" hangingPunct="1">
              <a:buNone/>
            </a:pPr>
            <a:r>
              <a:rPr lang="en-US" altLang="en-US" sz="2000" dirty="0"/>
              <a:t>                               </a:t>
            </a:r>
            <a:endParaRPr lang="en-US" altLang="en-US" sz="2000" b="1" dirty="0">
              <a:solidFill>
                <a:srgbClr val="FF0066"/>
              </a:solidFill>
            </a:endParaRPr>
          </a:p>
        </p:txBody>
      </p:sp>
      <p:pic>
        <p:nvPicPr>
          <p:cNvPr id="43012" name="Picture 2" descr="tab09_0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195263" y="1981200"/>
            <a:ext cx="8686800" cy="40862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5" name="Slide Number Placeholder 3"/>
          <p:cNvSpPr>
            <a:spLocks noGrp="true"/>
          </p:cNvSpPr>
          <p:nvPr>
            <p:ph type="sldNum" sz="quarter" idx="10"/>
          </p:nvPr>
        </p:nvSpPr>
        <p:spPr/>
        <p:txBody>
          <a:bodyPr wrap="square" lIns="91440" tIns="45720" rIns="91440" bIns="45720"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>
              <a:buSzTx/>
            </a:pPr>
            <a:r>
              <a:rPr lang="en-US" altLang="en-US" sz="1400" b="1" dirty="0">
                <a:solidFill>
                  <a:srgbClr val="990033"/>
                </a:solidFill>
              </a:rPr>
              <a:t>Slide 9- </a:t>
            </a:r>
            <a:fld id="{9A0DB2DC-4C9A-4742-B13C-FB6460FD3503}" type="slidenum">
              <a:rPr lang="en-US" altLang="en-US" sz="1400" b="1" dirty="0">
                <a:solidFill>
                  <a:srgbClr val="990033"/>
                </a:solidFill>
              </a:rPr>
            </a:fld>
            <a:endParaRPr lang="en-US" altLang="en-US" sz="1400" b="1" dirty="0">
              <a:solidFill>
                <a:srgbClr val="990033"/>
              </a:solidFill>
            </a:endParaRPr>
          </a:p>
        </p:txBody>
      </p:sp>
      <p:sp>
        <p:nvSpPr>
          <p:cNvPr id="82946" name="Rectangle 2"/>
          <p:cNvSpPr>
            <a:spLocks noGrp="true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r>
              <a:rPr lang="en-US" altLang="en-US" dirty="0"/>
              <a:t>Chapter Summary</a:t>
            </a:r>
            <a:endParaRPr lang="en-US" altLang="en-US" dirty="0"/>
          </a:p>
        </p:txBody>
      </p:sp>
      <p:sp>
        <p:nvSpPr>
          <p:cNvPr id="82947" name="Rectangle 3"/>
          <p:cNvSpPr>
            <a:spLocks noGrp="true"/>
          </p:cNvSpPr>
          <p:nvPr>
            <p:ph idx="1"/>
          </p:nvPr>
        </p:nvSpPr>
        <p:spPr/>
        <p:txBody>
          <a:bodyPr vert="horz" wrap="square" lIns="91440" tIns="45720" rIns="0" bIns="45720" anchor="t"/>
          <a:p>
            <a:pPr eaLnBrk="1" hangingPunct="1">
              <a:lnSpc>
                <a:spcPct val="80000"/>
              </a:lnSpc>
            </a:pPr>
            <a:r>
              <a:rPr lang="en-US" altLang="en-US" sz="2400" b="1" dirty="0"/>
              <a:t>ER-to-Relational Mapping Algorithm </a:t>
            </a:r>
            <a:endParaRPr lang="en-US" altLang="en-US" sz="2400" b="1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/>
              <a:t>Step 1: Mapping of Regular Entity Types</a:t>
            </a:r>
            <a:endParaRPr lang="en-US" altLang="en-US" sz="21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/>
              <a:t>Step 2: Mapping of Weak Entity Types</a:t>
            </a:r>
            <a:endParaRPr lang="en-US" altLang="en-US" sz="21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/>
              <a:t>Step 3: Mapping of Binary 1:1 Relation Types</a:t>
            </a:r>
            <a:endParaRPr lang="en-US" altLang="en-US" sz="21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/>
              <a:t>Step 4: Mapping of Binary 1:N Relationship Types.</a:t>
            </a:r>
            <a:endParaRPr lang="en-US" altLang="en-US" sz="21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/>
              <a:t>Step 5: Mapping of Binary M:N Relationship Types.</a:t>
            </a:r>
            <a:endParaRPr lang="en-US" altLang="en-US" sz="21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/>
              <a:t>Step 6: Mapping of Multivalued attributes.</a:t>
            </a:r>
            <a:endParaRPr lang="en-US" altLang="en-US" sz="2100" dirty="0"/>
          </a:p>
          <a:p>
            <a:pPr lvl="1" eaLnBrk="1" hangingPunct="1">
              <a:lnSpc>
                <a:spcPct val="80000"/>
              </a:lnSpc>
            </a:pPr>
            <a:r>
              <a:rPr lang="en-US" altLang="en-US" sz="2100" dirty="0"/>
              <a:t>Step 7: Mapping of N-ary Relationship Types.</a:t>
            </a:r>
            <a:endParaRPr lang="en-US" altLang="en-US" sz="2100" dirty="0"/>
          </a:p>
          <a:p>
            <a:pPr lvl="1" eaLnBrk="1" hangingPunct="1">
              <a:lnSpc>
                <a:spcPct val="80000"/>
              </a:lnSpc>
            </a:pPr>
            <a:endParaRPr lang="en-US" altLang="en-US" sz="2100" dirty="0"/>
          </a:p>
          <a:p>
            <a:pPr eaLnBrk="1" hangingPunct="1">
              <a:lnSpc>
                <a:spcPct val="80000"/>
              </a:lnSpc>
            </a:pPr>
            <a:endParaRPr lang="en-US" altLang="en-US" sz="2100" dirty="0"/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false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false" compatLnSpc="true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false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false" compatLnSpc="true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false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false" compatLnSpc="true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false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false" compatLnSpc="true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0</TotalTime>
  <Words>7508</Words>
  <Application>WPS Presentation</Application>
  <PresentationFormat>Letter Paper (8.5x11 in)</PresentationFormat>
  <Paragraphs>153</Paragraphs>
  <Slides>16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SimSun</vt:lpstr>
      <vt:lpstr>Wingdings</vt:lpstr>
      <vt:lpstr>MS PGothic</vt:lpstr>
      <vt:lpstr>方正书宋_GBK</vt:lpstr>
      <vt:lpstr>Tahoma</vt:lpstr>
      <vt:lpstr>Droid Sans</vt:lpstr>
      <vt:lpstr>Verdana</vt:lpstr>
      <vt:lpstr>Times New Roman</vt:lpstr>
      <vt:lpstr>微软雅黑</vt:lpstr>
      <vt:lpstr>Arial Unicode MS</vt:lpstr>
      <vt:lpstr>Blends</vt:lpstr>
      <vt:lpstr>1_Blends</vt:lpstr>
      <vt:lpstr> </vt:lpstr>
      <vt:lpstr>Chapter Outline</vt:lpstr>
      <vt:lpstr>GOALS during Mapping</vt:lpstr>
      <vt:lpstr> ER-to-Relational Mapping Algorithm</vt:lpstr>
      <vt:lpstr>Figure 9.1   The ER conceptual schema diagram for the COMPANY database.</vt:lpstr>
      <vt:lpstr> ER-to-Relational Mapping Algorithm (contd.)</vt:lpstr>
      <vt:lpstr> ER-to-Relational Mapping Algorithm (contd.)</vt:lpstr>
      <vt:lpstr> ER-to-Relational Mapping Algorithm (contd.)</vt:lpstr>
      <vt:lpstr> ER-to-Relational Mapping Algorithm (contd.)</vt:lpstr>
      <vt:lpstr> ER-to-Relational Mapping Algorithm (contd.)</vt:lpstr>
      <vt:lpstr>Figure 9.2   Result of mapping the COMPANY ER schema into a relational database schema.</vt:lpstr>
      <vt:lpstr> ER-to-Relational Mapping Algorithm (contd.)</vt:lpstr>
      <vt:lpstr>FIGURE 3.17 TERNARY RELATIONSHIP: SUPPLY </vt:lpstr>
      <vt:lpstr> Mapping the n-ary relationship type SUPPLY </vt:lpstr>
      <vt:lpstr> Summary of Mapping constructs and constraints</vt:lpstr>
      <vt:lpstr>Chapter Summary</vt:lpstr>
    </vt:vector>
  </TitlesOfParts>
  <Company>©2007 Pearson Addison-Wesley. All rights reserved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</dc:title>
  <dc:creator>Elmasri/Navathe</dc:creator>
  <dc:subject>The Relational Data Model and Relational Database Constraints</dc:subject>
  <cp:lastModifiedBy>rifat</cp:lastModifiedBy>
  <cp:revision>117</cp:revision>
  <cp:lastPrinted>2020-08-29T08:46:22Z</cp:lastPrinted>
  <dcterms:created xsi:type="dcterms:W3CDTF">2020-08-29T08:46:22Z</dcterms:created>
  <dcterms:modified xsi:type="dcterms:W3CDTF">2020-08-29T08:46:22Z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1033-11.1.0.9615</vt:lpwstr>
  </property>
</Properties>
</file>